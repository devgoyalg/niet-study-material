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handoutMasterIdLst>
    <p:handoutMasterId r:id="rId55"/>
  </p:handoutMasterIdLst>
  <p:sldIdLst>
    <p:sldId id="256" r:id="rId2"/>
    <p:sldId id="267" r:id="rId3"/>
    <p:sldId id="269" r:id="rId4"/>
    <p:sldId id="270" r:id="rId5"/>
    <p:sldId id="1382" r:id="rId6"/>
    <p:sldId id="272" r:id="rId7"/>
    <p:sldId id="273" r:id="rId8"/>
    <p:sldId id="274" r:id="rId9"/>
    <p:sldId id="1389" r:id="rId10"/>
    <p:sldId id="1381" r:id="rId11"/>
    <p:sldId id="1390" r:id="rId12"/>
    <p:sldId id="279" r:id="rId13"/>
    <p:sldId id="281" r:id="rId14"/>
    <p:sldId id="1560" r:id="rId15"/>
    <p:sldId id="1602" r:id="rId16"/>
    <p:sldId id="1650" r:id="rId17"/>
    <p:sldId id="1651" r:id="rId18"/>
    <p:sldId id="1652" r:id="rId19"/>
    <p:sldId id="1653" r:id="rId20"/>
    <p:sldId id="1629" r:id="rId21"/>
    <p:sldId id="1633" r:id="rId22"/>
    <p:sldId id="1654" r:id="rId23"/>
    <p:sldId id="1655" r:id="rId24"/>
    <p:sldId id="1656" r:id="rId25"/>
    <p:sldId id="1657" r:id="rId26"/>
    <p:sldId id="1658" r:id="rId27"/>
    <p:sldId id="1659" r:id="rId28"/>
    <p:sldId id="1660" r:id="rId29"/>
    <p:sldId id="1661" r:id="rId30"/>
    <p:sldId id="1662" r:id="rId31"/>
    <p:sldId id="1663" r:id="rId32"/>
    <p:sldId id="1665" r:id="rId33"/>
    <p:sldId id="1664" r:id="rId34"/>
    <p:sldId id="1666" r:id="rId35"/>
    <p:sldId id="1667" r:id="rId36"/>
    <p:sldId id="1668" r:id="rId37"/>
    <p:sldId id="1669" r:id="rId38"/>
    <p:sldId id="1670" r:id="rId39"/>
    <p:sldId id="1671" r:id="rId40"/>
    <p:sldId id="1672" r:id="rId41"/>
    <p:sldId id="1673" r:id="rId42"/>
    <p:sldId id="1674" r:id="rId43"/>
    <p:sldId id="1675" r:id="rId44"/>
    <p:sldId id="1676" r:id="rId45"/>
    <p:sldId id="1677" r:id="rId46"/>
    <p:sldId id="1678" r:id="rId47"/>
    <p:sldId id="1679" r:id="rId48"/>
    <p:sldId id="1680" r:id="rId49"/>
    <p:sldId id="1681" r:id="rId50"/>
    <p:sldId id="1682" r:id="rId51"/>
    <p:sldId id="1683" r:id="rId52"/>
    <p:sldId id="332"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CBF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C13EA6-F00E-4A22-B00F-6F8694EDBE6B}" v="53" dt="2023-10-04T04:00:18.906"/>
    <p1510:client id="{05CF5F1B-41AD-672E-7ECD-B84575865A63}" v="457" dt="2023-11-14T07:59:29.041"/>
    <p1510:client id="{11092429-62C6-43B0-82AD-D0162A1C50B3}" v="92" dt="2023-08-23T04:15:00.470"/>
    <p1510:client id="{17A0E2E3-9CA2-C975-38E0-6CA120B7656C}" v="86" dt="2023-09-08T10:12:12.375"/>
    <p1510:client id="{200C7E20-43DE-761C-9EDE-9D320AC45E29}" v="83" dt="2023-11-14T08:05:27.332"/>
    <p1510:client id="{24B6CF88-50E6-AD1E-3A17-1FF34733D8EF}" v="144" dt="2023-08-22T07:39:32.095"/>
    <p1510:client id="{314DF113-DEFA-5200-AC94-CE3AF55FB404}" v="137" dt="2023-08-22T08:41:03.310"/>
    <p1510:client id="{32683770-8880-4559-98EF-CD6ED0897CD0}" v="107" dt="2023-09-05T04:21:16.012"/>
    <p1510:client id="{37F25F49-305A-5ABC-7387-8EE01DDEC523}" v="173" dt="2023-09-02T10:30:11.929"/>
    <p1510:client id="{382BE158-941A-E9A6-0BB6-CF9EDB08CD91}" v="2" dt="2023-09-04T06:36:29.207"/>
    <p1510:client id="{3F243914-9A1E-DCF7-7E5F-3AE966E6FA10}" v="300" dt="2023-09-04T11:07:52.739"/>
    <p1510:client id="{5BAAF0DA-74C9-4AD1-84AD-D9BE74280E54}" v="59" dt="2023-10-16T06:03:55.177"/>
    <p1510:client id="{6281522C-7E6F-529C-2A1E-8D8EB592BDE8}" v="16" dt="2023-10-04T04:22:03.305"/>
    <p1510:client id="{679FD096-6A17-F560-234F-281B2969DF71}" v="137" dt="2023-09-25T04:28:35.665"/>
    <p1510:client id="{687C5E9E-EA70-7F60-0F73-6A13D528796D}" v="260" dt="2023-09-12T09:09:06.022"/>
    <p1510:client id="{6B0B12BF-768C-BCA1-41EE-748C06158B21}" v="84" dt="2023-10-09T06:56:18.316"/>
    <p1510:client id="{752FB0EC-1BB7-4CA5-A648-DD8744050B76}" v="190" dt="2023-11-21T04:30:24.190"/>
    <p1510:client id="{89676F4E-627F-4BD4-956C-58FEE723C2B3}" v="245" dt="2023-10-11T04:15:48.169"/>
    <p1510:client id="{8FC508FC-911A-CD75-EDF2-573FBD9F6961}" v="738" dt="2023-11-05T09:22:38.136"/>
    <p1510:client id="{9B253117-5525-9C38-5080-87AA603007A9}" v="4" dt="2023-08-22T04:00:25.649"/>
    <p1510:client id="{A23EE189-D7CD-79B6-C7F1-ACF5D8679B05}" v="628" dt="2023-11-14T07:29:59.501"/>
    <p1510:client id="{B4AB676F-2D03-2C58-0FDC-1D5749CA1545}" v="314" dt="2023-08-29T06:33:27.486"/>
    <p1510:client id="{B7206FBC-3717-F983-ED3D-838EF64C2D4E}" v="71" dt="2023-09-02T10:04:24.008"/>
    <p1510:client id="{B7806D42-A0CB-9980-92C3-76DCDFFD9970}" v="102" dt="2023-09-11T04:40:13.867"/>
    <p1510:client id="{BD9B034B-ADF0-4CF5-BD55-20BA486BAA37}" v="27" dt="2023-09-18T04:54:43.511"/>
    <p1510:client id="{C2DB9CCB-6F58-4AD1-91BC-D5335A6B77D8}" v="10" dt="2023-08-30T04:12:15.698"/>
    <p1510:client id="{C3C58A7B-486C-1DDA-F148-07AB932DA0EE}" v="2" dt="2023-09-11T04:44:03.628"/>
    <p1510:client id="{C5DDC840-B51C-4474-402C-4E90DFAF7126}" v="98" dt="2023-11-14T09:35:52.591"/>
    <p1510:client id="{DBD9E93B-85D2-593E-8A2C-EA755D93B1D7}" v="219" dt="2023-09-04T04:06:08.693"/>
    <p1510:client id="{DF2D1929-F79C-41FA-B4AC-6567ADE46609}" v="240" dt="2023-10-08T14:35:32.043"/>
    <p1510:client id="{E2A95BBF-7372-4155-8F56-EA5D3A5D83C3}" v="47" dt="2023-09-19T05:01:16.447"/>
    <p1510:client id="{E7089051-CBBB-4764-362C-3A5DCE6224C6}" v="49" dt="2023-10-06T05:23:29.556"/>
    <p1510:client id="{F35547D1-FE30-44CF-8033-C8E759F08C79}" v="127" dt="2023-09-06T04:08:26.593"/>
    <p1510:client id="{FDC7407B-04F5-4109-83A8-4A2244EA635B}" v="367" dt="2023-11-01T04:04:09.0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1203" y="54"/>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r. Sumit Sharma" userId="S::sumitsharma.cse@niet.co.in::0287a0e3-d7f5-4815-a5d5-4670a436bb9e" providerId="AD" clId="Web-{E2A95BBF-7372-4155-8F56-EA5D3A5D83C3}"/>
    <pc:docChg chg="modSld">
      <pc:chgData name="Mr. Sumit Sharma" userId="S::sumitsharma.cse@niet.co.in::0287a0e3-d7f5-4815-a5d5-4670a436bb9e" providerId="AD" clId="Web-{E2A95BBF-7372-4155-8F56-EA5D3A5D83C3}" dt="2023-09-19T05:01:16.447" v="47" actId="20577"/>
      <pc:docMkLst>
        <pc:docMk/>
      </pc:docMkLst>
      <pc:sldChg chg="modSp">
        <pc:chgData name="Mr. Sumit Sharma" userId="S::sumitsharma.cse@niet.co.in::0287a0e3-d7f5-4815-a5d5-4670a436bb9e" providerId="AD" clId="Web-{E2A95BBF-7372-4155-8F56-EA5D3A5D83C3}" dt="2023-09-19T05:01:16.447" v="47" actId="20577"/>
        <pc:sldMkLst>
          <pc:docMk/>
          <pc:sldMk cId="719459484" sldId="1625"/>
        </pc:sldMkLst>
        <pc:spChg chg="mod">
          <ac:chgData name="Mr. Sumit Sharma" userId="S::sumitsharma.cse@niet.co.in::0287a0e3-d7f5-4815-a5d5-4670a436bb9e" providerId="AD" clId="Web-{E2A95BBF-7372-4155-8F56-EA5D3A5D83C3}" dt="2023-09-19T05:01:16.447" v="47" actId="20577"/>
          <ac:spMkLst>
            <pc:docMk/>
            <pc:sldMk cId="719459484" sldId="1625"/>
            <ac:spMk id="182" creationId="{FDC1A734-1528-FC7A-7C7C-B49C8922968A}"/>
          </ac:spMkLst>
        </pc:spChg>
      </pc:sldChg>
      <pc:sldChg chg="modSp">
        <pc:chgData name="Mr. Sumit Sharma" userId="S::sumitsharma.cse@niet.co.in::0287a0e3-d7f5-4815-a5d5-4670a436bb9e" providerId="AD" clId="Web-{E2A95BBF-7372-4155-8F56-EA5D3A5D83C3}" dt="2023-09-19T04:05:08.064" v="2" actId="20577"/>
        <pc:sldMkLst>
          <pc:docMk/>
          <pc:sldMk cId="1556240971" sldId="1626"/>
        </pc:sldMkLst>
        <pc:spChg chg="mod">
          <ac:chgData name="Mr. Sumit Sharma" userId="S::sumitsharma.cse@niet.co.in::0287a0e3-d7f5-4815-a5d5-4670a436bb9e" providerId="AD" clId="Web-{E2A95BBF-7372-4155-8F56-EA5D3A5D83C3}" dt="2023-09-19T04:05:08.064" v="2" actId="20577"/>
          <ac:spMkLst>
            <pc:docMk/>
            <pc:sldMk cId="1556240971" sldId="1626"/>
            <ac:spMk id="182" creationId="{FDC1A734-1528-FC7A-7C7C-B49C8922968A}"/>
          </ac:spMkLst>
        </pc:spChg>
      </pc:sldChg>
    </pc:docChg>
  </pc:docChgLst>
  <pc:docChgLst>
    <pc:chgData name="Mr. Sumit Sharma" userId="S::sumitsharma.cse@niet.co.in::0287a0e3-d7f5-4815-a5d5-4670a436bb9e" providerId="AD" clId="Web-{5E282818-7906-71E9-9D93-54DCF77B464D}"/>
    <pc:docChg chg="modSld">
      <pc:chgData name="Mr. Sumit Sharma" userId="S::sumitsharma.cse@niet.co.in::0287a0e3-d7f5-4815-a5d5-4670a436bb9e" providerId="AD" clId="Web-{5E282818-7906-71E9-9D93-54DCF77B464D}" dt="2023-10-03T14:34:27.465" v="0" actId="20577"/>
      <pc:docMkLst>
        <pc:docMk/>
      </pc:docMkLst>
      <pc:sldChg chg="modSp">
        <pc:chgData name="Mr. Sumit Sharma" userId="S::sumitsharma.cse@niet.co.in::0287a0e3-d7f5-4815-a5d5-4670a436bb9e" providerId="AD" clId="Web-{5E282818-7906-71E9-9D93-54DCF77B464D}" dt="2023-10-03T14:34:27.465" v="0" actId="20577"/>
        <pc:sldMkLst>
          <pc:docMk/>
          <pc:sldMk cId="1147002948" sldId="1602"/>
        </pc:sldMkLst>
        <pc:graphicFrameChg chg="modGraphic">
          <ac:chgData name="Mr. Sumit Sharma" userId="S::sumitsharma.cse@niet.co.in::0287a0e3-d7f5-4815-a5d5-4670a436bb9e" providerId="AD" clId="Web-{5E282818-7906-71E9-9D93-54DCF77B464D}" dt="2023-10-03T14:34:27.465" v="0" actId="20577"/>
          <ac:graphicFrameMkLst>
            <pc:docMk/>
            <pc:sldMk cId="1147002948" sldId="1602"/>
            <ac:graphicFrameMk id="28" creationId="{7911BCD3-FD89-BC16-4A6F-1F614AC172FE}"/>
          </ac:graphicFrameMkLst>
        </pc:graphicFrameChg>
      </pc:sldChg>
    </pc:docChg>
  </pc:docChgLst>
  <pc:docChgLst>
    <pc:chgData name="Mr. Sumit Sharma" userId="S::sumitsharma.cse@niet.co.in::0287a0e3-d7f5-4815-a5d5-4670a436bb9e" providerId="AD" clId="Web-{8FC508FC-911A-CD75-EDF2-573FBD9F6961}"/>
    <pc:docChg chg="addSld delSld modSld">
      <pc:chgData name="Mr. Sumit Sharma" userId="S::sumitsharma.cse@niet.co.in::0287a0e3-d7f5-4815-a5d5-4670a436bb9e" providerId="AD" clId="Web-{8FC508FC-911A-CD75-EDF2-573FBD9F6961}" dt="2023-11-05T09:22:34.511" v="857" actId="20577"/>
      <pc:docMkLst>
        <pc:docMk/>
      </pc:docMkLst>
      <pc:sldChg chg="modSp">
        <pc:chgData name="Mr. Sumit Sharma" userId="S::sumitsharma.cse@niet.co.in::0287a0e3-d7f5-4815-a5d5-4670a436bb9e" providerId="AD" clId="Web-{8FC508FC-911A-CD75-EDF2-573FBD9F6961}" dt="2023-11-05T08:20:10.556" v="124" actId="20577"/>
        <pc:sldMkLst>
          <pc:docMk/>
          <pc:sldMk cId="3898563862" sldId="1629"/>
        </pc:sldMkLst>
        <pc:spChg chg="mod">
          <ac:chgData name="Mr. Sumit Sharma" userId="S::sumitsharma.cse@niet.co.in::0287a0e3-d7f5-4815-a5d5-4670a436bb9e" providerId="AD" clId="Web-{8FC508FC-911A-CD75-EDF2-573FBD9F6961}" dt="2023-11-05T08:09:11.687" v="7" actId="20577"/>
          <ac:spMkLst>
            <pc:docMk/>
            <pc:sldMk cId="3898563862" sldId="1629"/>
            <ac:spMk id="7" creationId="{00000000-0000-0000-0000-000000000000}"/>
          </ac:spMkLst>
        </pc:spChg>
        <pc:spChg chg="mod">
          <ac:chgData name="Mr. Sumit Sharma" userId="S::sumitsharma.cse@niet.co.in::0287a0e3-d7f5-4815-a5d5-4670a436bb9e" providerId="AD" clId="Web-{8FC508FC-911A-CD75-EDF2-573FBD9F6961}" dt="2023-11-05T08:20:10.556" v="124" actId="20577"/>
          <ac:spMkLst>
            <pc:docMk/>
            <pc:sldMk cId="3898563862" sldId="1629"/>
            <ac:spMk id="182" creationId="{FDC1A734-1528-FC7A-7C7C-B49C8922968A}"/>
          </ac:spMkLst>
        </pc:spChg>
      </pc:sldChg>
      <pc:sldChg chg="modSp add replId">
        <pc:chgData name="Mr. Sumit Sharma" userId="S::sumitsharma.cse@niet.co.in::0287a0e3-d7f5-4815-a5d5-4670a436bb9e" providerId="AD" clId="Web-{8FC508FC-911A-CD75-EDF2-573FBD9F6961}" dt="2023-11-05T08:19:48.899" v="118" actId="20577"/>
        <pc:sldMkLst>
          <pc:docMk/>
          <pc:sldMk cId="3325095983" sldId="1633"/>
        </pc:sldMkLst>
        <pc:spChg chg="mod">
          <ac:chgData name="Mr. Sumit Sharma" userId="S::sumitsharma.cse@niet.co.in::0287a0e3-d7f5-4815-a5d5-4670a436bb9e" providerId="AD" clId="Web-{8FC508FC-911A-CD75-EDF2-573FBD9F6961}" dt="2023-11-05T08:19:48.899" v="118" actId="20577"/>
          <ac:spMkLst>
            <pc:docMk/>
            <pc:sldMk cId="3325095983" sldId="1633"/>
            <ac:spMk id="182" creationId="{FDC1A734-1528-FC7A-7C7C-B49C8922968A}"/>
          </ac:spMkLst>
        </pc:spChg>
      </pc:sldChg>
      <pc:sldChg chg="modSp add replId">
        <pc:chgData name="Mr. Sumit Sharma" userId="S::sumitsharma.cse@niet.co.in::0287a0e3-d7f5-4815-a5d5-4670a436bb9e" providerId="AD" clId="Web-{8FC508FC-911A-CD75-EDF2-573FBD9F6961}" dt="2023-11-05T08:20:27.509" v="128" actId="20577"/>
        <pc:sldMkLst>
          <pc:docMk/>
          <pc:sldMk cId="809903864" sldId="1634"/>
        </pc:sldMkLst>
        <pc:spChg chg="mod">
          <ac:chgData name="Mr. Sumit Sharma" userId="S::sumitsharma.cse@niet.co.in::0287a0e3-d7f5-4815-a5d5-4670a436bb9e" providerId="AD" clId="Web-{8FC508FC-911A-CD75-EDF2-573FBD9F6961}" dt="2023-11-05T08:18:26.974" v="96" actId="20577"/>
          <ac:spMkLst>
            <pc:docMk/>
            <pc:sldMk cId="809903864" sldId="1634"/>
            <ac:spMk id="7" creationId="{00000000-0000-0000-0000-000000000000}"/>
          </ac:spMkLst>
        </pc:spChg>
        <pc:spChg chg="mod">
          <ac:chgData name="Mr. Sumit Sharma" userId="S::sumitsharma.cse@niet.co.in::0287a0e3-d7f5-4815-a5d5-4670a436bb9e" providerId="AD" clId="Web-{8FC508FC-911A-CD75-EDF2-573FBD9F6961}" dt="2023-11-05T08:20:27.509" v="128" actId="20577"/>
          <ac:spMkLst>
            <pc:docMk/>
            <pc:sldMk cId="809903864" sldId="1634"/>
            <ac:spMk id="182" creationId="{FDC1A734-1528-FC7A-7C7C-B49C8922968A}"/>
          </ac:spMkLst>
        </pc:spChg>
      </pc:sldChg>
      <pc:sldChg chg="modSp add replId">
        <pc:chgData name="Mr. Sumit Sharma" userId="S::sumitsharma.cse@niet.co.in::0287a0e3-d7f5-4815-a5d5-4670a436bb9e" providerId="AD" clId="Web-{8FC508FC-911A-CD75-EDF2-573FBD9F6961}" dt="2023-11-05T08:22:19.357" v="176" actId="14100"/>
        <pc:sldMkLst>
          <pc:docMk/>
          <pc:sldMk cId="608385784" sldId="1635"/>
        </pc:sldMkLst>
        <pc:spChg chg="mod">
          <ac:chgData name="Mr. Sumit Sharma" userId="S::sumitsharma.cse@niet.co.in::0287a0e3-d7f5-4815-a5d5-4670a436bb9e" providerId="AD" clId="Web-{8FC508FC-911A-CD75-EDF2-573FBD9F6961}" dt="2023-11-05T08:22:19.357" v="176" actId="14100"/>
          <ac:spMkLst>
            <pc:docMk/>
            <pc:sldMk cId="608385784" sldId="1635"/>
            <ac:spMk id="182" creationId="{FDC1A734-1528-FC7A-7C7C-B49C8922968A}"/>
          </ac:spMkLst>
        </pc:spChg>
      </pc:sldChg>
      <pc:sldChg chg="modSp add replId">
        <pc:chgData name="Mr. Sumit Sharma" userId="S::sumitsharma.cse@niet.co.in::0287a0e3-d7f5-4815-a5d5-4670a436bb9e" providerId="AD" clId="Web-{8FC508FC-911A-CD75-EDF2-573FBD9F6961}" dt="2023-11-05T08:23:57.736" v="200" actId="20577"/>
        <pc:sldMkLst>
          <pc:docMk/>
          <pc:sldMk cId="3239838786" sldId="1636"/>
        </pc:sldMkLst>
        <pc:spChg chg="mod">
          <ac:chgData name="Mr. Sumit Sharma" userId="S::sumitsharma.cse@niet.co.in::0287a0e3-d7f5-4815-a5d5-4670a436bb9e" providerId="AD" clId="Web-{8FC508FC-911A-CD75-EDF2-573FBD9F6961}" dt="2023-11-05T08:22:42.905" v="178" actId="20577"/>
          <ac:spMkLst>
            <pc:docMk/>
            <pc:sldMk cId="3239838786" sldId="1636"/>
            <ac:spMk id="7" creationId="{00000000-0000-0000-0000-000000000000}"/>
          </ac:spMkLst>
        </pc:spChg>
        <pc:spChg chg="mod">
          <ac:chgData name="Mr. Sumit Sharma" userId="S::sumitsharma.cse@niet.co.in::0287a0e3-d7f5-4815-a5d5-4670a436bb9e" providerId="AD" clId="Web-{8FC508FC-911A-CD75-EDF2-573FBD9F6961}" dt="2023-11-05T08:23:57.736" v="200" actId="20577"/>
          <ac:spMkLst>
            <pc:docMk/>
            <pc:sldMk cId="3239838786" sldId="1636"/>
            <ac:spMk id="182" creationId="{FDC1A734-1528-FC7A-7C7C-B49C8922968A}"/>
          </ac:spMkLst>
        </pc:spChg>
      </pc:sldChg>
      <pc:sldChg chg="modSp add replId">
        <pc:chgData name="Mr. Sumit Sharma" userId="S::sumitsharma.cse@niet.co.in::0287a0e3-d7f5-4815-a5d5-4670a436bb9e" providerId="AD" clId="Web-{8FC508FC-911A-CD75-EDF2-573FBD9F6961}" dt="2023-11-05T08:25:25.083" v="229" actId="20577"/>
        <pc:sldMkLst>
          <pc:docMk/>
          <pc:sldMk cId="1087063166" sldId="1637"/>
        </pc:sldMkLst>
        <pc:spChg chg="mod">
          <ac:chgData name="Mr. Sumit Sharma" userId="S::sumitsharma.cse@niet.co.in::0287a0e3-d7f5-4815-a5d5-4670a436bb9e" providerId="AD" clId="Web-{8FC508FC-911A-CD75-EDF2-573FBD9F6961}" dt="2023-11-05T08:25:25.083" v="229" actId="20577"/>
          <ac:spMkLst>
            <pc:docMk/>
            <pc:sldMk cId="1087063166" sldId="1637"/>
            <ac:spMk id="182" creationId="{FDC1A734-1528-FC7A-7C7C-B49C8922968A}"/>
          </ac:spMkLst>
        </pc:spChg>
      </pc:sldChg>
      <pc:sldChg chg="modSp add del replId">
        <pc:chgData name="Mr. Sumit Sharma" userId="S::sumitsharma.cse@niet.co.in::0287a0e3-d7f5-4815-a5d5-4670a436bb9e" providerId="AD" clId="Web-{8FC508FC-911A-CD75-EDF2-573FBD9F6961}" dt="2023-11-05T08:28:26.137" v="243"/>
        <pc:sldMkLst>
          <pc:docMk/>
          <pc:sldMk cId="1924334385" sldId="1638"/>
        </pc:sldMkLst>
        <pc:spChg chg="mod">
          <ac:chgData name="Mr. Sumit Sharma" userId="S::sumitsharma.cse@niet.co.in::0287a0e3-d7f5-4815-a5d5-4670a436bb9e" providerId="AD" clId="Web-{8FC508FC-911A-CD75-EDF2-573FBD9F6961}" dt="2023-11-05T08:28:08.746" v="242" actId="20577"/>
          <ac:spMkLst>
            <pc:docMk/>
            <pc:sldMk cId="1924334385" sldId="1638"/>
            <ac:spMk id="7" creationId="{00000000-0000-0000-0000-000000000000}"/>
          </ac:spMkLst>
        </pc:spChg>
      </pc:sldChg>
      <pc:sldChg chg="modSp add replId">
        <pc:chgData name="Mr. Sumit Sharma" userId="S::sumitsharma.cse@niet.co.in::0287a0e3-d7f5-4815-a5d5-4670a436bb9e" providerId="AD" clId="Web-{8FC508FC-911A-CD75-EDF2-573FBD9F6961}" dt="2023-11-05T08:33:30.743" v="290" actId="20577"/>
        <pc:sldMkLst>
          <pc:docMk/>
          <pc:sldMk cId="4139842801" sldId="1638"/>
        </pc:sldMkLst>
        <pc:spChg chg="mod">
          <ac:chgData name="Mr. Sumit Sharma" userId="S::sumitsharma.cse@niet.co.in::0287a0e3-d7f5-4815-a5d5-4670a436bb9e" providerId="AD" clId="Web-{8FC508FC-911A-CD75-EDF2-573FBD9F6961}" dt="2023-11-05T08:32:39.663" v="282" actId="20577"/>
          <ac:spMkLst>
            <pc:docMk/>
            <pc:sldMk cId="4139842801" sldId="1638"/>
            <ac:spMk id="7" creationId="{00000000-0000-0000-0000-000000000000}"/>
          </ac:spMkLst>
        </pc:spChg>
        <pc:graphicFrameChg chg="modGraphic">
          <ac:chgData name="Mr. Sumit Sharma" userId="S::sumitsharma.cse@niet.co.in::0287a0e3-d7f5-4815-a5d5-4670a436bb9e" providerId="AD" clId="Web-{8FC508FC-911A-CD75-EDF2-573FBD9F6961}" dt="2023-11-05T08:33:30.743" v="290" actId="20577"/>
          <ac:graphicFrameMkLst>
            <pc:docMk/>
            <pc:sldMk cId="4139842801" sldId="1638"/>
            <ac:graphicFrameMk id="28" creationId="{7911BCD3-FD89-BC16-4A6F-1F614AC172FE}"/>
          </ac:graphicFrameMkLst>
        </pc:graphicFrameChg>
      </pc:sldChg>
      <pc:sldChg chg="modSp add replId">
        <pc:chgData name="Mr. Sumit Sharma" userId="S::sumitsharma.cse@niet.co.in::0287a0e3-d7f5-4815-a5d5-4670a436bb9e" providerId="AD" clId="Web-{8FC508FC-911A-CD75-EDF2-573FBD9F6961}" dt="2023-11-05T08:35:31.232" v="340" actId="20577"/>
        <pc:sldMkLst>
          <pc:docMk/>
          <pc:sldMk cId="2561921270" sldId="1639"/>
        </pc:sldMkLst>
        <pc:spChg chg="mod">
          <ac:chgData name="Mr. Sumit Sharma" userId="S::sumitsharma.cse@niet.co.in::0287a0e3-d7f5-4815-a5d5-4670a436bb9e" providerId="AD" clId="Web-{8FC508FC-911A-CD75-EDF2-573FBD9F6961}" dt="2023-11-05T08:34:34.573" v="310" actId="20577"/>
          <ac:spMkLst>
            <pc:docMk/>
            <pc:sldMk cId="2561921270" sldId="1639"/>
            <ac:spMk id="7" creationId="{00000000-0000-0000-0000-000000000000}"/>
          </ac:spMkLst>
        </pc:spChg>
        <pc:graphicFrameChg chg="modGraphic">
          <ac:chgData name="Mr. Sumit Sharma" userId="S::sumitsharma.cse@niet.co.in::0287a0e3-d7f5-4815-a5d5-4670a436bb9e" providerId="AD" clId="Web-{8FC508FC-911A-CD75-EDF2-573FBD9F6961}" dt="2023-11-05T08:35:31.232" v="340" actId="20577"/>
          <ac:graphicFrameMkLst>
            <pc:docMk/>
            <pc:sldMk cId="2561921270" sldId="1639"/>
            <ac:graphicFrameMk id="28" creationId="{7911BCD3-FD89-BC16-4A6F-1F614AC172FE}"/>
          </ac:graphicFrameMkLst>
        </pc:graphicFrameChg>
      </pc:sldChg>
      <pc:sldChg chg="modSp add replId">
        <pc:chgData name="Mr. Sumit Sharma" userId="S::sumitsharma.cse@niet.co.in::0287a0e3-d7f5-4815-a5d5-4670a436bb9e" providerId="AD" clId="Web-{8FC508FC-911A-CD75-EDF2-573FBD9F6961}" dt="2023-11-05T08:37:06.735" v="372" actId="20577"/>
        <pc:sldMkLst>
          <pc:docMk/>
          <pc:sldMk cId="3124687220" sldId="1640"/>
        </pc:sldMkLst>
        <pc:graphicFrameChg chg="modGraphic">
          <ac:chgData name="Mr. Sumit Sharma" userId="S::sumitsharma.cse@niet.co.in::0287a0e3-d7f5-4815-a5d5-4670a436bb9e" providerId="AD" clId="Web-{8FC508FC-911A-CD75-EDF2-573FBD9F6961}" dt="2023-11-05T08:37:06.735" v="372" actId="20577"/>
          <ac:graphicFrameMkLst>
            <pc:docMk/>
            <pc:sldMk cId="3124687220" sldId="1640"/>
            <ac:graphicFrameMk id="28" creationId="{7911BCD3-FD89-BC16-4A6F-1F614AC172FE}"/>
          </ac:graphicFrameMkLst>
        </pc:graphicFrameChg>
      </pc:sldChg>
      <pc:sldChg chg="addSp delSp modSp add replId">
        <pc:chgData name="Mr. Sumit Sharma" userId="S::sumitsharma.cse@niet.co.in::0287a0e3-d7f5-4815-a5d5-4670a436bb9e" providerId="AD" clId="Web-{8FC508FC-911A-CD75-EDF2-573FBD9F6961}" dt="2023-11-05T08:41:06.307" v="411"/>
        <pc:sldMkLst>
          <pc:docMk/>
          <pc:sldMk cId="2027776359" sldId="1641"/>
        </pc:sldMkLst>
        <pc:spChg chg="mod">
          <ac:chgData name="Mr. Sumit Sharma" userId="S::sumitsharma.cse@niet.co.in::0287a0e3-d7f5-4815-a5d5-4670a436bb9e" providerId="AD" clId="Web-{8FC508FC-911A-CD75-EDF2-573FBD9F6961}" dt="2023-11-05T08:41:06.307" v="411"/>
          <ac:spMkLst>
            <pc:docMk/>
            <pc:sldMk cId="2027776359" sldId="1641"/>
            <ac:spMk id="6" creationId="{00000000-0000-0000-0000-000000000000}"/>
          </ac:spMkLst>
        </pc:spChg>
        <pc:spChg chg="mod">
          <ac:chgData name="Mr. Sumit Sharma" userId="S::sumitsharma.cse@niet.co.in::0287a0e3-d7f5-4815-a5d5-4670a436bb9e" providerId="AD" clId="Web-{8FC508FC-911A-CD75-EDF2-573FBD9F6961}" dt="2023-11-05T08:41:06.307" v="411"/>
          <ac:spMkLst>
            <pc:docMk/>
            <pc:sldMk cId="2027776359" sldId="1641"/>
            <ac:spMk id="7" creationId="{00000000-0000-0000-0000-000000000000}"/>
          </ac:spMkLst>
        </pc:spChg>
        <pc:spChg chg="add del">
          <ac:chgData name="Mr. Sumit Sharma" userId="S::sumitsharma.cse@niet.co.in::0287a0e3-d7f5-4815-a5d5-4670a436bb9e" providerId="AD" clId="Web-{8FC508FC-911A-CD75-EDF2-573FBD9F6961}" dt="2023-11-05T08:41:06.307" v="411"/>
          <ac:spMkLst>
            <pc:docMk/>
            <pc:sldMk cId="2027776359" sldId="1641"/>
            <ac:spMk id="25" creationId="{7301F447-EEF7-48F5-AF73-7566EE7F64AD}"/>
          </ac:spMkLst>
        </pc:spChg>
        <pc:spChg chg="add del">
          <ac:chgData name="Mr. Sumit Sharma" userId="S::sumitsharma.cse@niet.co.in::0287a0e3-d7f5-4815-a5d5-4670a436bb9e" providerId="AD" clId="Web-{8FC508FC-911A-CD75-EDF2-573FBD9F6961}" dt="2023-11-05T08:41:06.307" v="411"/>
          <ac:spMkLst>
            <pc:docMk/>
            <pc:sldMk cId="2027776359" sldId="1641"/>
            <ac:spMk id="26" creationId="{F7117410-A2A4-4085-9ADC-46744551DBDE}"/>
          </ac:spMkLst>
        </pc:spChg>
        <pc:spChg chg="add del">
          <ac:chgData name="Mr. Sumit Sharma" userId="S::sumitsharma.cse@niet.co.in::0287a0e3-d7f5-4815-a5d5-4670a436bb9e" providerId="AD" clId="Web-{8FC508FC-911A-CD75-EDF2-573FBD9F6961}" dt="2023-11-05T08:41:06.307" v="411"/>
          <ac:spMkLst>
            <pc:docMk/>
            <pc:sldMk cId="2027776359" sldId="1641"/>
            <ac:spMk id="27" creationId="{99F74EB5-E547-4FB4-95F5-BCC788F3C4A0}"/>
          </ac:spMkLst>
        </pc:spChg>
        <pc:spChg chg="add del">
          <ac:chgData name="Mr. Sumit Sharma" userId="S::sumitsharma.cse@niet.co.in::0287a0e3-d7f5-4815-a5d5-4670a436bb9e" providerId="AD" clId="Web-{8FC508FC-911A-CD75-EDF2-573FBD9F6961}" dt="2023-11-05T08:41:06.307" v="411"/>
          <ac:spMkLst>
            <pc:docMk/>
            <pc:sldMk cId="2027776359" sldId="1641"/>
            <ac:spMk id="33" creationId="{5C8908E2-EE49-44D2-9428-A28D2312A8D5}"/>
          </ac:spMkLst>
        </pc:spChg>
        <pc:spChg chg="add del">
          <ac:chgData name="Mr. Sumit Sharma" userId="S::sumitsharma.cse@niet.co.in::0287a0e3-d7f5-4815-a5d5-4670a436bb9e" providerId="AD" clId="Web-{8FC508FC-911A-CD75-EDF2-573FBD9F6961}" dt="2023-11-05T08:41:06.307" v="411"/>
          <ac:spMkLst>
            <pc:docMk/>
            <pc:sldMk cId="2027776359" sldId="1641"/>
            <ac:spMk id="39" creationId="{7449A6C7-D15F-4AA5-BFA5-71A404B47016}"/>
          </ac:spMkLst>
        </pc:spChg>
        <pc:spChg chg="add del">
          <ac:chgData name="Mr. Sumit Sharma" userId="S::sumitsharma.cse@niet.co.in::0287a0e3-d7f5-4815-a5d5-4670a436bb9e" providerId="AD" clId="Web-{8FC508FC-911A-CD75-EDF2-573FBD9F6961}" dt="2023-11-05T08:41:06.307" v="411"/>
          <ac:spMkLst>
            <pc:docMk/>
            <pc:sldMk cId="2027776359" sldId="1641"/>
            <ac:spMk id="41" creationId="{ED888B23-07FA-482A-96DF-47E31AF1A603}"/>
          </ac:spMkLst>
        </pc:spChg>
        <pc:grpChg chg="add del">
          <ac:chgData name="Mr. Sumit Sharma" userId="S::sumitsharma.cse@niet.co.in::0287a0e3-d7f5-4815-a5d5-4670a436bb9e" providerId="AD" clId="Web-{8FC508FC-911A-CD75-EDF2-573FBD9F6961}" dt="2023-11-05T08:41:06.307" v="411"/>
          <ac:grpSpMkLst>
            <pc:docMk/>
            <pc:sldMk cId="2027776359" sldId="1641"/>
            <ac:grpSpMk id="35" creationId="{05314994-6337-4875-8CF5-652CAFE8342C}"/>
          </ac:grpSpMkLst>
        </pc:grpChg>
        <pc:graphicFrameChg chg="mod modGraphic">
          <ac:chgData name="Mr. Sumit Sharma" userId="S::sumitsharma.cse@niet.co.in::0287a0e3-d7f5-4815-a5d5-4670a436bb9e" providerId="AD" clId="Web-{8FC508FC-911A-CD75-EDF2-573FBD9F6961}" dt="2023-11-05T08:41:06.307" v="411"/>
          <ac:graphicFrameMkLst>
            <pc:docMk/>
            <pc:sldMk cId="2027776359" sldId="1641"/>
            <ac:graphicFrameMk id="28" creationId="{7911BCD3-FD89-BC16-4A6F-1F614AC172FE}"/>
          </ac:graphicFrameMkLst>
        </pc:graphicFrameChg>
      </pc:sldChg>
      <pc:sldChg chg="modSp add replId">
        <pc:chgData name="Mr. Sumit Sharma" userId="S::sumitsharma.cse@niet.co.in::0287a0e3-d7f5-4815-a5d5-4670a436bb9e" providerId="AD" clId="Web-{8FC508FC-911A-CD75-EDF2-573FBD9F6961}" dt="2023-11-05T08:46:13.725" v="535" actId="20577"/>
        <pc:sldMkLst>
          <pc:docMk/>
          <pc:sldMk cId="2829405295" sldId="1642"/>
        </pc:sldMkLst>
        <pc:spChg chg="mod">
          <ac:chgData name="Mr. Sumit Sharma" userId="S::sumitsharma.cse@niet.co.in::0287a0e3-d7f5-4815-a5d5-4670a436bb9e" providerId="AD" clId="Web-{8FC508FC-911A-CD75-EDF2-573FBD9F6961}" dt="2023-11-05T08:44:46.487" v="509" actId="20577"/>
          <ac:spMkLst>
            <pc:docMk/>
            <pc:sldMk cId="2829405295" sldId="1642"/>
            <ac:spMk id="7" creationId="{00000000-0000-0000-0000-000000000000}"/>
          </ac:spMkLst>
        </pc:spChg>
        <pc:spChg chg="mod">
          <ac:chgData name="Mr. Sumit Sharma" userId="S::sumitsharma.cse@niet.co.in::0287a0e3-d7f5-4815-a5d5-4670a436bb9e" providerId="AD" clId="Web-{8FC508FC-911A-CD75-EDF2-573FBD9F6961}" dt="2023-11-05T08:46:13.725" v="535" actId="20577"/>
          <ac:spMkLst>
            <pc:docMk/>
            <pc:sldMk cId="2829405295" sldId="1642"/>
            <ac:spMk id="182" creationId="{FDC1A734-1528-FC7A-7C7C-B49C8922968A}"/>
          </ac:spMkLst>
        </pc:spChg>
      </pc:sldChg>
      <pc:sldChg chg="addSp delSp modSp add del replId">
        <pc:chgData name="Mr. Sumit Sharma" userId="S::sumitsharma.cse@niet.co.in::0287a0e3-d7f5-4815-a5d5-4670a436bb9e" providerId="AD" clId="Web-{8FC508FC-911A-CD75-EDF2-573FBD9F6961}" dt="2023-11-05T08:43:35.547" v="467"/>
        <pc:sldMkLst>
          <pc:docMk/>
          <pc:sldMk cId="3295639599" sldId="1642"/>
        </pc:sldMkLst>
        <pc:spChg chg="mod">
          <ac:chgData name="Mr. Sumit Sharma" userId="S::sumitsharma.cse@niet.co.in::0287a0e3-d7f5-4815-a5d5-4670a436bb9e" providerId="AD" clId="Web-{8FC508FC-911A-CD75-EDF2-573FBD9F6961}" dt="2023-11-05T08:41:54.418" v="435" actId="20577"/>
          <ac:spMkLst>
            <pc:docMk/>
            <pc:sldMk cId="3295639599" sldId="1642"/>
            <ac:spMk id="7" creationId="{00000000-0000-0000-0000-000000000000}"/>
          </ac:spMkLst>
        </pc:spChg>
        <pc:spChg chg="add del mod">
          <ac:chgData name="Mr. Sumit Sharma" userId="S::sumitsharma.cse@niet.co.in::0287a0e3-d7f5-4815-a5d5-4670a436bb9e" providerId="AD" clId="Web-{8FC508FC-911A-CD75-EDF2-573FBD9F6961}" dt="2023-11-05T08:43:17.718" v="462"/>
          <ac:spMkLst>
            <pc:docMk/>
            <pc:sldMk cId="3295639599" sldId="1642"/>
            <ac:spMk id="383" creationId="{C2F0B914-D058-2DB8-6738-1FBB09377EF5}"/>
          </ac:spMkLst>
        </pc:spChg>
        <pc:spChg chg="add del mod">
          <ac:chgData name="Mr. Sumit Sharma" userId="S::sumitsharma.cse@niet.co.in::0287a0e3-d7f5-4815-a5d5-4670a436bb9e" providerId="AD" clId="Web-{8FC508FC-911A-CD75-EDF2-573FBD9F6961}" dt="2023-11-05T08:43:21.718" v="466"/>
          <ac:spMkLst>
            <pc:docMk/>
            <pc:sldMk cId="3295639599" sldId="1642"/>
            <ac:spMk id="384" creationId="{9A9F78D5-76A2-4BE4-BBB8-20C4DEE2E87A}"/>
          </ac:spMkLst>
        </pc:spChg>
        <pc:graphicFrameChg chg="del modGraphic">
          <ac:chgData name="Mr. Sumit Sharma" userId="S::sumitsharma.cse@niet.co.in::0287a0e3-d7f5-4815-a5d5-4670a436bb9e" providerId="AD" clId="Web-{8FC508FC-911A-CD75-EDF2-573FBD9F6961}" dt="2023-11-05T08:43:03.343" v="461"/>
          <ac:graphicFrameMkLst>
            <pc:docMk/>
            <pc:sldMk cId="3295639599" sldId="1642"/>
            <ac:graphicFrameMk id="28" creationId="{7911BCD3-FD89-BC16-4A6F-1F614AC172FE}"/>
          </ac:graphicFrameMkLst>
        </pc:graphicFrameChg>
      </pc:sldChg>
      <pc:sldChg chg="modSp add replId">
        <pc:chgData name="Mr. Sumit Sharma" userId="S::sumitsharma.cse@niet.co.in::0287a0e3-d7f5-4815-a5d5-4670a436bb9e" providerId="AD" clId="Web-{8FC508FC-911A-CD75-EDF2-573FBD9F6961}" dt="2023-11-05T08:54:18.025" v="567" actId="20577"/>
        <pc:sldMkLst>
          <pc:docMk/>
          <pc:sldMk cId="2055003255" sldId="1643"/>
        </pc:sldMkLst>
        <pc:spChg chg="mod">
          <ac:chgData name="Mr. Sumit Sharma" userId="S::sumitsharma.cse@niet.co.in::0287a0e3-d7f5-4815-a5d5-4670a436bb9e" providerId="AD" clId="Web-{8FC508FC-911A-CD75-EDF2-573FBD9F6961}" dt="2023-11-05T08:53:01.647" v="542" actId="20577"/>
          <ac:spMkLst>
            <pc:docMk/>
            <pc:sldMk cId="2055003255" sldId="1643"/>
            <ac:spMk id="7" creationId="{00000000-0000-0000-0000-000000000000}"/>
          </ac:spMkLst>
        </pc:spChg>
        <pc:spChg chg="mod">
          <ac:chgData name="Mr. Sumit Sharma" userId="S::sumitsharma.cse@niet.co.in::0287a0e3-d7f5-4815-a5d5-4670a436bb9e" providerId="AD" clId="Web-{8FC508FC-911A-CD75-EDF2-573FBD9F6961}" dt="2023-11-05T08:54:18.025" v="567" actId="20577"/>
          <ac:spMkLst>
            <pc:docMk/>
            <pc:sldMk cId="2055003255" sldId="1643"/>
            <ac:spMk id="182" creationId="{FDC1A734-1528-FC7A-7C7C-B49C8922968A}"/>
          </ac:spMkLst>
        </pc:spChg>
      </pc:sldChg>
      <pc:sldChg chg="modSp add replId">
        <pc:chgData name="Mr. Sumit Sharma" userId="S::sumitsharma.cse@niet.co.in::0287a0e3-d7f5-4815-a5d5-4670a436bb9e" providerId="AD" clId="Web-{8FC508FC-911A-CD75-EDF2-573FBD9F6961}" dt="2023-11-05T09:08:25.588" v="642" actId="20577"/>
        <pc:sldMkLst>
          <pc:docMk/>
          <pc:sldMk cId="538178126" sldId="1644"/>
        </pc:sldMkLst>
        <pc:spChg chg="mod">
          <ac:chgData name="Mr. Sumit Sharma" userId="S::sumitsharma.cse@niet.co.in::0287a0e3-d7f5-4815-a5d5-4670a436bb9e" providerId="AD" clId="Web-{8FC508FC-911A-CD75-EDF2-573FBD9F6961}" dt="2023-11-05T09:05:43.879" v="596" actId="20577"/>
          <ac:spMkLst>
            <pc:docMk/>
            <pc:sldMk cId="538178126" sldId="1644"/>
            <ac:spMk id="7" creationId="{00000000-0000-0000-0000-000000000000}"/>
          </ac:spMkLst>
        </pc:spChg>
        <pc:spChg chg="mod">
          <ac:chgData name="Mr. Sumit Sharma" userId="S::sumitsharma.cse@niet.co.in::0287a0e3-d7f5-4815-a5d5-4670a436bb9e" providerId="AD" clId="Web-{8FC508FC-911A-CD75-EDF2-573FBD9F6961}" dt="2023-11-05T09:08:25.588" v="642" actId="20577"/>
          <ac:spMkLst>
            <pc:docMk/>
            <pc:sldMk cId="538178126" sldId="1644"/>
            <ac:spMk id="182" creationId="{FDC1A734-1528-FC7A-7C7C-B49C8922968A}"/>
          </ac:spMkLst>
        </pc:spChg>
      </pc:sldChg>
      <pc:sldChg chg="modSp add replId">
        <pc:chgData name="Mr. Sumit Sharma" userId="S::sumitsharma.cse@niet.co.in::0287a0e3-d7f5-4815-a5d5-4670a436bb9e" providerId="AD" clId="Web-{8FC508FC-911A-CD75-EDF2-573FBD9F6961}" dt="2023-11-05T09:11:46.065" v="706" actId="20577"/>
        <pc:sldMkLst>
          <pc:docMk/>
          <pc:sldMk cId="218606843" sldId="1645"/>
        </pc:sldMkLst>
        <pc:spChg chg="mod">
          <ac:chgData name="Mr. Sumit Sharma" userId="S::sumitsharma.cse@niet.co.in::0287a0e3-d7f5-4815-a5d5-4670a436bb9e" providerId="AD" clId="Web-{8FC508FC-911A-CD75-EDF2-573FBD9F6961}" dt="2023-11-05T09:09:26.137" v="652" actId="20577"/>
          <ac:spMkLst>
            <pc:docMk/>
            <pc:sldMk cId="218606843" sldId="1645"/>
            <ac:spMk id="7" creationId="{00000000-0000-0000-0000-000000000000}"/>
          </ac:spMkLst>
        </pc:spChg>
        <pc:spChg chg="mod">
          <ac:chgData name="Mr. Sumit Sharma" userId="S::sumitsharma.cse@niet.co.in::0287a0e3-d7f5-4815-a5d5-4670a436bb9e" providerId="AD" clId="Web-{8FC508FC-911A-CD75-EDF2-573FBD9F6961}" dt="2023-11-05T09:11:46.065" v="706" actId="20577"/>
          <ac:spMkLst>
            <pc:docMk/>
            <pc:sldMk cId="218606843" sldId="1645"/>
            <ac:spMk id="182" creationId="{FDC1A734-1528-FC7A-7C7C-B49C8922968A}"/>
          </ac:spMkLst>
        </pc:spChg>
      </pc:sldChg>
      <pc:sldChg chg="modSp add replId">
        <pc:chgData name="Mr. Sumit Sharma" userId="S::sumitsharma.cse@niet.co.in::0287a0e3-d7f5-4815-a5d5-4670a436bb9e" providerId="AD" clId="Web-{8FC508FC-911A-CD75-EDF2-573FBD9F6961}" dt="2023-11-05T09:11:53.346" v="707" actId="20577"/>
        <pc:sldMkLst>
          <pc:docMk/>
          <pc:sldMk cId="923037065" sldId="1646"/>
        </pc:sldMkLst>
        <pc:spChg chg="mod">
          <ac:chgData name="Mr. Sumit Sharma" userId="S::sumitsharma.cse@niet.co.in::0287a0e3-d7f5-4815-a5d5-4670a436bb9e" providerId="AD" clId="Web-{8FC508FC-911A-CD75-EDF2-573FBD9F6961}" dt="2023-11-05T09:11:53.346" v="707" actId="20577"/>
          <ac:spMkLst>
            <pc:docMk/>
            <pc:sldMk cId="923037065" sldId="1646"/>
            <ac:spMk id="182" creationId="{FDC1A734-1528-FC7A-7C7C-B49C8922968A}"/>
          </ac:spMkLst>
        </pc:spChg>
      </pc:sldChg>
      <pc:sldChg chg="modSp add replId">
        <pc:chgData name="Mr. Sumit Sharma" userId="S::sumitsharma.cse@niet.co.in::0287a0e3-d7f5-4815-a5d5-4670a436bb9e" providerId="AD" clId="Web-{8FC508FC-911A-CD75-EDF2-573FBD9F6961}" dt="2023-11-05T09:21:37.212" v="840" actId="20577"/>
        <pc:sldMkLst>
          <pc:docMk/>
          <pc:sldMk cId="2369748499" sldId="1647"/>
        </pc:sldMkLst>
        <pc:spChg chg="mod">
          <ac:chgData name="Mr. Sumit Sharma" userId="S::sumitsharma.cse@niet.co.in::0287a0e3-d7f5-4815-a5d5-4670a436bb9e" providerId="AD" clId="Web-{8FC508FC-911A-CD75-EDF2-573FBD9F6961}" dt="2023-11-05T09:14:43.728" v="721" actId="20577"/>
          <ac:spMkLst>
            <pc:docMk/>
            <pc:sldMk cId="2369748499" sldId="1647"/>
            <ac:spMk id="7" creationId="{00000000-0000-0000-0000-000000000000}"/>
          </ac:spMkLst>
        </pc:spChg>
        <pc:spChg chg="mod">
          <ac:chgData name="Mr. Sumit Sharma" userId="S::sumitsharma.cse@niet.co.in::0287a0e3-d7f5-4815-a5d5-4670a436bb9e" providerId="AD" clId="Web-{8FC508FC-911A-CD75-EDF2-573FBD9F6961}" dt="2023-11-05T09:21:37.212" v="840" actId="20577"/>
          <ac:spMkLst>
            <pc:docMk/>
            <pc:sldMk cId="2369748499" sldId="1647"/>
            <ac:spMk id="182" creationId="{FDC1A734-1528-FC7A-7C7C-B49C8922968A}"/>
          </ac:spMkLst>
        </pc:spChg>
      </pc:sldChg>
      <pc:sldChg chg="modSp add replId">
        <pc:chgData name="Mr. Sumit Sharma" userId="S::sumitsharma.cse@niet.co.in::0287a0e3-d7f5-4815-a5d5-4670a436bb9e" providerId="AD" clId="Web-{8FC508FC-911A-CD75-EDF2-573FBD9F6961}" dt="2023-11-05T09:22:34.511" v="857" actId="20577"/>
        <pc:sldMkLst>
          <pc:docMk/>
          <pc:sldMk cId="4271535836" sldId="1648"/>
        </pc:sldMkLst>
        <pc:spChg chg="mod">
          <ac:chgData name="Mr. Sumit Sharma" userId="S::sumitsharma.cse@niet.co.in::0287a0e3-d7f5-4815-a5d5-4670a436bb9e" providerId="AD" clId="Web-{8FC508FC-911A-CD75-EDF2-573FBD9F6961}" dt="2023-11-05T09:22:34.511" v="857" actId="20577"/>
          <ac:spMkLst>
            <pc:docMk/>
            <pc:sldMk cId="4271535836" sldId="1648"/>
            <ac:spMk id="182" creationId="{FDC1A734-1528-FC7A-7C7C-B49C8922968A}"/>
          </ac:spMkLst>
        </pc:spChg>
      </pc:sldChg>
      <pc:sldChg chg="modSp add replId">
        <pc:chgData name="Mr. Sumit Sharma" userId="S::sumitsharma.cse@niet.co.in::0287a0e3-d7f5-4815-a5d5-4670a436bb9e" providerId="AD" clId="Web-{8FC508FC-911A-CD75-EDF2-573FBD9F6961}" dt="2023-11-05T09:22:31.574" v="856" actId="20577"/>
        <pc:sldMkLst>
          <pc:docMk/>
          <pc:sldMk cId="619113253" sldId="1649"/>
        </pc:sldMkLst>
        <pc:spChg chg="mod">
          <ac:chgData name="Mr. Sumit Sharma" userId="S::sumitsharma.cse@niet.co.in::0287a0e3-d7f5-4815-a5d5-4670a436bb9e" providerId="AD" clId="Web-{8FC508FC-911A-CD75-EDF2-573FBD9F6961}" dt="2023-11-05T09:22:31.574" v="856" actId="20577"/>
          <ac:spMkLst>
            <pc:docMk/>
            <pc:sldMk cId="619113253" sldId="1649"/>
            <ac:spMk id="182" creationId="{FDC1A734-1528-FC7A-7C7C-B49C8922968A}"/>
          </ac:spMkLst>
        </pc:spChg>
      </pc:sldChg>
    </pc:docChg>
  </pc:docChgLst>
  <pc:docChgLst>
    <pc:chgData name="Mr. Sumit Sharma" userId="S::sumitsharma.cse@niet.co.in::0287a0e3-d7f5-4815-a5d5-4670a436bb9e" providerId="AD" clId="Web-{BD9B034B-ADF0-4CF5-BD55-20BA486BAA37}"/>
    <pc:docChg chg="modSld">
      <pc:chgData name="Mr. Sumit Sharma" userId="S::sumitsharma.cse@niet.co.in::0287a0e3-d7f5-4815-a5d5-4670a436bb9e" providerId="AD" clId="Web-{BD9B034B-ADF0-4CF5-BD55-20BA486BAA37}" dt="2023-09-18T04:53:50.057" v="22" actId="20577"/>
      <pc:docMkLst>
        <pc:docMk/>
      </pc:docMkLst>
      <pc:sldChg chg="modSp">
        <pc:chgData name="Mr. Sumit Sharma" userId="S::sumitsharma.cse@niet.co.in::0287a0e3-d7f5-4815-a5d5-4670a436bb9e" providerId="AD" clId="Web-{BD9B034B-ADF0-4CF5-BD55-20BA486BAA37}" dt="2023-09-18T04:06:57.897" v="3" actId="14100"/>
        <pc:sldMkLst>
          <pc:docMk/>
          <pc:sldMk cId="4093949934" sldId="1618"/>
        </pc:sldMkLst>
        <pc:spChg chg="mod">
          <ac:chgData name="Mr. Sumit Sharma" userId="S::sumitsharma.cse@niet.co.in::0287a0e3-d7f5-4815-a5d5-4670a436bb9e" providerId="AD" clId="Web-{BD9B034B-ADF0-4CF5-BD55-20BA486BAA37}" dt="2023-09-18T04:06:57.897" v="3" actId="14100"/>
          <ac:spMkLst>
            <pc:docMk/>
            <pc:sldMk cId="4093949934" sldId="1618"/>
            <ac:spMk id="182" creationId="{FDC1A734-1528-FC7A-7C7C-B49C8922968A}"/>
          </ac:spMkLst>
        </pc:spChg>
      </pc:sldChg>
      <pc:sldChg chg="modSp">
        <pc:chgData name="Mr. Sumit Sharma" userId="S::sumitsharma.cse@niet.co.in::0287a0e3-d7f5-4815-a5d5-4670a436bb9e" providerId="AD" clId="Web-{BD9B034B-ADF0-4CF5-BD55-20BA486BAA37}" dt="2023-09-18T04:23:48.389" v="12" actId="14100"/>
        <pc:sldMkLst>
          <pc:docMk/>
          <pc:sldMk cId="2160946289" sldId="1620"/>
        </pc:sldMkLst>
        <pc:spChg chg="mod">
          <ac:chgData name="Mr. Sumit Sharma" userId="S::sumitsharma.cse@niet.co.in::0287a0e3-d7f5-4815-a5d5-4670a436bb9e" providerId="AD" clId="Web-{BD9B034B-ADF0-4CF5-BD55-20BA486BAA37}" dt="2023-09-18T04:23:48.389" v="12" actId="14100"/>
          <ac:spMkLst>
            <pc:docMk/>
            <pc:sldMk cId="2160946289" sldId="1620"/>
            <ac:spMk id="182" creationId="{FDC1A734-1528-FC7A-7C7C-B49C8922968A}"/>
          </ac:spMkLst>
        </pc:spChg>
      </pc:sldChg>
      <pc:sldChg chg="modSp">
        <pc:chgData name="Mr. Sumit Sharma" userId="S::sumitsharma.cse@niet.co.in::0287a0e3-d7f5-4815-a5d5-4670a436bb9e" providerId="AD" clId="Web-{BD9B034B-ADF0-4CF5-BD55-20BA486BAA37}" dt="2023-09-18T04:53:50.057" v="22" actId="20577"/>
        <pc:sldMkLst>
          <pc:docMk/>
          <pc:sldMk cId="3568023145" sldId="1623"/>
        </pc:sldMkLst>
        <pc:spChg chg="mod">
          <ac:chgData name="Mr. Sumit Sharma" userId="S::sumitsharma.cse@niet.co.in::0287a0e3-d7f5-4815-a5d5-4670a436bb9e" providerId="AD" clId="Web-{BD9B034B-ADF0-4CF5-BD55-20BA486BAA37}" dt="2023-09-18T04:53:50.057" v="22" actId="20577"/>
          <ac:spMkLst>
            <pc:docMk/>
            <pc:sldMk cId="3568023145" sldId="1623"/>
            <ac:spMk id="182" creationId="{FDC1A734-1528-FC7A-7C7C-B49C8922968A}"/>
          </ac:spMkLst>
        </pc:spChg>
      </pc:sldChg>
      <pc:sldChg chg="modSp">
        <pc:chgData name="Mr. Sumit Sharma" userId="S::sumitsharma.cse@niet.co.in::0287a0e3-d7f5-4815-a5d5-4670a436bb9e" providerId="AD" clId="Web-{BD9B034B-ADF0-4CF5-BD55-20BA486BAA37}" dt="2023-09-18T04:42:49.166" v="18" actId="14100"/>
        <pc:sldMkLst>
          <pc:docMk/>
          <pc:sldMk cId="1044315574" sldId="1624"/>
        </pc:sldMkLst>
        <pc:spChg chg="mod">
          <ac:chgData name="Mr. Sumit Sharma" userId="S::sumitsharma.cse@niet.co.in::0287a0e3-d7f5-4815-a5d5-4670a436bb9e" providerId="AD" clId="Web-{BD9B034B-ADF0-4CF5-BD55-20BA486BAA37}" dt="2023-09-18T04:42:49.166" v="18" actId="14100"/>
          <ac:spMkLst>
            <pc:docMk/>
            <pc:sldMk cId="1044315574" sldId="1624"/>
            <ac:spMk id="182" creationId="{FDC1A734-1528-FC7A-7C7C-B49C8922968A}"/>
          </ac:spMkLst>
        </pc:spChg>
      </pc:sldChg>
    </pc:docChg>
  </pc:docChgLst>
  <pc:docChgLst>
    <pc:chgData name="Mr. Sumit Sharma" userId="S::sumitsharma.cse@niet.co.in::0287a0e3-d7f5-4815-a5d5-4670a436bb9e" providerId="AD" clId="Web-{F35547D1-FE30-44CF-8033-C8E759F08C79}"/>
    <pc:docChg chg="addSld modSld">
      <pc:chgData name="Mr. Sumit Sharma" userId="S::sumitsharma.cse@niet.co.in::0287a0e3-d7f5-4815-a5d5-4670a436bb9e" providerId="AD" clId="Web-{F35547D1-FE30-44CF-8033-C8E759F08C79}" dt="2023-09-06T04:07:54.576" v="140" actId="20577"/>
      <pc:docMkLst>
        <pc:docMk/>
      </pc:docMkLst>
      <pc:sldChg chg="addSp delSp modSp add replId">
        <pc:chgData name="Mr. Sumit Sharma" userId="S::sumitsharma.cse@niet.co.in::0287a0e3-d7f5-4815-a5d5-4670a436bb9e" providerId="AD" clId="Web-{F35547D1-FE30-44CF-8033-C8E759F08C79}" dt="2023-09-06T03:59:50.998" v="25"/>
        <pc:sldMkLst>
          <pc:docMk/>
          <pc:sldMk cId="187815721" sldId="1609"/>
        </pc:sldMkLst>
        <pc:spChg chg="add del mod">
          <ac:chgData name="Mr. Sumit Sharma" userId="S::sumitsharma.cse@niet.co.in::0287a0e3-d7f5-4815-a5d5-4670a436bb9e" providerId="AD" clId="Web-{F35547D1-FE30-44CF-8033-C8E759F08C79}" dt="2023-09-06T03:59:50.998" v="25"/>
          <ac:spMkLst>
            <pc:docMk/>
            <pc:sldMk cId="187815721" sldId="1609"/>
            <ac:spMk id="2" creationId="{DB1F3465-1D03-BB1A-7D7B-4852E214BEC1}"/>
          </ac:spMkLst>
        </pc:spChg>
        <pc:spChg chg="mod">
          <ac:chgData name="Mr. Sumit Sharma" userId="S::sumitsharma.cse@niet.co.in::0287a0e3-d7f5-4815-a5d5-4670a436bb9e" providerId="AD" clId="Web-{F35547D1-FE30-44CF-8033-C8E759F08C79}" dt="2023-09-06T03:57:44.790" v="8" actId="20577"/>
          <ac:spMkLst>
            <pc:docMk/>
            <pc:sldMk cId="187815721" sldId="1609"/>
            <ac:spMk id="7" creationId="{00000000-0000-0000-0000-000000000000}"/>
          </ac:spMkLst>
        </pc:spChg>
        <pc:spChg chg="mod">
          <ac:chgData name="Mr. Sumit Sharma" userId="S::sumitsharma.cse@niet.co.in::0287a0e3-d7f5-4815-a5d5-4670a436bb9e" providerId="AD" clId="Web-{F35547D1-FE30-44CF-8033-C8E759F08C79}" dt="2023-09-06T03:59:38.951" v="22" actId="20577"/>
          <ac:spMkLst>
            <pc:docMk/>
            <pc:sldMk cId="187815721" sldId="1609"/>
            <ac:spMk id="182" creationId="{FDC1A734-1528-FC7A-7C7C-B49C8922968A}"/>
          </ac:spMkLst>
        </pc:spChg>
      </pc:sldChg>
      <pc:sldChg chg="modSp add replId">
        <pc:chgData name="Mr. Sumit Sharma" userId="S::sumitsharma.cse@niet.co.in::0287a0e3-d7f5-4815-a5d5-4670a436bb9e" providerId="AD" clId="Web-{F35547D1-FE30-44CF-8033-C8E759F08C79}" dt="2023-09-06T04:02:09.255" v="49" actId="20577"/>
        <pc:sldMkLst>
          <pc:docMk/>
          <pc:sldMk cId="3928331190" sldId="1610"/>
        </pc:sldMkLst>
        <pc:spChg chg="mod">
          <ac:chgData name="Mr. Sumit Sharma" userId="S::sumitsharma.cse@niet.co.in::0287a0e3-d7f5-4815-a5d5-4670a436bb9e" providerId="AD" clId="Web-{F35547D1-FE30-44CF-8033-C8E759F08C79}" dt="2023-09-06T04:00:28.515" v="33" actId="20577"/>
          <ac:spMkLst>
            <pc:docMk/>
            <pc:sldMk cId="3928331190" sldId="1610"/>
            <ac:spMk id="7" creationId="{00000000-0000-0000-0000-000000000000}"/>
          </ac:spMkLst>
        </pc:spChg>
        <pc:spChg chg="mod">
          <ac:chgData name="Mr. Sumit Sharma" userId="S::sumitsharma.cse@niet.co.in::0287a0e3-d7f5-4815-a5d5-4670a436bb9e" providerId="AD" clId="Web-{F35547D1-FE30-44CF-8033-C8E759F08C79}" dt="2023-09-06T04:02:09.255" v="49" actId="20577"/>
          <ac:spMkLst>
            <pc:docMk/>
            <pc:sldMk cId="3928331190" sldId="1610"/>
            <ac:spMk id="182" creationId="{FDC1A734-1528-FC7A-7C7C-B49C8922968A}"/>
          </ac:spMkLst>
        </pc:spChg>
      </pc:sldChg>
      <pc:sldChg chg="addSp delSp modSp add replId">
        <pc:chgData name="Mr. Sumit Sharma" userId="S::sumitsharma.cse@niet.co.in::0287a0e3-d7f5-4815-a5d5-4670a436bb9e" providerId="AD" clId="Web-{F35547D1-FE30-44CF-8033-C8E759F08C79}" dt="2023-09-06T04:04:03.898" v="76"/>
        <pc:sldMkLst>
          <pc:docMk/>
          <pc:sldMk cId="1877501331" sldId="1611"/>
        </pc:sldMkLst>
        <pc:spChg chg="add del mod">
          <ac:chgData name="Mr. Sumit Sharma" userId="S::sumitsharma.cse@niet.co.in::0287a0e3-d7f5-4815-a5d5-4670a436bb9e" providerId="AD" clId="Web-{F35547D1-FE30-44CF-8033-C8E759F08C79}" dt="2023-09-06T04:04:03.898" v="76"/>
          <ac:spMkLst>
            <pc:docMk/>
            <pc:sldMk cId="1877501331" sldId="1611"/>
            <ac:spMk id="2" creationId="{4D9491A2-78C4-E5B8-B158-38B50300EEC7}"/>
          </ac:spMkLst>
        </pc:spChg>
        <pc:spChg chg="mod">
          <ac:chgData name="Mr. Sumit Sharma" userId="S::sumitsharma.cse@niet.co.in::0287a0e3-d7f5-4815-a5d5-4670a436bb9e" providerId="AD" clId="Web-{F35547D1-FE30-44CF-8033-C8E759F08C79}" dt="2023-09-06T04:02:45.474" v="63" actId="20577"/>
          <ac:spMkLst>
            <pc:docMk/>
            <pc:sldMk cId="1877501331" sldId="1611"/>
            <ac:spMk id="7" creationId="{00000000-0000-0000-0000-000000000000}"/>
          </ac:spMkLst>
        </pc:spChg>
        <pc:spChg chg="mod">
          <ac:chgData name="Mr. Sumit Sharma" userId="S::sumitsharma.cse@niet.co.in::0287a0e3-d7f5-4815-a5d5-4670a436bb9e" providerId="AD" clId="Web-{F35547D1-FE30-44CF-8033-C8E759F08C79}" dt="2023-09-06T04:03:34.179" v="72" actId="20577"/>
          <ac:spMkLst>
            <pc:docMk/>
            <pc:sldMk cId="1877501331" sldId="1611"/>
            <ac:spMk id="182" creationId="{FDC1A734-1528-FC7A-7C7C-B49C8922968A}"/>
          </ac:spMkLst>
        </pc:spChg>
      </pc:sldChg>
      <pc:sldChg chg="modSp add replId">
        <pc:chgData name="Mr. Sumit Sharma" userId="S::sumitsharma.cse@niet.co.in::0287a0e3-d7f5-4815-a5d5-4670a436bb9e" providerId="AD" clId="Web-{F35547D1-FE30-44CF-8033-C8E759F08C79}" dt="2023-09-06T04:07:54.576" v="140" actId="20577"/>
        <pc:sldMkLst>
          <pc:docMk/>
          <pc:sldMk cId="717088700" sldId="1612"/>
        </pc:sldMkLst>
        <pc:spChg chg="mod">
          <ac:chgData name="Mr. Sumit Sharma" userId="S::sumitsharma.cse@niet.co.in::0287a0e3-d7f5-4815-a5d5-4670a436bb9e" providerId="AD" clId="Web-{F35547D1-FE30-44CF-8033-C8E759F08C79}" dt="2023-09-06T04:04:20.618" v="100" actId="20577"/>
          <ac:spMkLst>
            <pc:docMk/>
            <pc:sldMk cId="717088700" sldId="1612"/>
            <ac:spMk id="7" creationId="{00000000-0000-0000-0000-000000000000}"/>
          </ac:spMkLst>
        </pc:spChg>
        <pc:spChg chg="mod">
          <ac:chgData name="Mr. Sumit Sharma" userId="S::sumitsharma.cse@niet.co.in::0287a0e3-d7f5-4815-a5d5-4670a436bb9e" providerId="AD" clId="Web-{F35547D1-FE30-44CF-8033-C8E759F08C79}" dt="2023-09-06T04:07:54.576" v="140" actId="20577"/>
          <ac:spMkLst>
            <pc:docMk/>
            <pc:sldMk cId="717088700" sldId="1612"/>
            <ac:spMk id="182" creationId="{FDC1A734-1528-FC7A-7C7C-B49C8922968A}"/>
          </ac:spMkLst>
        </pc:spChg>
      </pc:sldChg>
    </pc:docChg>
  </pc:docChgLst>
  <pc:docChgLst>
    <pc:chgData name="Mr. Sumit Sharma" userId="S::sumitsharma.cse@niet.co.in::0287a0e3-d7f5-4815-a5d5-4670a436bb9e" providerId="AD" clId="Web-{37F25F49-305A-5ABC-7387-8EE01DDEC523}"/>
    <pc:docChg chg="addSld modSld">
      <pc:chgData name="Mr. Sumit Sharma" userId="S::sumitsharma.cse@niet.co.in::0287a0e3-d7f5-4815-a5d5-4670a436bb9e" providerId="AD" clId="Web-{37F25F49-305A-5ABC-7387-8EE01DDEC523}" dt="2023-09-02T10:30:04.631" v="178" actId="20577"/>
      <pc:docMkLst>
        <pc:docMk/>
      </pc:docMkLst>
      <pc:sldChg chg="addSp delSp modSp">
        <pc:chgData name="Mr. Sumit Sharma" userId="S::sumitsharma.cse@niet.co.in::0287a0e3-d7f5-4815-a5d5-4670a436bb9e" providerId="AD" clId="Web-{37F25F49-305A-5ABC-7387-8EE01DDEC523}" dt="2023-09-02T10:13:54.029" v="29" actId="1076"/>
        <pc:sldMkLst>
          <pc:docMk/>
          <pc:sldMk cId="1962279143" sldId="1592"/>
        </pc:sldMkLst>
        <pc:spChg chg="del">
          <ac:chgData name="Mr. Sumit Sharma" userId="S::sumitsharma.cse@niet.co.in::0287a0e3-d7f5-4815-a5d5-4670a436bb9e" providerId="AD" clId="Web-{37F25F49-305A-5ABC-7387-8EE01DDEC523}" dt="2023-09-02T10:05:54.573" v="0"/>
          <ac:spMkLst>
            <pc:docMk/>
            <pc:sldMk cId="1962279143" sldId="1592"/>
            <ac:spMk id="122" creationId="{B50AB553-2A96-4A92-96F2-93548E096954}"/>
          </ac:spMkLst>
        </pc:spChg>
        <pc:spChg chg="add">
          <ac:chgData name="Mr. Sumit Sharma" userId="S::sumitsharma.cse@niet.co.in::0287a0e3-d7f5-4815-a5d5-4670a436bb9e" providerId="AD" clId="Web-{37F25F49-305A-5ABC-7387-8EE01DDEC523}" dt="2023-09-02T10:05:54.573" v="0"/>
          <ac:spMkLst>
            <pc:docMk/>
            <pc:sldMk cId="1962279143" sldId="1592"/>
            <ac:spMk id="127" creationId="{B50AB553-2A96-4A92-96F2-93548E096954}"/>
          </ac:spMkLst>
        </pc:spChg>
        <pc:graphicFrameChg chg="mod modGraphic">
          <ac:chgData name="Mr. Sumit Sharma" userId="S::sumitsharma.cse@niet.co.in::0287a0e3-d7f5-4815-a5d5-4670a436bb9e" providerId="AD" clId="Web-{37F25F49-305A-5ABC-7387-8EE01DDEC523}" dt="2023-09-02T10:13:54.029" v="29" actId="1076"/>
          <ac:graphicFrameMkLst>
            <pc:docMk/>
            <pc:sldMk cId="1962279143" sldId="1592"/>
            <ac:graphicFrameMk id="115" creationId="{5E7B02D7-812F-8FB5-ACDD-4128603C06A6}"/>
          </ac:graphicFrameMkLst>
        </pc:graphicFrameChg>
      </pc:sldChg>
      <pc:sldChg chg="addSp delSp modSp add replId">
        <pc:chgData name="Mr. Sumit Sharma" userId="S::sumitsharma.cse@niet.co.in::0287a0e3-d7f5-4815-a5d5-4670a436bb9e" providerId="AD" clId="Web-{37F25F49-305A-5ABC-7387-8EE01DDEC523}" dt="2023-09-02T10:13:26.528" v="26" actId="14100"/>
        <pc:sldMkLst>
          <pc:docMk/>
          <pc:sldMk cId="326434851" sldId="1593"/>
        </pc:sldMkLst>
        <pc:spChg chg="del mod">
          <ac:chgData name="Mr. Sumit Sharma" userId="S::sumitsharma.cse@niet.co.in::0287a0e3-d7f5-4815-a5d5-4670a436bb9e" providerId="AD" clId="Web-{37F25F49-305A-5ABC-7387-8EE01DDEC523}" dt="2023-09-02T10:06:26.168" v="3"/>
          <ac:spMkLst>
            <pc:docMk/>
            <pc:sldMk cId="326434851" sldId="1593"/>
            <ac:spMk id="3" creationId="{F8CC24E1-E4CB-4555-AAFE-79673E88E287}"/>
          </ac:spMkLst>
        </pc:spChg>
        <pc:spChg chg="add mod">
          <ac:chgData name="Mr. Sumit Sharma" userId="S::sumitsharma.cse@niet.co.in::0287a0e3-d7f5-4815-a5d5-4670a436bb9e" providerId="AD" clId="Web-{37F25F49-305A-5ABC-7387-8EE01DDEC523}" dt="2023-09-02T10:13:26.528" v="26" actId="14100"/>
          <ac:spMkLst>
            <pc:docMk/>
            <pc:sldMk cId="326434851" sldId="1593"/>
            <ac:spMk id="4" creationId="{7FA8EF7C-98A4-19B1-DF88-0AA67459A072}"/>
          </ac:spMkLst>
        </pc:spChg>
      </pc:sldChg>
      <pc:sldChg chg="modSp add replId">
        <pc:chgData name="Mr. Sumit Sharma" userId="S::sumitsharma.cse@niet.co.in::0287a0e3-d7f5-4815-a5d5-4670a436bb9e" providerId="AD" clId="Web-{37F25F49-305A-5ABC-7387-8EE01DDEC523}" dt="2023-09-02T10:17:41.506" v="42" actId="20577"/>
        <pc:sldMkLst>
          <pc:docMk/>
          <pc:sldMk cId="3257631459" sldId="1594"/>
        </pc:sldMkLst>
        <pc:spChg chg="mod">
          <ac:chgData name="Mr. Sumit Sharma" userId="S::sumitsharma.cse@niet.co.in::0287a0e3-d7f5-4815-a5d5-4670a436bb9e" providerId="AD" clId="Web-{37F25F49-305A-5ABC-7387-8EE01DDEC523}" dt="2023-09-02T10:17:41.506" v="42" actId="20577"/>
          <ac:spMkLst>
            <pc:docMk/>
            <pc:sldMk cId="3257631459" sldId="1594"/>
            <ac:spMk id="4" creationId="{7FA8EF7C-98A4-19B1-DF88-0AA67459A072}"/>
          </ac:spMkLst>
        </pc:spChg>
      </pc:sldChg>
      <pc:sldChg chg="modSp add replId">
        <pc:chgData name="Mr. Sumit Sharma" userId="S::sumitsharma.cse@niet.co.in::0287a0e3-d7f5-4815-a5d5-4670a436bb9e" providerId="AD" clId="Web-{37F25F49-305A-5ABC-7387-8EE01DDEC523}" dt="2023-09-02T10:19:17.994" v="55" actId="20577"/>
        <pc:sldMkLst>
          <pc:docMk/>
          <pc:sldMk cId="2120114595" sldId="1595"/>
        </pc:sldMkLst>
        <pc:spChg chg="mod">
          <ac:chgData name="Mr. Sumit Sharma" userId="S::sumitsharma.cse@niet.co.in::0287a0e3-d7f5-4815-a5d5-4670a436bb9e" providerId="AD" clId="Web-{37F25F49-305A-5ABC-7387-8EE01DDEC523}" dt="2023-09-02T10:19:17.994" v="55" actId="20577"/>
          <ac:spMkLst>
            <pc:docMk/>
            <pc:sldMk cId="2120114595" sldId="1595"/>
            <ac:spMk id="4" creationId="{7FA8EF7C-98A4-19B1-DF88-0AA67459A072}"/>
          </ac:spMkLst>
        </pc:spChg>
      </pc:sldChg>
      <pc:sldChg chg="modSp add replId">
        <pc:chgData name="Mr. Sumit Sharma" userId="S::sumitsharma.cse@niet.co.in::0287a0e3-d7f5-4815-a5d5-4670a436bb9e" providerId="AD" clId="Web-{37F25F49-305A-5ABC-7387-8EE01DDEC523}" dt="2023-09-02T10:21:11.092" v="77" actId="14100"/>
        <pc:sldMkLst>
          <pc:docMk/>
          <pc:sldMk cId="402774072" sldId="1596"/>
        </pc:sldMkLst>
        <pc:spChg chg="mod">
          <ac:chgData name="Mr. Sumit Sharma" userId="S::sumitsharma.cse@niet.co.in::0287a0e3-d7f5-4815-a5d5-4670a436bb9e" providerId="AD" clId="Web-{37F25F49-305A-5ABC-7387-8EE01DDEC523}" dt="2023-09-02T10:21:11.092" v="77" actId="14100"/>
          <ac:spMkLst>
            <pc:docMk/>
            <pc:sldMk cId="402774072" sldId="1596"/>
            <ac:spMk id="4" creationId="{7FA8EF7C-98A4-19B1-DF88-0AA67459A072}"/>
          </ac:spMkLst>
        </pc:spChg>
      </pc:sldChg>
      <pc:sldChg chg="modSp add replId">
        <pc:chgData name="Mr. Sumit Sharma" userId="S::sumitsharma.cse@niet.co.in::0287a0e3-d7f5-4815-a5d5-4670a436bb9e" providerId="AD" clId="Web-{37F25F49-305A-5ABC-7387-8EE01DDEC523}" dt="2023-09-02T10:22:30.767" v="92" actId="20577"/>
        <pc:sldMkLst>
          <pc:docMk/>
          <pc:sldMk cId="333784858" sldId="1597"/>
        </pc:sldMkLst>
        <pc:spChg chg="mod">
          <ac:chgData name="Mr. Sumit Sharma" userId="S::sumitsharma.cse@niet.co.in::0287a0e3-d7f5-4815-a5d5-4670a436bb9e" providerId="AD" clId="Web-{37F25F49-305A-5ABC-7387-8EE01DDEC523}" dt="2023-09-02T10:22:30.767" v="92" actId="20577"/>
          <ac:spMkLst>
            <pc:docMk/>
            <pc:sldMk cId="333784858" sldId="1597"/>
            <ac:spMk id="4" creationId="{7FA8EF7C-98A4-19B1-DF88-0AA67459A072}"/>
          </ac:spMkLst>
        </pc:spChg>
      </pc:sldChg>
      <pc:sldChg chg="modSp add replId">
        <pc:chgData name="Mr. Sumit Sharma" userId="S::sumitsharma.cse@niet.co.in::0287a0e3-d7f5-4815-a5d5-4670a436bb9e" providerId="AD" clId="Web-{37F25F49-305A-5ABC-7387-8EE01DDEC523}" dt="2023-09-02T10:23:37.411" v="118" actId="14100"/>
        <pc:sldMkLst>
          <pc:docMk/>
          <pc:sldMk cId="3283346478" sldId="1598"/>
        </pc:sldMkLst>
        <pc:spChg chg="mod">
          <ac:chgData name="Mr. Sumit Sharma" userId="S::sumitsharma.cse@niet.co.in::0287a0e3-d7f5-4815-a5d5-4670a436bb9e" providerId="AD" clId="Web-{37F25F49-305A-5ABC-7387-8EE01DDEC523}" dt="2023-09-02T10:23:37.411" v="118" actId="14100"/>
          <ac:spMkLst>
            <pc:docMk/>
            <pc:sldMk cId="3283346478" sldId="1598"/>
            <ac:spMk id="4" creationId="{7FA8EF7C-98A4-19B1-DF88-0AA67459A072}"/>
          </ac:spMkLst>
        </pc:spChg>
      </pc:sldChg>
      <pc:sldChg chg="modSp add replId">
        <pc:chgData name="Mr. Sumit Sharma" userId="S::sumitsharma.cse@niet.co.in::0287a0e3-d7f5-4815-a5d5-4670a436bb9e" providerId="AD" clId="Web-{37F25F49-305A-5ABC-7387-8EE01DDEC523}" dt="2023-09-02T10:27:29.954" v="150" actId="20577"/>
        <pc:sldMkLst>
          <pc:docMk/>
          <pc:sldMk cId="2149703403" sldId="1599"/>
        </pc:sldMkLst>
        <pc:spChg chg="mod">
          <ac:chgData name="Mr. Sumit Sharma" userId="S::sumitsharma.cse@niet.co.in::0287a0e3-d7f5-4815-a5d5-4670a436bb9e" providerId="AD" clId="Web-{37F25F49-305A-5ABC-7387-8EE01DDEC523}" dt="2023-09-02T10:27:29.954" v="150" actId="20577"/>
          <ac:spMkLst>
            <pc:docMk/>
            <pc:sldMk cId="2149703403" sldId="1599"/>
            <ac:spMk id="4" creationId="{7FA8EF7C-98A4-19B1-DF88-0AA67459A072}"/>
          </ac:spMkLst>
        </pc:spChg>
      </pc:sldChg>
      <pc:sldChg chg="modSp add replId">
        <pc:chgData name="Mr. Sumit Sharma" userId="S::sumitsharma.cse@niet.co.in::0287a0e3-d7f5-4815-a5d5-4670a436bb9e" providerId="AD" clId="Web-{37F25F49-305A-5ABC-7387-8EE01DDEC523}" dt="2023-09-02T10:30:04.631" v="178" actId="20577"/>
        <pc:sldMkLst>
          <pc:docMk/>
          <pc:sldMk cId="2382672243" sldId="1600"/>
        </pc:sldMkLst>
        <pc:spChg chg="mod">
          <ac:chgData name="Mr. Sumit Sharma" userId="S::sumitsharma.cse@niet.co.in::0287a0e3-d7f5-4815-a5d5-4670a436bb9e" providerId="AD" clId="Web-{37F25F49-305A-5ABC-7387-8EE01DDEC523}" dt="2023-09-02T10:30:04.631" v="178" actId="20577"/>
          <ac:spMkLst>
            <pc:docMk/>
            <pc:sldMk cId="2382672243" sldId="1600"/>
            <ac:spMk id="4" creationId="{7FA8EF7C-98A4-19B1-DF88-0AA67459A072}"/>
          </ac:spMkLst>
        </pc:spChg>
      </pc:sldChg>
    </pc:docChg>
  </pc:docChgLst>
  <pc:docChgLst>
    <pc:chgData name="Mr. Sumit Sharma" userId="S::sumitsharma.cse@niet.co.in::0287a0e3-d7f5-4815-a5d5-4670a436bb9e" providerId="AD" clId="Web-{05C13EA6-F00E-4A22-B00F-6F8694EDBE6B}"/>
    <pc:docChg chg="addSld modSld">
      <pc:chgData name="Mr. Sumit Sharma" userId="S::sumitsharma.cse@niet.co.in::0287a0e3-d7f5-4815-a5d5-4670a436bb9e" providerId="AD" clId="Web-{05C13EA6-F00E-4A22-B00F-6F8694EDBE6B}" dt="2023-10-04T04:00:18.906" v="61" actId="20577"/>
      <pc:docMkLst>
        <pc:docMk/>
      </pc:docMkLst>
      <pc:sldChg chg="modSp">
        <pc:chgData name="Mr. Sumit Sharma" userId="S::sumitsharma.cse@niet.co.in::0287a0e3-d7f5-4815-a5d5-4670a436bb9e" providerId="AD" clId="Web-{05C13EA6-F00E-4A22-B00F-6F8694EDBE6B}" dt="2023-10-04T03:54:53.162" v="4" actId="20577"/>
        <pc:sldMkLst>
          <pc:docMk/>
          <pc:sldMk cId="1147002948" sldId="1602"/>
        </pc:sldMkLst>
        <pc:graphicFrameChg chg="modGraphic">
          <ac:chgData name="Mr. Sumit Sharma" userId="S::sumitsharma.cse@niet.co.in::0287a0e3-d7f5-4815-a5d5-4670a436bb9e" providerId="AD" clId="Web-{05C13EA6-F00E-4A22-B00F-6F8694EDBE6B}" dt="2023-10-04T03:54:53.162" v="4" actId="20577"/>
          <ac:graphicFrameMkLst>
            <pc:docMk/>
            <pc:sldMk cId="1147002948" sldId="1602"/>
            <ac:graphicFrameMk id="28" creationId="{7911BCD3-FD89-BC16-4A6F-1F614AC172FE}"/>
          </ac:graphicFrameMkLst>
        </pc:graphicFrameChg>
      </pc:sldChg>
      <pc:sldChg chg="addSp delSp modSp">
        <pc:chgData name="Mr. Sumit Sharma" userId="S::sumitsharma.cse@niet.co.in::0287a0e3-d7f5-4815-a5d5-4670a436bb9e" providerId="AD" clId="Web-{05C13EA6-F00E-4A22-B00F-6F8694EDBE6B}" dt="2023-10-04T03:58:40.638" v="29" actId="20577"/>
        <pc:sldMkLst>
          <pc:docMk/>
          <pc:sldMk cId="2762524818" sldId="1603"/>
        </pc:sldMkLst>
        <pc:spChg chg="mod">
          <ac:chgData name="Mr. Sumit Sharma" userId="S::sumitsharma.cse@niet.co.in::0287a0e3-d7f5-4815-a5d5-4670a436bb9e" providerId="AD" clId="Web-{05C13EA6-F00E-4A22-B00F-6F8694EDBE6B}" dt="2023-10-04T03:58:40.638" v="29" actId="20577"/>
          <ac:spMkLst>
            <pc:docMk/>
            <pc:sldMk cId="2762524818" sldId="1603"/>
            <ac:spMk id="7" creationId="{00000000-0000-0000-0000-000000000000}"/>
          </ac:spMkLst>
        </pc:spChg>
        <pc:spChg chg="add del">
          <ac:chgData name="Mr. Sumit Sharma" userId="S::sumitsharma.cse@niet.co.in::0287a0e3-d7f5-4815-a5d5-4670a436bb9e" providerId="AD" clId="Web-{05C13EA6-F00E-4A22-B00F-6F8694EDBE6B}" dt="2023-10-04T03:58:36.372" v="28"/>
          <ac:spMkLst>
            <pc:docMk/>
            <pc:sldMk cId="2762524818" sldId="1603"/>
            <ac:spMk id="15" creationId="{53B021B3-DE93-4AB7-8A18-CF5F1CED88B8}"/>
          </ac:spMkLst>
        </pc:spChg>
        <pc:spChg chg="add del">
          <ac:chgData name="Mr. Sumit Sharma" userId="S::sumitsharma.cse@niet.co.in::0287a0e3-d7f5-4815-a5d5-4670a436bb9e" providerId="AD" clId="Web-{05C13EA6-F00E-4A22-B00F-6F8694EDBE6B}" dt="2023-10-04T03:58:36.372" v="28"/>
          <ac:spMkLst>
            <pc:docMk/>
            <pc:sldMk cId="2762524818" sldId="1603"/>
            <ac:spMk id="17" creationId="{52D502E5-F6B4-4D58-B4AE-FC466FF15EE8}"/>
          </ac:spMkLst>
        </pc:spChg>
        <pc:spChg chg="add del">
          <ac:chgData name="Mr. Sumit Sharma" userId="S::sumitsharma.cse@niet.co.in::0287a0e3-d7f5-4815-a5d5-4670a436bb9e" providerId="AD" clId="Web-{05C13EA6-F00E-4A22-B00F-6F8694EDBE6B}" dt="2023-10-04T03:58:36.372" v="28"/>
          <ac:spMkLst>
            <pc:docMk/>
            <pc:sldMk cId="2762524818" sldId="1603"/>
            <ac:spMk id="19" creationId="{9DECDBF4-02B6-4BB4-B65B-B8107AD6A9E8}"/>
          </ac:spMkLst>
        </pc:spChg>
        <pc:spChg chg="add del mod">
          <ac:chgData name="Mr. Sumit Sharma" userId="S::sumitsharma.cse@niet.co.in::0287a0e3-d7f5-4815-a5d5-4670a436bb9e" providerId="AD" clId="Web-{05C13EA6-F00E-4A22-B00F-6F8694EDBE6B}" dt="2023-10-04T03:58:36.372" v="28"/>
          <ac:spMkLst>
            <pc:docMk/>
            <pc:sldMk cId="2762524818" sldId="1603"/>
            <ac:spMk id="182" creationId="{FDC1A734-1528-FC7A-7C7C-B49C8922968A}"/>
          </ac:spMkLst>
        </pc:spChg>
        <pc:spChg chg="add">
          <ac:chgData name="Mr. Sumit Sharma" userId="S::sumitsharma.cse@niet.co.in::0287a0e3-d7f5-4815-a5d5-4670a436bb9e" providerId="AD" clId="Web-{05C13EA6-F00E-4A22-B00F-6F8694EDBE6B}" dt="2023-10-04T03:58:36.372" v="28"/>
          <ac:spMkLst>
            <pc:docMk/>
            <pc:sldMk cId="2762524818" sldId="1603"/>
            <ac:spMk id="185" creationId="{53B021B3-DE93-4AB7-8A18-CF5F1CED88B8}"/>
          </ac:spMkLst>
        </pc:spChg>
        <pc:spChg chg="add">
          <ac:chgData name="Mr. Sumit Sharma" userId="S::sumitsharma.cse@niet.co.in::0287a0e3-d7f5-4815-a5d5-4670a436bb9e" providerId="AD" clId="Web-{05C13EA6-F00E-4A22-B00F-6F8694EDBE6B}" dt="2023-10-04T03:58:36.372" v="28"/>
          <ac:spMkLst>
            <pc:docMk/>
            <pc:sldMk cId="2762524818" sldId="1603"/>
            <ac:spMk id="186" creationId="{52D502E5-F6B4-4D58-B4AE-FC466FF15EE8}"/>
          </ac:spMkLst>
        </pc:spChg>
        <pc:spChg chg="add">
          <ac:chgData name="Mr. Sumit Sharma" userId="S::sumitsharma.cse@niet.co.in::0287a0e3-d7f5-4815-a5d5-4670a436bb9e" providerId="AD" clId="Web-{05C13EA6-F00E-4A22-B00F-6F8694EDBE6B}" dt="2023-10-04T03:58:36.372" v="28"/>
          <ac:spMkLst>
            <pc:docMk/>
            <pc:sldMk cId="2762524818" sldId="1603"/>
            <ac:spMk id="187" creationId="{9DECDBF4-02B6-4BB4-B65B-B8107AD6A9E8}"/>
          </ac:spMkLst>
        </pc:spChg>
        <pc:spChg chg="add del">
          <ac:chgData name="Mr. Sumit Sharma" userId="S::sumitsharma.cse@niet.co.in::0287a0e3-d7f5-4815-a5d5-4670a436bb9e" providerId="AD" clId="Web-{05C13EA6-F00E-4A22-B00F-6F8694EDBE6B}" dt="2023-10-04T03:58:25.747" v="26"/>
          <ac:spMkLst>
            <pc:docMk/>
            <pc:sldMk cId="2762524818" sldId="1603"/>
            <ac:spMk id="188" creationId="{53B021B3-DE93-4AB7-8A18-CF5F1CED88B8}"/>
          </ac:spMkLst>
        </pc:spChg>
        <pc:spChg chg="add del">
          <ac:chgData name="Mr. Sumit Sharma" userId="S::sumitsharma.cse@niet.co.in::0287a0e3-d7f5-4815-a5d5-4670a436bb9e" providerId="AD" clId="Web-{05C13EA6-F00E-4A22-B00F-6F8694EDBE6B}" dt="2023-10-04T03:58:25.747" v="26"/>
          <ac:spMkLst>
            <pc:docMk/>
            <pc:sldMk cId="2762524818" sldId="1603"/>
            <ac:spMk id="190" creationId="{52D502E5-F6B4-4D58-B4AE-FC466FF15EE8}"/>
          </ac:spMkLst>
        </pc:spChg>
        <pc:spChg chg="add del">
          <ac:chgData name="Mr. Sumit Sharma" userId="S::sumitsharma.cse@niet.co.in::0287a0e3-d7f5-4815-a5d5-4670a436bb9e" providerId="AD" clId="Web-{05C13EA6-F00E-4A22-B00F-6F8694EDBE6B}" dt="2023-10-04T03:58:25.747" v="26"/>
          <ac:spMkLst>
            <pc:docMk/>
            <pc:sldMk cId="2762524818" sldId="1603"/>
            <ac:spMk id="192" creationId="{9DECDBF4-02B6-4BB4-B65B-B8107AD6A9E8}"/>
          </ac:spMkLst>
        </pc:spChg>
        <pc:graphicFrameChg chg="add del">
          <ac:chgData name="Mr. Sumit Sharma" userId="S::sumitsharma.cse@niet.co.in::0287a0e3-d7f5-4815-a5d5-4670a436bb9e" providerId="AD" clId="Web-{05C13EA6-F00E-4A22-B00F-6F8694EDBE6B}" dt="2023-10-04T03:58:25.747" v="26"/>
          <ac:graphicFrameMkLst>
            <pc:docMk/>
            <pc:sldMk cId="2762524818" sldId="1603"/>
            <ac:graphicFrameMk id="184" creationId="{847FA389-B682-D491-3EC1-6D0C1A486357}"/>
          </ac:graphicFrameMkLst>
        </pc:graphicFrameChg>
        <pc:graphicFrameChg chg="add">
          <ac:chgData name="Mr. Sumit Sharma" userId="S::sumitsharma.cse@niet.co.in::0287a0e3-d7f5-4815-a5d5-4670a436bb9e" providerId="AD" clId="Web-{05C13EA6-F00E-4A22-B00F-6F8694EDBE6B}" dt="2023-10-04T03:58:36.372" v="28"/>
          <ac:graphicFrameMkLst>
            <pc:docMk/>
            <pc:sldMk cId="2762524818" sldId="1603"/>
            <ac:graphicFrameMk id="189" creationId="{EAEE85EF-0E78-BC41-6940-948F160FCB8D}"/>
          </ac:graphicFrameMkLst>
        </pc:graphicFrameChg>
      </pc:sldChg>
      <pc:sldChg chg="modSp add replId">
        <pc:chgData name="Mr. Sumit Sharma" userId="S::sumitsharma.cse@niet.co.in::0287a0e3-d7f5-4815-a5d5-4670a436bb9e" providerId="AD" clId="Web-{05C13EA6-F00E-4A22-B00F-6F8694EDBE6B}" dt="2023-10-04T03:55:39.241" v="7" actId="20577"/>
        <pc:sldMkLst>
          <pc:docMk/>
          <pc:sldMk cId="2020227136" sldId="1605"/>
        </pc:sldMkLst>
        <pc:graphicFrameChg chg="modGraphic">
          <ac:chgData name="Mr. Sumit Sharma" userId="S::sumitsharma.cse@niet.co.in::0287a0e3-d7f5-4815-a5d5-4670a436bb9e" providerId="AD" clId="Web-{05C13EA6-F00E-4A22-B00F-6F8694EDBE6B}" dt="2023-10-04T03:55:39.241" v="7" actId="20577"/>
          <ac:graphicFrameMkLst>
            <pc:docMk/>
            <pc:sldMk cId="2020227136" sldId="1605"/>
            <ac:graphicFrameMk id="28" creationId="{7911BCD3-FD89-BC16-4A6F-1F614AC172FE}"/>
          </ac:graphicFrameMkLst>
        </pc:graphicFrameChg>
      </pc:sldChg>
      <pc:sldChg chg="modSp add replId">
        <pc:chgData name="Mr. Sumit Sharma" userId="S::sumitsharma.cse@niet.co.in::0287a0e3-d7f5-4815-a5d5-4670a436bb9e" providerId="AD" clId="Web-{05C13EA6-F00E-4A22-B00F-6F8694EDBE6B}" dt="2023-10-04T04:00:18.906" v="61" actId="20577"/>
        <pc:sldMkLst>
          <pc:docMk/>
          <pc:sldMk cId="2751998733" sldId="1606"/>
        </pc:sldMkLst>
        <pc:spChg chg="mod">
          <ac:chgData name="Mr. Sumit Sharma" userId="S::sumitsharma.cse@niet.co.in::0287a0e3-d7f5-4815-a5d5-4670a436bb9e" providerId="AD" clId="Web-{05C13EA6-F00E-4A22-B00F-6F8694EDBE6B}" dt="2023-10-04T03:59:03.326" v="34" actId="20577"/>
          <ac:spMkLst>
            <pc:docMk/>
            <pc:sldMk cId="2751998733" sldId="1606"/>
            <ac:spMk id="7" creationId="{00000000-0000-0000-0000-000000000000}"/>
          </ac:spMkLst>
        </pc:spChg>
        <pc:spChg chg="mod">
          <ac:chgData name="Mr. Sumit Sharma" userId="S::sumitsharma.cse@niet.co.in::0287a0e3-d7f5-4815-a5d5-4670a436bb9e" providerId="AD" clId="Web-{05C13EA6-F00E-4A22-B00F-6F8694EDBE6B}" dt="2023-10-04T04:00:18.906" v="61" actId="20577"/>
          <ac:spMkLst>
            <pc:docMk/>
            <pc:sldMk cId="2751998733" sldId="1606"/>
            <ac:spMk id="182" creationId="{FDC1A734-1528-FC7A-7C7C-B49C8922968A}"/>
          </ac:spMkLst>
        </pc:spChg>
      </pc:sldChg>
    </pc:docChg>
  </pc:docChgLst>
  <pc:docChgLst>
    <pc:chgData name="Mr. Sumit Sharma" userId="S::sumitsharma.cse@niet.co.in::0287a0e3-d7f5-4815-a5d5-4670a436bb9e" providerId="AD" clId="Web-{752FB0EC-1BB7-4CA5-A648-DD8744050B76}"/>
    <pc:docChg chg="addSld delSld modSld">
      <pc:chgData name="Mr. Sumit Sharma" userId="S::sumitsharma.cse@niet.co.in::0287a0e3-d7f5-4815-a5d5-4670a436bb9e" providerId="AD" clId="Web-{752FB0EC-1BB7-4CA5-A648-DD8744050B76}" dt="2023-11-21T04:30:23.550" v="185" actId="20577"/>
      <pc:docMkLst>
        <pc:docMk/>
      </pc:docMkLst>
      <pc:sldChg chg="modSp add del replId">
        <pc:chgData name="Mr. Sumit Sharma" userId="S::sumitsharma.cse@niet.co.in::0287a0e3-d7f5-4815-a5d5-4670a436bb9e" providerId="AD" clId="Web-{752FB0EC-1BB7-4CA5-A648-DD8744050B76}" dt="2023-11-21T04:25:47.903" v="114" actId="20577"/>
        <pc:sldMkLst>
          <pc:docMk/>
          <pc:sldMk cId="2064749277" sldId="1680"/>
        </pc:sldMkLst>
        <pc:spChg chg="mod">
          <ac:chgData name="Mr. Sumit Sharma" userId="S::sumitsharma.cse@niet.co.in::0287a0e3-d7f5-4815-a5d5-4670a436bb9e" providerId="AD" clId="Web-{752FB0EC-1BB7-4CA5-A648-DD8744050B76}" dt="2023-11-21T04:23:47.729" v="75"/>
          <ac:spMkLst>
            <pc:docMk/>
            <pc:sldMk cId="2064749277" sldId="1680"/>
            <ac:spMk id="7" creationId="{00000000-0000-0000-0000-000000000000}"/>
          </ac:spMkLst>
        </pc:spChg>
        <pc:spChg chg="mod">
          <ac:chgData name="Mr. Sumit Sharma" userId="S::sumitsharma.cse@niet.co.in::0287a0e3-d7f5-4815-a5d5-4670a436bb9e" providerId="AD" clId="Web-{752FB0EC-1BB7-4CA5-A648-DD8744050B76}" dt="2023-11-21T04:25:47.903" v="114" actId="20577"/>
          <ac:spMkLst>
            <pc:docMk/>
            <pc:sldMk cId="2064749277" sldId="1680"/>
            <ac:spMk id="182" creationId="{FDC1A734-1528-FC7A-7C7C-B49C8922968A}"/>
          </ac:spMkLst>
        </pc:spChg>
      </pc:sldChg>
      <pc:sldChg chg="modSp add replId">
        <pc:chgData name="Mr. Sumit Sharma" userId="S::sumitsharma.cse@niet.co.in::0287a0e3-d7f5-4815-a5d5-4670a436bb9e" providerId="AD" clId="Web-{752FB0EC-1BB7-4CA5-A648-DD8744050B76}" dt="2023-11-21T04:26:33.170" v="130" actId="20577"/>
        <pc:sldMkLst>
          <pc:docMk/>
          <pc:sldMk cId="192075512" sldId="1681"/>
        </pc:sldMkLst>
        <pc:spChg chg="mod">
          <ac:chgData name="Mr. Sumit Sharma" userId="S::sumitsharma.cse@niet.co.in::0287a0e3-d7f5-4815-a5d5-4670a436bb9e" providerId="AD" clId="Web-{752FB0EC-1BB7-4CA5-A648-DD8744050B76}" dt="2023-11-21T04:26:33.170" v="130" actId="20577"/>
          <ac:spMkLst>
            <pc:docMk/>
            <pc:sldMk cId="192075512" sldId="1681"/>
            <ac:spMk id="182" creationId="{FDC1A734-1528-FC7A-7C7C-B49C8922968A}"/>
          </ac:spMkLst>
        </pc:spChg>
      </pc:sldChg>
      <pc:sldChg chg="modSp add replId">
        <pc:chgData name="Mr. Sumit Sharma" userId="S::sumitsharma.cse@niet.co.in::0287a0e3-d7f5-4815-a5d5-4670a436bb9e" providerId="AD" clId="Web-{752FB0EC-1BB7-4CA5-A648-DD8744050B76}" dt="2023-11-21T04:28:09.469" v="149" actId="20577"/>
        <pc:sldMkLst>
          <pc:docMk/>
          <pc:sldMk cId="1200778858" sldId="1682"/>
        </pc:sldMkLst>
        <pc:spChg chg="mod">
          <ac:chgData name="Mr. Sumit Sharma" userId="S::sumitsharma.cse@niet.co.in::0287a0e3-d7f5-4815-a5d5-4670a436bb9e" providerId="AD" clId="Web-{752FB0EC-1BB7-4CA5-A648-DD8744050B76}" dt="2023-11-21T04:26:42.232" v="134" actId="20577"/>
          <ac:spMkLst>
            <pc:docMk/>
            <pc:sldMk cId="1200778858" sldId="1682"/>
            <ac:spMk id="7" creationId="{00000000-0000-0000-0000-000000000000}"/>
          </ac:spMkLst>
        </pc:spChg>
        <pc:spChg chg="mod">
          <ac:chgData name="Mr. Sumit Sharma" userId="S::sumitsharma.cse@niet.co.in::0287a0e3-d7f5-4815-a5d5-4670a436bb9e" providerId="AD" clId="Web-{752FB0EC-1BB7-4CA5-A648-DD8744050B76}" dt="2023-11-21T04:28:09.469" v="149" actId="20577"/>
          <ac:spMkLst>
            <pc:docMk/>
            <pc:sldMk cId="1200778858" sldId="1682"/>
            <ac:spMk id="182" creationId="{FDC1A734-1528-FC7A-7C7C-B49C8922968A}"/>
          </ac:spMkLst>
        </pc:spChg>
      </pc:sldChg>
      <pc:sldChg chg="modSp add replId">
        <pc:chgData name="Mr. Sumit Sharma" userId="S::sumitsharma.cse@niet.co.in::0287a0e3-d7f5-4815-a5d5-4670a436bb9e" providerId="AD" clId="Web-{752FB0EC-1BB7-4CA5-A648-DD8744050B76}" dt="2023-11-21T04:30:23.550" v="185" actId="20577"/>
        <pc:sldMkLst>
          <pc:docMk/>
          <pc:sldMk cId="3785064389" sldId="1683"/>
        </pc:sldMkLst>
        <pc:spChg chg="mod">
          <ac:chgData name="Mr. Sumit Sharma" userId="S::sumitsharma.cse@niet.co.in::0287a0e3-d7f5-4815-a5d5-4670a436bb9e" providerId="AD" clId="Web-{752FB0EC-1BB7-4CA5-A648-DD8744050B76}" dt="2023-11-21T04:28:17.297" v="152" actId="20577"/>
          <ac:spMkLst>
            <pc:docMk/>
            <pc:sldMk cId="3785064389" sldId="1683"/>
            <ac:spMk id="7" creationId="{00000000-0000-0000-0000-000000000000}"/>
          </ac:spMkLst>
        </pc:spChg>
        <pc:spChg chg="mod">
          <ac:chgData name="Mr. Sumit Sharma" userId="S::sumitsharma.cse@niet.co.in::0287a0e3-d7f5-4815-a5d5-4670a436bb9e" providerId="AD" clId="Web-{752FB0EC-1BB7-4CA5-A648-DD8744050B76}" dt="2023-11-21T04:30:23.550" v="185" actId="20577"/>
          <ac:spMkLst>
            <pc:docMk/>
            <pc:sldMk cId="3785064389" sldId="1683"/>
            <ac:spMk id="182" creationId="{FDC1A734-1528-FC7A-7C7C-B49C8922968A}"/>
          </ac:spMkLst>
        </pc:spChg>
      </pc:sldChg>
    </pc:docChg>
  </pc:docChgLst>
  <pc:docChgLst>
    <pc:chgData name="Mr. Sumit Sharma" userId="S::sumitsharma.cse@niet.co.in::0287a0e3-d7f5-4815-a5d5-4670a436bb9e" providerId="AD" clId="Web-{05CF5F1B-41AD-672E-7ECD-B84575865A63}"/>
    <pc:docChg chg="addSld delSld modSld">
      <pc:chgData name="Mr. Sumit Sharma" userId="S::sumitsharma.cse@niet.co.in::0287a0e3-d7f5-4815-a5d5-4670a436bb9e" providerId="AD" clId="Web-{05CF5F1B-41AD-672E-7ECD-B84575865A63}" dt="2023-11-14T07:59:49.714" v="557" actId="20577"/>
      <pc:docMkLst>
        <pc:docMk/>
      </pc:docMkLst>
      <pc:sldChg chg="modSp">
        <pc:chgData name="Mr. Sumit Sharma" userId="S::sumitsharma.cse@niet.co.in::0287a0e3-d7f5-4815-a5d5-4670a436bb9e" providerId="AD" clId="Web-{05CF5F1B-41AD-672E-7ECD-B84575865A63}" dt="2023-11-14T07:33:03.347" v="99" actId="20577"/>
        <pc:sldMkLst>
          <pc:docMk/>
          <pc:sldMk cId="1080662209" sldId="1661"/>
        </pc:sldMkLst>
        <pc:graphicFrameChg chg="modGraphic">
          <ac:chgData name="Mr. Sumit Sharma" userId="S::sumitsharma.cse@niet.co.in::0287a0e3-d7f5-4815-a5d5-4670a436bb9e" providerId="AD" clId="Web-{05CF5F1B-41AD-672E-7ECD-B84575865A63}" dt="2023-11-14T07:33:03.347" v="99" actId="20577"/>
          <ac:graphicFrameMkLst>
            <pc:docMk/>
            <pc:sldMk cId="1080662209" sldId="1661"/>
            <ac:graphicFrameMk id="28" creationId="{7911BCD3-FD89-BC16-4A6F-1F614AC172FE}"/>
          </ac:graphicFrameMkLst>
        </pc:graphicFrameChg>
      </pc:sldChg>
      <pc:sldChg chg="modSp add">
        <pc:chgData name="Mr. Sumit Sharma" userId="S::sumitsharma.cse@niet.co.in::0287a0e3-d7f5-4815-a5d5-4670a436bb9e" providerId="AD" clId="Web-{05CF5F1B-41AD-672E-7ECD-B84575865A63}" dt="2023-11-14T07:35:12.777" v="142" actId="20577"/>
        <pc:sldMkLst>
          <pc:docMk/>
          <pc:sldMk cId="2975128987" sldId="1662"/>
        </pc:sldMkLst>
        <pc:spChg chg="mod">
          <ac:chgData name="Mr. Sumit Sharma" userId="S::sumitsharma.cse@niet.co.in::0287a0e3-d7f5-4815-a5d5-4670a436bb9e" providerId="AD" clId="Web-{05CF5F1B-41AD-672E-7ECD-B84575865A63}" dt="2023-11-14T07:34:33.102" v="125"/>
          <ac:spMkLst>
            <pc:docMk/>
            <pc:sldMk cId="2975128987" sldId="1662"/>
            <ac:spMk id="7" creationId="{00000000-0000-0000-0000-000000000000}"/>
          </ac:spMkLst>
        </pc:spChg>
        <pc:spChg chg="mod">
          <ac:chgData name="Mr. Sumit Sharma" userId="S::sumitsharma.cse@niet.co.in::0287a0e3-d7f5-4815-a5d5-4670a436bb9e" providerId="AD" clId="Web-{05CF5F1B-41AD-672E-7ECD-B84575865A63}" dt="2023-11-14T07:35:12.777" v="142" actId="20577"/>
          <ac:spMkLst>
            <pc:docMk/>
            <pc:sldMk cId="2975128987" sldId="1662"/>
            <ac:spMk id="182" creationId="{FDC1A734-1528-FC7A-7C7C-B49C8922968A}"/>
          </ac:spMkLst>
        </pc:spChg>
      </pc:sldChg>
      <pc:sldChg chg="modSp add del">
        <pc:chgData name="Mr. Sumit Sharma" userId="S::sumitsharma.cse@niet.co.in::0287a0e3-d7f5-4815-a5d5-4670a436bb9e" providerId="AD" clId="Web-{05CF5F1B-41AD-672E-7ECD-B84575865A63}" dt="2023-11-14T07:33:38.287" v="109"/>
        <pc:sldMkLst>
          <pc:docMk/>
          <pc:sldMk cId="3453391686" sldId="1662"/>
        </pc:sldMkLst>
        <pc:spChg chg="mod">
          <ac:chgData name="Mr. Sumit Sharma" userId="S::sumitsharma.cse@niet.co.in::0287a0e3-d7f5-4815-a5d5-4670a436bb9e" providerId="AD" clId="Web-{05CF5F1B-41AD-672E-7ECD-B84575865A63}" dt="2023-11-14T07:33:37.161" v="108" actId="20577"/>
          <ac:spMkLst>
            <pc:docMk/>
            <pc:sldMk cId="3453391686" sldId="1662"/>
            <ac:spMk id="7" creationId="{00000000-0000-0000-0000-000000000000}"/>
          </ac:spMkLst>
        </pc:spChg>
      </pc:sldChg>
      <pc:sldChg chg="modSp add">
        <pc:chgData name="Mr. Sumit Sharma" userId="S::sumitsharma.cse@niet.co.in::0287a0e3-d7f5-4815-a5d5-4670a436bb9e" providerId="AD" clId="Web-{05CF5F1B-41AD-672E-7ECD-B84575865A63}" dt="2023-11-14T07:37:24.925" v="263" actId="20577"/>
        <pc:sldMkLst>
          <pc:docMk/>
          <pc:sldMk cId="2553740471" sldId="1663"/>
        </pc:sldMkLst>
        <pc:spChg chg="mod">
          <ac:chgData name="Mr. Sumit Sharma" userId="S::sumitsharma.cse@niet.co.in::0287a0e3-d7f5-4815-a5d5-4670a436bb9e" providerId="AD" clId="Web-{05CF5F1B-41AD-672E-7ECD-B84575865A63}" dt="2023-11-14T07:35:40.466" v="161" actId="20577"/>
          <ac:spMkLst>
            <pc:docMk/>
            <pc:sldMk cId="2553740471" sldId="1663"/>
            <ac:spMk id="7" creationId="{00000000-0000-0000-0000-000000000000}"/>
          </ac:spMkLst>
        </pc:spChg>
        <pc:spChg chg="mod">
          <ac:chgData name="Mr. Sumit Sharma" userId="S::sumitsharma.cse@niet.co.in::0287a0e3-d7f5-4815-a5d5-4670a436bb9e" providerId="AD" clId="Web-{05CF5F1B-41AD-672E-7ECD-B84575865A63}" dt="2023-11-14T07:37:24.925" v="263" actId="20577"/>
          <ac:spMkLst>
            <pc:docMk/>
            <pc:sldMk cId="2553740471" sldId="1663"/>
            <ac:spMk id="182" creationId="{FDC1A734-1528-FC7A-7C7C-B49C8922968A}"/>
          </ac:spMkLst>
        </pc:spChg>
      </pc:sldChg>
      <pc:sldChg chg="modSp add">
        <pc:chgData name="Mr. Sumit Sharma" userId="S::sumitsharma.cse@niet.co.in::0287a0e3-d7f5-4815-a5d5-4670a436bb9e" providerId="AD" clId="Web-{05CF5F1B-41AD-672E-7ECD-B84575865A63}" dt="2023-11-14T07:43:29.760" v="364" actId="20577"/>
        <pc:sldMkLst>
          <pc:docMk/>
          <pc:sldMk cId="3798057711" sldId="1664"/>
        </pc:sldMkLst>
        <pc:spChg chg="mod">
          <ac:chgData name="Mr. Sumit Sharma" userId="S::sumitsharma.cse@niet.co.in::0287a0e3-d7f5-4815-a5d5-4670a436bb9e" providerId="AD" clId="Web-{05CF5F1B-41AD-672E-7ECD-B84575865A63}" dt="2023-11-14T07:41:33.659" v="317" actId="20577"/>
          <ac:spMkLst>
            <pc:docMk/>
            <pc:sldMk cId="3798057711" sldId="1664"/>
            <ac:spMk id="7" creationId="{00000000-0000-0000-0000-000000000000}"/>
          </ac:spMkLst>
        </pc:spChg>
        <pc:spChg chg="mod">
          <ac:chgData name="Mr. Sumit Sharma" userId="S::sumitsharma.cse@niet.co.in::0287a0e3-d7f5-4815-a5d5-4670a436bb9e" providerId="AD" clId="Web-{05CF5F1B-41AD-672E-7ECD-B84575865A63}" dt="2023-11-14T07:43:29.760" v="364" actId="20577"/>
          <ac:spMkLst>
            <pc:docMk/>
            <pc:sldMk cId="3798057711" sldId="1664"/>
            <ac:spMk id="182" creationId="{FDC1A734-1528-FC7A-7C7C-B49C8922968A}"/>
          </ac:spMkLst>
        </pc:spChg>
      </pc:sldChg>
      <pc:sldChg chg="modSp add">
        <pc:chgData name="Mr. Sumit Sharma" userId="S::sumitsharma.cse@niet.co.in::0287a0e3-d7f5-4815-a5d5-4670a436bb9e" providerId="AD" clId="Web-{05CF5F1B-41AD-672E-7ECD-B84575865A63}" dt="2023-11-14T07:41:05.532" v="292" actId="20577"/>
        <pc:sldMkLst>
          <pc:docMk/>
          <pc:sldMk cId="1368703287" sldId="1665"/>
        </pc:sldMkLst>
        <pc:spChg chg="mod">
          <ac:chgData name="Mr. Sumit Sharma" userId="S::sumitsharma.cse@niet.co.in::0287a0e3-d7f5-4815-a5d5-4670a436bb9e" providerId="AD" clId="Web-{05CF5F1B-41AD-672E-7ECD-B84575865A63}" dt="2023-11-14T07:40:16.373" v="279" actId="20577"/>
          <ac:spMkLst>
            <pc:docMk/>
            <pc:sldMk cId="1368703287" sldId="1665"/>
            <ac:spMk id="7" creationId="{00000000-0000-0000-0000-000000000000}"/>
          </ac:spMkLst>
        </pc:spChg>
        <pc:graphicFrameChg chg="modGraphic">
          <ac:chgData name="Mr. Sumit Sharma" userId="S::sumitsharma.cse@niet.co.in::0287a0e3-d7f5-4815-a5d5-4670a436bb9e" providerId="AD" clId="Web-{05CF5F1B-41AD-672E-7ECD-B84575865A63}" dt="2023-11-14T07:41:05.532" v="292" actId="20577"/>
          <ac:graphicFrameMkLst>
            <pc:docMk/>
            <pc:sldMk cId="1368703287" sldId="1665"/>
            <ac:graphicFrameMk id="28" creationId="{7911BCD3-FD89-BC16-4A6F-1F614AC172FE}"/>
          </ac:graphicFrameMkLst>
        </pc:graphicFrameChg>
      </pc:sldChg>
      <pc:sldChg chg="modSp add">
        <pc:chgData name="Mr. Sumit Sharma" userId="S::sumitsharma.cse@niet.co.in::0287a0e3-d7f5-4815-a5d5-4670a436bb9e" providerId="AD" clId="Web-{05CF5F1B-41AD-672E-7ECD-B84575865A63}" dt="2023-11-14T07:44:42.889" v="393" actId="20577"/>
        <pc:sldMkLst>
          <pc:docMk/>
          <pc:sldMk cId="3468601784" sldId="1666"/>
        </pc:sldMkLst>
        <pc:spChg chg="mod">
          <ac:chgData name="Mr. Sumit Sharma" userId="S::sumitsharma.cse@niet.co.in::0287a0e3-d7f5-4815-a5d5-4670a436bb9e" providerId="AD" clId="Web-{05CF5F1B-41AD-672E-7ECD-B84575865A63}" dt="2023-11-14T07:43:50.167" v="374" actId="20577"/>
          <ac:spMkLst>
            <pc:docMk/>
            <pc:sldMk cId="3468601784" sldId="1666"/>
            <ac:spMk id="7" creationId="{00000000-0000-0000-0000-000000000000}"/>
          </ac:spMkLst>
        </pc:spChg>
        <pc:spChg chg="mod">
          <ac:chgData name="Mr. Sumit Sharma" userId="S::sumitsharma.cse@niet.co.in::0287a0e3-d7f5-4815-a5d5-4670a436bb9e" providerId="AD" clId="Web-{05CF5F1B-41AD-672E-7ECD-B84575865A63}" dt="2023-11-14T07:44:42.889" v="393" actId="20577"/>
          <ac:spMkLst>
            <pc:docMk/>
            <pc:sldMk cId="3468601784" sldId="1666"/>
            <ac:spMk id="182" creationId="{FDC1A734-1528-FC7A-7C7C-B49C8922968A}"/>
          </ac:spMkLst>
        </pc:spChg>
      </pc:sldChg>
      <pc:sldChg chg="modSp add">
        <pc:chgData name="Mr. Sumit Sharma" userId="S::sumitsharma.cse@niet.co.in::0287a0e3-d7f5-4815-a5d5-4670a436bb9e" providerId="AD" clId="Web-{05CF5F1B-41AD-672E-7ECD-B84575865A63}" dt="2023-11-14T07:46:24.911" v="457" actId="20577"/>
        <pc:sldMkLst>
          <pc:docMk/>
          <pc:sldMk cId="695512182" sldId="1667"/>
        </pc:sldMkLst>
        <pc:spChg chg="mod">
          <ac:chgData name="Mr. Sumit Sharma" userId="S::sumitsharma.cse@niet.co.in::0287a0e3-d7f5-4815-a5d5-4670a436bb9e" providerId="AD" clId="Web-{05CF5F1B-41AD-672E-7ECD-B84575865A63}" dt="2023-11-14T07:44:59.422" v="419" actId="20577"/>
          <ac:spMkLst>
            <pc:docMk/>
            <pc:sldMk cId="695512182" sldId="1667"/>
            <ac:spMk id="7" creationId="{00000000-0000-0000-0000-000000000000}"/>
          </ac:spMkLst>
        </pc:spChg>
        <pc:spChg chg="mod">
          <ac:chgData name="Mr. Sumit Sharma" userId="S::sumitsharma.cse@niet.co.in::0287a0e3-d7f5-4815-a5d5-4670a436bb9e" providerId="AD" clId="Web-{05CF5F1B-41AD-672E-7ECD-B84575865A63}" dt="2023-11-14T07:46:24.911" v="457" actId="20577"/>
          <ac:spMkLst>
            <pc:docMk/>
            <pc:sldMk cId="695512182" sldId="1667"/>
            <ac:spMk id="182" creationId="{FDC1A734-1528-FC7A-7C7C-B49C8922968A}"/>
          </ac:spMkLst>
        </pc:spChg>
      </pc:sldChg>
      <pc:sldChg chg="modSp add">
        <pc:chgData name="Mr. Sumit Sharma" userId="S::sumitsharma.cse@niet.co.in::0287a0e3-d7f5-4815-a5d5-4670a436bb9e" providerId="AD" clId="Web-{05CF5F1B-41AD-672E-7ECD-B84575865A63}" dt="2023-11-14T07:53:23.858" v="471" actId="20577"/>
        <pc:sldMkLst>
          <pc:docMk/>
          <pc:sldMk cId="2640347836" sldId="1668"/>
        </pc:sldMkLst>
        <pc:spChg chg="mod">
          <ac:chgData name="Mr. Sumit Sharma" userId="S::sumitsharma.cse@niet.co.in::0287a0e3-d7f5-4815-a5d5-4670a436bb9e" providerId="AD" clId="Web-{05CF5F1B-41AD-672E-7ECD-B84575865A63}" dt="2023-11-14T07:52:37.652" v="461" actId="20577"/>
          <ac:spMkLst>
            <pc:docMk/>
            <pc:sldMk cId="2640347836" sldId="1668"/>
            <ac:spMk id="7" creationId="{00000000-0000-0000-0000-000000000000}"/>
          </ac:spMkLst>
        </pc:spChg>
        <pc:graphicFrameChg chg="modGraphic">
          <ac:chgData name="Mr. Sumit Sharma" userId="S::sumitsharma.cse@niet.co.in::0287a0e3-d7f5-4815-a5d5-4670a436bb9e" providerId="AD" clId="Web-{05CF5F1B-41AD-672E-7ECD-B84575865A63}" dt="2023-11-14T07:53:23.858" v="471" actId="20577"/>
          <ac:graphicFrameMkLst>
            <pc:docMk/>
            <pc:sldMk cId="2640347836" sldId="1668"/>
            <ac:graphicFrameMk id="28" creationId="{7911BCD3-FD89-BC16-4A6F-1F614AC172FE}"/>
          </ac:graphicFrameMkLst>
        </pc:graphicFrameChg>
      </pc:sldChg>
      <pc:sldChg chg="modSp add">
        <pc:chgData name="Mr. Sumit Sharma" userId="S::sumitsharma.cse@niet.co.in::0287a0e3-d7f5-4815-a5d5-4670a436bb9e" providerId="AD" clId="Web-{05CF5F1B-41AD-672E-7ECD-B84575865A63}" dt="2023-11-14T07:54:48.520" v="502" actId="20577"/>
        <pc:sldMkLst>
          <pc:docMk/>
          <pc:sldMk cId="2158715688" sldId="1669"/>
        </pc:sldMkLst>
        <pc:spChg chg="mod">
          <ac:chgData name="Mr. Sumit Sharma" userId="S::sumitsharma.cse@niet.co.in::0287a0e3-d7f5-4815-a5d5-4670a436bb9e" providerId="AD" clId="Web-{05CF5F1B-41AD-672E-7ECD-B84575865A63}" dt="2023-11-14T07:53:40.813" v="474" actId="20577"/>
          <ac:spMkLst>
            <pc:docMk/>
            <pc:sldMk cId="2158715688" sldId="1669"/>
            <ac:spMk id="7" creationId="{00000000-0000-0000-0000-000000000000}"/>
          </ac:spMkLst>
        </pc:spChg>
        <pc:spChg chg="mod">
          <ac:chgData name="Mr. Sumit Sharma" userId="S::sumitsharma.cse@niet.co.in::0287a0e3-d7f5-4815-a5d5-4670a436bb9e" providerId="AD" clId="Web-{05CF5F1B-41AD-672E-7ECD-B84575865A63}" dt="2023-11-14T07:54:48.520" v="502" actId="20577"/>
          <ac:spMkLst>
            <pc:docMk/>
            <pc:sldMk cId="2158715688" sldId="1669"/>
            <ac:spMk id="182" creationId="{FDC1A734-1528-FC7A-7C7C-B49C8922968A}"/>
          </ac:spMkLst>
        </pc:spChg>
      </pc:sldChg>
      <pc:sldChg chg="modSp add">
        <pc:chgData name="Mr. Sumit Sharma" userId="S::sumitsharma.cse@niet.co.in::0287a0e3-d7f5-4815-a5d5-4670a436bb9e" providerId="AD" clId="Web-{05CF5F1B-41AD-672E-7ECD-B84575865A63}" dt="2023-11-14T07:56:07.165" v="523" actId="20577"/>
        <pc:sldMkLst>
          <pc:docMk/>
          <pc:sldMk cId="3535758611" sldId="1670"/>
        </pc:sldMkLst>
        <pc:spChg chg="mod">
          <ac:chgData name="Mr. Sumit Sharma" userId="S::sumitsharma.cse@niet.co.in::0287a0e3-d7f5-4815-a5d5-4670a436bb9e" providerId="AD" clId="Web-{05CF5F1B-41AD-672E-7ECD-B84575865A63}" dt="2023-11-14T07:55:04.411" v="504" actId="20577"/>
          <ac:spMkLst>
            <pc:docMk/>
            <pc:sldMk cId="3535758611" sldId="1670"/>
            <ac:spMk id="7" creationId="{00000000-0000-0000-0000-000000000000}"/>
          </ac:spMkLst>
        </pc:spChg>
        <pc:spChg chg="mod">
          <ac:chgData name="Mr. Sumit Sharma" userId="S::sumitsharma.cse@niet.co.in::0287a0e3-d7f5-4815-a5d5-4670a436bb9e" providerId="AD" clId="Web-{05CF5F1B-41AD-672E-7ECD-B84575865A63}" dt="2023-11-14T07:56:07.165" v="523" actId="20577"/>
          <ac:spMkLst>
            <pc:docMk/>
            <pc:sldMk cId="3535758611" sldId="1670"/>
            <ac:spMk id="182" creationId="{FDC1A734-1528-FC7A-7C7C-B49C8922968A}"/>
          </ac:spMkLst>
        </pc:spChg>
      </pc:sldChg>
      <pc:sldChg chg="modSp add">
        <pc:chgData name="Mr. Sumit Sharma" userId="S::sumitsharma.cse@niet.co.in::0287a0e3-d7f5-4815-a5d5-4670a436bb9e" providerId="AD" clId="Web-{05CF5F1B-41AD-672E-7ECD-B84575865A63}" dt="2023-11-14T07:57:51.785" v="549" actId="20577"/>
        <pc:sldMkLst>
          <pc:docMk/>
          <pc:sldMk cId="3032614663" sldId="1671"/>
        </pc:sldMkLst>
        <pc:spChg chg="mod">
          <ac:chgData name="Mr. Sumit Sharma" userId="S::sumitsharma.cse@niet.co.in::0287a0e3-d7f5-4815-a5d5-4670a436bb9e" providerId="AD" clId="Web-{05CF5F1B-41AD-672E-7ECD-B84575865A63}" dt="2023-11-14T07:56:59.344" v="526" actId="20577"/>
          <ac:spMkLst>
            <pc:docMk/>
            <pc:sldMk cId="3032614663" sldId="1671"/>
            <ac:spMk id="7" creationId="{00000000-0000-0000-0000-000000000000}"/>
          </ac:spMkLst>
        </pc:spChg>
        <pc:spChg chg="mod">
          <ac:chgData name="Mr. Sumit Sharma" userId="S::sumitsharma.cse@niet.co.in::0287a0e3-d7f5-4815-a5d5-4670a436bb9e" providerId="AD" clId="Web-{05CF5F1B-41AD-672E-7ECD-B84575865A63}" dt="2023-11-14T07:57:51.785" v="549" actId="20577"/>
          <ac:spMkLst>
            <pc:docMk/>
            <pc:sldMk cId="3032614663" sldId="1671"/>
            <ac:spMk id="182" creationId="{FDC1A734-1528-FC7A-7C7C-B49C8922968A}"/>
          </ac:spMkLst>
        </pc:spChg>
      </pc:sldChg>
      <pc:sldChg chg="modSp add">
        <pc:chgData name="Mr. Sumit Sharma" userId="S::sumitsharma.cse@niet.co.in::0287a0e3-d7f5-4815-a5d5-4670a436bb9e" providerId="AD" clId="Web-{05CF5F1B-41AD-672E-7ECD-B84575865A63}" dt="2023-11-14T07:59:49.714" v="557" actId="20577"/>
        <pc:sldMkLst>
          <pc:docMk/>
          <pc:sldMk cId="1321845693" sldId="1672"/>
        </pc:sldMkLst>
        <pc:spChg chg="mod">
          <ac:chgData name="Mr. Sumit Sharma" userId="S::sumitsharma.cse@niet.co.in::0287a0e3-d7f5-4815-a5d5-4670a436bb9e" providerId="AD" clId="Web-{05CF5F1B-41AD-672E-7ECD-B84575865A63}" dt="2023-11-14T07:59:29.041" v="553" actId="20577"/>
          <ac:spMkLst>
            <pc:docMk/>
            <pc:sldMk cId="1321845693" sldId="1672"/>
            <ac:spMk id="7" creationId="{00000000-0000-0000-0000-000000000000}"/>
          </ac:spMkLst>
        </pc:spChg>
        <pc:graphicFrameChg chg="modGraphic">
          <ac:chgData name="Mr. Sumit Sharma" userId="S::sumitsharma.cse@niet.co.in::0287a0e3-d7f5-4815-a5d5-4670a436bb9e" providerId="AD" clId="Web-{05CF5F1B-41AD-672E-7ECD-B84575865A63}" dt="2023-11-14T07:59:49.714" v="557" actId="20577"/>
          <ac:graphicFrameMkLst>
            <pc:docMk/>
            <pc:sldMk cId="1321845693" sldId="1672"/>
            <ac:graphicFrameMk id="28" creationId="{7911BCD3-FD89-BC16-4A6F-1F614AC172FE}"/>
          </ac:graphicFrameMkLst>
        </pc:graphicFrameChg>
      </pc:sldChg>
    </pc:docChg>
  </pc:docChgLst>
  <pc:docChgLst>
    <pc:chgData name="Mr. Sumit Sharma" userId="S::sumitsharma.cse@niet.co.in::0287a0e3-d7f5-4815-a5d5-4670a436bb9e" providerId="AD" clId="Web-{A23EE189-D7CD-79B6-C7F1-ACF5D8679B05}"/>
    <pc:docChg chg="addSld delSld modSld">
      <pc:chgData name="Mr. Sumit Sharma" userId="S::sumitsharma.cse@niet.co.in::0287a0e3-d7f5-4815-a5d5-4670a436bb9e" providerId="AD" clId="Web-{A23EE189-D7CD-79B6-C7F1-ACF5D8679B05}" dt="2023-11-14T07:30:55.065" v="962" actId="20577"/>
      <pc:docMkLst>
        <pc:docMk/>
      </pc:docMkLst>
      <pc:sldChg chg="modSp">
        <pc:chgData name="Mr. Sumit Sharma" userId="S::sumitsharma.cse@niet.co.in::0287a0e3-d7f5-4815-a5d5-4670a436bb9e" providerId="AD" clId="Web-{A23EE189-D7CD-79B6-C7F1-ACF5D8679B05}" dt="2023-11-14T06:26:45.780" v="63" actId="14100"/>
        <pc:sldMkLst>
          <pc:docMk/>
          <pc:sldMk cId="2717630238" sldId="281"/>
        </pc:sldMkLst>
        <pc:spChg chg="mod">
          <ac:chgData name="Mr. Sumit Sharma" userId="S::sumitsharma.cse@niet.co.in::0287a0e3-d7f5-4815-a5d5-4670a436bb9e" providerId="AD" clId="Web-{A23EE189-D7CD-79B6-C7F1-ACF5D8679B05}" dt="2023-11-14T06:24:50.230" v="0" actId="20577"/>
          <ac:spMkLst>
            <pc:docMk/>
            <pc:sldMk cId="2717630238" sldId="281"/>
            <ac:spMk id="7" creationId="{00000000-0000-0000-0000-000000000000}"/>
          </ac:spMkLst>
        </pc:spChg>
        <pc:spChg chg="mod">
          <ac:chgData name="Mr. Sumit Sharma" userId="S::sumitsharma.cse@niet.co.in::0287a0e3-d7f5-4815-a5d5-4670a436bb9e" providerId="AD" clId="Web-{A23EE189-D7CD-79B6-C7F1-ACF5D8679B05}" dt="2023-11-14T06:26:45.780" v="63" actId="14100"/>
          <ac:spMkLst>
            <pc:docMk/>
            <pc:sldMk cId="2717630238" sldId="281"/>
            <ac:spMk id="8" creationId="{D7F71052-C096-41E2-9234-43D568F9BDDA}"/>
          </ac:spMkLst>
        </pc:spChg>
      </pc:sldChg>
      <pc:sldChg chg="modSp">
        <pc:chgData name="Mr. Sumit Sharma" userId="S::sumitsharma.cse@niet.co.in::0287a0e3-d7f5-4815-a5d5-4670a436bb9e" providerId="AD" clId="Web-{A23EE189-D7CD-79B6-C7F1-ACF5D8679B05}" dt="2023-11-14T06:45:30.681" v="88" actId="20577"/>
        <pc:sldMkLst>
          <pc:docMk/>
          <pc:sldMk cId="14382847" sldId="1560"/>
        </pc:sldMkLst>
        <pc:spChg chg="mod">
          <ac:chgData name="Mr. Sumit Sharma" userId="S::sumitsharma.cse@niet.co.in::0287a0e3-d7f5-4815-a5d5-4670a436bb9e" providerId="AD" clId="Web-{A23EE189-D7CD-79B6-C7F1-ACF5D8679B05}" dt="2023-11-14T06:28:14.828" v="70" actId="20577"/>
          <ac:spMkLst>
            <pc:docMk/>
            <pc:sldMk cId="14382847" sldId="1560"/>
            <ac:spMk id="7" creationId="{00000000-0000-0000-0000-000000000000}"/>
          </ac:spMkLst>
        </pc:spChg>
        <pc:graphicFrameChg chg="modGraphic">
          <ac:chgData name="Mr. Sumit Sharma" userId="S::sumitsharma.cse@niet.co.in::0287a0e3-d7f5-4815-a5d5-4670a436bb9e" providerId="AD" clId="Web-{A23EE189-D7CD-79B6-C7F1-ACF5D8679B05}" dt="2023-11-14T06:45:30.681" v="88" actId="20577"/>
          <ac:graphicFrameMkLst>
            <pc:docMk/>
            <pc:sldMk cId="14382847" sldId="1560"/>
            <ac:graphicFrameMk id="28" creationId="{7911BCD3-FD89-BC16-4A6F-1F614AC172FE}"/>
          </ac:graphicFrameMkLst>
        </pc:graphicFrameChg>
      </pc:sldChg>
      <pc:sldChg chg="modSp">
        <pc:chgData name="Mr. Sumit Sharma" userId="S::sumitsharma.cse@niet.co.in::0287a0e3-d7f5-4815-a5d5-4670a436bb9e" providerId="AD" clId="Web-{A23EE189-D7CD-79B6-C7F1-ACF5D8679B05}" dt="2023-11-14T06:48:33.185" v="176" actId="20577"/>
        <pc:sldMkLst>
          <pc:docMk/>
          <pc:sldMk cId="1147002948" sldId="1602"/>
        </pc:sldMkLst>
        <pc:spChg chg="mod">
          <ac:chgData name="Mr. Sumit Sharma" userId="S::sumitsharma.cse@niet.co.in::0287a0e3-d7f5-4815-a5d5-4670a436bb9e" providerId="AD" clId="Web-{A23EE189-D7CD-79B6-C7F1-ACF5D8679B05}" dt="2023-11-14T06:46:39.917" v="115" actId="20577"/>
          <ac:spMkLst>
            <pc:docMk/>
            <pc:sldMk cId="1147002948" sldId="1602"/>
            <ac:spMk id="7" creationId="{00000000-0000-0000-0000-000000000000}"/>
          </ac:spMkLst>
        </pc:spChg>
        <pc:graphicFrameChg chg="modGraphic">
          <ac:chgData name="Mr. Sumit Sharma" userId="S::sumitsharma.cse@niet.co.in::0287a0e3-d7f5-4815-a5d5-4670a436bb9e" providerId="AD" clId="Web-{A23EE189-D7CD-79B6-C7F1-ACF5D8679B05}" dt="2023-11-14T06:48:33.185" v="176" actId="20577"/>
          <ac:graphicFrameMkLst>
            <pc:docMk/>
            <pc:sldMk cId="1147002948" sldId="1602"/>
            <ac:graphicFrameMk id="28" creationId="{7911BCD3-FD89-BC16-4A6F-1F614AC172FE}"/>
          </ac:graphicFrameMkLst>
        </pc:graphicFrameChg>
      </pc:sldChg>
      <pc:sldChg chg="del">
        <pc:chgData name="Mr. Sumit Sharma" userId="S::sumitsharma.cse@niet.co.in::0287a0e3-d7f5-4815-a5d5-4670a436bb9e" providerId="AD" clId="Web-{A23EE189-D7CD-79B6-C7F1-ACF5D8679B05}" dt="2023-11-14T06:48:44.717" v="177"/>
        <pc:sldMkLst>
          <pc:docMk/>
          <pc:sldMk cId="2020227136" sldId="1605"/>
        </pc:sldMkLst>
      </pc:sldChg>
      <pc:sldChg chg="modSp">
        <pc:chgData name="Mr. Sumit Sharma" userId="S::sumitsharma.cse@niet.co.in::0287a0e3-d7f5-4815-a5d5-4670a436bb9e" providerId="AD" clId="Web-{A23EE189-D7CD-79B6-C7F1-ACF5D8679B05}" dt="2023-11-14T07:07:57.935" v="626" actId="20577"/>
        <pc:sldMkLst>
          <pc:docMk/>
          <pc:sldMk cId="3898563862" sldId="1629"/>
        </pc:sldMkLst>
        <pc:spChg chg="mod">
          <ac:chgData name="Mr. Sumit Sharma" userId="S::sumitsharma.cse@niet.co.in::0287a0e3-d7f5-4815-a5d5-4670a436bb9e" providerId="AD" clId="Web-{A23EE189-D7CD-79B6-C7F1-ACF5D8679B05}" dt="2023-11-14T07:04:04.616" v="549" actId="20577"/>
          <ac:spMkLst>
            <pc:docMk/>
            <pc:sldMk cId="3898563862" sldId="1629"/>
            <ac:spMk id="7" creationId="{00000000-0000-0000-0000-000000000000}"/>
          </ac:spMkLst>
        </pc:spChg>
        <pc:spChg chg="mod">
          <ac:chgData name="Mr. Sumit Sharma" userId="S::sumitsharma.cse@niet.co.in::0287a0e3-d7f5-4815-a5d5-4670a436bb9e" providerId="AD" clId="Web-{A23EE189-D7CD-79B6-C7F1-ACF5D8679B05}" dt="2023-11-14T07:07:57.935" v="626" actId="20577"/>
          <ac:spMkLst>
            <pc:docMk/>
            <pc:sldMk cId="3898563862" sldId="1629"/>
            <ac:spMk id="182" creationId="{FDC1A734-1528-FC7A-7C7C-B49C8922968A}"/>
          </ac:spMkLst>
        </pc:spChg>
      </pc:sldChg>
      <pc:sldChg chg="del">
        <pc:chgData name="Mr. Sumit Sharma" userId="S::sumitsharma.cse@niet.co.in::0287a0e3-d7f5-4815-a5d5-4670a436bb9e" providerId="AD" clId="Web-{A23EE189-D7CD-79B6-C7F1-ACF5D8679B05}" dt="2023-11-14T06:48:47.608" v="178"/>
        <pc:sldMkLst>
          <pc:docMk/>
          <pc:sldMk cId="410955174" sldId="1632"/>
        </pc:sldMkLst>
      </pc:sldChg>
      <pc:sldChg chg="modSp">
        <pc:chgData name="Mr. Sumit Sharma" userId="S::sumitsharma.cse@niet.co.in::0287a0e3-d7f5-4815-a5d5-4670a436bb9e" providerId="AD" clId="Web-{A23EE189-D7CD-79B6-C7F1-ACF5D8679B05}" dt="2023-11-14T07:08:10.263" v="629" actId="20577"/>
        <pc:sldMkLst>
          <pc:docMk/>
          <pc:sldMk cId="3325095983" sldId="1633"/>
        </pc:sldMkLst>
        <pc:spChg chg="mod">
          <ac:chgData name="Mr. Sumit Sharma" userId="S::sumitsharma.cse@niet.co.in::0287a0e3-d7f5-4815-a5d5-4670a436bb9e" providerId="AD" clId="Web-{A23EE189-D7CD-79B6-C7F1-ACF5D8679B05}" dt="2023-11-14T07:03:59.585" v="547" actId="20577"/>
          <ac:spMkLst>
            <pc:docMk/>
            <pc:sldMk cId="3325095983" sldId="1633"/>
            <ac:spMk id="7" creationId="{00000000-0000-0000-0000-000000000000}"/>
          </ac:spMkLst>
        </pc:spChg>
        <pc:spChg chg="mod">
          <ac:chgData name="Mr. Sumit Sharma" userId="S::sumitsharma.cse@niet.co.in::0287a0e3-d7f5-4815-a5d5-4670a436bb9e" providerId="AD" clId="Web-{A23EE189-D7CD-79B6-C7F1-ACF5D8679B05}" dt="2023-11-14T07:08:10.263" v="629" actId="20577"/>
          <ac:spMkLst>
            <pc:docMk/>
            <pc:sldMk cId="3325095983" sldId="1633"/>
            <ac:spMk id="182" creationId="{FDC1A734-1528-FC7A-7C7C-B49C8922968A}"/>
          </ac:spMkLst>
        </pc:spChg>
      </pc:sldChg>
      <pc:sldChg chg="del">
        <pc:chgData name="Mr. Sumit Sharma" userId="S::sumitsharma.cse@niet.co.in::0287a0e3-d7f5-4815-a5d5-4670a436bb9e" providerId="AD" clId="Web-{A23EE189-D7CD-79B6-C7F1-ACF5D8679B05}" dt="2023-11-14T07:08:40.592" v="646"/>
        <pc:sldMkLst>
          <pc:docMk/>
          <pc:sldMk cId="809903864" sldId="1634"/>
        </pc:sldMkLst>
      </pc:sldChg>
      <pc:sldChg chg="del">
        <pc:chgData name="Mr. Sumit Sharma" userId="S::sumitsharma.cse@niet.co.in::0287a0e3-d7f5-4815-a5d5-4670a436bb9e" providerId="AD" clId="Web-{A23EE189-D7CD-79B6-C7F1-ACF5D8679B05}" dt="2023-11-14T07:08:40.577" v="645"/>
        <pc:sldMkLst>
          <pc:docMk/>
          <pc:sldMk cId="608385784" sldId="1635"/>
        </pc:sldMkLst>
      </pc:sldChg>
      <pc:sldChg chg="del">
        <pc:chgData name="Mr. Sumit Sharma" userId="S::sumitsharma.cse@niet.co.in::0287a0e3-d7f5-4815-a5d5-4670a436bb9e" providerId="AD" clId="Web-{A23EE189-D7CD-79B6-C7F1-ACF5D8679B05}" dt="2023-11-14T07:08:40.577" v="644"/>
        <pc:sldMkLst>
          <pc:docMk/>
          <pc:sldMk cId="3239838786" sldId="1636"/>
        </pc:sldMkLst>
      </pc:sldChg>
      <pc:sldChg chg="del">
        <pc:chgData name="Mr. Sumit Sharma" userId="S::sumitsharma.cse@niet.co.in::0287a0e3-d7f5-4815-a5d5-4670a436bb9e" providerId="AD" clId="Web-{A23EE189-D7CD-79B6-C7F1-ACF5D8679B05}" dt="2023-11-14T07:08:40.577" v="643"/>
        <pc:sldMkLst>
          <pc:docMk/>
          <pc:sldMk cId="1087063166" sldId="1637"/>
        </pc:sldMkLst>
      </pc:sldChg>
      <pc:sldChg chg="del">
        <pc:chgData name="Mr. Sumit Sharma" userId="S::sumitsharma.cse@niet.co.in::0287a0e3-d7f5-4815-a5d5-4670a436bb9e" providerId="AD" clId="Web-{A23EE189-D7CD-79B6-C7F1-ACF5D8679B05}" dt="2023-11-14T07:08:40.577" v="642"/>
        <pc:sldMkLst>
          <pc:docMk/>
          <pc:sldMk cId="4139842801" sldId="1638"/>
        </pc:sldMkLst>
      </pc:sldChg>
      <pc:sldChg chg="del">
        <pc:chgData name="Mr. Sumit Sharma" userId="S::sumitsharma.cse@niet.co.in::0287a0e3-d7f5-4815-a5d5-4670a436bb9e" providerId="AD" clId="Web-{A23EE189-D7CD-79B6-C7F1-ACF5D8679B05}" dt="2023-11-14T07:08:40.561" v="641"/>
        <pc:sldMkLst>
          <pc:docMk/>
          <pc:sldMk cId="2561921270" sldId="1639"/>
        </pc:sldMkLst>
      </pc:sldChg>
      <pc:sldChg chg="del">
        <pc:chgData name="Mr. Sumit Sharma" userId="S::sumitsharma.cse@niet.co.in::0287a0e3-d7f5-4815-a5d5-4670a436bb9e" providerId="AD" clId="Web-{A23EE189-D7CD-79B6-C7F1-ACF5D8679B05}" dt="2023-11-14T07:08:40.561" v="640"/>
        <pc:sldMkLst>
          <pc:docMk/>
          <pc:sldMk cId="3124687220" sldId="1640"/>
        </pc:sldMkLst>
      </pc:sldChg>
      <pc:sldChg chg="del">
        <pc:chgData name="Mr. Sumit Sharma" userId="S::sumitsharma.cse@niet.co.in::0287a0e3-d7f5-4815-a5d5-4670a436bb9e" providerId="AD" clId="Web-{A23EE189-D7CD-79B6-C7F1-ACF5D8679B05}" dt="2023-11-14T07:08:40.545" v="639"/>
        <pc:sldMkLst>
          <pc:docMk/>
          <pc:sldMk cId="2027776359" sldId="1641"/>
        </pc:sldMkLst>
      </pc:sldChg>
      <pc:sldChg chg="del">
        <pc:chgData name="Mr. Sumit Sharma" userId="S::sumitsharma.cse@niet.co.in::0287a0e3-d7f5-4815-a5d5-4670a436bb9e" providerId="AD" clId="Web-{A23EE189-D7CD-79B6-C7F1-ACF5D8679B05}" dt="2023-11-14T07:08:40.545" v="638"/>
        <pc:sldMkLst>
          <pc:docMk/>
          <pc:sldMk cId="2829405295" sldId="1642"/>
        </pc:sldMkLst>
      </pc:sldChg>
      <pc:sldChg chg="del">
        <pc:chgData name="Mr. Sumit Sharma" userId="S::sumitsharma.cse@niet.co.in::0287a0e3-d7f5-4815-a5d5-4670a436bb9e" providerId="AD" clId="Web-{A23EE189-D7CD-79B6-C7F1-ACF5D8679B05}" dt="2023-11-14T07:08:40.545" v="637"/>
        <pc:sldMkLst>
          <pc:docMk/>
          <pc:sldMk cId="2055003255" sldId="1643"/>
        </pc:sldMkLst>
      </pc:sldChg>
      <pc:sldChg chg="del">
        <pc:chgData name="Mr. Sumit Sharma" userId="S::sumitsharma.cse@niet.co.in::0287a0e3-d7f5-4815-a5d5-4670a436bb9e" providerId="AD" clId="Web-{A23EE189-D7CD-79B6-C7F1-ACF5D8679B05}" dt="2023-11-14T07:08:40.530" v="636"/>
        <pc:sldMkLst>
          <pc:docMk/>
          <pc:sldMk cId="538178126" sldId="1644"/>
        </pc:sldMkLst>
      </pc:sldChg>
      <pc:sldChg chg="del">
        <pc:chgData name="Mr. Sumit Sharma" userId="S::sumitsharma.cse@niet.co.in::0287a0e3-d7f5-4815-a5d5-4670a436bb9e" providerId="AD" clId="Web-{A23EE189-D7CD-79B6-C7F1-ACF5D8679B05}" dt="2023-11-14T07:08:40.530" v="635"/>
        <pc:sldMkLst>
          <pc:docMk/>
          <pc:sldMk cId="218606843" sldId="1645"/>
        </pc:sldMkLst>
      </pc:sldChg>
      <pc:sldChg chg="del">
        <pc:chgData name="Mr. Sumit Sharma" userId="S::sumitsharma.cse@niet.co.in::0287a0e3-d7f5-4815-a5d5-4670a436bb9e" providerId="AD" clId="Web-{A23EE189-D7CD-79B6-C7F1-ACF5D8679B05}" dt="2023-11-14T07:08:40.530" v="634"/>
        <pc:sldMkLst>
          <pc:docMk/>
          <pc:sldMk cId="923037065" sldId="1646"/>
        </pc:sldMkLst>
      </pc:sldChg>
      <pc:sldChg chg="del">
        <pc:chgData name="Mr. Sumit Sharma" userId="S::sumitsharma.cse@niet.co.in::0287a0e3-d7f5-4815-a5d5-4670a436bb9e" providerId="AD" clId="Web-{A23EE189-D7CD-79B6-C7F1-ACF5D8679B05}" dt="2023-11-14T07:08:40.530" v="633"/>
        <pc:sldMkLst>
          <pc:docMk/>
          <pc:sldMk cId="2369748499" sldId="1647"/>
        </pc:sldMkLst>
      </pc:sldChg>
      <pc:sldChg chg="del">
        <pc:chgData name="Mr. Sumit Sharma" userId="S::sumitsharma.cse@niet.co.in::0287a0e3-d7f5-4815-a5d5-4670a436bb9e" providerId="AD" clId="Web-{A23EE189-D7CD-79B6-C7F1-ACF5D8679B05}" dt="2023-11-14T07:08:40.514" v="632"/>
        <pc:sldMkLst>
          <pc:docMk/>
          <pc:sldMk cId="4271535836" sldId="1648"/>
        </pc:sldMkLst>
      </pc:sldChg>
      <pc:sldChg chg="del">
        <pc:chgData name="Mr. Sumit Sharma" userId="S::sumitsharma.cse@niet.co.in::0287a0e3-d7f5-4815-a5d5-4670a436bb9e" providerId="AD" clId="Web-{A23EE189-D7CD-79B6-C7F1-ACF5D8679B05}" dt="2023-11-14T07:08:40.514" v="631"/>
        <pc:sldMkLst>
          <pc:docMk/>
          <pc:sldMk cId="619113253" sldId="1649"/>
        </pc:sldMkLst>
      </pc:sldChg>
      <pc:sldChg chg="modSp add">
        <pc:chgData name="Mr. Sumit Sharma" userId="S::sumitsharma.cse@niet.co.in::0287a0e3-d7f5-4815-a5d5-4670a436bb9e" providerId="AD" clId="Web-{A23EE189-D7CD-79B6-C7F1-ACF5D8679B05}" dt="2023-11-14T06:50:12.251" v="238" actId="20577"/>
        <pc:sldMkLst>
          <pc:docMk/>
          <pc:sldMk cId="3758262698" sldId="1650"/>
        </pc:sldMkLst>
        <pc:graphicFrameChg chg="modGraphic">
          <ac:chgData name="Mr. Sumit Sharma" userId="S::sumitsharma.cse@niet.co.in::0287a0e3-d7f5-4815-a5d5-4670a436bb9e" providerId="AD" clId="Web-{A23EE189-D7CD-79B6-C7F1-ACF5D8679B05}" dt="2023-11-14T06:50:12.251" v="238" actId="20577"/>
          <ac:graphicFrameMkLst>
            <pc:docMk/>
            <pc:sldMk cId="3758262698" sldId="1650"/>
            <ac:graphicFrameMk id="28" creationId="{7911BCD3-FD89-BC16-4A6F-1F614AC172FE}"/>
          </ac:graphicFrameMkLst>
        </pc:graphicFrameChg>
      </pc:sldChg>
      <pc:sldChg chg="modSp add">
        <pc:chgData name="Mr. Sumit Sharma" userId="S::sumitsharma.cse@niet.co.in::0287a0e3-d7f5-4815-a5d5-4670a436bb9e" providerId="AD" clId="Web-{A23EE189-D7CD-79B6-C7F1-ACF5D8679B05}" dt="2023-11-14T06:51:57.472" v="272" actId="20577"/>
        <pc:sldMkLst>
          <pc:docMk/>
          <pc:sldMk cId="2243173294" sldId="1651"/>
        </pc:sldMkLst>
        <pc:spChg chg="mod">
          <ac:chgData name="Mr. Sumit Sharma" userId="S::sumitsharma.cse@niet.co.in::0287a0e3-d7f5-4815-a5d5-4670a436bb9e" providerId="AD" clId="Web-{A23EE189-D7CD-79B6-C7F1-ACF5D8679B05}" dt="2023-11-14T06:50:44.955" v="251" actId="20577"/>
          <ac:spMkLst>
            <pc:docMk/>
            <pc:sldMk cId="2243173294" sldId="1651"/>
            <ac:spMk id="7" creationId="{00000000-0000-0000-0000-000000000000}"/>
          </ac:spMkLst>
        </pc:spChg>
        <pc:graphicFrameChg chg="modGraphic">
          <ac:chgData name="Mr. Sumit Sharma" userId="S::sumitsharma.cse@niet.co.in::0287a0e3-d7f5-4815-a5d5-4670a436bb9e" providerId="AD" clId="Web-{A23EE189-D7CD-79B6-C7F1-ACF5D8679B05}" dt="2023-11-14T06:51:57.472" v="272" actId="20577"/>
          <ac:graphicFrameMkLst>
            <pc:docMk/>
            <pc:sldMk cId="2243173294" sldId="1651"/>
            <ac:graphicFrameMk id="28" creationId="{7911BCD3-FD89-BC16-4A6F-1F614AC172FE}"/>
          </ac:graphicFrameMkLst>
        </pc:graphicFrameChg>
      </pc:sldChg>
      <pc:sldChg chg="modSp add">
        <pc:chgData name="Mr. Sumit Sharma" userId="S::sumitsharma.cse@niet.co.in::0287a0e3-d7f5-4815-a5d5-4670a436bb9e" providerId="AD" clId="Web-{A23EE189-D7CD-79B6-C7F1-ACF5D8679B05}" dt="2023-11-14T06:53:52.522" v="345" actId="20577"/>
        <pc:sldMkLst>
          <pc:docMk/>
          <pc:sldMk cId="427651656" sldId="1652"/>
        </pc:sldMkLst>
        <pc:spChg chg="mod">
          <ac:chgData name="Mr. Sumit Sharma" userId="S::sumitsharma.cse@niet.co.in::0287a0e3-d7f5-4815-a5d5-4670a436bb9e" providerId="AD" clId="Web-{A23EE189-D7CD-79B6-C7F1-ACF5D8679B05}" dt="2023-11-14T06:52:44.098" v="285" actId="20577"/>
          <ac:spMkLst>
            <pc:docMk/>
            <pc:sldMk cId="427651656" sldId="1652"/>
            <ac:spMk id="7" creationId="{00000000-0000-0000-0000-000000000000}"/>
          </ac:spMkLst>
        </pc:spChg>
        <pc:graphicFrameChg chg="mod modGraphic">
          <ac:chgData name="Mr. Sumit Sharma" userId="S::sumitsharma.cse@niet.co.in::0287a0e3-d7f5-4815-a5d5-4670a436bb9e" providerId="AD" clId="Web-{A23EE189-D7CD-79B6-C7F1-ACF5D8679B05}" dt="2023-11-14T06:53:52.522" v="345" actId="20577"/>
          <ac:graphicFrameMkLst>
            <pc:docMk/>
            <pc:sldMk cId="427651656" sldId="1652"/>
            <ac:graphicFrameMk id="28" creationId="{7911BCD3-FD89-BC16-4A6F-1F614AC172FE}"/>
          </ac:graphicFrameMkLst>
        </pc:graphicFrameChg>
      </pc:sldChg>
      <pc:sldChg chg="modSp add">
        <pc:chgData name="Mr. Sumit Sharma" userId="S::sumitsharma.cse@niet.co.in::0287a0e3-d7f5-4815-a5d5-4670a436bb9e" providerId="AD" clId="Web-{A23EE189-D7CD-79B6-C7F1-ACF5D8679B05}" dt="2023-11-14T06:59:32.500" v="380" actId="20577"/>
        <pc:sldMkLst>
          <pc:docMk/>
          <pc:sldMk cId="3427811672" sldId="1653"/>
        </pc:sldMkLst>
        <pc:spChg chg="mod">
          <ac:chgData name="Mr. Sumit Sharma" userId="S::sumitsharma.cse@niet.co.in::0287a0e3-d7f5-4815-a5d5-4670a436bb9e" providerId="AD" clId="Web-{A23EE189-D7CD-79B6-C7F1-ACF5D8679B05}" dt="2023-11-14T06:57:45.466" v="349" actId="20577"/>
          <ac:spMkLst>
            <pc:docMk/>
            <pc:sldMk cId="3427811672" sldId="1653"/>
            <ac:spMk id="7" creationId="{00000000-0000-0000-0000-000000000000}"/>
          </ac:spMkLst>
        </pc:spChg>
        <pc:graphicFrameChg chg="modGraphic">
          <ac:chgData name="Mr. Sumit Sharma" userId="S::sumitsharma.cse@niet.co.in::0287a0e3-d7f5-4815-a5d5-4670a436bb9e" providerId="AD" clId="Web-{A23EE189-D7CD-79B6-C7F1-ACF5D8679B05}" dt="2023-11-14T06:59:32.500" v="380" actId="20577"/>
          <ac:graphicFrameMkLst>
            <pc:docMk/>
            <pc:sldMk cId="3427811672" sldId="1653"/>
            <ac:graphicFrameMk id="28" creationId="{7911BCD3-FD89-BC16-4A6F-1F614AC172FE}"/>
          </ac:graphicFrameMkLst>
        </pc:graphicFrameChg>
      </pc:sldChg>
      <pc:sldChg chg="modSp add">
        <pc:chgData name="Mr. Sumit Sharma" userId="S::sumitsharma.cse@niet.co.in::0287a0e3-d7f5-4815-a5d5-4670a436bb9e" providerId="AD" clId="Web-{A23EE189-D7CD-79B6-C7F1-ACF5D8679B05}" dt="2023-11-14T07:09:45.313" v="657" actId="20577"/>
        <pc:sldMkLst>
          <pc:docMk/>
          <pc:sldMk cId="3684311507" sldId="1654"/>
        </pc:sldMkLst>
        <pc:spChg chg="mod">
          <ac:chgData name="Mr. Sumit Sharma" userId="S::sumitsharma.cse@niet.co.in::0287a0e3-d7f5-4815-a5d5-4670a436bb9e" providerId="AD" clId="Web-{A23EE189-D7CD-79B6-C7F1-ACF5D8679B05}" dt="2023-11-14T07:09:04.984" v="648" actId="20577"/>
          <ac:spMkLst>
            <pc:docMk/>
            <pc:sldMk cId="3684311507" sldId="1654"/>
            <ac:spMk id="7" creationId="{00000000-0000-0000-0000-000000000000}"/>
          </ac:spMkLst>
        </pc:spChg>
        <pc:graphicFrameChg chg="modGraphic">
          <ac:chgData name="Mr. Sumit Sharma" userId="S::sumitsharma.cse@niet.co.in::0287a0e3-d7f5-4815-a5d5-4670a436bb9e" providerId="AD" clId="Web-{A23EE189-D7CD-79B6-C7F1-ACF5D8679B05}" dt="2023-11-14T07:09:45.313" v="657" actId="20577"/>
          <ac:graphicFrameMkLst>
            <pc:docMk/>
            <pc:sldMk cId="3684311507" sldId="1654"/>
            <ac:graphicFrameMk id="28" creationId="{7911BCD3-FD89-BC16-4A6F-1F614AC172FE}"/>
          </ac:graphicFrameMkLst>
        </pc:graphicFrameChg>
      </pc:sldChg>
      <pc:sldChg chg="modSp add del">
        <pc:chgData name="Mr. Sumit Sharma" userId="S::sumitsharma.cse@niet.co.in::0287a0e3-d7f5-4815-a5d5-4670a436bb9e" providerId="AD" clId="Web-{A23EE189-D7CD-79B6-C7F1-ACF5D8679B05}" dt="2023-11-14T07:02:04.347" v="470"/>
        <pc:sldMkLst>
          <pc:docMk/>
          <pc:sldMk cId="4118660958" sldId="1654"/>
        </pc:sldMkLst>
        <pc:spChg chg="mod">
          <ac:chgData name="Mr. Sumit Sharma" userId="S::sumitsharma.cse@niet.co.in::0287a0e3-d7f5-4815-a5d5-4670a436bb9e" providerId="AD" clId="Web-{A23EE189-D7CD-79B6-C7F1-ACF5D8679B05}" dt="2023-11-14T06:59:23.671" v="376" actId="20577"/>
          <ac:spMkLst>
            <pc:docMk/>
            <pc:sldMk cId="4118660958" sldId="1654"/>
            <ac:spMk id="7" creationId="{00000000-0000-0000-0000-000000000000}"/>
          </ac:spMkLst>
        </pc:spChg>
        <pc:graphicFrameChg chg="modGraphic">
          <ac:chgData name="Mr. Sumit Sharma" userId="S::sumitsharma.cse@niet.co.in::0287a0e3-d7f5-4815-a5d5-4670a436bb9e" providerId="AD" clId="Web-{A23EE189-D7CD-79B6-C7F1-ACF5D8679B05}" dt="2023-11-14T07:02:00.222" v="469" actId="20577"/>
          <ac:graphicFrameMkLst>
            <pc:docMk/>
            <pc:sldMk cId="4118660958" sldId="1654"/>
            <ac:graphicFrameMk id="28" creationId="{7911BCD3-FD89-BC16-4A6F-1F614AC172FE}"/>
          </ac:graphicFrameMkLst>
        </pc:graphicFrameChg>
      </pc:sldChg>
      <pc:sldChg chg="modSp add">
        <pc:chgData name="Mr. Sumit Sharma" userId="S::sumitsharma.cse@niet.co.in::0287a0e3-d7f5-4815-a5d5-4670a436bb9e" providerId="AD" clId="Web-{A23EE189-D7CD-79B6-C7F1-ACF5D8679B05}" dt="2023-11-14T07:15:59.573" v="816" actId="20577"/>
        <pc:sldMkLst>
          <pc:docMk/>
          <pc:sldMk cId="112737752" sldId="1655"/>
        </pc:sldMkLst>
        <pc:spChg chg="mod">
          <ac:chgData name="Mr. Sumit Sharma" userId="S::sumitsharma.cse@niet.co.in::0287a0e3-d7f5-4815-a5d5-4670a436bb9e" providerId="AD" clId="Web-{A23EE189-D7CD-79B6-C7F1-ACF5D8679B05}" dt="2023-11-14T07:11:25.113" v="664" actId="20577"/>
          <ac:spMkLst>
            <pc:docMk/>
            <pc:sldMk cId="112737752" sldId="1655"/>
            <ac:spMk id="7" creationId="{00000000-0000-0000-0000-000000000000}"/>
          </ac:spMkLst>
        </pc:spChg>
        <pc:spChg chg="mod">
          <ac:chgData name="Mr. Sumit Sharma" userId="S::sumitsharma.cse@niet.co.in::0287a0e3-d7f5-4815-a5d5-4670a436bb9e" providerId="AD" clId="Web-{A23EE189-D7CD-79B6-C7F1-ACF5D8679B05}" dt="2023-11-14T07:15:59.573" v="816" actId="20577"/>
          <ac:spMkLst>
            <pc:docMk/>
            <pc:sldMk cId="112737752" sldId="1655"/>
            <ac:spMk id="182" creationId="{FDC1A734-1528-FC7A-7C7C-B49C8922968A}"/>
          </ac:spMkLst>
        </pc:spChg>
      </pc:sldChg>
      <pc:sldChg chg="modSp add">
        <pc:chgData name="Mr. Sumit Sharma" userId="S::sumitsharma.cse@niet.co.in::0287a0e3-d7f5-4815-a5d5-4670a436bb9e" providerId="AD" clId="Web-{A23EE189-D7CD-79B6-C7F1-ACF5D8679B05}" dt="2023-11-14T07:17:18.575" v="852" actId="20577"/>
        <pc:sldMkLst>
          <pc:docMk/>
          <pc:sldMk cId="1852337917" sldId="1656"/>
        </pc:sldMkLst>
        <pc:spChg chg="mod">
          <ac:chgData name="Mr. Sumit Sharma" userId="S::sumitsharma.cse@niet.co.in::0287a0e3-d7f5-4815-a5d5-4670a436bb9e" providerId="AD" clId="Web-{A23EE189-D7CD-79B6-C7F1-ACF5D8679B05}" dt="2023-11-14T07:17:18.575" v="852" actId="20577"/>
          <ac:spMkLst>
            <pc:docMk/>
            <pc:sldMk cId="1852337917" sldId="1656"/>
            <ac:spMk id="182" creationId="{FDC1A734-1528-FC7A-7C7C-B49C8922968A}"/>
          </ac:spMkLst>
        </pc:spChg>
      </pc:sldChg>
      <pc:sldChg chg="modSp add">
        <pc:chgData name="Mr. Sumit Sharma" userId="S::sumitsharma.cse@niet.co.in::0287a0e3-d7f5-4815-a5d5-4670a436bb9e" providerId="AD" clId="Web-{A23EE189-D7CD-79B6-C7F1-ACF5D8679B05}" dt="2023-11-14T07:24:13.617" v="873" actId="20577"/>
        <pc:sldMkLst>
          <pc:docMk/>
          <pc:sldMk cId="2605676336" sldId="1657"/>
        </pc:sldMkLst>
        <pc:spChg chg="mod">
          <ac:chgData name="Mr. Sumit Sharma" userId="S::sumitsharma.cse@niet.co.in::0287a0e3-d7f5-4815-a5d5-4670a436bb9e" providerId="AD" clId="Web-{A23EE189-D7CD-79B6-C7F1-ACF5D8679B05}" dt="2023-11-14T07:23:35.179" v="865" actId="20577"/>
          <ac:spMkLst>
            <pc:docMk/>
            <pc:sldMk cId="2605676336" sldId="1657"/>
            <ac:spMk id="7" creationId="{00000000-0000-0000-0000-000000000000}"/>
          </ac:spMkLst>
        </pc:spChg>
        <pc:graphicFrameChg chg="modGraphic">
          <ac:chgData name="Mr. Sumit Sharma" userId="S::sumitsharma.cse@niet.co.in::0287a0e3-d7f5-4815-a5d5-4670a436bb9e" providerId="AD" clId="Web-{A23EE189-D7CD-79B6-C7F1-ACF5D8679B05}" dt="2023-11-14T07:24:13.617" v="873" actId="20577"/>
          <ac:graphicFrameMkLst>
            <pc:docMk/>
            <pc:sldMk cId="2605676336" sldId="1657"/>
            <ac:graphicFrameMk id="28" creationId="{7911BCD3-FD89-BC16-4A6F-1F614AC172FE}"/>
          </ac:graphicFrameMkLst>
        </pc:graphicFrameChg>
      </pc:sldChg>
      <pc:sldChg chg="modSp add">
        <pc:chgData name="Mr. Sumit Sharma" userId="S::sumitsharma.cse@niet.co.in::0287a0e3-d7f5-4815-a5d5-4670a436bb9e" providerId="AD" clId="Web-{A23EE189-D7CD-79B6-C7F1-ACF5D8679B05}" dt="2023-11-14T07:25:52.963" v="886" actId="20577"/>
        <pc:sldMkLst>
          <pc:docMk/>
          <pc:sldMk cId="1066249320" sldId="1658"/>
        </pc:sldMkLst>
        <pc:spChg chg="mod">
          <ac:chgData name="Mr. Sumit Sharma" userId="S::sumitsharma.cse@niet.co.in::0287a0e3-d7f5-4815-a5d5-4670a436bb9e" providerId="AD" clId="Web-{A23EE189-D7CD-79B6-C7F1-ACF5D8679B05}" dt="2023-11-14T07:24:58.931" v="876" actId="20577"/>
          <ac:spMkLst>
            <pc:docMk/>
            <pc:sldMk cId="1066249320" sldId="1658"/>
            <ac:spMk id="7" creationId="{00000000-0000-0000-0000-000000000000}"/>
          </ac:spMkLst>
        </pc:spChg>
        <pc:graphicFrameChg chg="modGraphic">
          <ac:chgData name="Mr. Sumit Sharma" userId="S::sumitsharma.cse@niet.co.in::0287a0e3-d7f5-4815-a5d5-4670a436bb9e" providerId="AD" clId="Web-{A23EE189-D7CD-79B6-C7F1-ACF5D8679B05}" dt="2023-11-14T07:25:52.963" v="886" actId="20577"/>
          <ac:graphicFrameMkLst>
            <pc:docMk/>
            <pc:sldMk cId="1066249320" sldId="1658"/>
            <ac:graphicFrameMk id="28" creationId="{7911BCD3-FD89-BC16-4A6F-1F614AC172FE}"/>
          </ac:graphicFrameMkLst>
        </pc:graphicFrameChg>
      </pc:sldChg>
      <pc:sldChg chg="modSp add">
        <pc:chgData name="Mr. Sumit Sharma" userId="S::sumitsharma.cse@niet.co.in::0287a0e3-d7f5-4815-a5d5-4670a436bb9e" providerId="AD" clId="Web-{A23EE189-D7CD-79B6-C7F1-ACF5D8679B05}" dt="2023-11-14T07:27:53.295" v="929" actId="20577"/>
        <pc:sldMkLst>
          <pc:docMk/>
          <pc:sldMk cId="1384850036" sldId="1659"/>
        </pc:sldMkLst>
        <pc:spChg chg="mod">
          <ac:chgData name="Mr. Sumit Sharma" userId="S::sumitsharma.cse@niet.co.in::0287a0e3-d7f5-4815-a5d5-4670a436bb9e" providerId="AD" clId="Web-{A23EE189-D7CD-79B6-C7F1-ACF5D8679B05}" dt="2023-11-14T07:26:52.418" v="891" actId="20577"/>
          <ac:spMkLst>
            <pc:docMk/>
            <pc:sldMk cId="1384850036" sldId="1659"/>
            <ac:spMk id="7" creationId="{00000000-0000-0000-0000-000000000000}"/>
          </ac:spMkLst>
        </pc:spChg>
        <pc:graphicFrameChg chg="modGraphic">
          <ac:chgData name="Mr. Sumit Sharma" userId="S::sumitsharma.cse@niet.co.in::0287a0e3-d7f5-4815-a5d5-4670a436bb9e" providerId="AD" clId="Web-{A23EE189-D7CD-79B6-C7F1-ACF5D8679B05}" dt="2023-11-14T07:27:53.295" v="929" actId="20577"/>
          <ac:graphicFrameMkLst>
            <pc:docMk/>
            <pc:sldMk cId="1384850036" sldId="1659"/>
            <ac:graphicFrameMk id="28" creationId="{7911BCD3-FD89-BC16-4A6F-1F614AC172FE}"/>
          </ac:graphicFrameMkLst>
        </pc:graphicFrameChg>
      </pc:sldChg>
      <pc:sldChg chg="modSp add">
        <pc:chgData name="Mr. Sumit Sharma" userId="S::sumitsharma.cse@niet.co.in::0287a0e3-d7f5-4815-a5d5-4670a436bb9e" providerId="AD" clId="Web-{A23EE189-D7CD-79B6-C7F1-ACF5D8679B05}" dt="2023-11-14T07:29:14.844" v="944" actId="20577"/>
        <pc:sldMkLst>
          <pc:docMk/>
          <pc:sldMk cId="2382242276" sldId="1660"/>
        </pc:sldMkLst>
        <pc:spChg chg="mod">
          <ac:chgData name="Mr. Sumit Sharma" userId="S::sumitsharma.cse@niet.co.in::0287a0e3-d7f5-4815-a5d5-4670a436bb9e" providerId="AD" clId="Web-{A23EE189-D7CD-79B6-C7F1-ACF5D8679B05}" dt="2023-11-14T07:28:33.968" v="935" actId="20577"/>
          <ac:spMkLst>
            <pc:docMk/>
            <pc:sldMk cId="2382242276" sldId="1660"/>
            <ac:spMk id="7" creationId="{00000000-0000-0000-0000-000000000000}"/>
          </ac:spMkLst>
        </pc:spChg>
        <pc:graphicFrameChg chg="modGraphic">
          <ac:chgData name="Mr. Sumit Sharma" userId="S::sumitsharma.cse@niet.co.in::0287a0e3-d7f5-4815-a5d5-4670a436bb9e" providerId="AD" clId="Web-{A23EE189-D7CD-79B6-C7F1-ACF5D8679B05}" dt="2023-11-14T07:29:14.844" v="944" actId="20577"/>
          <ac:graphicFrameMkLst>
            <pc:docMk/>
            <pc:sldMk cId="2382242276" sldId="1660"/>
            <ac:graphicFrameMk id="28" creationId="{7911BCD3-FD89-BC16-4A6F-1F614AC172FE}"/>
          </ac:graphicFrameMkLst>
        </pc:graphicFrameChg>
      </pc:sldChg>
      <pc:sldChg chg="modSp add">
        <pc:chgData name="Mr. Sumit Sharma" userId="S::sumitsharma.cse@niet.co.in::0287a0e3-d7f5-4815-a5d5-4670a436bb9e" providerId="AD" clId="Web-{A23EE189-D7CD-79B6-C7F1-ACF5D8679B05}" dt="2023-11-14T07:30:55.065" v="962" actId="20577"/>
        <pc:sldMkLst>
          <pc:docMk/>
          <pc:sldMk cId="1080662209" sldId="1661"/>
        </pc:sldMkLst>
        <pc:spChg chg="mod">
          <ac:chgData name="Mr. Sumit Sharma" userId="S::sumitsharma.cse@niet.co.in::0287a0e3-d7f5-4815-a5d5-4670a436bb9e" providerId="AD" clId="Web-{A23EE189-D7CD-79B6-C7F1-ACF5D8679B05}" dt="2023-11-14T07:29:59.501" v="959" actId="20577"/>
          <ac:spMkLst>
            <pc:docMk/>
            <pc:sldMk cId="1080662209" sldId="1661"/>
            <ac:spMk id="7" creationId="{00000000-0000-0000-0000-000000000000}"/>
          </ac:spMkLst>
        </pc:spChg>
        <pc:graphicFrameChg chg="modGraphic">
          <ac:chgData name="Mr. Sumit Sharma" userId="S::sumitsharma.cse@niet.co.in::0287a0e3-d7f5-4815-a5d5-4670a436bb9e" providerId="AD" clId="Web-{A23EE189-D7CD-79B6-C7F1-ACF5D8679B05}" dt="2023-11-14T07:30:55.065" v="962" actId="20577"/>
          <ac:graphicFrameMkLst>
            <pc:docMk/>
            <pc:sldMk cId="1080662209" sldId="1661"/>
            <ac:graphicFrameMk id="28" creationId="{7911BCD3-FD89-BC16-4A6F-1F614AC172FE}"/>
          </ac:graphicFrameMkLst>
        </pc:graphicFrameChg>
      </pc:sldChg>
    </pc:docChg>
  </pc:docChgLst>
  <pc:docChgLst>
    <pc:chgData name="Mr. Sumit Sharma" userId="S::sumitsharma.cse@niet.co.in::0287a0e3-d7f5-4815-a5d5-4670a436bb9e" providerId="AD" clId="Web-{5BAAF0DA-74C9-4AD1-84AD-D9BE74280E54}"/>
    <pc:docChg chg="modSld">
      <pc:chgData name="Mr. Sumit Sharma" userId="S::sumitsharma.cse@niet.co.in::0287a0e3-d7f5-4815-a5d5-4670a436bb9e" providerId="AD" clId="Web-{5BAAF0DA-74C9-4AD1-84AD-D9BE74280E54}" dt="2023-10-16T06:03:55.177" v="58" actId="20577"/>
      <pc:docMkLst>
        <pc:docMk/>
      </pc:docMkLst>
      <pc:sldChg chg="modSp">
        <pc:chgData name="Mr. Sumit Sharma" userId="S::sumitsharma.cse@niet.co.in::0287a0e3-d7f5-4815-a5d5-4670a436bb9e" providerId="AD" clId="Web-{5BAAF0DA-74C9-4AD1-84AD-D9BE74280E54}" dt="2023-10-16T05:42:11.830" v="42" actId="20577"/>
        <pc:sldMkLst>
          <pc:docMk/>
          <pc:sldMk cId="195056096" sldId="1614"/>
        </pc:sldMkLst>
        <pc:spChg chg="mod">
          <ac:chgData name="Mr. Sumit Sharma" userId="S::sumitsharma.cse@niet.co.in::0287a0e3-d7f5-4815-a5d5-4670a436bb9e" providerId="AD" clId="Web-{5BAAF0DA-74C9-4AD1-84AD-D9BE74280E54}" dt="2023-10-16T05:42:11.830" v="42" actId="20577"/>
          <ac:spMkLst>
            <pc:docMk/>
            <pc:sldMk cId="195056096" sldId="1614"/>
            <ac:spMk id="182" creationId="{FDC1A734-1528-FC7A-7C7C-B49C8922968A}"/>
          </ac:spMkLst>
        </pc:spChg>
      </pc:sldChg>
      <pc:sldChg chg="modSp">
        <pc:chgData name="Mr. Sumit Sharma" userId="S::sumitsharma.cse@niet.co.in::0287a0e3-d7f5-4815-a5d5-4670a436bb9e" providerId="AD" clId="Web-{5BAAF0DA-74C9-4AD1-84AD-D9BE74280E54}" dt="2023-10-16T06:03:55.177" v="58" actId="20577"/>
        <pc:sldMkLst>
          <pc:docMk/>
          <pc:sldMk cId="3259819603" sldId="1622"/>
        </pc:sldMkLst>
        <pc:spChg chg="mod">
          <ac:chgData name="Mr. Sumit Sharma" userId="S::sumitsharma.cse@niet.co.in::0287a0e3-d7f5-4815-a5d5-4670a436bb9e" providerId="AD" clId="Web-{5BAAF0DA-74C9-4AD1-84AD-D9BE74280E54}" dt="2023-10-16T06:03:55.177" v="58" actId="20577"/>
          <ac:spMkLst>
            <pc:docMk/>
            <pc:sldMk cId="3259819603" sldId="1622"/>
            <ac:spMk id="182" creationId="{FDC1A734-1528-FC7A-7C7C-B49C8922968A}"/>
          </ac:spMkLst>
        </pc:spChg>
      </pc:sldChg>
    </pc:docChg>
  </pc:docChgLst>
  <pc:docChgLst>
    <pc:chgData name="Mr. Sumit Sharma" userId="S::sumitsharma.cse@niet.co.in::0287a0e3-d7f5-4815-a5d5-4670a436bb9e" providerId="AD" clId="Web-{B4AB676F-2D03-2C58-0FDC-1D5749CA1545}"/>
    <pc:docChg chg="addSld delSld modSld">
      <pc:chgData name="Mr. Sumit Sharma" userId="S::sumitsharma.cse@niet.co.in::0287a0e3-d7f5-4815-a5d5-4670a436bb9e" providerId="AD" clId="Web-{B4AB676F-2D03-2C58-0FDC-1D5749CA1545}" dt="2023-08-29T06:33:27.486" v="336" actId="20577"/>
      <pc:docMkLst>
        <pc:docMk/>
      </pc:docMkLst>
      <pc:sldChg chg="addSp delSp modSp add replId">
        <pc:chgData name="Mr. Sumit Sharma" userId="S::sumitsharma.cse@niet.co.in::0287a0e3-d7f5-4815-a5d5-4670a436bb9e" providerId="AD" clId="Web-{B4AB676F-2D03-2C58-0FDC-1D5749CA1545}" dt="2023-08-29T06:07:59.578" v="16" actId="14100"/>
        <pc:sldMkLst>
          <pc:docMk/>
          <pc:sldMk cId="1985676765" sldId="1583"/>
        </pc:sldMkLst>
        <pc:spChg chg="del mod">
          <ac:chgData name="Mr. Sumit Sharma" userId="S::sumitsharma.cse@niet.co.in::0287a0e3-d7f5-4815-a5d5-4670a436bb9e" providerId="AD" clId="Web-{B4AB676F-2D03-2C58-0FDC-1D5749CA1545}" dt="2023-08-29T06:06:44.545" v="3"/>
          <ac:spMkLst>
            <pc:docMk/>
            <pc:sldMk cId="1985676765" sldId="1583"/>
            <ac:spMk id="3" creationId="{F8CC24E1-E4CB-4555-AAFE-79673E88E287}"/>
          </ac:spMkLst>
        </pc:spChg>
        <pc:spChg chg="add del mod">
          <ac:chgData name="Mr. Sumit Sharma" userId="S::sumitsharma.cse@niet.co.in::0287a0e3-d7f5-4815-a5d5-4670a436bb9e" providerId="AD" clId="Web-{B4AB676F-2D03-2C58-0FDC-1D5749CA1545}" dt="2023-08-29T06:06:48.014" v="4"/>
          <ac:spMkLst>
            <pc:docMk/>
            <pc:sldMk cId="1985676765" sldId="1583"/>
            <ac:spMk id="4" creationId="{4EC34E13-6DFC-518F-F579-5FBF71C7FD1E}"/>
          </ac:spMkLst>
        </pc:spChg>
        <pc:spChg chg="mod">
          <ac:chgData name="Mr. Sumit Sharma" userId="S::sumitsharma.cse@niet.co.in::0287a0e3-d7f5-4815-a5d5-4670a436bb9e" providerId="AD" clId="Web-{B4AB676F-2D03-2C58-0FDC-1D5749CA1545}" dt="2023-08-29T06:07:53.468" v="13"/>
          <ac:spMkLst>
            <pc:docMk/>
            <pc:sldMk cId="1985676765" sldId="1583"/>
            <ac:spMk id="6" creationId="{00000000-0000-0000-0000-000000000000}"/>
          </ac:spMkLst>
        </pc:spChg>
        <pc:spChg chg="del">
          <ac:chgData name="Mr. Sumit Sharma" userId="S::sumitsharma.cse@niet.co.in::0287a0e3-d7f5-4815-a5d5-4670a436bb9e" providerId="AD" clId="Web-{B4AB676F-2D03-2C58-0FDC-1D5749CA1545}" dt="2023-08-29T06:06:42.482" v="1"/>
          <ac:spMkLst>
            <pc:docMk/>
            <pc:sldMk cId="1985676765" sldId="1583"/>
            <ac:spMk id="7" creationId="{00000000-0000-0000-0000-000000000000}"/>
          </ac:spMkLst>
        </pc:spChg>
        <pc:spChg chg="add del">
          <ac:chgData name="Mr. Sumit Sharma" userId="S::sumitsharma.cse@niet.co.in::0287a0e3-d7f5-4815-a5d5-4670a436bb9e" providerId="AD" clId="Web-{B4AB676F-2D03-2C58-0FDC-1D5749CA1545}" dt="2023-08-29T06:07:31.983" v="9"/>
          <ac:spMkLst>
            <pc:docMk/>
            <pc:sldMk cId="1985676765" sldId="1583"/>
            <ac:spMk id="54" creationId="{907EF6B7-1338-4443-8C46-6A318D952DFD}"/>
          </ac:spMkLst>
        </pc:spChg>
        <pc:spChg chg="add del">
          <ac:chgData name="Mr. Sumit Sharma" userId="S::sumitsharma.cse@niet.co.in::0287a0e3-d7f5-4815-a5d5-4670a436bb9e" providerId="AD" clId="Web-{B4AB676F-2D03-2C58-0FDC-1D5749CA1545}" dt="2023-08-29T06:07:31.983" v="9"/>
          <ac:spMkLst>
            <pc:docMk/>
            <pc:sldMk cId="1985676765" sldId="1583"/>
            <ac:spMk id="56" creationId="{DAAE4CDD-124C-4DCF-9584-B6033B545DD5}"/>
          </ac:spMkLst>
        </pc:spChg>
        <pc:spChg chg="add del">
          <ac:chgData name="Mr. Sumit Sharma" userId="S::sumitsharma.cse@niet.co.in::0287a0e3-d7f5-4815-a5d5-4670a436bb9e" providerId="AD" clId="Web-{B4AB676F-2D03-2C58-0FDC-1D5749CA1545}" dt="2023-08-29T06:07:31.983" v="9"/>
          <ac:spMkLst>
            <pc:docMk/>
            <pc:sldMk cId="1985676765" sldId="1583"/>
            <ac:spMk id="58" creationId="{081E4A58-353D-44AE-B2FC-2A74E2E400F7}"/>
          </ac:spMkLst>
        </pc:spChg>
        <pc:spChg chg="add del">
          <ac:chgData name="Mr. Sumit Sharma" userId="S::sumitsharma.cse@niet.co.in::0287a0e3-d7f5-4815-a5d5-4670a436bb9e" providerId="AD" clId="Web-{B4AB676F-2D03-2C58-0FDC-1D5749CA1545}" dt="2023-08-29T06:07:53.468" v="14"/>
          <ac:spMkLst>
            <pc:docMk/>
            <pc:sldMk cId="1985676765" sldId="1583"/>
            <ac:spMk id="63" creationId="{AB8C311F-7253-4AED-9701-7FC0708C41C7}"/>
          </ac:spMkLst>
        </pc:spChg>
        <pc:spChg chg="add del">
          <ac:chgData name="Mr. Sumit Sharma" userId="S::sumitsharma.cse@niet.co.in::0287a0e3-d7f5-4815-a5d5-4670a436bb9e" providerId="AD" clId="Web-{B4AB676F-2D03-2C58-0FDC-1D5749CA1545}" dt="2023-08-29T06:07:53.468" v="14"/>
          <ac:spMkLst>
            <pc:docMk/>
            <pc:sldMk cId="1985676765" sldId="1583"/>
            <ac:spMk id="65" creationId="{E2384209-CB15-4CDF-9D31-C44FD9A3F20D}"/>
          </ac:spMkLst>
        </pc:spChg>
        <pc:spChg chg="add del">
          <ac:chgData name="Mr. Sumit Sharma" userId="S::sumitsharma.cse@niet.co.in::0287a0e3-d7f5-4815-a5d5-4670a436bb9e" providerId="AD" clId="Web-{B4AB676F-2D03-2C58-0FDC-1D5749CA1545}" dt="2023-08-29T06:07:53.468" v="14"/>
          <ac:spMkLst>
            <pc:docMk/>
            <pc:sldMk cId="1985676765" sldId="1583"/>
            <ac:spMk id="67" creationId="{2633B3B5-CC90-43F0-8714-D31D1F3F0209}"/>
          </ac:spMkLst>
        </pc:spChg>
        <pc:spChg chg="add del">
          <ac:chgData name="Mr. Sumit Sharma" userId="S::sumitsharma.cse@niet.co.in::0287a0e3-d7f5-4815-a5d5-4670a436bb9e" providerId="AD" clId="Web-{B4AB676F-2D03-2C58-0FDC-1D5749CA1545}" dt="2023-08-29T06:07:53.468" v="14"/>
          <ac:spMkLst>
            <pc:docMk/>
            <pc:sldMk cId="1985676765" sldId="1583"/>
            <ac:spMk id="69" creationId="{A8D57A06-A426-446D-B02C-A2DC6B62E45E}"/>
          </ac:spMkLst>
        </pc:spChg>
        <pc:spChg chg="add del">
          <ac:chgData name="Mr. Sumit Sharma" userId="S::sumitsharma.cse@niet.co.in::0287a0e3-d7f5-4815-a5d5-4670a436bb9e" providerId="AD" clId="Web-{B4AB676F-2D03-2C58-0FDC-1D5749CA1545}" dt="2023-08-29T06:07:53.468" v="13"/>
          <ac:spMkLst>
            <pc:docMk/>
            <pc:sldMk cId="1985676765" sldId="1583"/>
            <ac:spMk id="74" creationId="{42A4FC2C-047E-45A5-965D-8E1E3BF09BC6}"/>
          </ac:spMkLst>
        </pc:spChg>
        <pc:spChg chg="add">
          <ac:chgData name="Mr. Sumit Sharma" userId="S::sumitsharma.cse@niet.co.in::0287a0e3-d7f5-4815-a5d5-4670a436bb9e" providerId="AD" clId="Web-{B4AB676F-2D03-2C58-0FDC-1D5749CA1545}" dt="2023-08-29T06:07:53.468" v="14"/>
          <ac:spMkLst>
            <pc:docMk/>
            <pc:sldMk cId="1985676765" sldId="1583"/>
            <ac:spMk id="76" creationId="{E2384209-CB15-4CDF-9D31-C44FD9A3F20D}"/>
          </ac:spMkLst>
        </pc:spChg>
        <pc:spChg chg="add">
          <ac:chgData name="Mr. Sumit Sharma" userId="S::sumitsharma.cse@niet.co.in::0287a0e3-d7f5-4815-a5d5-4670a436bb9e" providerId="AD" clId="Web-{B4AB676F-2D03-2C58-0FDC-1D5749CA1545}" dt="2023-08-29T06:07:53.468" v="14"/>
          <ac:spMkLst>
            <pc:docMk/>
            <pc:sldMk cId="1985676765" sldId="1583"/>
            <ac:spMk id="77" creationId="{AB8C311F-7253-4AED-9701-7FC0708C41C7}"/>
          </ac:spMkLst>
        </pc:spChg>
        <pc:spChg chg="add">
          <ac:chgData name="Mr. Sumit Sharma" userId="S::sumitsharma.cse@niet.co.in::0287a0e3-d7f5-4815-a5d5-4670a436bb9e" providerId="AD" clId="Web-{B4AB676F-2D03-2C58-0FDC-1D5749CA1545}" dt="2023-08-29T06:07:53.468" v="14"/>
          <ac:spMkLst>
            <pc:docMk/>
            <pc:sldMk cId="1985676765" sldId="1583"/>
            <ac:spMk id="78" creationId="{2633B3B5-CC90-43F0-8714-D31D1F3F0209}"/>
          </ac:spMkLst>
        </pc:spChg>
        <pc:spChg chg="add">
          <ac:chgData name="Mr. Sumit Sharma" userId="S::sumitsharma.cse@niet.co.in::0287a0e3-d7f5-4815-a5d5-4670a436bb9e" providerId="AD" clId="Web-{B4AB676F-2D03-2C58-0FDC-1D5749CA1545}" dt="2023-08-29T06:07:53.468" v="14"/>
          <ac:spMkLst>
            <pc:docMk/>
            <pc:sldMk cId="1985676765" sldId="1583"/>
            <ac:spMk id="80" creationId="{A8D57A06-A426-446D-B02C-A2DC6B62E45E}"/>
          </ac:spMkLst>
        </pc:spChg>
        <pc:picChg chg="add mod ord">
          <ac:chgData name="Mr. Sumit Sharma" userId="S::sumitsharma.cse@niet.co.in::0287a0e3-d7f5-4815-a5d5-4670a436bb9e" providerId="AD" clId="Web-{B4AB676F-2D03-2C58-0FDC-1D5749CA1545}" dt="2023-08-29T06:07:59.578" v="16" actId="14100"/>
          <ac:picMkLst>
            <pc:docMk/>
            <pc:sldMk cId="1985676765" sldId="1583"/>
            <ac:picMk id="5" creationId="{2AAE6229-A22A-40BE-3FEF-391D82DC4A90}"/>
          </ac:picMkLst>
        </pc:picChg>
      </pc:sldChg>
      <pc:sldChg chg="addSp delSp modSp add del replId">
        <pc:chgData name="Mr. Sumit Sharma" userId="S::sumitsharma.cse@niet.co.in::0287a0e3-d7f5-4815-a5d5-4670a436bb9e" providerId="AD" clId="Web-{B4AB676F-2D03-2C58-0FDC-1D5749CA1545}" dt="2023-08-29T06:10:59.691" v="25"/>
        <pc:sldMkLst>
          <pc:docMk/>
          <pc:sldMk cId="567769167" sldId="1584"/>
        </pc:sldMkLst>
        <pc:spChg chg="del">
          <ac:chgData name="Mr. Sumit Sharma" userId="S::sumitsharma.cse@niet.co.in::0287a0e3-d7f5-4815-a5d5-4670a436bb9e" providerId="AD" clId="Web-{B4AB676F-2D03-2C58-0FDC-1D5749CA1545}" dt="2023-08-29T06:08:37.969" v="22"/>
          <ac:spMkLst>
            <pc:docMk/>
            <pc:sldMk cId="567769167" sldId="1584"/>
            <ac:spMk id="3" creationId="{F8CC24E1-E4CB-4555-AAFE-79673E88E287}"/>
          </ac:spMkLst>
        </pc:spChg>
        <pc:spChg chg="add del mod">
          <ac:chgData name="Mr. Sumit Sharma" userId="S::sumitsharma.cse@niet.co.in::0287a0e3-d7f5-4815-a5d5-4670a436bb9e" providerId="AD" clId="Web-{B4AB676F-2D03-2C58-0FDC-1D5749CA1545}" dt="2023-08-29T06:08:43.376" v="23"/>
          <ac:spMkLst>
            <pc:docMk/>
            <pc:sldMk cId="567769167" sldId="1584"/>
            <ac:spMk id="4" creationId="{69AA62FF-F446-4672-F957-400D6833FDE6}"/>
          </ac:spMkLst>
        </pc:spChg>
        <pc:spChg chg="del">
          <ac:chgData name="Mr. Sumit Sharma" userId="S::sumitsharma.cse@niet.co.in::0287a0e3-d7f5-4815-a5d5-4670a436bb9e" providerId="AD" clId="Web-{B4AB676F-2D03-2C58-0FDC-1D5749CA1545}" dt="2023-08-29T06:08:35.782" v="21"/>
          <ac:spMkLst>
            <pc:docMk/>
            <pc:sldMk cId="567769167" sldId="1584"/>
            <ac:spMk id="7" creationId="{00000000-0000-0000-0000-000000000000}"/>
          </ac:spMkLst>
        </pc:spChg>
        <pc:picChg chg="mod">
          <ac:chgData name="Mr. Sumit Sharma" userId="S::sumitsharma.cse@niet.co.in::0287a0e3-d7f5-4815-a5d5-4670a436bb9e" providerId="AD" clId="Web-{B4AB676F-2D03-2C58-0FDC-1D5749CA1545}" dt="2023-08-29T06:08:48.266" v="24" actId="1076"/>
          <ac:picMkLst>
            <pc:docMk/>
            <pc:sldMk cId="567769167" sldId="1584"/>
            <ac:picMk id="9" creationId="{C927257E-084A-415B-BF9B-22EABE25ABE7}"/>
          </ac:picMkLst>
        </pc:picChg>
      </pc:sldChg>
      <pc:sldChg chg="delSp add del replId">
        <pc:chgData name="Mr. Sumit Sharma" userId="S::sumitsharma.cse@niet.co.in::0287a0e3-d7f5-4815-a5d5-4670a436bb9e" providerId="AD" clId="Web-{B4AB676F-2D03-2C58-0FDC-1D5749CA1545}" dt="2023-08-29T06:08:26.328" v="19"/>
        <pc:sldMkLst>
          <pc:docMk/>
          <pc:sldMk cId="583062153" sldId="1584"/>
        </pc:sldMkLst>
        <pc:picChg chg="del">
          <ac:chgData name="Mr. Sumit Sharma" userId="S::sumitsharma.cse@niet.co.in::0287a0e3-d7f5-4815-a5d5-4670a436bb9e" providerId="AD" clId="Web-{B4AB676F-2D03-2C58-0FDC-1D5749CA1545}" dt="2023-08-29T06:08:21.735" v="18"/>
          <ac:picMkLst>
            <pc:docMk/>
            <pc:sldMk cId="583062153" sldId="1584"/>
            <ac:picMk id="5" creationId="{2AAE6229-A22A-40BE-3FEF-391D82DC4A90}"/>
          </ac:picMkLst>
        </pc:picChg>
      </pc:sldChg>
      <pc:sldChg chg="addSp modSp add mod replId setBg">
        <pc:chgData name="Mr. Sumit Sharma" userId="S::sumitsharma.cse@niet.co.in::0287a0e3-d7f5-4815-a5d5-4670a436bb9e" providerId="AD" clId="Web-{B4AB676F-2D03-2C58-0FDC-1D5749CA1545}" dt="2023-08-29T06:18:30.685" v="104" actId="14100"/>
        <pc:sldMkLst>
          <pc:docMk/>
          <pc:sldMk cId="3311729789" sldId="1584"/>
        </pc:sldMkLst>
        <pc:spChg chg="mod">
          <ac:chgData name="Mr. Sumit Sharma" userId="S::sumitsharma.cse@niet.co.in::0287a0e3-d7f5-4815-a5d5-4670a436bb9e" providerId="AD" clId="Web-{B4AB676F-2D03-2C58-0FDC-1D5749CA1545}" dt="2023-08-29T06:18:30.685" v="104" actId="14100"/>
          <ac:spMkLst>
            <pc:docMk/>
            <pc:sldMk cId="3311729789" sldId="1584"/>
            <ac:spMk id="3" creationId="{F8CC24E1-E4CB-4555-AAFE-79673E88E287}"/>
          </ac:spMkLst>
        </pc:spChg>
        <pc:spChg chg="mod ord">
          <ac:chgData name="Mr. Sumit Sharma" userId="S::sumitsharma.cse@niet.co.in::0287a0e3-d7f5-4815-a5d5-4670a436bb9e" providerId="AD" clId="Web-{B4AB676F-2D03-2C58-0FDC-1D5749CA1545}" dt="2023-08-29T06:17:43.387" v="99"/>
          <ac:spMkLst>
            <pc:docMk/>
            <pc:sldMk cId="3311729789" sldId="1584"/>
            <ac:spMk id="6" creationId="{00000000-0000-0000-0000-000000000000}"/>
          </ac:spMkLst>
        </pc:spChg>
        <pc:spChg chg="mod">
          <ac:chgData name="Mr. Sumit Sharma" userId="S::sumitsharma.cse@niet.co.in::0287a0e3-d7f5-4815-a5d5-4670a436bb9e" providerId="AD" clId="Web-{B4AB676F-2D03-2C58-0FDC-1D5749CA1545}" dt="2023-08-29T06:17:43.387" v="99"/>
          <ac:spMkLst>
            <pc:docMk/>
            <pc:sldMk cId="3311729789" sldId="1584"/>
            <ac:spMk id="7" creationId="{00000000-0000-0000-0000-000000000000}"/>
          </ac:spMkLst>
        </pc:spChg>
        <pc:spChg chg="add">
          <ac:chgData name="Mr. Sumit Sharma" userId="S::sumitsharma.cse@niet.co.in::0287a0e3-d7f5-4815-a5d5-4670a436bb9e" providerId="AD" clId="Web-{B4AB676F-2D03-2C58-0FDC-1D5749CA1545}" dt="2023-08-29T06:17:43.387" v="99"/>
          <ac:spMkLst>
            <pc:docMk/>
            <pc:sldMk cId="3311729789" sldId="1584"/>
            <ac:spMk id="16" creationId="{AFA67CD3-AB4E-4A7A-BEB8-53C445D8C44E}"/>
          </ac:spMkLst>
        </pc:spChg>
        <pc:spChg chg="add">
          <ac:chgData name="Mr. Sumit Sharma" userId="S::sumitsharma.cse@niet.co.in::0287a0e3-d7f5-4815-a5d5-4670a436bb9e" providerId="AD" clId="Web-{B4AB676F-2D03-2C58-0FDC-1D5749CA1545}" dt="2023-08-29T06:17:43.387" v="99"/>
          <ac:spMkLst>
            <pc:docMk/>
            <pc:sldMk cId="3311729789" sldId="1584"/>
            <ac:spMk id="20" creationId="{339C8D78-A644-462F-B674-F440635E5353}"/>
          </ac:spMkLst>
        </pc:spChg>
        <pc:picChg chg="ord">
          <ac:chgData name="Mr. Sumit Sharma" userId="S::sumitsharma.cse@niet.co.in::0287a0e3-d7f5-4815-a5d5-4670a436bb9e" providerId="AD" clId="Web-{B4AB676F-2D03-2C58-0FDC-1D5749CA1545}" dt="2023-08-29T06:17:43.387" v="99"/>
          <ac:picMkLst>
            <pc:docMk/>
            <pc:sldMk cId="3311729789" sldId="1584"/>
            <ac:picMk id="9" creationId="{C927257E-084A-415B-BF9B-22EABE25ABE7}"/>
          </ac:picMkLst>
        </pc:picChg>
        <pc:picChg chg="add">
          <ac:chgData name="Mr. Sumit Sharma" userId="S::sumitsharma.cse@niet.co.in::0287a0e3-d7f5-4815-a5d5-4670a436bb9e" providerId="AD" clId="Web-{B4AB676F-2D03-2C58-0FDC-1D5749CA1545}" dt="2023-08-29T06:17:43.387" v="99"/>
          <ac:picMkLst>
            <pc:docMk/>
            <pc:sldMk cId="3311729789" sldId="1584"/>
            <ac:picMk id="13" creationId="{B4A6B947-9921-48E1-F1A5-4553D097EB3F}"/>
          </ac:picMkLst>
        </pc:picChg>
        <pc:picChg chg="add">
          <ac:chgData name="Mr. Sumit Sharma" userId="S::sumitsharma.cse@niet.co.in::0287a0e3-d7f5-4815-a5d5-4670a436bb9e" providerId="AD" clId="Web-{B4AB676F-2D03-2C58-0FDC-1D5749CA1545}" dt="2023-08-29T06:17:43.387" v="99"/>
          <ac:picMkLst>
            <pc:docMk/>
            <pc:sldMk cId="3311729789" sldId="1584"/>
            <ac:picMk id="18" creationId="{07CF545F-9C2E-4446-97CD-AD92990C2B68}"/>
          </ac:picMkLst>
        </pc:picChg>
      </pc:sldChg>
      <pc:sldChg chg="addSp delSp modSp add replId">
        <pc:chgData name="Mr. Sumit Sharma" userId="S::sumitsharma.cse@niet.co.in::0287a0e3-d7f5-4815-a5d5-4670a436bb9e" providerId="AD" clId="Web-{B4AB676F-2D03-2C58-0FDC-1D5749CA1545}" dt="2023-08-29T06:22:55.175" v="158"/>
        <pc:sldMkLst>
          <pc:docMk/>
          <pc:sldMk cId="1501446876" sldId="1585"/>
        </pc:sldMkLst>
        <pc:spChg chg="mod ord">
          <ac:chgData name="Mr. Sumit Sharma" userId="S::sumitsharma.cse@niet.co.in::0287a0e3-d7f5-4815-a5d5-4670a436bb9e" providerId="AD" clId="Web-{B4AB676F-2D03-2C58-0FDC-1D5749CA1545}" dt="2023-08-29T06:22:55.175" v="158"/>
          <ac:spMkLst>
            <pc:docMk/>
            <pc:sldMk cId="1501446876" sldId="1585"/>
            <ac:spMk id="3" creationId="{F8CC24E1-E4CB-4555-AAFE-79673E88E287}"/>
          </ac:spMkLst>
        </pc:spChg>
        <pc:spChg chg="mod">
          <ac:chgData name="Mr. Sumit Sharma" userId="S::sumitsharma.cse@niet.co.in::0287a0e3-d7f5-4815-a5d5-4670a436bb9e" providerId="AD" clId="Web-{B4AB676F-2D03-2C58-0FDC-1D5749CA1545}" dt="2023-08-29T06:22:55.175" v="158"/>
          <ac:spMkLst>
            <pc:docMk/>
            <pc:sldMk cId="1501446876" sldId="1585"/>
            <ac:spMk id="6" creationId="{00000000-0000-0000-0000-000000000000}"/>
          </ac:spMkLst>
        </pc:spChg>
        <pc:spChg chg="del">
          <ac:chgData name="Mr. Sumit Sharma" userId="S::sumitsharma.cse@niet.co.in::0287a0e3-d7f5-4815-a5d5-4670a436bb9e" providerId="AD" clId="Web-{B4AB676F-2D03-2C58-0FDC-1D5749CA1545}" dt="2023-08-29T06:18:55.233" v="106"/>
          <ac:spMkLst>
            <pc:docMk/>
            <pc:sldMk cId="1501446876" sldId="1585"/>
            <ac:spMk id="7" creationId="{00000000-0000-0000-0000-000000000000}"/>
          </ac:spMkLst>
        </pc:spChg>
        <pc:spChg chg="add del">
          <ac:chgData name="Mr. Sumit Sharma" userId="S::sumitsharma.cse@niet.co.in::0287a0e3-d7f5-4815-a5d5-4670a436bb9e" providerId="AD" clId="Web-{B4AB676F-2D03-2C58-0FDC-1D5749CA1545}" dt="2023-08-29T06:19:50.859" v="115"/>
          <ac:spMkLst>
            <pc:docMk/>
            <pc:sldMk cId="1501446876" sldId="1585"/>
            <ac:spMk id="16" creationId="{AFA67CD3-AB4E-4A7A-BEB8-53C445D8C44E}"/>
          </ac:spMkLst>
        </pc:spChg>
        <pc:spChg chg="add del">
          <ac:chgData name="Mr. Sumit Sharma" userId="S::sumitsharma.cse@niet.co.in::0287a0e3-d7f5-4815-a5d5-4670a436bb9e" providerId="AD" clId="Web-{B4AB676F-2D03-2C58-0FDC-1D5749CA1545}" dt="2023-08-29T06:19:50.859" v="115"/>
          <ac:spMkLst>
            <pc:docMk/>
            <pc:sldMk cId="1501446876" sldId="1585"/>
            <ac:spMk id="20" creationId="{339C8D78-A644-462F-B674-F440635E5353}"/>
          </ac:spMkLst>
        </pc:spChg>
        <pc:spChg chg="add del">
          <ac:chgData name="Mr. Sumit Sharma" userId="S::sumitsharma.cse@niet.co.in::0287a0e3-d7f5-4815-a5d5-4670a436bb9e" providerId="AD" clId="Web-{B4AB676F-2D03-2C58-0FDC-1D5749CA1545}" dt="2023-08-29T06:19:50.843" v="114"/>
          <ac:spMkLst>
            <pc:docMk/>
            <pc:sldMk cId="1501446876" sldId="1585"/>
            <ac:spMk id="25" creationId="{7B831B6F-405A-4B47-B9BB-5CA88F285844}"/>
          </ac:spMkLst>
        </pc:spChg>
        <pc:spChg chg="add del">
          <ac:chgData name="Mr. Sumit Sharma" userId="S::sumitsharma.cse@niet.co.in::0287a0e3-d7f5-4815-a5d5-4670a436bb9e" providerId="AD" clId="Web-{B4AB676F-2D03-2C58-0FDC-1D5749CA1545}" dt="2023-08-29T06:19:50.843" v="114"/>
          <ac:spMkLst>
            <pc:docMk/>
            <pc:sldMk cId="1501446876" sldId="1585"/>
            <ac:spMk id="27" creationId="{15109354-9C5D-4F8C-B0E6-D1043C7BF20A}"/>
          </ac:spMkLst>
        </pc:spChg>
        <pc:spChg chg="add del">
          <ac:chgData name="Mr. Sumit Sharma" userId="S::sumitsharma.cse@niet.co.in::0287a0e3-d7f5-4815-a5d5-4670a436bb9e" providerId="AD" clId="Web-{B4AB676F-2D03-2C58-0FDC-1D5749CA1545}" dt="2023-08-29T06:19:50.843" v="114"/>
          <ac:spMkLst>
            <pc:docMk/>
            <pc:sldMk cId="1501446876" sldId="1585"/>
            <ac:spMk id="29" creationId="{49B530FE-A87D-41A0-A920-ADC6539EAA44}"/>
          </ac:spMkLst>
        </pc:spChg>
        <pc:spChg chg="add del">
          <ac:chgData name="Mr. Sumit Sharma" userId="S::sumitsharma.cse@niet.co.in::0287a0e3-d7f5-4815-a5d5-4670a436bb9e" providerId="AD" clId="Web-{B4AB676F-2D03-2C58-0FDC-1D5749CA1545}" dt="2023-08-29T06:20:15.516" v="120"/>
          <ac:spMkLst>
            <pc:docMk/>
            <pc:sldMk cId="1501446876" sldId="1585"/>
            <ac:spMk id="31" creationId="{2813A4FA-24A5-41ED-A534-3807D1B2F344}"/>
          </ac:spMkLst>
        </pc:spChg>
        <pc:spChg chg="add del">
          <ac:chgData name="Mr. Sumit Sharma" userId="S::sumitsharma.cse@niet.co.in::0287a0e3-d7f5-4815-a5d5-4670a436bb9e" providerId="AD" clId="Web-{B4AB676F-2D03-2C58-0FDC-1D5749CA1545}" dt="2023-08-29T06:20:15.516" v="120"/>
          <ac:spMkLst>
            <pc:docMk/>
            <pc:sldMk cId="1501446876" sldId="1585"/>
            <ac:spMk id="32" creationId="{12609869-9E80-471B-A487-A53288E0E791}"/>
          </ac:spMkLst>
        </pc:spChg>
        <pc:spChg chg="add del">
          <ac:chgData name="Mr. Sumit Sharma" userId="S::sumitsharma.cse@niet.co.in::0287a0e3-d7f5-4815-a5d5-4670a436bb9e" providerId="AD" clId="Web-{B4AB676F-2D03-2C58-0FDC-1D5749CA1545}" dt="2023-08-29T06:20:15.516" v="120"/>
          <ac:spMkLst>
            <pc:docMk/>
            <pc:sldMk cId="1501446876" sldId="1585"/>
            <ac:spMk id="33" creationId="{C3944F27-CA70-4E84-A51A-E6BF89558979}"/>
          </ac:spMkLst>
        </pc:spChg>
        <pc:spChg chg="add del">
          <ac:chgData name="Mr. Sumit Sharma" userId="S::sumitsharma.cse@niet.co.in::0287a0e3-d7f5-4815-a5d5-4670a436bb9e" providerId="AD" clId="Web-{B4AB676F-2D03-2C58-0FDC-1D5749CA1545}" dt="2023-08-29T06:20:15.516" v="120"/>
          <ac:spMkLst>
            <pc:docMk/>
            <pc:sldMk cId="1501446876" sldId="1585"/>
            <ac:spMk id="34" creationId="{7004738A-9D34-43E8-97D2-CA0EED4F8BE0}"/>
          </ac:spMkLst>
        </pc:spChg>
        <pc:spChg chg="add del">
          <ac:chgData name="Mr. Sumit Sharma" userId="S::sumitsharma.cse@niet.co.in::0287a0e3-d7f5-4815-a5d5-4670a436bb9e" providerId="AD" clId="Web-{B4AB676F-2D03-2C58-0FDC-1D5749CA1545}" dt="2023-08-29T06:20:15.516" v="120"/>
          <ac:spMkLst>
            <pc:docMk/>
            <pc:sldMk cId="1501446876" sldId="1585"/>
            <ac:spMk id="35" creationId="{B8B8D07F-F13E-443E-BA68-2D26672D76B9}"/>
          </ac:spMkLst>
        </pc:spChg>
        <pc:spChg chg="add del">
          <ac:chgData name="Mr. Sumit Sharma" userId="S::sumitsharma.cse@niet.co.in::0287a0e3-d7f5-4815-a5d5-4670a436bb9e" providerId="AD" clId="Web-{B4AB676F-2D03-2C58-0FDC-1D5749CA1545}" dt="2023-08-29T06:20:45.063" v="132"/>
          <ac:spMkLst>
            <pc:docMk/>
            <pc:sldMk cId="1501446876" sldId="1585"/>
            <ac:spMk id="40" creationId="{2EB492CD-616E-47F8-933B-5E2D952A0593}"/>
          </ac:spMkLst>
        </pc:spChg>
        <pc:spChg chg="add del">
          <ac:chgData name="Mr. Sumit Sharma" userId="S::sumitsharma.cse@niet.co.in::0287a0e3-d7f5-4815-a5d5-4670a436bb9e" providerId="AD" clId="Web-{B4AB676F-2D03-2C58-0FDC-1D5749CA1545}" dt="2023-08-29T06:20:45.063" v="132"/>
          <ac:spMkLst>
            <pc:docMk/>
            <pc:sldMk cId="1501446876" sldId="1585"/>
            <ac:spMk id="42" creationId="{59383CF9-23B5-4335-9B21-1791C4CF1C75}"/>
          </ac:spMkLst>
        </pc:spChg>
        <pc:spChg chg="add del">
          <ac:chgData name="Mr. Sumit Sharma" userId="S::sumitsharma.cse@niet.co.in::0287a0e3-d7f5-4815-a5d5-4670a436bb9e" providerId="AD" clId="Web-{B4AB676F-2D03-2C58-0FDC-1D5749CA1545}" dt="2023-08-29T06:20:45.063" v="132"/>
          <ac:spMkLst>
            <pc:docMk/>
            <pc:sldMk cId="1501446876" sldId="1585"/>
            <ac:spMk id="44" creationId="{0007FE00-9498-4706-B255-6437B0252C02}"/>
          </ac:spMkLst>
        </pc:spChg>
        <pc:spChg chg="add del">
          <ac:chgData name="Mr. Sumit Sharma" userId="S::sumitsharma.cse@niet.co.in::0287a0e3-d7f5-4815-a5d5-4670a436bb9e" providerId="AD" clId="Web-{B4AB676F-2D03-2C58-0FDC-1D5749CA1545}" dt="2023-08-29T06:22:55.175" v="158"/>
          <ac:spMkLst>
            <pc:docMk/>
            <pc:sldMk cId="1501446876" sldId="1585"/>
            <ac:spMk id="49" creationId="{12609869-9E80-471B-A487-A53288E0E791}"/>
          </ac:spMkLst>
        </pc:spChg>
        <pc:spChg chg="add del">
          <ac:chgData name="Mr. Sumit Sharma" userId="S::sumitsharma.cse@niet.co.in::0287a0e3-d7f5-4815-a5d5-4670a436bb9e" providerId="AD" clId="Web-{B4AB676F-2D03-2C58-0FDC-1D5749CA1545}" dt="2023-08-29T06:22:55.175" v="158"/>
          <ac:spMkLst>
            <pc:docMk/>
            <pc:sldMk cId="1501446876" sldId="1585"/>
            <ac:spMk id="51" creationId="{7004738A-9D34-43E8-97D2-CA0EED4F8BE0}"/>
          </ac:spMkLst>
        </pc:spChg>
        <pc:spChg chg="add del">
          <ac:chgData name="Mr. Sumit Sharma" userId="S::sumitsharma.cse@niet.co.in::0287a0e3-d7f5-4815-a5d5-4670a436bb9e" providerId="AD" clId="Web-{B4AB676F-2D03-2C58-0FDC-1D5749CA1545}" dt="2023-08-29T06:22:55.175" v="158"/>
          <ac:spMkLst>
            <pc:docMk/>
            <pc:sldMk cId="1501446876" sldId="1585"/>
            <ac:spMk id="53" creationId="{B8B8D07F-F13E-443E-BA68-2D26672D76B9}"/>
          </ac:spMkLst>
        </pc:spChg>
        <pc:spChg chg="add del">
          <ac:chgData name="Mr. Sumit Sharma" userId="S::sumitsharma.cse@niet.co.in::0287a0e3-d7f5-4815-a5d5-4670a436bb9e" providerId="AD" clId="Web-{B4AB676F-2D03-2C58-0FDC-1D5749CA1545}" dt="2023-08-29T06:22:55.175" v="158"/>
          <ac:spMkLst>
            <pc:docMk/>
            <pc:sldMk cId="1501446876" sldId="1585"/>
            <ac:spMk id="55" creationId="{2813A4FA-24A5-41ED-A534-3807D1B2F344}"/>
          </ac:spMkLst>
        </pc:spChg>
        <pc:spChg chg="add del">
          <ac:chgData name="Mr. Sumit Sharma" userId="S::sumitsharma.cse@niet.co.in::0287a0e3-d7f5-4815-a5d5-4670a436bb9e" providerId="AD" clId="Web-{B4AB676F-2D03-2C58-0FDC-1D5749CA1545}" dt="2023-08-29T06:22:55.175" v="158"/>
          <ac:spMkLst>
            <pc:docMk/>
            <pc:sldMk cId="1501446876" sldId="1585"/>
            <ac:spMk id="57" creationId="{C3944F27-CA70-4E84-A51A-E6BF89558979}"/>
          </ac:spMkLst>
        </pc:spChg>
        <pc:spChg chg="add del">
          <ac:chgData name="Mr. Sumit Sharma" userId="S::sumitsharma.cse@niet.co.in::0287a0e3-d7f5-4815-a5d5-4670a436bb9e" providerId="AD" clId="Web-{B4AB676F-2D03-2C58-0FDC-1D5749CA1545}" dt="2023-08-29T06:22:55.175" v="158"/>
          <ac:spMkLst>
            <pc:docMk/>
            <pc:sldMk cId="1501446876" sldId="1585"/>
            <ac:spMk id="62" creationId="{743AA782-23D1-4521-8CAD-47662984AA08}"/>
          </ac:spMkLst>
        </pc:spChg>
        <pc:spChg chg="add del">
          <ac:chgData name="Mr. Sumit Sharma" userId="S::sumitsharma.cse@niet.co.in::0287a0e3-d7f5-4815-a5d5-4670a436bb9e" providerId="AD" clId="Web-{B4AB676F-2D03-2C58-0FDC-1D5749CA1545}" dt="2023-08-29T06:22:55.175" v="158"/>
          <ac:spMkLst>
            <pc:docMk/>
            <pc:sldMk cId="1501446876" sldId="1585"/>
            <ac:spMk id="64" creationId="{71877DBC-BB60-40F0-AC93-2ACDBAAE60CE}"/>
          </ac:spMkLst>
        </pc:spChg>
        <pc:picChg chg="add mod ord">
          <ac:chgData name="Mr. Sumit Sharma" userId="S::sumitsharma.cse@niet.co.in::0287a0e3-d7f5-4815-a5d5-4670a436bb9e" providerId="AD" clId="Web-{B4AB676F-2D03-2C58-0FDC-1D5749CA1545}" dt="2023-08-29T06:22:55.175" v="158"/>
          <ac:picMkLst>
            <pc:docMk/>
            <pc:sldMk cId="1501446876" sldId="1585"/>
            <ac:picMk id="2" creationId="{249DD00E-0EDD-909A-2C70-09B765B5AC61}"/>
          </ac:picMkLst>
        </pc:picChg>
        <pc:picChg chg="del">
          <ac:chgData name="Mr. Sumit Sharma" userId="S::sumitsharma.cse@niet.co.in::0287a0e3-d7f5-4815-a5d5-4670a436bb9e" providerId="AD" clId="Web-{B4AB676F-2D03-2C58-0FDC-1D5749CA1545}" dt="2023-08-29T06:19:43.562" v="112"/>
          <ac:picMkLst>
            <pc:docMk/>
            <pc:sldMk cId="1501446876" sldId="1585"/>
            <ac:picMk id="13" creationId="{B4A6B947-9921-48E1-F1A5-4553D097EB3F}"/>
          </ac:picMkLst>
        </pc:picChg>
        <pc:picChg chg="add del">
          <ac:chgData name="Mr. Sumit Sharma" userId="S::sumitsharma.cse@niet.co.in::0287a0e3-d7f5-4815-a5d5-4670a436bb9e" providerId="AD" clId="Web-{B4AB676F-2D03-2C58-0FDC-1D5749CA1545}" dt="2023-08-29T06:19:50.859" v="115"/>
          <ac:picMkLst>
            <pc:docMk/>
            <pc:sldMk cId="1501446876" sldId="1585"/>
            <ac:picMk id="18" creationId="{07CF545F-9C2E-4446-97CD-AD92990C2B68}"/>
          </ac:picMkLst>
        </pc:picChg>
      </pc:sldChg>
      <pc:sldChg chg="addSp delSp modSp add replId">
        <pc:chgData name="Mr. Sumit Sharma" userId="S::sumitsharma.cse@niet.co.in::0287a0e3-d7f5-4815-a5d5-4670a436bb9e" providerId="AD" clId="Web-{B4AB676F-2D03-2C58-0FDC-1D5749CA1545}" dt="2023-08-29T06:25:15.522" v="191" actId="20577"/>
        <pc:sldMkLst>
          <pc:docMk/>
          <pc:sldMk cId="2503656626" sldId="1586"/>
        </pc:sldMkLst>
        <pc:spChg chg="mod">
          <ac:chgData name="Mr. Sumit Sharma" userId="S::sumitsharma.cse@niet.co.in::0287a0e3-d7f5-4815-a5d5-4670a436bb9e" providerId="AD" clId="Web-{B4AB676F-2D03-2C58-0FDC-1D5749CA1545}" dt="2023-08-29T06:25:15.522" v="191" actId="20577"/>
          <ac:spMkLst>
            <pc:docMk/>
            <pc:sldMk cId="2503656626" sldId="1586"/>
            <ac:spMk id="3" creationId="{F8CC24E1-E4CB-4555-AAFE-79673E88E287}"/>
          </ac:spMkLst>
        </pc:spChg>
        <pc:spChg chg="mod">
          <ac:chgData name="Mr. Sumit Sharma" userId="S::sumitsharma.cse@niet.co.in::0287a0e3-d7f5-4815-a5d5-4670a436bb9e" providerId="AD" clId="Web-{B4AB676F-2D03-2C58-0FDC-1D5749CA1545}" dt="2023-08-29T06:23:49.661" v="176"/>
          <ac:spMkLst>
            <pc:docMk/>
            <pc:sldMk cId="2503656626" sldId="1586"/>
            <ac:spMk id="6" creationId="{00000000-0000-0000-0000-000000000000}"/>
          </ac:spMkLst>
        </pc:spChg>
        <pc:spChg chg="del">
          <ac:chgData name="Mr. Sumit Sharma" userId="S::sumitsharma.cse@niet.co.in::0287a0e3-d7f5-4815-a5d5-4670a436bb9e" providerId="AD" clId="Web-{B4AB676F-2D03-2C58-0FDC-1D5749CA1545}" dt="2023-08-29T06:23:49.661" v="176"/>
          <ac:spMkLst>
            <pc:docMk/>
            <pc:sldMk cId="2503656626" sldId="1586"/>
            <ac:spMk id="49" creationId="{12609869-9E80-471B-A487-A53288E0E791}"/>
          </ac:spMkLst>
        </pc:spChg>
        <pc:spChg chg="del">
          <ac:chgData name="Mr. Sumit Sharma" userId="S::sumitsharma.cse@niet.co.in::0287a0e3-d7f5-4815-a5d5-4670a436bb9e" providerId="AD" clId="Web-{B4AB676F-2D03-2C58-0FDC-1D5749CA1545}" dt="2023-08-29T06:23:49.661" v="176"/>
          <ac:spMkLst>
            <pc:docMk/>
            <pc:sldMk cId="2503656626" sldId="1586"/>
            <ac:spMk id="51" creationId="{7004738A-9D34-43E8-97D2-CA0EED4F8BE0}"/>
          </ac:spMkLst>
        </pc:spChg>
        <pc:spChg chg="del">
          <ac:chgData name="Mr. Sumit Sharma" userId="S::sumitsharma.cse@niet.co.in::0287a0e3-d7f5-4815-a5d5-4670a436bb9e" providerId="AD" clId="Web-{B4AB676F-2D03-2C58-0FDC-1D5749CA1545}" dt="2023-08-29T06:23:49.661" v="176"/>
          <ac:spMkLst>
            <pc:docMk/>
            <pc:sldMk cId="2503656626" sldId="1586"/>
            <ac:spMk id="53" creationId="{B8B8D07F-F13E-443E-BA68-2D26672D76B9}"/>
          </ac:spMkLst>
        </pc:spChg>
        <pc:spChg chg="del">
          <ac:chgData name="Mr. Sumit Sharma" userId="S::sumitsharma.cse@niet.co.in::0287a0e3-d7f5-4815-a5d5-4670a436bb9e" providerId="AD" clId="Web-{B4AB676F-2D03-2C58-0FDC-1D5749CA1545}" dt="2023-08-29T06:23:49.661" v="176"/>
          <ac:spMkLst>
            <pc:docMk/>
            <pc:sldMk cId="2503656626" sldId="1586"/>
            <ac:spMk id="55" creationId="{2813A4FA-24A5-41ED-A534-3807D1B2F344}"/>
          </ac:spMkLst>
        </pc:spChg>
        <pc:spChg chg="del">
          <ac:chgData name="Mr. Sumit Sharma" userId="S::sumitsharma.cse@niet.co.in::0287a0e3-d7f5-4815-a5d5-4670a436bb9e" providerId="AD" clId="Web-{B4AB676F-2D03-2C58-0FDC-1D5749CA1545}" dt="2023-08-29T06:23:49.661" v="176"/>
          <ac:spMkLst>
            <pc:docMk/>
            <pc:sldMk cId="2503656626" sldId="1586"/>
            <ac:spMk id="57" creationId="{C3944F27-CA70-4E84-A51A-E6BF89558979}"/>
          </ac:spMkLst>
        </pc:spChg>
        <pc:spChg chg="add del">
          <ac:chgData name="Mr. Sumit Sharma" userId="S::sumitsharma.cse@niet.co.in::0287a0e3-d7f5-4815-a5d5-4670a436bb9e" providerId="AD" clId="Web-{B4AB676F-2D03-2C58-0FDC-1D5749CA1545}" dt="2023-08-29T06:24:53.944" v="188"/>
          <ac:spMkLst>
            <pc:docMk/>
            <pc:sldMk cId="2503656626" sldId="1586"/>
            <ac:spMk id="62" creationId="{2EB492CD-616E-47F8-933B-5E2D952A0593}"/>
          </ac:spMkLst>
        </pc:spChg>
        <pc:spChg chg="add del">
          <ac:chgData name="Mr. Sumit Sharma" userId="S::sumitsharma.cse@niet.co.in::0287a0e3-d7f5-4815-a5d5-4670a436bb9e" providerId="AD" clId="Web-{B4AB676F-2D03-2C58-0FDC-1D5749CA1545}" dt="2023-08-29T06:24:53.944" v="188"/>
          <ac:spMkLst>
            <pc:docMk/>
            <pc:sldMk cId="2503656626" sldId="1586"/>
            <ac:spMk id="64" creationId="{59383CF9-23B5-4335-9B21-1791C4CF1C75}"/>
          </ac:spMkLst>
        </pc:spChg>
        <pc:spChg chg="add del">
          <ac:chgData name="Mr. Sumit Sharma" userId="S::sumitsharma.cse@niet.co.in::0287a0e3-d7f5-4815-a5d5-4670a436bb9e" providerId="AD" clId="Web-{B4AB676F-2D03-2C58-0FDC-1D5749CA1545}" dt="2023-08-29T06:24:53.944" v="188"/>
          <ac:spMkLst>
            <pc:docMk/>
            <pc:sldMk cId="2503656626" sldId="1586"/>
            <ac:spMk id="66" creationId="{0007FE00-9498-4706-B255-6437B0252C02}"/>
          </ac:spMkLst>
        </pc:spChg>
        <pc:spChg chg="add">
          <ac:chgData name="Mr. Sumit Sharma" userId="S::sumitsharma.cse@niet.co.in::0287a0e3-d7f5-4815-a5d5-4670a436bb9e" providerId="AD" clId="Web-{B4AB676F-2D03-2C58-0FDC-1D5749CA1545}" dt="2023-08-29T06:24:53.944" v="188"/>
          <ac:spMkLst>
            <pc:docMk/>
            <pc:sldMk cId="2503656626" sldId="1586"/>
            <ac:spMk id="71" creationId="{2EB492CD-616E-47F8-933B-5E2D952A0593}"/>
          </ac:spMkLst>
        </pc:spChg>
        <pc:spChg chg="add">
          <ac:chgData name="Mr. Sumit Sharma" userId="S::sumitsharma.cse@niet.co.in::0287a0e3-d7f5-4815-a5d5-4670a436bb9e" providerId="AD" clId="Web-{B4AB676F-2D03-2C58-0FDC-1D5749CA1545}" dt="2023-08-29T06:24:53.944" v="188"/>
          <ac:spMkLst>
            <pc:docMk/>
            <pc:sldMk cId="2503656626" sldId="1586"/>
            <ac:spMk id="73" creationId="{59383CF9-23B5-4335-9B21-1791C4CF1C75}"/>
          </ac:spMkLst>
        </pc:spChg>
        <pc:spChg chg="add">
          <ac:chgData name="Mr. Sumit Sharma" userId="S::sumitsharma.cse@niet.co.in::0287a0e3-d7f5-4815-a5d5-4670a436bb9e" providerId="AD" clId="Web-{B4AB676F-2D03-2C58-0FDC-1D5749CA1545}" dt="2023-08-29T06:24:53.944" v="188"/>
          <ac:spMkLst>
            <pc:docMk/>
            <pc:sldMk cId="2503656626" sldId="1586"/>
            <ac:spMk id="75" creationId="{0007FE00-9498-4706-B255-6437B0252C02}"/>
          </ac:spMkLst>
        </pc:spChg>
        <pc:picChg chg="del">
          <ac:chgData name="Mr. Sumit Sharma" userId="S::sumitsharma.cse@niet.co.in::0287a0e3-d7f5-4815-a5d5-4670a436bb9e" providerId="AD" clId="Web-{B4AB676F-2D03-2C58-0FDC-1D5749CA1545}" dt="2023-08-29T06:23:09.910" v="160"/>
          <ac:picMkLst>
            <pc:docMk/>
            <pc:sldMk cId="2503656626" sldId="1586"/>
            <ac:picMk id="2" creationId="{249DD00E-0EDD-909A-2C70-09B765B5AC61}"/>
          </ac:picMkLst>
        </pc:picChg>
        <pc:picChg chg="add mod ord">
          <ac:chgData name="Mr. Sumit Sharma" userId="S::sumitsharma.cse@niet.co.in::0287a0e3-d7f5-4815-a5d5-4670a436bb9e" providerId="AD" clId="Web-{B4AB676F-2D03-2C58-0FDC-1D5749CA1545}" dt="2023-08-29T06:23:49.661" v="176"/>
          <ac:picMkLst>
            <pc:docMk/>
            <pc:sldMk cId="2503656626" sldId="1586"/>
            <ac:picMk id="4" creationId="{5332998D-E295-D0AF-8754-D5D751AF3A47}"/>
          </ac:picMkLst>
        </pc:picChg>
      </pc:sldChg>
      <pc:sldChg chg="addSp delSp modSp add replId">
        <pc:chgData name="Mr. Sumit Sharma" userId="S::sumitsharma.cse@niet.co.in::0287a0e3-d7f5-4815-a5d5-4670a436bb9e" providerId="AD" clId="Web-{B4AB676F-2D03-2C58-0FDC-1D5749CA1545}" dt="2023-08-29T06:27:33.650" v="251" actId="20577"/>
        <pc:sldMkLst>
          <pc:docMk/>
          <pc:sldMk cId="330888047" sldId="1587"/>
        </pc:sldMkLst>
        <pc:spChg chg="mod">
          <ac:chgData name="Mr. Sumit Sharma" userId="S::sumitsharma.cse@niet.co.in::0287a0e3-d7f5-4815-a5d5-4670a436bb9e" providerId="AD" clId="Web-{B4AB676F-2D03-2C58-0FDC-1D5749CA1545}" dt="2023-08-29T06:27:33.650" v="251" actId="20577"/>
          <ac:spMkLst>
            <pc:docMk/>
            <pc:sldMk cId="330888047" sldId="1587"/>
            <ac:spMk id="3" creationId="{F8CC24E1-E4CB-4555-AAFE-79673E88E287}"/>
          </ac:spMkLst>
        </pc:spChg>
        <pc:picChg chg="add mod">
          <ac:chgData name="Mr. Sumit Sharma" userId="S::sumitsharma.cse@niet.co.in::0287a0e3-d7f5-4815-a5d5-4670a436bb9e" providerId="AD" clId="Web-{B4AB676F-2D03-2C58-0FDC-1D5749CA1545}" dt="2023-08-29T06:26:47.555" v="218" actId="1076"/>
          <ac:picMkLst>
            <pc:docMk/>
            <pc:sldMk cId="330888047" sldId="1587"/>
            <ac:picMk id="2" creationId="{3CB22A0F-0678-F35A-7D73-65CCFE619E9F}"/>
          </ac:picMkLst>
        </pc:picChg>
        <pc:picChg chg="del">
          <ac:chgData name="Mr. Sumit Sharma" userId="S::sumitsharma.cse@niet.co.in::0287a0e3-d7f5-4815-a5d5-4670a436bb9e" providerId="AD" clId="Web-{B4AB676F-2D03-2C58-0FDC-1D5749CA1545}" dt="2023-08-29T06:25:29.069" v="193"/>
          <ac:picMkLst>
            <pc:docMk/>
            <pc:sldMk cId="330888047" sldId="1587"/>
            <ac:picMk id="4" creationId="{5332998D-E295-D0AF-8754-D5D751AF3A47}"/>
          </ac:picMkLst>
        </pc:picChg>
      </pc:sldChg>
      <pc:sldChg chg="addSp delSp modSp add replId">
        <pc:chgData name="Mr. Sumit Sharma" userId="S::sumitsharma.cse@niet.co.in::0287a0e3-d7f5-4815-a5d5-4670a436bb9e" providerId="AD" clId="Web-{B4AB676F-2D03-2C58-0FDC-1D5749CA1545}" dt="2023-08-29T06:30:13.450" v="283" actId="20577"/>
        <pc:sldMkLst>
          <pc:docMk/>
          <pc:sldMk cId="1585696966" sldId="1588"/>
        </pc:sldMkLst>
        <pc:spChg chg="mod ord">
          <ac:chgData name="Mr. Sumit Sharma" userId="S::sumitsharma.cse@niet.co.in::0287a0e3-d7f5-4815-a5d5-4670a436bb9e" providerId="AD" clId="Web-{B4AB676F-2D03-2C58-0FDC-1D5749CA1545}" dt="2023-08-29T06:30:13.450" v="283" actId="20577"/>
          <ac:spMkLst>
            <pc:docMk/>
            <pc:sldMk cId="1585696966" sldId="1588"/>
            <ac:spMk id="3" creationId="{F8CC24E1-E4CB-4555-AAFE-79673E88E287}"/>
          </ac:spMkLst>
        </pc:spChg>
        <pc:spChg chg="del mod">
          <ac:chgData name="Mr. Sumit Sharma" userId="S::sumitsharma.cse@niet.co.in::0287a0e3-d7f5-4815-a5d5-4670a436bb9e" providerId="AD" clId="Web-{B4AB676F-2D03-2C58-0FDC-1D5749CA1545}" dt="2023-08-29T06:29:52.122" v="280"/>
          <ac:spMkLst>
            <pc:docMk/>
            <pc:sldMk cId="1585696966" sldId="1588"/>
            <ac:spMk id="6" creationId="{00000000-0000-0000-0000-000000000000}"/>
          </ac:spMkLst>
        </pc:spChg>
        <pc:spChg chg="del">
          <ac:chgData name="Mr. Sumit Sharma" userId="S::sumitsharma.cse@niet.co.in::0287a0e3-d7f5-4815-a5d5-4670a436bb9e" providerId="AD" clId="Web-{B4AB676F-2D03-2C58-0FDC-1D5749CA1545}" dt="2023-08-29T06:29:43.575" v="279"/>
          <ac:spMkLst>
            <pc:docMk/>
            <pc:sldMk cId="1585696966" sldId="1588"/>
            <ac:spMk id="71" creationId="{2EB492CD-616E-47F8-933B-5E2D952A0593}"/>
          </ac:spMkLst>
        </pc:spChg>
        <pc:spChg chg="del">
          <ac:chgData name="Mr. Sumit Sharma" userId="S::sumitsharma.cse@niet.co.in::0287a0e3-d7f5-4815-a5d5-4670a436bb9e" providerId="AD" clId="Web-{B4AB676F-2D03-2C58-0FDC-1D5749CA1545}" dt="2023-08-29T06:29:43.575" v="279"/>
          <ac:spMkLst>
            <pc:docMk/>
            <pc:sldMk cId="1585696966" sldId="1588"/>
            <ac:spMk id="73" creationId="{59383CF9-23B5-4335-9B21-1791C4CF1C75}"/>
          </ac:spMkLst>
        </pc:spChg>
        <pc:spChg chg="del">
          <ac:chgData name="Mr. Sumit Sharma" userId="S::sumitsharma.cse@niet.co.in::0287a0e3-d7f5-4815-a5d5-4670a436bb9e" providerId="AD" clId="Web-{B4AB676F-2D03-2C58-0FDC-1D5749CA1545}" dt="2023-08-29T06:29:43.575" v="279"/>
          <ac:spMkLst>
            <pc:docMk/>
            <pc:sldMk cId="1585696966" sldId="1588"/>
            <ac:spMk id="75" creationId="{0007FE00-9498-4706-B255-6437B0252C02}"/>
          </ac:spMkLst>
        </pc:spChg>
        <pc:spChg chg="add del">
          <ac:chgData name="Mr. Sumit Sharma" userId="S::sumitsharma.cse@niet.co.in::0287a0e3-d7f5-4815-a5d5-4670a436bb9e" providerId="AD" clId="Web-{B4AB676F-2D03-2C58-0FDC-1D5749CA1545}" dt="2023-08-29T06:29:59.341" v="281"/>
          <ac:spMkLst>
            <pc:docMk/>
            <pc:sldMk cId="1585696966" sldId="1588"/>
            <ac:spMk id="80" creationId="{70DFC902-7D23-471A-B557-B6B6917D7A0D}"/>
          </ac:spMkLst>
        </pc:spChg>
        <pc:spChg chg="add del">
          <ac:chgData name="Mr. Sumit Sharma" userId="S::sumitsharma.cse@niet.co.in::0287a0e3-d7f5-4815-a5d5-4670a436bb9e" providerId="AD" clId="Web-{B4AB676F-2D03-2C58-0FDC-1D5749CA1545}" dt="2023-08-29T06:29:59.341" v="281"/>
          <ac:spMkLst>
            <pc:docMk/>
            <pc:sldMk cId="1585696966" sldId="1588"/>
            <ac:spMk id="82" creationId="{A55D5633-D557-4DCA-982C-FF36EB7A1C00}"/>
          </ac:spMkLst>
        </pc:spChg>
        <pc:spChg chg="add del">
          <ac:chgData name="Mr. Sumit Sharma" userId="S::sumitsharma.cse@niet.co.in::0287a0e3-d7f5-4815-a5d5-4670a436bb9e" providerId="AD" clId="Web-{B4AB676F-2D03-2C58-0FDC-1D5749CA1545}" dt="2023-08-29T06:29:59.341" v="281"/>
          <ac:spMkLst>
            <pc:docMk/>
            <pc:sldMk cId="1585696966" sldId="1588"/>
            <ac:spMk id="84" creationId="{450D3AD2-FA80-415F-A9CE-54D884561CD7}"/>
          </ac:spMkLst>
        </pc:spChg>
        <pc:spChg chg="add">
          <ac:chgData name="Mr. Sumit Sharma" userId="S::sumitsharma.cse@niet.co.in::0287a0e3-d7f5-4815-a5d5-4670a436bb9e" providerId="AD" clId="Web-{B4AB676F-2D03-2C58-0FDC-1D5749CA1545}" dt="2023-08-29T06:29:59.341" v="281"/>
          <ac:spMkLst>
            <pc:docMk/>
            <pc:sldMk cId="1585696966" sldId="1588"/>
            <ac:spMk id="89" creationId="{907EF6B7-1338-4443-8C46-6A318D952DFD}"/>
          </ac:spMkLst>
        </pc:spChg>
        <pc:spChg chg="add">
          <ac:chgData name="Mr. Sumit Sharma" userId="S::sumitsharma.cse@niet.co.in::0287a0e3-d7f5-4815-a5d5-4670a436bb9e" providerId="AD" clId="Web-{B4AB676F-2D03-2C58-0FDC-1D5749CA1545}" dt="2023-08-29T06:29:59.341" v="281"/>
          <ac:spMkLst>
            <pc:docMk/>
            <pc:sldMk cId="1585696966" sldId="1588"/>
            <ac:spMk id="91" creationId="{DAAE4CDD-124C-4DCF-9584-B6033B545DD5}"/>
          </ac:spMkLst>
        </pc:spChg>
        <pc:spChg chg="add">
          <ac:chgData name="Mr. Sumit Sharma" userId="S::sumitsharma.cse@niet.co.in::0287a0e3-d7f5-4815-a5d5-4670a436bb9e" providerId="AD" clId="Web-{B4AB676F-2D03-2C58-0FDC-1D5749CA1545}" dt="2023-08-29T06:29:59.341" v="281"/>
          <ac:spMkLst>
            <pc:docMk/>
            <pc:sldMk cId="1585696966" sldId="1588"/>
            <ac:spMk id="93" creationId="{081E4A58-353D-44AE-B2FC-2A74E2E400F7}"/>
          </ac:spMkLst>
        </pc:spChg>
        <pc:picChg chg="del">
          <ac:chgData name="Mr. Sumit Sharma" userId="S::sumitsharma.cse@niet.co.in::0287a0e3-d7f5-4815-a5d5-4670a436bb9e" providerId="AD" clId="Web-{B4AB676F-2D03-2C58-0FDC-1D5749CA1545}" dt="2023-08-29T06:27:51.322" v="253"/>
          <ac:picMkLst>
            <pc:docMk/>
            <pc:sldMk cId="1585696966" sldId="1588"/>
            <ac:picMk id="2" creationId="{3CB22A0F-0678-F35A-7D73-65CCFE619E9F}"/>
          </ac:picMkLst>
        </pc:picChg>
      </pc:sldChg>
      <pc:sldChg chg="addSp delSp modSp add replId">
        <pc:chgData name="Mr. Sumit Sharma" userId="S::sumitsharma.cse@niet.co.in::0287a0e3-d7f5-4815-a5d5-4670a436bb9e" providerId="AD" clId="Web-{B4AB676F-2D03-2C58-0FDC-1D5749CA1545}" dt="2023-08-29T06:32:03.140" v="312"/>
        <pc:sldMkLst>
          <pc:docMk/>
          <pc:sldMk cId="1590766498" sldId="1589"/>
        </pc:sldMkLst>
        <pc:spChg chg="mod">
          <ac:chgData name="Mr. Sumit Sharma" userId="S::sumitsharma.cse@niet.co.in::0287a0e3-d7f5-4815-a5d5-4670a436bb9e" providerId="AD" clId="Web-{B4AB676F-2D03-2C58-0FDC-1D5749CA1545}" dt="2023-08-29T06:32:03.140" v="312"/>
          <ac:spMkLst>
            <pc:docMk/>
            <pc:sldMk cId="1590766498" sldId="1589"/>
            <ac:spMk id="3" creationId="{F8CC24E1-E4CB-4555-AAFE-79673E88E287}"/>
          </ac:spMkLst>
        </pc:spChg>
        <pc:spChg chg="mod">
          <ac:chgData name="Mr. Sumit Sharma" userId="S::sumitsharma.cse@niet.co.in::0287a0e3-d7f5-4815-a5d5-4670a436bb9e" providerId="AD" clId="Web-{B4AB676F-2D03-2C58-0FDC-1D5749CA1545}" dt="2023-08-29T06:32:03.140" v="311"/>
          <ac:spMkLst>
            <pc:docMk/>
            <pc:sldMk cId="1590766498" sldId="1589"/>
            <ac:spMk id="6" creationId="{00000000-0000-0000-0000-000000000000}"/>
          </ac:spMkLst>
        </pc:spChg>
        <pc:spChg chg="add del">
          <ac:chgData name="Mr. Sumit Sharma" userId="S::sumitsharma.cse@niet.co.in::0287a0e3-d7f5-4815-a5d5-4670a436bb9e" providerId="AD" clId="Web-{B4AB676F-2D03-2C58-0FDC-1D5749CA1545}" dt="2023-08-29T06:32:03.140" v="312"/>
          <ac:spMkLst>
            <pc:docMk/>
            <pc:sldMk cId="1590766498" sldId="1589"/>
            <ac:spMk id="71" creationId="{2EB492CD-616E-47F8-933B-5E2D952A0593}"/>
          </ac:spMkLst>
        </pc:spChg>
        <pc:spChg chg="add del">
          <ac:chgData name="Mr. Sumit Sharma" userId="S::sumitsharma.cse@niet.co.in::0287a0e3-d7f5-4815-a5d5-4670a436bb9e" providerId="AD" clId="Web-{B4AB676F-2D03-2C58-0FDC-1D5749CA1545}" dt="2023-08-29T06:32:03.140" v="312"/>
          <ac:spMkLst>
            <pc:docMk/>
            <pc:sldMk cId="1590766498" sldId="1589"/>
            <ac:spMk id="73" creationId="{59383CF9-23B5-4335-9B21-1791C4CF1C75}"/>
          </ac:spMkLst>
        </pc:spChg>
        <pc:spChg chg="add del">
          <ac:chgData name="Mr. Sumit Sharma" userId="S::sumitsharma.cse@niet.co.in::0287a0e3-d7f5-4815-a5d5-4670a436bb9e" providerId="AD" clId="Web-{B4AB676F-2D03-2C58-0FDC-1D5749CA1545}" dt="2023-08-29T06:32:03.140" v="312"/>
          <ac:spMkLst>
            <pc:docMk/>
            <pc:sldMk cId="1590766498" sldId="1589"/>
            <ac:spMk id="75" creationId="{0007FE00-9498-4706-B255-6437B0252C02}"/>
          </ac:spMkLst>
        </pc:spChg>
        <pc:spChg chg="add del">
          <ac:chgData name="Mr. Sumit Sharma" userId="S::sumitsharma.cse@niet.co.in::0287a0e3-d7f5-4815-a5d5-4670a436bb9e" providerId="AD" clId="Web-{B4AB676F-2D03-2C58-0FDC-1D5749CA1545}" dt="2023-08-29T06:32:03.140" v="311"/>
          <ac:spMkLst>
            <pc:docMk/>
            <pc:sldMk cId="1590766498" sldId="1589"/>
            <ac:spMk id="80" creationId="{E8A8EAB8-D2FF-444D-B34B-7D32F106AD0E}"/>
          </ac:spMkLst>
        </pc:spChg>
        <pc:spChg chg="add">
          <ac:chgData name="Mr. Sumit Sharma" userId="S::sumitsharma.cse@niet.co.in::0287a0e3-d7f5-4815-a5d5-4670a436bb9e" providerId="AD" clId="Web-{B4AB676F-2D03-2C58-0FDC-1D5749CA1545}" dt="2023-08-29T06:32:03.140" v="312"/>
          <ac:spMkLst>
            <pc:docMk/>
            <pc:sldMk cId="1590766498" sldId="1589"/>
            <ac:spMk id="86" creationId="{2EB492CD-616E-47F8-933B-5E2D952A0593}"/>
          </ac:spMkLst>
        </pc:spChg>
        <pc:spChg chg="add">
          <ac:chgData name="Mr. Sumit Sharma" userId="S::sumitsharma.cse@niet.co.in::0287a0e3-d7f5-4815-a5d5-4670a436bb9e" providerId="AD" clId="Web-{B4AB676F-2D03-2C58-0FDC-1D5749CA1545}" dt="2023-08-29T06:32:03.140" v="312"/>
          <ac:spMkLst>
            <pc:docMk/>
            <pc:sldMk cId="1590766498" sldId="1589"/>
            <ac:spMk id="87" creationId="{59383CF9-23B5-4335-9B21-1791C4CF1C75}"/>
          </ac:spMkLst>
        </pc:spChg>
        <pc:spChg chg="add">
          <ac:chgData name="Mr. Sumit Sharma" userId="S::sumitsharma.cse@niet.co.in::0287a0e3-d7f5-4815-a5d5-4670a436bb9e" providerId="AD" clId="Web-{B4AB676F-2D03-2C58-0FDC-1D5749CA1545}" dt="2023-08-29T06:32:03.140" v="312"/>
          <ac:spMkLst>
            <pc:docMk/>
            <pc:sldMk cId="1590766498" sldId="1589"/>
            <ac:spMk id="88" creationId="{0007FE00-9498-4706-B255-6437B0252C02}"/>
          </ac:spMkLst>
        </pc:spChg>
        <pc:picChg chg="del">
          <ac:chgData name="Mr. Sumit Sharma" userId="S::sumitsharma.cse@niet.co.in::0287a0e3-d7f5-4815-a5d5-4670a436bb9e" providerId="AD" clId="Web-{B4AB676F-2D03-2C58-0FDC-1D5749CA1545}" dt="2023-08-29T06:30:34.201" v="285"/>
          <ac:picMkLst>
            <pc:docMk/>
            <pc:sldMk cId="1590766498" sldId="1589"/>
            <ac:picMk id="2" creationId="{3CB22A0F-0678-F35A-7D73-65CCFE619E9F}"/>
          </ac:picMkLst>
        </pc:picChg>
        <pc:picChg chg="add mod ord">
          <ac:chgData name="Mr. Sumit Sharma" userId="S::sumitsharma.cse@niet.co.in::0287a0e3-d7f5-4815-a5d5-4670a436bb9e" providerId="AD" clId="Web-{B4AB676F-2D03-2C58-0FDC-1D5749CA1545}" dt="2023-08-29T06:32:03.140" v="312"/>
          <ac:picMkLst>
            <pc:docMk/>
            <pc:sldMk cId="1590766498" sldId="1589"/>
            <ac:picMk id="4" creationId="{8019D9AF-830D-C840-30FE-EFC27F292A9D}"/>
          </ac:picMkLst>
        </pc:picChg>
        <pc:cxnChg chg="add del">
          <ac:chgData name="Mr. Sumit Sharma" userId="S::sumitsharma.cse@niet.co.in::0287a0e3-d7f5-4815-a5d5-4670a436bb9e" providerId="AD" clId="Web-{B4AB676F-2D03-2C58-0FDC-1D5749CA1545}" dt="2023-08-29T06:32:03.140" v="311"/>
          <ac:cxnSpMkLst>
            <pc:docMk/>
            <pc:sldMk cId="1590766498" sldId="1589"/>
            <ac:cxnSpMk id="82" creationId="{EEA38897-7BA3-4408-8083-3235339C4A60}"/>
          </ac:cxnSpMkLst>
        </pc:cxnChg>
        <pc:cxnChg chg="add del">
          <ac:chgData name="Mr. Sumit Sharma" userId="S::sumitsharma.cse@niet.co.in::0287a0e3-d7f5-4815-a5d5-4670a436bb9e" providerId="AD" clId="Web-{B4AB676F-2D03-2C58-0FDC-1D5749CA1545}" dt="2023-08-29T06:32:03.140" v="311"/>
          <ac:cxnSpMkLst>
            <pc:docMk/>
            <pc:sldMk cId="1590766498" sldId="1589"/>
            <ac:cxnSpMk id="84" creationId="{F11AD06B-AB20-4097-8606-5DA00DBACE88}"/>
          </ac:cxnSpMkLst>
        </pc:cxnChg>
      </pc:sldChg>
      <pc:sldChg chg="addSp delSp modSp add replId">
        <pc:chgData name="Mr. Sumit Sharma" userId="S::sumitsharma.cse@niet.co.in::0287a0e3-d7f5-4815-a5d5-4670a436bb9e" providerId="AD" clId="Web-{B4AB676F-2D03-2C58-0FDC-1D5749CA1545}" dt="2023-08-29T06:33:27.486" v="336" actId="20577"/>
        <pc:sldMkLst>
          <pc:docMk/>
          <pc:sldMk cId="672710708" sldId="1590"/>
        </pc:sldMkLst>
        <pc:spChg chg="mod">
          <ac:chgData name="Mr. Sumit Sharma" userId="S::sumitsharma.cse@niet.co.in::0287a0e3-d7f5-4815-a5d5-4670a436bb9e" providerId="AD" clId="Web-{B4AB676F-2D03-2C58-0FDC-1D5749CA1545}" dt="2023-08-29T06:33:27.486" v="336" actId="20577"/>
          <ac:spMkLst>
            <pc:docMk/>
            <pc:sldMk cId="672710708" sldId="1590"/>
            <ac:spMk id="3" creationId="{F8CC24E1-E4CB-4555-AAFE-79673E88E287}"/>
          </ac:spMkLst>
        </pc:spChg>
        <pc:picChg chg="add mod">
          <ac:chgData name="Mr. Sumit Sharma" userId="S::sumitsharma.cse@niet.co.in::0287a0e3-d7f5-4815-a5d5-4670a436bb9e" providerId="AD" clId="Web-{B4AB676F-2D03-2C58-0FDC-1D5749CA1545}" dt="2023-08-29T06:32:33.282" v="318" actId="14100"/>
          <ac:picMkLst>
            <pc:docMk/>
            <pc:sldMk cId="672710708" sldId="1590"/>
            <ac:picMk id="2" creationId="{EB37C7B9-24F2-3FFF-154F-BF07BE73F984}"/>
          </ac:picMkLst>
        </pc:picChg>
        <pc:picChg chg="del">
          <ac:chgData name="Mr. Sumit Sharma" userId="S::sumitsharma.cse@niet.co.in::0287a0e3-d7f5-4815-a5d5-4670a436bb9e" providerId="AD" clId="Web-{B4AB676F-2D03-2C58-0FDC-1D5749CA1545}" dt="2023-08-29T06:32:23.234" v="314"/>
          <ac:picMkLst>
            <pc:docMk/>
            <pc:sldMk cId="672710708" sldId="1590"/>
            <ac:picMk id="4" creationId="{8019D9AF-830D-C840-30FE-EFC27F292A9D}"/>
          </ac:picMkLst>
        </pc:picChg>
      </pc:sldChg>
    </pc:docChg>
  </pc:docChgLst>
  <pc:docChgLst>
    <pc:chgData name="Mr. Sumit Sharma" userId="S::sumitsharma.cse@niet.co.in::0287a0e3-d7f5-4815-a5d5-4670a436bb9e" providerId="AD" clId="Web-{687C5E9E-EA70-7F60-0F73-6A13D528796D}"/>
    <pc:docChg chg="addSld modSld">
      <pc:chgData name="Mr. Sumit Sharma" userId="S::sumitsharma.cse@niet.co.in::0287a0e3-d7f5-4815-a5d5-4670a436bb9e" providerId="AD" clId="Web-{687C5E9E-EA70-7F60-0F73-6A13D528796D}" dt="2023-09-12T09:09:06.022" v="227" actId="20577"/>
      <pc:docMkLst>
        <pc:docMk/>
      </pc:docMkLst>
      <pc:sldChg chg="modSp add replId">
        <pc:chgData name="Mr. Sumit Sharma" userId="S::sumitsharma.cse@niet.co.in::0287a0e3-d7f5-4815-a5d5-4670a436bb9e" providerId="AD" clId="Web-{687C5E9E-EA70-7F60-0F73-6A13D528796D}" dt="2023-09-12T08:49:56.616" v="42" actId="20577"/>
        <pc:sldMkLst>
          <pc:docMk/>
          <pc:sldMk cId="2160946289" sldId="1620"/>
        </pc:sldMkLst>
        <pc:spChg chg="mod">
          <ac:chgData name="Mr. Sumit Sharma" userId="S::sumitsharma.cse@niet.co.in::0287a0e3-d7f5-4815-a5d5-4670a436bb9e" providerId="AD" clId="Web-{687C5E9E-EA70-7F60-0F73-6A13D528796D}" dt="2023-09-12T08:49:56.616" v="42" actId="20577"/>
          <ac:spMkLst>
            <pc:docMk/>
            <pc:sldMk cId="2160946289" sldId="1620"/>
            <ac:spMk id="7" creationId="{00000000-0000-0000-0000-000000000000}"/>
          </ac:spMkLst>
        </pc:spChg>
        <pc:spChg chg="mod">
          <ac:chgData name="Mr. Sumit Sharma" userId="S::sumitsharma.cse@niet.co.in::0287a0e3-d7f5-4815-a5d5-4670a436bb9e" providerId="AD" clId="Web-{687C5E9E-EA70-7F60-0F73-6A13D528796D}" dt="2023-09-12T08:32:37.697" v="22" actId="20577"/>
          <ac:spMkLst>
            <pc:docMk/>
            <pc:sldMk cId="2160946289" sldId="1620"/>
            <ac:spMk id="182" creationId="{FDC1A734-1528-FC7A-7C7C-B49C8922968A}"/>
          </ac:spMkLst>
        </pc:spChg>
      </pc:sldChg>
      <pc:sldChg chg="modSp add replId">
        <pc:chgData name="Mr. Sumit Sharma" userId="S::sumitsharma.cse@niet.co.in::0287a0e3-d7f5-4815-a5d5-4670a436bb9e" providerId="AD" clId="Web-{687C5E9E-EA70-7F60-0F73-6A13D528796D}" dt="2023-09-12T08:49:49.741" v="41" actId="20577"/>
        <pc:sldMkLst>
          <pc:docMk/>
          <pc:sldMk cId="2931088248" sldId="1621"/>
        </pc:sldMkLst>
        <pc:spChg chg="mod">
          <ac:chgData name="Mr. Sumit Sharma" userId="S::sumitsharma.cse@niet.co.in::0287a0e3-d7f5-4815-a5d5-4670a436bb9e" providerId="AD" clId="Web-{687C5E9E-EA70-7F60-0F73-6A13D528796D}" dt="2023-09-12T08:49:49.741" v="41" actId="20577"/>
          <ac:spMkLst>
            <pc:docMk/>
            <pc:sldMk cId="2931088248" sldId="1621"/>
            <ac:spMk id="7" creationId="{00000000-0000-0000-0000-000000000000}"/>
          </ac:spMkLst>
        </pc:spChg>
        <pc:spChg chg="mod">
          <ac:chgData name="Mr. Sumit Sharma" userId="S::sumitsharma.cse@niet.co.in::0287a0e3-d7f5-4815-a5d5-4670a436bb9e" providerId="AD" clId="Web-{687C5E9E-EA70-7F60-0F73-6A13D528796D}" dt="2023-09-12T08:48:29.926" v="31" actId="14100"/>
          <ac:spMkLst>
            <pc:docMk/>
            <pc:sldMk cId="2931088248" sldId="1621"/>
            <ac:spMk id="182" creationId="{FDC1A734-1528-FC7A-7C7C-B49C8922968A}"/>
          </ac:spMkLst>
        </pc:spChg>
      </pc:sldChg>
      <pc:sldChg chg="modSp add replId">
        <pc:chgData name="Mr. Sumit Sharma" userId="S::sumitsharma.cse@niet.co.in::0287a0e3-d7f5-4815-a5d5-4670a436bb9e" providerId="AD" clId="Web-{687C5E9E-EA70-7F60-0F73-6A13D528796D}" dt="2023-09-12T08:51:51.978" v="66" actId="14100"/>
        <pc:sldMkLst>
          <pc:docMk/>
          <pc:sldMk cId="2795272576" sldId="1622"/>
        </pc:sldMkLst>
        <pc:spChg chg="mod">
          <ac:chgData name="Mr. Sumit Sharma" userId="S::sumitsharma.cse@niet.co.in::0287a0e3-d7f5-4815-a5d5-4670a436bb9e" providerId="AD" clId="Web-{687C5E9E-EA70-7F60-0F73-6A13D528796D}" dt="2023-09-12T08:49:46.397" v="40" actId="20577"/>
          <ac:spMkLst>
            <pc:docMk/>
            <pc:sldMk cId="2795272576" sldId="1622"/>
            <ac:spMk id="7" creationId="{00000000-0000-0000-0000-000000000000}"/>
          </ac:spMkLst>
        </pc:spChg>
        <pc:spChg chg="mod">
          <ac:chgData name="Mr. Sumit Sharma" userId="S::sumitsharma.cse@niet.co.in::0287a0e3-d7f5-4815-a5d5-4670a436bb9e" providerId="AD" clId="Web-{687C5E9E-EA70-7F60-0F73-6A13D528796D}" dt="2023-09-12T08:51:51.978" v="66" actId="14100"/>
          <ac:spMkLst>
            <pc:docMk/>
            <pc:sldMk cId="2795272576" sldId="1622"/>
            <ac:spMk id="182" creationId="{FDC1A734-1528-FC7A-7C7C-B49C8922968A}"/>
          </ac:spMkLst>
        </pc:spChg>
      </pc:sldChg>
      <pc:sldChg chg="modSp add replId">
        <pc:chgData name="Mr. Sumit Sharma" userId="S::sumitsharma.cse@niet.co.in::0287a0e3-d7f5-4815-a5d5-4670a436bb9e" providerId="AD" clId="Web-{687C5E9E-EA70-7F60-0F73-6A13D528796D}" dt="2023-09-12T08:53:30.247" v="86" actId="14100"/>
        <pc:sldMkLst>
          <pc:docMk/>
          <pc:sldMk cId="3568023145" sldId="1623"/>
        </pc:sldMkLst>
        <pc:spChg chg="mod">
          <ac:chgData name="Mr. Sumit Sharma" userId="S::sumitsharma.cse@niet.co.in::0287a0e3-d7f5-4815-a5d5-4670a436bb9e" providerId="AD" clId="Web-{687C5E9E-EA70-7F60-0F73-6A13D528796D}" dt="2023-09-12T08:52:14.979" v="74" actId="20577"/>
          <ac:spMkLst>
            <pc:docMk/>
            <pc:sldMk cId="3568023145" sldId="1623"/>
            <ac:spMk id="7" creationId="{00000000-0000-0000-0000-000000000000}"/>
          </ac:spMkLst>
        </pc:spChg>
        <pc:spChg chg="mod">
          <ac:chgData name="Mr. Sumit Sharma" userId="S::sumitsharma.cse@niet.co.in::0287a0e3-d7f5-4815-a5d5-4670a436bb9e" providerId="AD" clId="Web-{687C5E9E-EA70-7F60-0F73-6A13D528796D}" dt="2023-09-12T08:53:30.247" v="86" actId="14100"/>
          <ac:spMkLst>
            <pc:docMk/>
            <pc:sldMk cId="3568023145" sldId="1623"/>
            <ac:spMk id="182" creationId="{FDC1A734-1528-FC7A-7C7C-B49C8922968A}"/>
          </ac:spMkLst>
        </pc:spChg>
      </pc:sldChg>
      <pc:sldChg chg="modSp add replId">
        <pc:chgData name="Mr. Sumit Sharma" userId="S::sumitsharma.cse@niet.co.in::0287a0e3-d7f5-4815-a5d5-4670a436bb9e" providerId="AD" clId="Web-{687C5E9E-EA70-7F60-0F73-6A13D528796D}" dt="2023-09-12T08:54:10.201" v="92" actId="20577"/>
        <pc:sldMkLst>
          <pc:docMk/>
          <pc:sldMk cId="1044315574" sldId="1624"/>
        </pc:sldMkLst>
        <pc:spChg chg="mod">
          <ac:chgData name="Mr. Sumit Sharma" userId="S::sumitsharma.cse@niet.co.in::0287a0e3-d7f5-4815-a5d5-4670a436bb9e" providerId="AD" clId="Web-{687C5E9E-EA70-7F60-0F73-6A13D528796D}" dt="2023-09-12T08:54:10.201" v="92" actId="20577"/>
          <ac:spMkLst>
            <pc:docMk/>
            <pc:sldMk cId="1044315574" sldId="1624"/>
            <ac:spMk id="182" creationId="{FDC1A734-1528-FC7A-7C7C-B49C8922968A}"/>
          </ac:spMkLst>
        </pc:spChg>
      </pc:sldChg>
      <pc:sldChg chg="modSp add replId">
        <pc:chgData name="Mr. Sumit Sharma" userId="S::sumitsharma.cse@niet.co.in::0287a0e3-d7f5-4815-a5d5-4670a436bb9e" providerId="AD" clId="Web-{687C5E9E-EA70-7F60-0F73-6A13D528796D}" dt="2023-09-12T09:00:01.851" v="118" actId="20577"/>
        <pc:sldMkLst>
          <pc:docMk/>
          <pc:sldMk cId="719459484" sldId="1625"/>
        </pc:sldMkLst>
        <pc:spChg chg="mod">
          <ac:chgData name="Mr. Sumit Sharma" userId="S::sumitsharma.cse@niet.co.in::0287a0e3-d7f5-4815-a5d5-4670a436bb9e" providerId="AD" clId="Web-{687C5E9E-EA70-7F60-0F73-6A13D528796D}" dt="2023-09-12T08:59:18.116" v="106" actId="20577"/>
          <ac:spMkLst>
            <pc:docMk/>
            <pc:sldMk cId="719459484" sldId="1625"/>
            <ac:spMk id="7" creationId="{00000000-0000-0000-0000-000000000000}"/>
          </ac:spMkLst>
        </pc:spChg>
        <pc:spChg chg="mod">
          <ac:chgData name="Mr. Sumit Sharma" userId="S::sumitsharma.cse@niet.co.in::0287a0e3-d7f5-4815-a5d5-4670a436bb9e" providerId="AD" clId="Web-{687C5E9E-EA70-7F60-0F73-6A13D528796D}" dt="2023-09-12T09:00:01.851" v="118" actId="20577"/>
          <ac:spMkLst>
            <pc:docMk/>
            <pc:sldMk cId="719459484" sldId="1625"/>
            <ac:spMk id="182" creationId="{FDC1A734-1528-FC7A-7C7C-B49C8922968A}"/>
          </ac:spMkLst>
        </pc:spChg>
      </pc:sldChg>
      <pc:sldChg chg="modSp add replId">
        <pc:chgData name="Mr. Sumit Sharma" userId="S::sumitsharma.cse@niet.co.in::0287a0e3-d7f5-4815-a5d5-4670a436bb9e" providerId="AD" clId="Web-{687C5E9E-EA70-7F60-0F73-6A13D528796D}" dt="2023-09-12T09:00:57.259" v="133" actId="20577"/>
        <pc:sldMkLst>
          <pc:docMk/>
          <pc:sldMk cId="1556240971" sldId="1626"/>
        </pc:sldMkLst>
        <pc:spChg chg="mod">
          <ac:chgData name="Mr. Sumit Sharma" userId="S::sumitsharma.cse@niet.co.in::0287a0e3-d7f5-4815-a5d5-4670a436bb9e" providerId="AD" clId="Web-{687C5E9E-EA70-7F60-0F73-6A13D528796D}" dt="2023-09-12T09:00:57.259" v="133" actId="20577"/>
          <ac:spMkLst>
            <pc:docMk/>
            <pc:sldMk cId="1556240971" sldId="1626"/>
            <ac:spMk id="182" creationId="{FDC1A734-1528-FC7A-7C7C-B49C8922968A}"/>
          </ac:spMkLst>
        </pc:spChg>
      </pc:sldChg>
      <pc:sldChg chg="modSp add replId">
        <pc:chgData name="Mr. Sumit Sharma" userId="S::sumitsharma.cse@niet.co.in::0287a0e3-d7f5-4815-a5d5-4670a436bb9e" providerId="AD" clId="Web-{687C5E9E-EA70-7F60-0F73-6A13D528796D}" dt="2023-09-12T09:08:07.817" v="217" actId="14100"/>
        <pc:sldMkLst>
          <pc:docMk/>
          <pc:sldMk cId="3976822806" sldId="1627"/>
        </pc:sldMkLst>
        <pc:spChg chg="mod">
          <ac:chgData name="Mr. Sumit Sharma" userId="S::sumitsharma.cse@niet.co.in::0287a0e3-d7f5-4815-a5d5-4670a436bb9e" providerId="AD" clId="Web-{687C5E9E-EA70-7F60-0F73-6A13D528796D}" dt="2023-09-12T09:01:19.713" v="136" actId="20577"/>
          <ac:spMkLst>
            <pc:docMk/>
            <pc:sldMk cId="3976822806" sldId="1627"/>
            <ac:spMk id="7" creationId="{00000000-0000-0000-0000-000000000000}"/>
          </ac:spMkLst>
        </pc:spChg>
        <pc:spChg chg="mod">
          <ac:chgData name="Mr. Sumit Sharma" userId="S::sumitsharma.cse@niet.co.in::0287a0e3-d7f5-4815-a5d5-4670a436bb9e" providerId="AD" clId="Web-{687C5E9E-EA70-7F60-0F73-6A13D528796D}" dt="2023-09-12T09:08:07.817" v="217" actId="14100"/>
          <ac:spMkLst>
            <pc:docMk/>
            <pc:sldMk cId="3976822806" sldId="1627"/>
            <ac:spMk id="182" creationId="{FDC1A734-1528-FC7A-7C7C-B49C8922968A}"/>
          </ac:spMkLst>
        </pc:spChg>
      </pc:sldChg>
      <pc:sldChg chg="modSp add replId">
        <pc:chgData name="Mr. Sumit Sharma" userId="S::sumitsharma.cse@niet.co.in::0287a0e3-d7f5-4815-a5d5-4670a436bb9e" providerId="AD" clId="Web-{687C5E9E-EA70-7F60-0F73-6A13D528796D}" dt="2023-09-12T09:07:05.050" v="204" actId="20577"/>
        <pc:sldMkLst>
          <pc:docMk/>
          <pc:sldMk cId="3368049691" sldId="1628"/>
        </pc:sldMkLst>
        <pc:spChg chg="mod">
          <ac:chgData name="Mr. Sumit Sharma" userId="S::sumitsharma.cse@niet.co.in::0287a0e3-d7f5-4815-a5d5-4670a436bb9e" providerId="AD" clId="Web-{687C5E9E-EA70-7F60-0F73-6A13D528796D}" dt="2023-09-12T09:04:09.077" v="159" actId="20577"/>
          <ac:spMkLst>
            <pc:docMk/>
            <pc:sldMk cId="3368049691" sldId="1628"/>
            <ac:spMk id="7" creationId="{00000000-0000-0000-0000-000000000000}"/>
          </ac:spMkLst>
        </pc:spChg>
        <pc:spChg chg="mod">
          <ac:chgData name="Mr. Sumit Sharma" userId="S::sumitsharma.cse@niet.co.in::0287a0e3-d7f5-4815-a5d5-4670a436bb9e" providerId="AD" clId="Web-{687C5E9E-EA70-7F60-0F73-6A13D528796D}" dt="2023-09-12T09:07:05.050" v="204" actId="20577"/>
          <ac:spMkLst>
            <pc:docMk/>
            <pc:sldMk cId="3368049691" sldId="1628"/>
            <ac:spMk id="182" creationId="{FDC1A734-1528-FC7A-7C7C-B49C8922968A}"/>
          </ac:spMkLst>
        </pc:spChg>
      </pc:sldChg>
      <pc:sldChg chg="modSp add replId">
        <pc:chgData name="Mr. Sumit Sharma" userId="S::sumitsharma.cse@niet.co.in::0287a0e3-d7f5-4815-a5d5-4670a436bb9e" providerId="AD" clId="Web-{687C5E9E-EA70-7F60-0F73-6A13D528796D}" dt="2023-09-12T09:06:23.283" v="184" actId="20577"/>
        <pc:sldMkLst>
          <pc:docMk/>
          <pc:sldMk cId="821847592" sldId="1629"/>
        </pc:sldMkLst>
        <pc:spChg chg="mod">
          <ac:chgData name="Mr. Sumit Sharma" userId="S::sumitsharma.cse@niet.co.in::0287a0e3-d7f5-4815-a5d5-4670a436bb9e" providerId="AD" clId="Web-{687C5E9E-EA70-7F60-0F73-6A13D528796D}" dt="2023-09-12T09:05:56.939" v="176" actId="20577"/>
          <ac:spMkLst>
            <pc:docMk/>
            <pc:sldMk cId="821847592" sldId="1629"/>
            <ac:spMk id="7" creationId="{00000000-0000-0000-0000-000000000000}"/>
          </ac:spMkLst>
        </pc:spChg>
        <pc:spChg chg="mod">
          <ac:chgData name="Mr. Sumit Sharma" userId="S::sumitsharma.cse@niet.co.in::0287a0e3-d7f5-4815-a5d5-4670a436bb9e" providerId="AD" clId="Web-{687C5E9E-EA70-7F60-0F73-6A13D528796D}" dt="2023-09-12T09:06:23.283" v="184" actId="20577"/>
          <ac:spMkLst>
            <pc:docMk/>
            <pc:sldMk cId="821847592" sldId="1629"/>
            <ac:spMk id="182" creationId="{FDC1A734-1528-FC7A-7C7C-B49C8922968A}"/>
          </ac:spMkLst>
        </pc:spChg>
      </pc:sldChg>
      <pc:sldChg chg="modSp add replId">
        <pc:chgData name="Mr. Sumit Sharma" userId="S::sumitsharma.cse@niet.co.in::0287a0e3-d7f5-4815-a5d5-4670a436bb9e" providerId="AD" clId="Web-{687C5E9E-EA70-7F60-0F73-6A13D528796D}" dt="2023-09-12T09:09:06.022" v="227" actId="20577"/>
        <pc:sldMkLst>
          <pc:docMk/>
          <pc:sldMk cId="720429055" sldId="1630"/>
        </pc:sldMkLst>
        <pc:spChg chg="mod">
          <ac:chgData name="Mr. Sumit Sharma" userId="S::sumitsharma.cse@niet.co.in::0287a0e3-d7f5-4815-a5d5-4670a436bb9e" providerId="AD" clId="Web-{687C5E9E-EA70-7F60-0F73-6A13D528796D}" dt="2023-09-12T09:09:06.022" v="227" actId="20577"/>
          <ac:spMkLst>
            <pc:docMk/>
            <pc:sldMk cId="720429055" sldId="1630"/>
            <ac:spMk id="182" creationId="{FDC1A734-1528-FC7A-7C7C-B49C8922968A}"/>
          </ac:spMkLst>
        </pc:spChg>
      </pc:sldChg>
    </pc:docChg>
  </pc:docChgLst>
  <pc:docChgLst>
    <pc:chgData name="Mr. Sumit Sharma" userId="S::sumitsharma.cse@niet.co.in::0287a0e3-d7f5-4815-a5d5-4670a436bb9e" providerId="AD" clId="Web-{679FD096-6A17-F560-234F-281B2969DF71}"/>
    <pc:docChg chg="addSld delSld modSld sldOrd">
      <pc:chgData name="Mr. Sumit Sharma" userId="S::sumitsharma.cse@niet.co.in::0287a0e3-d7f5-4815-a5d5-4670a436bb9e" providerId="AD" clId="Web-{679FD096-6A17-F560-234F-281B2969DF71}" dt="2023-09-25T04:29:07.322" v="175" actId="20577"/>
      <pc:docMkLst>
        <pc:docMk/>
      </pc:docMkLst>
      <pc:sldChg chg="modSp ord">
        <pc:chgData name="Mr. Sumit Sharma" userId="S::sumitsharma.cse@niet.co.in::0287a0e3-d7f5-4815-a5d5-4670a436bb9e" providerId="AD" clId="Web-{679FD096-6A17-F560-234F-281B2969DF71}" dt="2023-09-25T04:23:05.299" v="94"/>
        <pc:sldMkLst>
          <pc:docMk/>
          <pc:sldMk cId="2717630238" sldId="281"/>
        </pc:sldMkLst>
        <pc:spChg chg="mod">
          <ac:chgData name="Mr. Sumit Sharma" userId="S::sumitsharma.cse@niet.co.in::0287a0e3-d7f5-4815-a5d5-4670a436bb9e" providerId="AD" clId="Web-{679FD096-6A17-F560-234F-281B2969DF71}" dt="2023-09-25T04:16:37.353" v="1" actId="20577"/>
          <ac:spMkLst>
            <pc:docMk/>
            <pc:sldMk cId="2717630238" sldId="281"/>
            <ac:spMk id="7" creationId="{00000000-0000-0000-0000-000000000000}"/>
          </ac:spMkLst>
        </pc:spChg>
        <pc:spChg chg="mod">
          <ac:chgData name="Mr. Sumit Sharma" userId="S::sumitsharma.cse@niet.co.in::0287a0e3-d7f5-4815-a5d5-4670a436bb9e" providerId="AD" clId="Web-{679FD096-6A17-F560-234F-281B2969DF71}" dt="2023-09-25T04:21:16.281" v="72" actId="14100"/>
          <ac:spMkLst>
            <pc:docMk/>
            <pc:sldMk cId="2717630238" sldId="281"/>
            <ac:spMk id="8" creationId="{D7F71052-C096-41E2-9234-43D568F9BDDA}"/>
          </ac:spMkLst>
        </pc:spChg>
      </pc:sldChg>
      <pc:sldChg chg="modSp">
        <pc:chgData name="Mr. Sumit Sharma" userId="S::sumitsharma.cse@niet.co.in::0287a0e3-d7f5-4815-a5d5-4670a436bb9e" providerId="AD" clId="Web-{679FD096-6A17-F560-234F-281B2969DF71}" dt="2023-09-25T04:22:55.892" v="92" actId="20577"/>
        <pc:sldMkLst>
          <pc:docMk/>
          <pc:sldMk cId="14382847" sldId="1560"/>
        </pc:sldMkLst>
        <pc:spChg chg="mod">
          <ac:chgData name="Mr. Sumit Sharma" userId="S::sumitsharma.cse@niet.co.in::0287a0e3-d7f5-4815-a5d5-4670a436bb9e" providerId="AD" clId="Web-{679FD096-6A17-F560-234F-281B2969DF71}" dt="2023-09-25T04:22:11.985" v="81" actId="20577"/>
          <ac:spMkLst>
            <pc:docMk/>
            <pc:sldMk cId="14382847" sldId="1560"/>
            <ac:spMk id="7" creationId="{00000000-0000-0000-0000-000000000000}"/>
          </ac:spMkLst>
        </pc:spChg>
        <pc:graphicFrameChg chg="modGraphic">
          <ac:chgData name="Mr. Sumit Sharma" userId="S::sumitsharma.cse@niet.co.in::0287a0e3-d7f5-4815-a5d5-4670a436bb9e" providerId="AD" clId="Web-{679FD096-6A17-F560-234F-281B2969DF71}" dt="2023-09-25T04:22:55.892" v="92" actId="20577"/>
          <ac:graphicFrameMkLst>
            <pc:docMk/>
            <pc:sldMk cId="14382847" sldId="1560"/>
            <ac:graphicFrameMk id="28" creationId="{7911BCD3-FD89-BC16-4A6F-1F614AC172FE}"/>
          </ac:graphicFrameMkLst>
        </pc:graphicFrameChg>
      </pc:sldChg>
      <pc:sldChg chg="del">
        <pc:chgData name="Mr. Sumit Sharma" userId="S::sumitsharma.cse@niet.co.in::0287a0e3-d7f5-4815-a5d5-4670a436bb9e" providerId="AD" clId="Web-{679FD096-6A17-F560-234F-281B2969DF71}" dt="2023-09-25T04:26:38.428" v="131"/>
        <pc:sldMkLst>
          <pc:docMk/>
          <pc:sldMk cId="472746572" sldId="1562"/>
        </pc:sldMkLst>
      </pc:sldChg>
      <pc:sldChg chg="del">
        <pc:chgData name="Mr. Sumit Sharma" userId="S::sumitsharma.cse@niet.co.in::0287a0e3-d7f5-4815-a5d5-4670a436bb9e" providerId="AD" clId="Web-{679FD096-6A17-F560-234F-281B2969DF71}" dt="2023-09-25T04:23:26.252" v="95"/>
        <pc:sldMkLst>
          <pc:docMk/>
          <pc:sldMk cId="560792800" sldId="1601"/>
        </pc:sldMkLst>
      </pc:sldChg>
      <pc:sldChg chg="modSp">
        <pc:chgData name="Mr. Sumit Sharma" userId="S::sumitsharma.cse@niet.co.in::0287a0e3-d7f5-4815-a5d5-4670a436bb9e" providerId="AD" clId="Web-{679FD096-6A17-F560-234F-281B2969DF71}" dt="2023-09-25T04:26:09.318" v="130" actId="20577"/>
        <pc:sldMkLst>
          <pc:docMk/>
          <pc:sldMk cId="1147002948" sldId="1602"/>
        </pc:sldMkLst>
        <pc:spChg chg="mod">
          <ac:chgData name="Mr. Sumit Sharma" userId="S::sumitsharma.cse@niet.co.in::0287a0e3-d7f5-4815-a5d5-4670a436bb9e" providerId="AD" clId="Web-{679FD096-6A17-F560-234F-281B2969DF71}" dt="2023-09-25T04:24:25.441" v="104" actId="20577"/>
          <ac:spMkLst>
            <pc:docMk/>
            <pc:sldMk cId="1147002948" sldId="1602"/>
            <ac:spMk id="7" creationId="{00000000-0000-0000-0000-000000000000}"/>
          </ac:spMkLst>
        </pc:spChg>
        <pc:graphicFrameChg chg="modGraphic">
          <ac:chgData name="Mr. Sumit Sharma" userId="S::sumitsharma.cse@niet.co.in::0287a0e3-d7f5-4815-a5d5-4670a436bb9e" providerId="AD" clId="Web-{679FD096-6A17-F560-234F-281B2969DF71}" dt="2023-09-25T04:26:09.318" v="130" actId="20577"/>
          <ac:graphicFrameMkLst>
            <pc:docMk/>
            <pc:sldMk cId="1147002948" sldId="1602"/>
            <ac:graphicFrameMk id="28" creationId="{7911BCD3-FD89-BC16-4A6F-1F614AC172FE}"/>
          </ac:graphicFrameMkLst>
        </pc:graphicFrameChg>
      </pc:sldChg>
      <pc:sldChg chg="del">
        <pc:chgData name="Mr. Sumit Sharma" userId="S::sumitsharma.cse@niet.co.in::0287a0e3-d7f5-4815-a5d5-4670a436bb9e" providerId="AD" clId="Web-{679FD096-6A17-F560-234F-281B2969DF71}" dt="2023-09-25T04:26:43.006" v="158"/>
        <pc:sldMkLst>
          <pc:docMk/>
          <pc:sldMk cId="770435180" sldId="1604"/>
        </pc:sldMkLst>
      </pc:sldChg>
      <pc:sldChg chg="modSp add replId">
        <pc:chgData name="Mr. Sumit Sharma" userId="S::sumitsharma.cse@niet.co.in::0287a0e3-d7f5-4815-a5d5-4670a436bb9e" providerId="AD" clId="Web-{679FD096-6A17-F560-234F-281B2969DF71}" dt="2023-09-25T04:29:07.322" v="175" actId="20577"/>
        <pc:sldMkLst>
          <pc:docMk/>
          <pc:sldMk cId="1040383172" sldId="1604"/>
        </pc:sldMkLst>
        <pc:spChg chg="mod">
          <ac:chgData name="Mr. Sumit Sharma" userId="S::sumitsharma.cse@niet.co.in::0287a0e3-d7f5-4815-a5d5-4670a436bb9e" providerId="AD" clId="Web-{679FD096-6A17-F560-234F-281B2969DF71}" dt="2023-09-25T04:28:27.883" v="168" actId="20577"/>
          <ac:spMkLst>
            <pc:docMk/>
            <pc:sldMk cId="1040383172" sldId="1604"/>
            <ac:spMk id="7" creationId="{00000000-0000-0000-0000-000000000000}"/>
          </ac:spMkLst>
        </pc:spChg>
        <pc:graphicFrameChg chg="modGraphic">
          <ac:chgData name="Mr. Sumit Sharma" userId="S::sumitsharma.cse@niet.co.in::0287a0e3-d7f5-4815-a5d5-4670a436bb9e" providerId="AD" clId="Web-{679FD096-6A17-F560-234F-281B2969DF71}" dt="2023-09-25T04:29:07.322" v="175" actId="20577"/>
          <ac:graphicFrameMkLst>
            <pc:docMk/>
            <pc:sldMk cId="1040383172" sldId="1604"/>
            <ac:graphicFrameMk id="28" creationId="{7911BCD3-FD89-BC16-4A6F-1F614AC172FE}"/>
          </ac:graphicFrameMkLst>
        </pc:graphicFrameChg>
      </pc:sldChg>
      <pc:sldChg chg="del">
        <pc:chgData name="Mr. Sumit Sharma" userId="S::sumitsharma.cse@niet.co.in::0287a0e3-d7f5-4815-a5d5-4670a436bb9e" providerId="AD" clId="Web-{679FD096-6A17-F560-234F-281B2969DF71}" dt="2023-09-25T04:26:42.991" v="157"/>
        <pc:sldMkLst>
          <pc:docMk/>
          <pc:sldMk cId="3501026821" sldId="1605"/>
        </pc:sldMkLst>
      </pc:sldChg>
      <pc:sldChg chg="del">
        <pc:chgData name="Mr. Sumit Sharma" userId="S::sumitsharma.cse@niet.co.in::0287a0e3-d7f5-4815-a5d5-4670a436bb9e" providerId="AD" clId="Web-{679FD096-6A17-F560-234F-281B2969DF71}" dt="2023-09-25T04:26:42.991" v="156"/>
        <pc:sldMkLst>
          <pc:docMk/>
          <pc:sldMk cId="342949744" sldId="1606"/>
        </pc:sldMkLst>
      </pc:sldChg>
      <pc:sldChg chg="del">
        <pc:chgData name="Mr. Sumit Sharma" userId="S::sumitsharma.cse@niet.co.in::0287a0e3-d7f5-4815-a5d5-4670a436bb9e" providerId="AD" clId="Web-{679FD096-6A17-F560-234F-281B2969DF71}" dt="2023-09-25T04:26:42.991" v="155"/>
        <pc:sldMkLst>
          <pc:docMk/>
          <pc:sldMk cId="4199993203" sldId="1607"/>
        </pc:sldMkLst>
      </pc:sldChg>
      <pc:sldChg chg="del">
        <pc:chgData name="Mr. Sumit Sharma" userId="S::sumitsharma.cse@niet.co.in::0287a0e3-d7f5-4815-a5d5-4670a436bb9e" providerId="AD" clId="Web-{679FD096-6A17-F560-234F-281B2969DF71}" dt="2023-09-25T04:26:42.991" v="154"/>
        <pc:sldMkLst>
          <pc:docMk/>
          <pc:sldMk cId="2337258122" sldId="1608"/>
        </pc:sldMkLst>
      </pc:sldChg>
      <pc:sldChg chg="del">
        <pc:chgData name="Mr. Sumit Sharma" userId="S::sumitsharma.cse@niet.co.in::0287a0e3-d7f5-4815-a5d5-4670a436bb9e" providerId="AD" clId="Web-{679FD096-6A17-F560-234F-281B2969DF71}" dt="2023-09-25T04:26:42.991" v="153"/>
        <pc:sldMkLst>
          <pc:docMk/>
          <pc:sldMk cId="187815721" sldId="1609"/>
        </pc:sldMkLst>
      </pc:sldChg>
      <pc:sldChg chg="del">
        <pc:chgData name="Mr. Sumit Sharma" userId="S::sumitsharma.cse@niet.co.in::0287a0e3-d7f5-4815-a5d5-4670a436bb9e" providerId="AD" clId="Web-{679FD096-6A17-F560-234F-281B2969DF71}" dt="2023-09-25T04:26:42.991" v="152"/>
        <pc:sldMkLst>
          <pc:docMk/>
          <pc:sldMk cId="3928331190" sldId="1610"/>
        </pc:sldMkLst>
      </pc:sldChg>
      <pc:sldChg chg="del">
        <pc:chgData name="Mr. Sumit Sharma" userId="S::sumitsharma.cse@niet.co.in::0287a0e3-d7f5-4815-a5d5-4670a436bb9e" providerId="AD" clId="Web-{679FD096-6A17-F560-234F-281B2969DF71}" dt="2023-09-25T04:26:42.991" v="151"/>
        <pc:sldMkLst>
          <pc:docMk/>
          <pc:sldMk cId="1877501331" sldId="1611"/>
        </pc:sldMkLst>
      </pc:sldChg>
      <pc:sldChg chg="del">
        <pc:chgData name="Mr. Sumit Sharma" userId="S::sumitsharma.cse@niet.co.in::0287a0e3-d7f5-4815-a5d5-4670a436bb9e" providerId="AD" clId="Web-{679FD096-6A17-F560-234F-281B2969DF71}" dt="2023-09-25T04:26:42.991" v="150"/>
        <pc:sldMkLst>
          <pc:docMk/>
          <pc:sldMk cId="717088700" sldId="1612"/>
        </pc:sldMkLst>
      </pc:sldChg>
      <pc:sldChg chg="del">
        <pc:chgData name="Mr. Sumit Sharma" userId="S::sumitsharma.cse@niet.co.in::0287a0e3-d7f5-4815-a5d5-4670a436bb9e" providerId="AD" clId="Web-{679FD096-6A17-F560-234F-281B2969DF71}" dt="2023-09-25T04:26:42.991" v="149"/>
        <pc:sldMkLst>
          <pc:docMk/>
          <pc:sldMk cId="514159642" sldId="1613"/>
        </pc:sldMkLst>
      </pc:sldChg>
      <pc:sldChg chg="del">
        <pc:chgData name="Mr. Sumit Sharma" userId="S::sumitsharma.cse@niet.co.in::0287a0e3-d7f5-4815-a5d5-4670a436bb9e" providerId="AD" clId="Web-{679FD096-6A17-F560-234F-281B2969DF71}" dt="2023-09-25T04:26:42.991" v="148"/>
        <pc:sldMkLst>
          <pc:docMk/>
          <pc:sldMk cId="3570345156" sldId="1614"/>
        </pc:sldMkLst>
      </pc:sldChg>
      <pc:sldChg chg="del">
        <pc:chgData name="Mr. Sumit Sharma" userId="S::sumitsharma.cse@niet.co.in::0287a0e3-d7f5-4815-a5d5-4670a436bb9e" providerId="AD" clId="Web-{679FD096-6A17-F560-234F-281B2969DF71}" dt="2023-09-25T04:26:42.975" v="147"/>
        <pc:sldMkLst>
          <pc:docMk/>
          <pc:sldMk cId="2515123753" sldId="1615"/>
        </pc:sldMkLst>
      </pc:sldChg>
      <pc:sldChg chg="del">
        <pc:chgData name="Mr. Sumit Sharma" userId="S::sumitsharma.cse@niet.co.in::0287a0e3-d7f5-4815-a5d5-4670a436bb9e" providerId="AD" clId="Web-{679FD096-6A17-F560-234F-281B2969DF71}" dt="2023-09-25T04:26:42.975" v="146"/>
        <pc:sldMkLst>
          <pc:docMk/>
          <pc:sldMk cId="745149550" sldId="1616"/>
        </pc:sldMkLst>
      </pc:sldChg>
      <pc:sldChg chg="del">
        <pc:chgData name="Mr. Sumit Sharma" userId="S::sumitsharma.cse@niet.co.in::0287a0e3-d7f5-4815-a5d5-4670a436bb9e" providerId="AD" clId="Web-{679FD096-6A17-F560-234F-281B2969DF71}" dt="2023-09-25T04:26:42.975" v="145"/>
        <pc:sldMkLst>
          <pc:docMk/>
          <pc:sldMk cId="612255534" sldId="1617"/>
        </pc:sldMkLst>
      </pc:sldChg>
      <pc:sldChg chg="del">
        <pc:chgData name="Mr. Sumit Sharma" userId="S::sumitsharma.cse@niet.co.in::0287a0e3-d7f5-4815-a5d5-4670a436bb9e" providerId="AD" clId="Web-{679FD096-6A17-F560-234F-281B2969DF71}" dt="2023-09-25T04:26:42.975" v="144"/>
        <pc:sldMkLst>
          <pc:docMk/>
          <pc:sldMk cId="4093949934" sldId="1618"/>
        </pc:sldMkLst>
      </pc:sldChg>
      <pc:sldChg chg="del">
        <pc:chgData name="Mr. Sumit Sharma" userId="S::sumitsharma.cse@niet.co.in::0287a0e3-d7f5-4815-a5d5-4670a436bb9e" providerId="AD" clId="Web-{679FD096-6A17-F560-234F-281B2969DF71}" dt="2023-09-25T04:26:42.975" v="143"/>
        <pc:sldMkLst>
          <pc:docMk/>
          <pc:sldMk cId="1339190433" sldId="1619"/>
        </pc:sldMkLst>
      </pc:sldChg>
      <pc:sldChg chg="del">
        <pc:chgData name="Mr. Sumit Sharma" userId="S::sumitsharma.cse@niet.co.in::0287a0e3-d7f5-4815-a5d5-4670a436bb9e" providerId="AD" clId="Web-{679FD096-6A17-F560-234F-281B2969DF71}" dt="2023-09-25T04:26:42.975" v="142"/>
        <pc:sldMkLst>
          <pc:docMk/>
          <pc:sldMk cId="2160946289" sldId="1620"/>
        </pc:sldMkLst>
      </pc:sldChg>
      <pc:sldChg chg="del">
        <pc:chgData name="Mr. Sumit Sharma" userId="S::sumitsharma.cse@niet.co.in::0287a0e3-d7f5-4815-a5d5-4670a436bb9e" providerId="AD" clId="Web-{679FD096-6A17-F560-234F-281B2969DF71}" dt="2023-09-25T04:26:42.975" v="141"/>
        <pc:sldMkLst>
          <pc:docMk/>
          <pc:sldMk cId="2931088248" sldId="1621"/>
        </pc:sldMkLst>
      </pc:sldChg>
      <pc:sldChg chg="del">
        <pc:chgData name="Mr. Sumit Sharma" userId="S::sumitsharma.cse@niet.co.in::0287a0e3-d7f5-4815-a5d5-4670a436bb9e" providerId="AD" clId="Web-{679FD096-6A17-F560-234F-281B2969DF71}" dt="2023-09-25T04:26:42.975" v="140"/>
        <pc:sldMkLst>
          <pc:docMk/>
          <pc:sldMk cId="2795272576" sldId="1622"/>
        </pc:sldMkLst>
      </pc:sldChg>
      <pc:sldChg chg="del">
        <pc:chgData name="Mr. Sumit Sharma" userId="S::sumitsharma.cse@niet.co.in::0287a0e3-d7f5-4815-a5d5-4670a436bb9e" providerId="AD" clId="Web-{679FD096-6A17-F560-234F-281B2969DF71}" dt="2023-09-25T04:26:42.975" v="139"/>
        <pc:sldMkLst>
          <pc:docMk/>
          <pc:sldMk cId="3568023145" sldId="1623"/>
        </pc:sldMkLst>
      </pc:sldChg>
      <pc:sldChg chg="del">
        <pc:chgData name="Mr. Sumit Sharma" userId="S::sumitsharma.cse@niet.co.in::0287a0e3-d7f5-4815-a5d5-4670a436bb9e" providerId="AD" clId="Web-{679FD096-6A17-F560-234F-281B2969DF71}" dt="2023-09-25T04:26:42.975" v="138"/>
        <pc:sldMkLst>
          <pc:docMk/>
          <pc:sldMk cId="1044315574" sldId="1624"/>
        </pc:sldMkLst>
      </pc:sldChg>
      <pc:sldChg chg="del">
        <pc:chgData name="Mr. Sumit Sharma" userId="S::sumitsharma.cse@niet.co.in::0287a0e3-d7f5-4815-a5d5-4670a436bb9e" providerId="AD" clId="Web-{679FD096-6A17-F560-234F-281B2969DF71}" dt="2023-09-25T04:26:42.959" v="137"/>
        <pc:sldMkLst>
          <pc:docMk/>
          <pc:sldMk cId="719459484" sldId="1625"/>
        </pc:sldMkLst>
      </pc:sldChg>
      <pc:sldChg chg="del">
        <pc:chgData name="Mr. Sumit Sharma" userId="S::sumitsharma.cse@niet.co.in::0287a0e3-d7f5-4815-a5d5-4670a436bb9e" providerId="AD" clId="Web-{679FD096-6A17-F560-234F-281B2969DF71}" dt="2023-09-25T04:26:42.959" v="136"/>
        <pc:sldMkLst>
          <pc:docMk/>
          <pc:sldMk cId="1556240971" sldId="1626"/>
        </pc:sldMkLst>
      </pc:sldChg>
      <pc:sldChg chg="del">
        <pc:chgData name="Mr. Sumit Sharma" userId="S::sumitsharma.cse@niet.co.in::0287a0e3-d7f5-4815-a5d5-4670a436bb9e" providerId="AD" clId="Web-{679FD096-6A17-F560-234F-281B2969DF71}" dt="2023-09-25T04:26:42.959" v="135"/>
        <pc:sldMkLst>
          <pc:docMk/>
          <pc:sldMk cId="3976822806" sldId="1627"/>
        </pc:sldMkLst>
      </pc:sldChg>
      <pc:sldChg chg="del">
        <pc:chgData name="Mr. Sumit Sharma" userId="S::sumitsharma.cse@niet.co.in::0287a0e3-d7f5-4815-a5d5-4670a436bb9e" providerId="AD" clId="Web-{679FD096-6A17-F560-234F-281B2969DF71}" dt="2023-09-25T04:26:42.959" v="134"/>
        <pc:sldMkLst>
          <pc:docMk/>
          <pc:sldMk cId="3368049691" sldId="1628"/>
        </pc:sldMkLst>
      </pc:sldChg>
      <pc:sldChg chg="del">
        <pc:chgData name="Mr. Sumit Sharma" userId="S::sumitsharma.cse@niet.co.in::0287a0e3-d7f5-4815-a5d5-4670a436bb9e" providerId="AD" clId="Web-{679FD096-6A17-F560-234F-281B2969DF71}" dt="2023-09-25T04:26:42.959" v="133"/>
        <pc:sldMkLst>
          <pc:docMk/>
          <pc:sldMk cId="821847592" sldId="1629"/>
        </pc:sldMkLst>
      </pc:sldChg>
      <pc:sldChg chg="del">
        <pc:chgData name="Mr. Sumit Sharma" userId="S::sumitsharma.cse@niet.co.in::0287a0e3-d7f5-4815-a5d5-4670a436bb9e" providerId="AD" clId="Web-{679FD096-6A17-F560-234F-281B2969DF71}" dt="2023-09-25T04:26:42.959" v="132"/>
        <pc:sldMkLst>
          <pc:docMk/>
          <pc:sldMk cId="720429055" sldId="1630"/>
        </pc:sldMkLst>
      </pc:sldChg>
    </pc:docChg>
  </pc:docChgLst>
  <pc:docChgLst>
    <pc:chgData name="Mr. Sumit Sharma" userId="S::sumitsharma.cse@niet.co.in::0287a0e3-d7f5-4815-a5d5-4670a436bb9e" providerId="AD" clId="Web-{11092429-62C6-43B0-82AD-D0162A1C50B3}"/>
    <pc:docChg chg="modSld">
      <pc:chgData name="Mr. Sumit Sharma" userId="S::sumitsharma.cse@niet.co.in::0287a0e3-d7f5-4815-a5d5-4670a436bb9e" providerId="AD" clId="Web-{11092429-62C6-43B0-82AD-D0162A1C50B3}" dt="2023-08-23T04:15:00.470" v="96" actId="20577"/>
      <pc:docMkLst>
        <pc:docMk/>
      </pc:docMkLst>
      <pc:sldChg chg="modSp">
        <pc:chgData name="Mr. Sumit Sharma" userId="S::sumitsharma.cse@niet.co.in::0287a0e3-d7f5-4815-a5d5-4670a436bb9e" providerId="AD" clId="Web-{11092429-62C6-43B0-82AD-D0162A1C50B3}" dt="2023-08-23T04:02:11.652" v="7" actId="20577"/>
        <pc:sldMkLst>
          <pc:docMk/>
          <pc:sldMk cId="3419601306" sldId="1566"/>
        </pc:sldMkLst>
        <pc:spChg chg="mod">
          <ac:chgData name="Mr. Sumit Sharma" userId="S::sumitsharma.cse@niet.co.in::0287a0e3-d7f5-4815-a5d5-4670a436bb9e" providerId="AD" clId="Web-{11092429-62C6-43B0-82AD-D0162A1C50B3}" dt="2023-08-23T04:02:11.652" v="7" actId="20577"/>
          <ac:spMkLst>
            <pc:docMk/>
            <pc:sldMk cId="3419601306" sldId="1566"/>
            <ac:spMk id="3" creationId="{F8CC24E1-E4CB-4555-AAFE-79673E88E287}"/>
          </ac:spMkLst>
        </pc:spChg>
      </pc:sldChg>
      <pc:sldChg chg="modSp">
        <pc:chgData name="Mr. Sumit Sharma" userId="S::sumitsharma.cse@niet.co.in::0287a0e3-d7f5-4815-a5d5-4670a436bb9e" providerId="AD" clId="Web-{11092429-62C6-43B0-82AD-D0162A1C50B3}" dt="2023-08-23T04:03:02.232" v="12" actId="20577"/>
        <pc:sldMkLst>
          <pc:docMk/>
          <pc:sldMk cId="900405711" sldId="1567"/>
        </pc:sldMkLst>
        <pc:spChg chg="mod">
          <ac:chgData name="Mr. Sumit Sharma" userId="S::sumitsharma.cse@niet.co.in::0287a0e3-d7f5-4815-a5d5-4670a436bb9e" providerId="AD" clId="Web-{11092429-62C6-43B0-82AD-D0162A1C50B3}" dt="2023-08-23T04:03:02.232" v="12" actId="20577"/>
          <ac:spMkLst>
            <pc:docMk/>
            <pc:sldMk cId="900405711" sldId="1567"/>
            <ac:spMk id="3" creationId="{F8CC24E1-E4CB-4555-AAFE-79673E88E287}"/>
          </ac:spMkLst>
        </pc:spChg>
      </pc:sldChg>
      <pc:sldChg chg="modSp">
        <pc:chgData name="Mr. Sumit Sharma" userId="S::sumitsharma.cse@niet.co.in::0287a0e3-d7f5-4815-a5d5-4670a436bb9e" providerId="AD" clId="Web-{11092429-62C6-43B0-82AD-D0162A1C50B3}" dt="2023-08-23T04:03:56.921" v="21" actId="20577"/>
        <pc:sldMkLst>
          <pc:docMk/>
          <pc:sldMk cId="1404751568" sldId="1568"/>
        </pc:sldMkLst>
        <pc:spChg chg="mod">
          <ac:chgData name="Mr. Sumit Sharma" userId="S::sumitsharma.cse@niet.co.in::0287a0e3-d7f5-4815-a5d5-4670a436bb9e" providerId="AD" clId="Web-{11092429-62C6-43B0-82AD-D0162A1C50B3}" dt="2023-08-23T04:03:56.921" v="21" actId="20577"/>
          <ac:spMkLst>
            <pc:docMk/>
            <pc:sldMk cId="1404751568" sldId="1568"/>
            <ac:spMk id="3" creationId="{F8CC24E1-E4CB-4555-AAFE-79673E88E287}"/>
          </ac:spMkLst>
        </pc:spChg>
      </pc:sldChg>
      <pc:sldChg chg="modSp">
        <pc:chgData name="Mr. Sumit Sharma" userId="S::sumitsharma.cse@niet.co.in::0287a0e3-d7f5-4815-a5d5-4670a436bb9e" providerId="AD" clId="Web-{11092429-62C6-43B0-82AD-D0162A1C50B3}" dt="2023-08-23T04:04:54.735" v="28" actId="20577"/>
        <pc:sldMkLst>
          <pc:docMk/>
          <pc:sldMk cId="1981118964" sldId="1569"/>
        </pc:sldMkLst>
        <pc:spChg chg="mod">
          <ac:chgData name="Mr. Sumit Sharma" userId="S::sumitsharma.cse@niet.co.in::0287a0e3-d7f5-4815-a5d5-4670a436bb9e" providerId="AD" clId="Web-{11092429-62C6-43B0-82AD-D0162A1C50B3}" dt="2023-08-23T04:04:54.735" v="28" actId="20577"/>
          <ac:spMkLst>
            <pc:docMk/>
            <pc:sldMk cId="1981118964" sldId="1569"/>
            <ac:spMk id="3" creationId="{F8CC24E1-E4CB-4555-AAFE-79673E88E287}"/>
          </ac:spMkLst>
        </pc:spChg>
      </pc:sldChg>
      <pc:sldChg chg="modSp">
        <pc:chgData name="Mr. Sumit Sharma" userId="S::sumitsharma.cse@niet.co.in::0287a0e3-d7f5-4815-a5d5-4670a436bb9e" providerId="AD" clId="Web-{11092429-62C6-43B0-82AD-D0162A1C50B3}" dt="2023-08-23T04:07:42.927" v="33" actId="20577"/>
        <pc:sldMkLst>
          <pc:docMk/>
          <pc:sldMk cId="2095559441" sldId="1570"/>
        </pc:sldMkLst>
        <pc:spChg chg="mod">
          <ac:chgData name="Mr. Sumit Sharma" userId="S::sumitsharma.cse@niet.co.in::0287a0e3-d7f5-4815-a5d5-4670a436bb9e" providerId="AD" clId="Web-{11092429-62C6-43B0-82AD-D0162A1C50B3}" dt="2023-08-23T04:07:42.927" v="33" actId="20577"/>
          <ac:spMkLst>
            <pc:docMk/>
            <pc:sldMk cId="2095559441" sldId="1570"/>
            <ac:spMk id="3" creationId="{F8CC24E1-E4CB-4555-AAFE-79673E88E287}"/>
          </ac:spMkLst>
        </pc:spChg>
      </pc:sldChg>
      <pc:sldChg chg="modSp">
        <pc:chgData name="Mr. Sumit Sharma" userId="S::sumitsharma.cse@niet.co.in::0287a0e3-d7f5-4815-a5d5-4670a436bb9e" providerId="AD" clId="Web-{11092429-62C6-43B0-82AD-D0162A1C50B3}" dt="2023-08-23T04:08:29.506" v="40" actId="20577"/>
        <pc:sldMkLst>
          <pc:docMk/>
          <pc:sldMk cId="2191441077" sldId="1571"/>
        </pc:sldMkLst>
        <pc:spChg chg="mod">
          <ac:chgData name="Mr. Sumit Sharma" userId="S::sumitsharma.cse@niet.co.in::0287a0e3-d7f5-4815-a5d5-4670a436bb9e" providerId="AD" clId="Web-{11092429-62C6-43B0-82AD-D0162A1C50B3}" dt="2023-08-23T04:08:29.506" v="40" actId="20577"/>
          <ac:spMkLst>
            <pc:docMk/>
            <pc:sldMk cId="2191441077" sldId="1571"/>
            <ac:spMk id="3" creationId="{F8CC24E1-E4CB-4555-AAFE-79673E88E287}"/>
          </ac:spMkLst>
        </pc:spChg>
      </pc:sldChg>
      <pc:sldChg chg="modSp">
        <pc:chgData name="Mr. Sumit Sharma" userId="S::sumitsharma.cse@niet.co.in::0287a0e3-d7f5-4815-a5d5-4670a436bb9e" providerId="AD" clId="Web-{11092429-62C6-43B0-82AD-D0162A1C50B3}" dt="2023-08-23T04:09:16.867" v="45" actId="20577"/>
        <pc:sldMkLst>
          <pc:docMk/>
          <pc:sldMk cId="713500298" sldId="1572"/>
        </pc:sldMkLst>
        <pc:spChg chg="mod">
          <ac:chgData name="Mr. Sumit Sharma" userId="S::sumitsharma.cse@niet.co.in::0287a0e3-d7f5-4815-a5d5-4670a436bb9e" providerId="AD" clId="Web-{11092429-62C6-43B0-82AD-D0162A1C50B3}" dt="2023-08-23T04:09:16.867" v="45" actId="20577"/>
          <ac:spMkLst>
            <pc:docMk/>
            <pc:sldMk cId="713500298" sldId="1572"/>
            <ac:spMk id="3" creationId="{F8CC24E1-E4CB-4555-AAFE-79673E88E287}"/>
          </ac:spMkLst>
        </pc:spChg>
      </pc:sldChg>
      <pc:sldChg chg="modSp">
        <pc:chgData name="Mr. Sumit Sharma" userId="S::sumitsharma.cse@niet.co.in::0287a0e3-d7f5-4815-a5d5-4670a436bb9e" providerId="AD" clId="Web-{11092429-62C6-43B0-82AD-D0162A1C50B3}" dt="2023-08-23T04:10:12.634" v="53" actId="20577"/>
        <pc:sldMkLst>
          <pc:docMk/>
          <pc:sldMk cId="3739601138" sldId="1574"/>
        </pc:sldMkLst>
        <pc:spChg chg="mod">
          <ac:chgData name="Mr. Sumit Sharma" userId="S::sumitsharma.cse@niet.co.in::0287a0e3-d7f5-4815-a5d5-4670a436bb9e" providerId="AD" clId="Web-{11092429-62C6-43B0-82AD-D0162A1C50B3}" dt="2023-08-23T04:10:12.634" v="53" actId="20577"/>
          <ac:spMkLst>
            <pc:docMk/>
            <pc:sldMk cId="3739601138" sldId="1574"/>
            <ac:spMk id="3" creationId="{F8CC24E1-E4CB-4555-AAFE-79673E88E287}"/>
          </ac:spMkLst>
        </pc:spChg>
      </pc:sldChg>
      <pc:sldChg chg="modSp">
        <pc:chgData name="Mr. Sumit Sharma" userId="S::sumitsharma.cse@niet.co.in::0287a0e3-d7f5-4815-a5d5-4670a436bb9e" providerId="AD" clId="Web-{11092429-62C6-43B0-82AD-D0162A1C50B3}" dt="2023-08-23T04:10:56.885" v="58" actId="20577"/>
        <pc:sldMkLst>
          <pc:docMk/>
          <pc:sldMk cId="2718036721" sldId="1575"/>
        </pc:sldMkLst>
        <pc:spChg chg="mod">
          <ac:chgData name="Mr. Sumit Sharma" userId="S::sumitsharma.cse@niet.co.in::0287a0e3-d7f5-4815-a5d5-4670a436bb9e" providerId="AD" clId="Web-{11092429-62C6-43B0-82AD-D0162A1C50B3}" dt="2023-08-23T04:10:56.885" v="58" actId="20577"/>
          <ac:spMkLst>
            <pc:docMk/>
            <pc:sldMk cId="2718036721" sldId="1575"/>
            <ac:spMk id="3" creationId="{F8CC24E1-E4CB-4555-AAFE-79673E88E287}"/>
          </ac:spMkLst>
        </pc:spChg>
      </pc:sldChg>
      <pc:sldChg chg="modSp">
        <pc:chgData name="Mr. Sumit Sharma" userId="S::sumitsharma.cse@niet.co.in::0287a0e3-d7f5-4815-a5d5-4670a436bb9e" providerId="AD" clId="Web-{11092429-62C6-43B0-82AD-D0162A1C50B3}" dt="2023-08-23T04:11:28.355" v="62" actId="20577"/>
        <pc:sldMkLst>
          <pc:docMk/>
          <pc:sldMk cId="3848627097" sldId="1576"/>
        </pc:sldMkLst>
        <pc:spChg chg="mod">
          <ac:chgData name="Mr. Sumit Sharma" userId="S::sumitsharma.cse@niet.co.in::0287a0e3-d7f5-4815-a5d5-4670a436bb9e" providerId="AD" clId="Web-{11092429-62C6-43B0-82AD-D0162A1C50B3}" dt="2023-08-23T04:11:28.355" v="62" actId="20577"/>
          <ac:spMkLst>
            <pc:docMk/>
            <pc:sldMk cId="3848627097" sldId="1576"/>
            <ac:spMk id="3" creationId="{F8CC24E1-E4CB-4555-AAFE-79673E88E287}"/>
          </ac:spMkLst>
        </pc:spChg>
      </pc:sldChg>
      <pc:sldChg chg="modSp">
        <pc:chgData name="Mr. Sumit Sharma" userId="S::sumitsharma.cse@niet.co.in::0287a0e3-d7f5-4815-a5d5-4670a436bb9e" providerId="AD" clId="Web-{11092429-62C6-43B0-82AD-D0162A1C50B3}" dt="2023-08-23T04:12:07.559" v="69" actId="20577"/>
        <pc:sldMkLst>
          <pc:docMk/>
          <pc:sldMk cId="1492801541" sldId="1577"/>
        </pc:sldMkLst>
        <pc:spChg chg="mod">
          <ac:chgData name="Mr. Sumit Sharma" userId="S::sumitsharma.cse@niet.co.in::0287a0e3-d7f5-4815-a5d5-4670a436bb9e" providerId="AD" clId="Web-{11092429-62C6-43B0-82AD-D0162A1C50B3}" dt="2023-08-23T04:12:07.559" v="69" actId="20577"/>
          <ac:spMkLst>
            <pc:docMk/>
            <pc:sldMk cId="1492801541" sldId="1577"/>
            <ac:spMk id="3" creationId="{F8CC24E1-E4CB-4555-AAFE-79673E88E287}"/>
          </ac:spMkLst>
        </pc:spChg>
      </pc:sldChg>
      <pc:sldChg chg="modSp">
        <pc:chgData name="Mr. Sumit Sharma" userId="S::sumitsharma.cse@niet.co.in::0287a0e3-d7f5-4815-a5d5-4670a436bb9e" providerId="AD" clId="Web-{11092429-62C6-43B0-82AD-D0162A1C50B3}" dt="2023-08-23T04:12:38.279" v="73" actId="20577"/>
        <pc:sldMkLst>
          <pc:docMk/>
          <pc:sldMk cId="3238797891" sldId="1578"/>
        </pc:sldMkLst>
        <pc:spChg chg="mod">
          <ac:chgData name="Mr. Sumit Sharma" userId="S::sumitsharma.cse@niet.co.in::0287a0e3-d7f5-4815-a5d5-4670a436bb9e" providerId="AD" clId="Web-{11092429-62C6-43B0-82AD-D0162A1C50B3}" dt="2023-08-23T04:12:38.279" v="73" actId="20577"/>
          <ac:spMkLst>
            <pc:docMk/>
            <pc:sldMk cId="3238797891" sldId="1578"/>
            <ac:spMk id="3" creationId="{F8CC24E1-E4CB-4555-AAFE-79673E88E287}"/>
          </ac:spMkLst>
        </pc:spChg>
      </pc:sldChg>
      <pc:sldChg chg="modSp">
        <pc:chgData name="Mr. Sumit Sharma" userId="S::sumitsharma.cse@niet.co.in::0287a0e3-d7f5-4815-a5d5-4670a436bb9e" providerId="AD" clId="Web-{11092429-62C6-43B0-82AD-D0162A1C50B3}" dt="2023-08-23T04:13:11.108" v="78" actId="20577"/>
        <pc:sldMkLst>
          <pc:docMk/>
          <pc:sldMk cId="1196681734" sldId="1579"/>
        </pc:sldMkLst>
        <pc:spChg chg="mod">
          <ac:chgData name="Mr. Sumit Sharma" userId="S::sumitsharma.cse@niet.co.in::0287a0e3-d7f5-4815-a5d5-4670a436bb9e" providerId="AD" clId="Web-{11092429-62C6-43B0-82AD-D0162A1C50B3}" dt="2023-08-23T04:13:11.108" v="78" actId="20577"/>
          <ac:spMkLst>
            <pc:docMk/>
            <pc:sldMk cId="1196681734" sldId="1579"/>
            <ac:spMk id="3" creationId="{F8CC24E1-E4CB-4555-AAFE-79673E88E287}"/>
          </ac:spMkLst>
        </pc:spChg>
      </pc:sldChg>
      <pc:sldChg chg="modSp">
        <pc:chgData name="Mr. Sumit Sharma" userId="S::sumitsharma.cse@niet.co.in::0287a0e3-d7f5-4815-a5d5-4670a436bb9e" providerId="AD" clId="Web-{11092429-62C6-43B0-82AD-D0162A1C50B3}" dt="2023-08-23T04:13:48.827" v="84" actId="20577"/>
        <pc:sldMkLst>
          <pc:docMk/>
          <pc:sldMk cId="1080364002" sldId="1580"/>
        </pc:sldMkLst>
        <pc:spChg chg="mod">
          <ac:chgData name="Mr. Sumit Sharma" userId="S::sumitsharma.cse@niet.co.in::0287a0e3-d7f5-4815-a5d5-4670a436bb9e" providerId="AD" clId="Web-{11092429-62C6-43B0-82AD-D0162A1C50B3}" dt="2023-08-23T04:13:48.827" v="84" actId="20577"/>
          <ac:spMkLst>
            <pc:docMk/>
            <pc:sldMk cId="1080364002" sldId="1580"/>
            <ac:spMk id="3" creationId="{F8CC24E1-E4CB-4555-AAFE-79673E88E287}"/>
          </ac:spMkLst>
        </pc:spChg>
      </pc:sldChg>
      <pc:sldChg chg="modSp">
        <pc:chgData name="Mr. Sumit Sharma" userId="S::sumitsharma.cse@niet.co.in::0287a0e3-d7f5-4815-a5d5-4670a436bb9e" providerId="AD" clId="Web-{11092429-62C6-43B0-82AD-D0162A1C50B3}" dt="2023-08-23T04:14:24.797" v="90" actId="20577"/>
        <pc:sldMkLst>
          <pc:docMk/>
          <pc:sldMk cId="3382127065" sldId="1581"/>
        </pc:sldMkLst>
        <pc:spChg chg="mod">
          <ac:chgData name="Mr. Sumit Sharma" userId="S::sumitsharma.cse@niet.co.in::0287a0e3-d7f5-4815-a5d5-4670a436bb9e" providerId="AD" clId="Web-{11092429-62C6-43B0-82AD-D0162A1C50B3}" dt="2023-08-23T04:14:24.797" v="90" actId="20577"/>
          <ac:spMkLst>
            <pc:docMk/>
            <pc:sldMk cId="3382127065" sldId="1581"/>
            <ac:spMk id="3" creationId="{F8CC24E1-E4CB-4555-AAFE-79673E88E287}"/>
          </ac:spMkLst>
        </pc:spChg>
      </pc:sldChg>
      <pc:sldChg chg="modSp">
        <pc:chgData name="Mr. Sumit Sharma" userId="S::sumitsharma.cse@niet.co.in::0287a0e3-d7f5-4815-a5d5-4670a436bb9e" providerId="AD" clId="Web-{11092429-62C6-43B0-82AD-D0162A1C50B3}" dt="2023-08-23T04:15:00.470" v="96" actId="20577"/>
        <pc:sldMkLst>
          <pc:docMk/>
          <pc:sldMk cId="240637688" sldId="1582"/>
        </pc:sldMkLst>
        <pc:spChg chg="mod">
          <ac:chgData name="Mr. Sumit Sharma" userId="S::sumitsharma.cse@niet.co.in::0287a0e3-d7f5-4815-a5d5-4670a436bb9e" providerId="AD" clId="Web-{11092429-62C6-43B0-82AD-D0162A1C50B3}" dt="2023-08-23T04:15:00.470" v="96" actId="20577"/>
          <ac:spMkLst>
            <pc:docMk/>
            <pc:sldMk cId="240637688" sldId="1582"/>
            <ac:spMk id="3" creationId="{F8CC24E1-E4CB-4555-AAFE-79673E88E287}"/>
          </ac:spMkLst>
        </pc:spChg>
      </pc:sldChg>
    </pc:docChg>
  </pc:docChgLst>
  <pc:docChgLst>
    <pc:chgData name="Mr. Sumit Sharma" userId="S::sumitsharma.cse@niet.co.in::0287a0e3-d7f5-4815-a5d5-4670a436bb9e" providerId="AD" clId="Web-{200C7E20-43DE-761C-9EDE-9D320AC45E29}"/>
    <pc:docChg chg="addSld modSld">
      <pc:chgData name="Mr. Sumit Sharma" userId="S::sumitsharma.cse@niet.co.in::0287a0e3-d7f5-4815-a5d5-4670a436bb9e" providerId="AD" clId="Web-{200C7E20-43DE-761C-9EDE-9D320AC45E29}" dt="2023-11-14T08:05:27.332" v="87" actId="20577"/>
      <pc:docMkLst>
        <pc:docMk/>
      </pc:docMkLst>
      <pc:sldChg chg="modSp">
        <pc:chgData name="Mr. Sumit Sharma" userId="S::sumitsharma.cse@niet.co.in::0287a0e3-d7f5-4815-a5d5-4670a436bb9e" providerId="AD" clId="Web-{200C7E20-43DE-761C-9EDE-9D320AC45E29}" dt="2023-11-14T08:00:42.258" v="8" actId="20577"/>
        <pc:sldMkLst>
          <pc:docMk/>
          <pc:sldMk cId="1321845693" sldId="1672"/>
        </pc:sldMkLst>
        <pc:graphicFrameChg chg="modGraphic">
          <ac:chgData name="Mr. Sumit Sharma" userId="S::sumitsharma.cse@niet.co.in::0287a0e3-d7f5-4815-a5d5-4670a436bb9e" providerId="AD" clId="Web-{200C7E20-43DE-761C-9EDE-9D320AC45E29}" dt="2023-11-14T08:00:42.258" v="8" actId="20577"/>
          <ac:graphicFrameMkLst>
            <pc:docMk/>
            <pc:sldMk cId="1321845693" sldId="1672"/>
            <ac:graphicFrameMk id="28" creationId="{7911BCD3-FD89-BC16-4A6F-1F614AC172FE}"/>
          </ac:graphicFrameMkLst>
        </pc:graphicFrameChg>
      </pc:sldChg>
      <pc:sldChg chg="modSp add">
        <pc:chgData name="Mr. Sumit Sharma" userId="S::sumitsharma.cse@niet.co.in::0287a0e3-d7f5-4815-a5d5-4670a436bb9e" providerId="AD" clId="Web-{200C7E20-43DE-761C-9EDE-9D320AC45E29}" dt="2023-11-14T08:02:10.824" v="31" actId="20577"/>
        <pc:sldMkLst>
          <pc:docMk/>
          <pc:sldMk cId="2130302663" sldId="1673"/>
        </pc:sldMkLst>
        <pc:spChg chg="mod">
          <ac:chgData name="Mr. Sumit Sharma" userId="S::sumitsharma.cse@niet.co.in::0287a0e3-d7f5-4815-a5d5-4670a436bb9e" providerId="AD" clId="Web-{200C7E20-43DE-761C-9EDE-9D320AC45E29}" dt="2023-11-14T08:01:10.728" v="11" actId="20577"/>
          <ac:spMkLst>
            <pc:docMk/>
            <pc:sldMk cId="2130302663" sldId="1673"/>
            <ac:spMk id="7" creationId="{00000000-0000-0000-0000-000000000000}"/>
          </ac:spMkLst>
        </pc:spChg>
        <pc:spChg chg="mod">
          <ac:chgData name="Mr. Sumit Sharma" userId="S::sumitsharma.cse@niet.co.in::0287a0e3-d7f5-4815-a5d5-4670a436bb9e" providerId="AD" clId="Web-{200C7E20-43DE-761C-9EDE-9D320AC45E29}" dt="2023-11-14T08:02:10.824" v="31" actId="20577"/>
          <ac:spMkLst>
            <pc:docMk/>
            <pc:sldMk cId="2130302663" sldId="1673"/>
            <ac:spMk id="182" creationId="{FDC1A734-1528-FC7A-7C7C-B49C8922968A}"/>
          </ac:spMkLst>
        </pc:spChg>
      </pc:sldChg>
      <pc:sldChg chg="modSp add">
        <pc:chgData name="Mr. Sumit Sharma" userId="S::sumitsharma.cse@niet.co.in::0287a0e3-d7f5-4815-a5d5-4670a436bb9e" providerId="AD" clId="Web-{200C7E20-43DE-761C-9EDE-9D320AC45E29}" dt="2023-11-14T08:03:13.733" v="59" actId="20577"/>
        <pc:sldMkLst>
          <pc:docMk/>
          <pc:sldMk cId="744468223" sldId="1674"/>
        </pc:sldMkLst>
        <pc:spChg chg="mod">
          <ac:chgData name="Mr. Sumit Sharma" userId="S::sumitsharma.cse@niet.co.in::0287a0e3-d7f5-4815-a5d5-4670a436bb9e" providerId="AD" clId="Web-{200C7E20-43DE-761C-9EDE-9D320AC45E29}" dt="2023-11-14T08:02:23.715" v="36" actId="20577"/>
          <ac:spMkLst>
            <pc:docMk/>
            <pc:sldMk cId="744468223" sldId="1674"/>
            <ac:spMk id="7" creationId="{00000000-0000-0000-0000-000000000000}"/>
          </ac:spMkLst>
        </pc:spChg>
        <pc:spChg chg="mod">
          <ac:chgData name="Mr. Sumit Sharma" userId="S::sumitsharma.cse@niet.co.in::0287a0e3-d7f5-4815-a5d5-4670a436bb9e" providerId="AD" clId="Web-{200C7E20-43DE-761C-9EDE-9D320AC45E29}" dt="2023-11-14T08:03:13.733" v="59" actId="20577"/>
          <ac:spMkLst>
            <pc:docMk/>
            <pc:sldMk cId="744468223" sldId="1674"/>
            <ac:spMk id="182" creationId="{FDC1A734-1528-FC7A-7C7C-B49C8922968A}"/>
          </ac:spMkLst>
        </pc:spChg>
      </pc:sldChg>
      <pc:sldChg chg="modSp add">
        <pc:chgData name="Mr. Sumit Sharma" userId="S::sumitsharma.cse@niet.co.in::0287a0e3-d7f5-4815-a5d5-4670a436bb9e" providerId="AD" clId="Web-{200C7E20-43DE-761C-9EDE-9D320AC45E29}" dt="2023-11-14T08:05:27.332" v="87" actId="20577"/>
        <pc:sldMkLst>
          <pc:docMk/>
          <pc:sldMk cId="2116357491" sldId="1675"/>
        </pc:sldMkLst>
        <pc:spChg chg="mod">
          <ac:chgData name="Mr. Sumit Sharma" userId="S::sumitsharma.cse@niet.co.in::0287a0e3-d7f5-4815-a5d5-4670a436bb9e" providerId="AD" clId="Web-{200C7E20-43DE-761C-9EDE-9D320AC45E29}" dt="2023-11-14T08:04:21.611" v="62" actId="20577"/>
          <ac:spMkLst>
            <pc:docMk/>
            <pc:sldMk cId="2116357491" sldId="1675"/>
            <ac:spMk id="7" creationId="{00000000-0000-0000-0000-000000000000}"/>
          </ac:spMkLst>
        </pc:spChg>
        <pc:spChg chg="mod">
          <ac:chgData name="Mr. Sumit Sharma" userId="S::sumitsharma.cse@niet.co.in::0287a0e3-d7f5-4815-a5d5-4670a436bb9e" providerId="AD" clId="Web-{200C7E20-43DE-761C-9EDE-9D320AC45E29}" dt="2023-11-14T08:05:27.332" v="87" actId="20577"/>
          <ac:spMkLst>
            <pc:docMk/>
            <pc:sldMk cId="2116357491" sldId="1675"/>
            <ac:spMk id="182" creationId="{FDC1A734-1528-FC7A-7C7C-B49C8922968A}"/>
          </ac:spMkLst>
        </pc:spChg>
      </pc:sldChg>
    </pc:docChg>
  </pc:docChgLst>
  <pc:docChgLst>
    <pc:chgData name="Mr. Sumit Sharma" userId="S::sumitsharma.cse@niet.co.in::0287a0e3-d7f5-4815-a5d5-4670a436bb9e" providerId="AD" clId="Web-{E7089051-CBBB-4764-362C-3A5DCE6224C6}"/>
    <pc:docChg chg="addSld modSld">
      <pc:chgData name="Mr. Sumit Sharma" userId="S::sumitsharma.cse@niet.co.in::0287a0e3-d7f5-4815-a5d5-4670a436bb9e" providerId="AD" clId="Web-{E7089051-CBBB-4764-362C-3A5DCE6224C6}" dt="2023-10-06T05:23:29.556" v="67" actId="20577"/>
      <pc:docMkLst>
        <pc:docMk/>
      </pc:docMkLst>
      <pc:sldChg chg="modSp add replId">
        <pc:chgData name="Mr. Sumit Sharma" userId="S::sumitsharma.cse@niet.co.in::0287a0e3-d7f5-4815-a5d5-4670a436bb9e" providerId="AD" clId="Web-{E7089051-CBBB-4764-362C-3A5DCE6224C6}" dt="2023-10-06T05:21:42.833" v="22" actId="20577"/>
        <pc:sldMkLst>
          <pc:docMk/>
          <pc:sldMk cId="3845583446" sldId="1608"/>
        </pc:sldMkLst>
        <pc:spChg chg="mod">
          <ac:chgData name="Mr. Sumit Sharma" userId="S::sumitsharma.cse@niet.co.in::0287a0e3-d7f5-4815-a5d5-4670a436bb9e" providerId="AD" clId="Web-{E7089051-CBBB-4764-362C-3A5DCE6224C6}" dt="2023-10-06T05:20:27.082" v="1" actId="20577"/>
          <ac:spMkLst>
            <pc:docMk/>
            <pc:sldMk cId="3845583446" sldId="1608"/>
            <ac:spMk id="7" creationId="{00000000-0000-0000-0000-000000000000}"/>
          </ac:spMkLst>
        </pc:spChg>
        <pc:graphicFrameChg chg="modGraphic">
          <ac:chgData name="Mr. Sumit Sharma" userId="S::sumitsharma.cse@niet.co.in::0287a0e3-d7f5-4815-a5d5-4670a436bb9e" providerId="AD" clId="Web-{E7089051-CBBB-4764-362C-3A5DCE6224C6}" dt="2023-10-06T05:21:42.833" v="22" actId="20577"/>
          <ac:graphicFrameMkLst>
            <pc:docMk/>
            <pc:sldMk cId="3845583446" sldId="1608"/>
            <ac:graphicFrameMk id="189" creationId="{EAEE85EF-0E78-BC41-6940-948F160FCB8D}"/>
          </ac:graphicFrameMkLst>
        </pc:graphicFrameChg>
      </pc:sldChg>
      <pc:sldChg chg="modSp add replId">
        <pc:chgData name="Mr. Sumit Sharma" userId="S::sumitsharma.cse@niet.co.in::0287a0e3-d7f5-4815-a5d5-4670a436bb9e" providerId="AD" clId="Web-{E7089051-CBBB-4764-362C-3A5DCE6224C6}" dt="2023-10-06T05:23:29.556" v="67" actId="20577"/>
        <pc:sldMkLst>
          <pc:docMk/>
          <pc:sldMk cId="1151873637" sldId="1609"/>
        </pc:sldMkLst>
        <pc:spChg chg="mod">
          <ac:chgData name="Mr. Sumit Sharma" userId="S::sumitsharma.cse@niet.co.in::0287a0e3-d7f5-4815-a5d5-4670a436bb9e" providerId="AD" clId="Web-{E7089051-CBBB-4764-362C-3A5DCE6224C6}" dt="2023-10-06T05:21:53.599" v="31" actId="20577"/>
          <ac:spMkLst>
            <pc:docMk/>
            <pc:sldMk cId="1151873637" sldId="1609"/>
            <ac:spMk id="7" creationId="{00000000-0000-0000-0000-000000000000}"/>
          </ac:spMkLst>
        </pc:spChg>
        <pc:spChg chg="mod">
          <ac:chgData name="Mr. Sumit Sharma" userId="S::sumitsharma.cse@niet.co.in::0287a0e3-d7f5-4815-a5d5-4670a436bb9e" providerId="AD" clId="Web-{E7089051-CBBB-4764-362C-3A5DCE6224C6}" dt="2023-10-06T05:23:29.556" v="67" actId="20577"/>
          <ac:spMkLst>
            <pc:docMk/>
            <pc:sldMk cId="1151873637" sldId="1609"/>
            <ac:spMk id="182" creationId="{FDC1A734-1528-FC7A-7C7C-B49C8922968A}"/>
          </ac:spMkLst>
        </pc:spChg>
      </pc:sldChg>
    </pc:docChg>
  </pc:docChgLst>
  <pc:docChgLst>
    <pc:chgData name="Mr. Sumit Sharma" userId="S::sumitsharma.cse@niet.co.in::0287a0e3-d7f5-4815-a5d5-4670a436bb9e" providerId="AD" clId="Web-{89676F4E-627F-4BD4-956C-58FEE723C2B3}"/>
    <pc:docChg chg="addSld delSld modSld">
      <pc:chgData name="Mr. Sumit Sharma" userId="S::sumitsharma.cse@niet.co.in::0287a0e3-d7f5-4815-a5d5-4670a436bb9e" providerId="AD" clId="Web-{89676F4E-627F-4BD4-956C-58FEE723C2B3}" dt="2023-10-11T04:16:28.249" v="412" actId="20577"/>
      <pc:docMkLst>
        <pc:docMk/>
      </pc:docMkLst>
      <pc:sldChg chg="modSp">
        <pc:chgData name="Mr. Sumit Sharma" userId="S::sumitsharma.cse@niet.co.in::0287a0e3-d7f5-4815-a5d5-4670a436bb9e" providerId="AD" clId="Web-{89676F4E-627F-4BD4-956C-58FEE723C2B3}" dt="2023-10-11T04:07:10.575" v="231" actId="20577"/>
        <pc:sldMkLst>
          <pc:docMk/>
          <pc:sldMk cId="2717630238" sldId="281"/>
        </pc:sldMkLst>
        <pc:spChg chg="mod">
          <ac:chgData name="Mr. Sumit Sharma" userId="S::sumitsharma.cse@niet.co.in::0287a0e3-d7f5-4815-a5d5-4670a436bb9e" providerId="AD" clId="Web-{89676F4E-627F-4BD4-956C-58FEE723C2B3}" dt="2023-10-11T04:07:10.575" v="231" actId="20577"/>
          <ac:spMkLst>
            <pc:docMk/>
            <pc:sldMk cId="2717630238" sldId="281"/>
            <ac:spMk id="8" creationId="{D7F71052-C096-41E2-9234-43D568F9BDDA}"/>
          </ac:spMkLst>
        </pc:spChg>
      </pc:sldChg>
      <pc:sldChg chg="modSp add replId">
        <pc:chgData name="Mr. Sumit Sharma" userId="S::sumitsharma.cse@niet.co.in::0287a0e3-d7f5-4815-a5d5-4670a436bb9e" providerId="AD" clId="Web-{89676F4E-627F-4BD4-956C-58FEE723C2B3}" dt="2023-10-11T04:00:12.452" v="106" actId="20577"/>
        <pc:sldMkLst>
          <pc:docMk/>
          <pc:sldMk cId="1181824695" sldId="1618"/>
        </pc:sldMkLst>
        <pc:spChg chg="mod">
          <ac:chgData name="Mr. Sumit Sharma" userId="S::sumitsharma.cse@niet.co.in::0287a0e3-d7f5-4815-a5d5-4670a436bb9e" providerId="AD" clId="Web-{89676F4E-627F-4BD4-956C-58FEE723C2B3}" dt="2023-10-11T03:56:11.601" v="9" actId="20577"/>
          <ac:spMkLst>
            <pc:docMk/>
            <pc:sldMk cId="1181824695" sldId="1618"/>
            <ac:spMk id="7" creationId="{00000000-0000-0000-0000-000000000000}"/>
          </ac:spMkLst>
        </pc:spChg>
        <pc:graphicFrameChg chg="modGraphic">
          <ac:chgData name="Mr. Sumit Sharma" userId="S::sumitsharma.cse@niet.co.in::0287a0e3-d7f5-4815-a5d5-4670a436bb9e" providerId="AD" clId="Web-{89676F4E-627F-4BD4-956C-58FEE723C2B3}" dt="2023-10-11T04:00:12.452" v="106" actId="20577"/>
          <ac:graphicFrameMkLst>
            <pc:docMk/>
            <pc:sldMk cId="1181824695" sldId="1618"/>
            <ac:graphicFrameMk id="28" creationId="{7911BCD3-FD89-BC16-4A6F-1F614AC172FE}"/>
          </ac:graphicFrameMkLst>
        </pc:graphicFrameChg>
      </pc:sldChg>
      <pc:sldChg chg="add del replId">
        <pc:chgData name="Mr. Sumit Sharma" userId="S::sumitsharma.cse@niet.co.in::0287a0e3-d7f5-4815-a5d5-4670a436bb9e" providerId="AD" clId="Web-{89676F4E-627F-4BD4-956C-58FEE723C2B3}" dt="2023-10-11T03:57:06.400" v="20"/>
        <pc:sldMkLst>
          <pc:docMk/>
          <pc:sldMk cId="241971042" sldId="1619"/>
        </pc:sldMkLst>
      </pc:sldChg>
      <pc:sldChg chg="modSp add replId">
        <pc:chgData name="Mr. Sumit Sharma" userId="S::sumitsharma.cse@niet.co.in::0287a0e3-d7f5-4815-a5d5-4670a436bb9e" providerId="AD" clId="Web-{89676F4E-627F-4BD4-956C-58FEE723C2B3}" dt="2023-10-11T03:59:41.420" v="103" actId="20577"/>
        <pc:sldMkLst>
          <pc:docMk/>
          <pc:sldMk cId="3062228744" sldId="1619"/>
        </pc:sldMkLst>
        <pc:spChg chg="mod">
          <ac:chgData name="Mr. Sumit Sharma" userId="S::sumitsharma.cse@niet.co.in::0287a0e3-d7f5-4815-a5d5-4670a436bb9e" providerId="AD" clId="Web-{89676F4E-627F-4BD4-956C-58FEE723C2B3}" dt="2023-10-11T03:57:56.464" v="55" actId="20577"/>
          <ac:spMkLst>
            <pc:docMk/>
            <pc:sldMk cId="3062228744" sldId="1619"/>
            <ac:spMk id="7" creationId="{00000000-0000-0000-0000-000000000000}"/>
          </ac:spMkLst>
        </pc:spChg>
        <pc:graphicFrameChg chg="modGraphic">
          <ac:chgData name="Mr. Sumit Sharma" userId="S::sumitsharma.cse@niet.co.in::0287a0e3-d7f5-4815-a5d5-4670a436bb9e" providerId="AD" clId="Web-{89676F4E-627F-4BD4-956C-58FEE723C2B3}" dt="2023-10-11T03:59:41.420" v="103" actId="20577"/>
          <ac:graphicFrameMkLst>
            <pc:docMk/>
            <pc:sldMk cId="3062228744" sldId="1619"/>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3:59:25.170" v="100" actId="20577"/>
        <pc:sldMkLst>
          <pc:docMk/>
          <pc:sldMk cId="2874807112" sldId="1620"/>
        </pc:sldMkLst>
        <pc:graphicFrameChg chg="modGraphic">
          <ac:chgData name="Mr. Sumit Sharma" userId="S::sumitsharma.cse@niet.co.in::0287a0e3-d7f5-4815-a5d5-4670a436bb9e" providerId="AD" clId="Web-{89676F4E-627F-4BD4-956C-58FEE723C2B3}" dt="2023-10-11T03:59:25.170" v="100" actId="20577"/>
          <ac:graphicFrameMkLst>
            <pc:docMk/>
            <pc:sldMk cId="2874807112" sldId="1620"/>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02:54.614" v="124" actId="20577"/>
        <pc:sldMkLst>
          <pc:docMk/>
          <pc:sldMk cId="845788628" sldId="1621"/>
        </pc:sldMkLst>
        <pc:spChg chg="mod">
          <ac:chgData name="Mr. Sumit Sharma" userId="S::sumitsharma.cse@niet.co.in::0287a0e3-d7f5-4815-a5d5-4670a436bb9e" providerId="AD" clId="Web-{89676F4E-627F-4BD4-956C-58FEE723C2B3}" dt="2023-10-11T04:01:31.330" v="111" actId="20577"/>
          <ac:spMkLst>
            <pc:docMk/>
            <pc:sldMk cId="845788628" sldId="1621"/>
            <ac:spMk id="7" creationId="{00000000-0000-0000-0000-000000000000}"/>
          </ac:spMkLst>
        </pc:spChg>
        <pc:graphicFrameChg chg="modGraphic">
          <ac:chgData name="Mr. Sumit Sharma" userId="S::sumitsharma.cse@niet.co.in::0287a0e3-d7f5-4815-a5d5-4670a436bb9e" providerId="AD" clId="Web-{89676F4E-627F-4BD4-956C-58FEE723C2B3}" dt="2023-10-11T04:02:54.614" v="124" actId="20577"/>
          <ac:graphicFrameMkLst>
            <pc:docMk/>
            <pc:sldMk cId="845788628" sldId="1621"/>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04:10.538" v="153" actId="20577"/>
        <pc:sldMkLst>
          <pc:docMk/>
          <pc:sldMk cId="3259819603" sldId="1622"/>
        </pc:sldMkLst>
        <pc:spChg chg="mod">
          <ac:chgData name="Mr. Sumit Sharma" userId="S::sumitsharma.cse@niet.co.in::0287a0e3-d7f5-4815-a5d5-4670a436bb9e" providerId="AD" clId="Web-{89676F4E-627F-4BD4-956C-58FEE723C2B3}" dt="2023-10-11T04:03:27.443" v="136" actId="20577"/>
          <ac:spMkLst>
            <pc:docMk/>
            <pc:sldMk cId="3259819603" sldId="1622"/>
            <ac:spMk id="7" creationId="{00000000-0000-0000-0000-000000000000}"/>
          </ac:spMkLst>
        </pc:spChg>
        <pc:spChg chg="mod">
          <ac:chgData name="Mr. Sumit Sharma" userId="S::sumitsharma.cse@niet.co.in::0287a0e3-d7f5-4815-a5d5-4670a436bb9e" providerId="AD" clId="Web-{89676F4E-627F-4BD4-956C-58FEE723C2B3}" dt="2023-10-11T04:04:10.538" v="153" actId="20577"/>
          <ac:spMkLst>
            <pc:docMk/>
            <pc:sldMk cId="3259819603" sldId="1622"/>
            <ac:spMk id="182" creationId="{FDC1A734-1528-FC7A-7C7C-B49C8922968A}"/>
          </ac:spMkLst>
        </pc:spChg>
      </pc:sldChg>
      <pc:sldChg chg="modSp add replId">
        <pc:chgData name="Mr. Sumit Sharma" userId="S::sumitsharma.cse@niet.co.in::0287a0e3-d7f5-4815-a5d5-4670a436bb9e" providerId="AD" clId="Web-{89676F4E-627F-4BD4-956C-58FEE723C2B3}" dt="2023-10-11T04:05:26.931" v="177" actId="20577"/>
        <pc:sldMkLst>
          <pc:docMk/>
          <pc:sldMk cId="1254964747" sldId="1623"/>
        </pc:sldMkLst>
        <pc:spChg chg="mod">
          <ac:chgData name="Mr. Sumit Sharma" userId="S::sumitsharma.cse@niet.co.in::0287a0e3-d7f5-4815-a5d5-4670a436bb9e" providerId="AD" clId="Web-{89676F4E-627F-4BD4-956C-58FEE723C2B3}" dt="2023-10-11T04:04:29.554" v="167" actId="20577"/>
          <ac:spMkLst>
            <pc:docMk/>
            <pc:sldMk cId="1254964747" sldId="1623"/>
            <ac:spMk id="7" creationId="{00000000-0000-0000-0000-000000000000}"/>
          </ac:spMkLst>
        </pc:spChg>
        <pc:graphicFrameChg chg="modGraphic">
          <ac:chgData name="Mr. Sumit Sharma" userId="S::sumitsharma.cse@niet.co.in::0287a0e3-d7f5-4815-a5d5-4670a436bb9e" providerId="AD" clId="Web-{89676F4E-627F-4BD4-956C-58FEE723C2B3}" dt="2023-10-11T04:05:26.931" v="177" actId="20577"/>
          <ac:graphicFrameMkLst>
            <pc:docMk/>
            <pc:sldMk cId="1254964747" sldId="1623"/>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06:35.574" v="209" actId="20577"/>
        <pc:sldMkLst>
          <pc:docMk/>
          <pc:sldMk cId="1375850411" sldId="1624"/>
        </pc:sldMkLst>
        <pc:spChg chg="mod">
          <ac:chgData name="Mr. Sumit Sharma" userId="S::sumitsharma.cse@niet.co.in::0287a0e3-d7f5-4815-a5d5-4670a436bb9e" providerId="AD" clId="Web-{89676F4E-627F-4BD4-956C-58FEE723C2B3}" dt="2023-10-11T04:05:46.338" v="183" actId="20577"/>
          <ac:spMkLst>
            <pc:docMk/>
            <pc:sldMk cId="1375850411" sldId="1624"/>
            <ac:spMk id="7" creationId="{00000000-0000-0000-0000-000000000000}"/>
          </ac:spMkLst>
        </pc:spChg>
        <pc:spChg chg="mod">
          <ac:chgData name="Mr. Sumit Sharma" userId="S::sumitsharma.cse@niet.co.in::0287a0e3-d7f5-4815-a5d5-4670a436bb9e" providerId="AD" clId="Web-{89676F4E-627F-4BD4-956C-58FEE723C2B3}" dt="2023-10-11T04:06:35.574" v="209" actId="20577"/>
          <ac:spMkLst>
            <pc:docMk/>
            <pc:sldMk cId="1375850411" sldId="1624"/>
            <ac:spMk id="182" creationId="{FDC1A734-1528-FC7A-7C7C-B49C8922968A}"/>
          </ac:spMkLst>
        </pc:spChg>
      </pc:sldChg>
      <pc:sldChg chg="modSp add replId">
        <pc:chgData name="Mr. Sumit Sharma" userId="S::sumitsharma.cse@niet.co.in::0287a0e3-d7f5-4815-a5d5-4670a436bb9e" providerId="AD" clId="Web-{89676F4E-627F-4BD4-956C-58FEE723C2B3}" dt="2023-10-11T04:08:31.671" v="251" actId="20577"/>
        <pc:sldMkLst>
          <pc:docMk/>
          <pc:sldMk cId="1260156050" sldId="1625"/>
        </pc:sldMkLst>
        <pc:spChg chg="mod">
          <ac:chgData name="Mr. Sumit Sharma" userId="S::sumitsharma.cse@niet.co.in::0287a0e3-d7f5-4815-a5d5-4670a436bb9e" providerId="AD" clId="Web-{89676F4E-627F-4BD4-956C-58FEE723C2B3}" dt="2023-10-11T04:07:43.639" v="238" actId="20577"/>
          <ac:spMkLst>
            <pc:docMk/>
            <pc:sldMk cId="1260156050" sldId="1625"/>
            <ac:spMk id="7" creationId="{00000000-0000-0000-0000-000000000000}"/>
          </ac:spMkLst>
        </pc:spChg>
        <pc:graphicFrameChg chg="modGraphic">
          <ac:chgData name="Mr. Sumit Sharma" userId="S::sumitsharma.cse@niet.co.in::0287a0e3-d7f5-4815-a5d5-4670a436bb9e" providerId="AD" clId="Web-{89676F4E-627F-4BD4-956C-58FEE723C2B3}" dt="2023-10-11T04:08:31.671" v="251" actId="20577"/>
          <ac:graphicFrameMkLst>
            <pc:docMk/>
            <pc:sldMk cId="1260156050" sldId="1625"/>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10:17.487" v="291" actId="20577"/>
        <pc:sldMkLst>
          <pc:docMk/>
          <pc:sldMk cId="3623729405" sldId="1626"/>
        </pc:sldMkLst>
        <pc:spChg chg="mod">
          <ac:chgData name="Mr. Sumit Sharma" userId="S::sumitsharma.cse@niet.co.in::0287a0e3-d7f5-4815-a5d5-4670a436bb9e" providerId="AD" clId="Web-{89676F4E-627F-4BD4-956C-58FEE723C2B3}" dt="2023-10-11T04:09:30.079" v="272" actId="20577"/>
          <ac:spMkLst>
            <pc:docMk/>
            <pc:sldMk cId="3623729405" sldId="1626"/>
            <ac:spMk id="7" creationId="{00000000-0000-0000-0000-000000000000}"/>
          </ac:spMkLst>
        </pc:spChg>
        <pc:graphicFrameChg chg="modGraphic">
          <ac:chgData name="Mr. Sumit Sharma" userId="S::sumitsharma.cse@niet.co.in::0287a0e3-d7f5-4815-a5d5-4670a436bb9e" providerId="AD" clId="Web-{89676F4E-627F-4BD4-956C-58FEE723C2B3}" dt="2023-10-11T04:10:17.487" v="291" actId="20577"/>
          <ac:graphicFrameMkLst>
            <pc:docMk/>
            <pc:sldMk cId="3623729405" sldId="1626"/>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11:02.489" v="310" actId="20577"/>
        <pc:sldMkLst>
          <pc:docMk/>
          <pc:sldMk cId="1392179109" sldId="1627"/>
        </pc:sldMkLst>
        <pc:graphicFrameChg chg="modGraphic">
          <ac:chgData name="Mr. Sumit Sharma" userId="S::sumitsharma.cse@niet.co.in::0287a0e3-d7f5-4815-a5d5-4670a436bb9e" providerId="AD" clId="Web-{89676F4E-627F-4BD4-956C-58FEE723C2B3}" dt="2023-10-11T04:11:02.489" v="310" actId="20577"/>
          <ac:graphicFrameMkLst>
            <pc:docMk/>
            <pc:sldMk cId="1392179109" sldId="1627"/>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12:34.366" v="328" actId="20577"/>
        <pc:sldMkLst>
          <pc:docMk/>
          <pc:sldMk cId="1501226893" sldId="1628"/>
        </pc:sldMkLst>
        <pc:spChg chg="mod">
          <ac:chgData name="Mr. Sumit Sharma" userId="S::sumitsharma.cse@niet.co.in::0287a0e3-d7f5-4815-a5d5-4670a436bb9e" providerId="AD" clId="Web-{89676F4E-627F-4BD4-956C-58FEE723C2B3}" dt="2023-10-11T04:11:35.161" v="313"/>
          <ac:spMkLst>
            <pc:docMk/>
            <pc:sldMk cId="1501226893" sldId="1628"/>
            <ac:spMk id="7" creationId="{00000000-0000-0000-0000-000000000000}"/>
          </ac:spMkLst>
        </pc:spChg>
        <pc:graphicFrameChg chg="modGraphic">
          <ac:chgData name="Mr. Sumit Sharma" userId="S::sumitsharma.cse@niet.co.in::0287a0e3-d7f5-4815-a5d5-4670a436bb9e" providerId="AD" clId="Web-{89676F4E-627F-4BD4-956C-58FEE723C2B3}" dt="2023-10-11T04:12:34.366" v="328" actId="20577"/>
          <ac:graphicFrameMkLst>
            <pc:docMk/>
            <pc:sldMk cId="1501226893" sldId="1628"/>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14:18.854" v="364" actId="20577"/>
        <pc:sldMkLst>
          <pc:docMk/>
          <pc:sldMk cId="3898563862" sldId="1629"/>
        </pc:sldMkLst>
        <pc:spChg chg="mod">
          <ac:chgData name="Mr. Sumit Sharma" userId="S::sumitsharma.cse@niet.co.in::0287a0e3-d7f5-4815-a5d5-4670a436bb9e" providerId="AD" clId="Web-{89676F4E-627F-4BD4-956C-58FEE723C2B3}" dt="2023-10-11T04:12:53.742" v="332" actId="20577"/>
          <ac:spMkLst>
            <pc:docMk/>
            <pc:sldMk cId="3898563862" sldId="1629"/>
            <ac:spMk id="7" creationId="{00000000-0000-0000-0000-000000000000}"/>
          </ac:spMkLst>
        </pc:spChg>
        <pc:spChg chg="mod">
          <ac:chgData name="Mr. Sumit Sharma" userId="S::sumitsharma.cse@niet.co.in::0287a0e3-d7f5-4815-a5d5-4670a436bb9e" providerId="AD" clId="Web-{89676F4E-627F-4BD4-956C-58FEE723C2B3}" dt="2023-10-11T04:14:18.854" v="364" actId="20577"/>
          <ac:spMkLst>
            <pc:docMk/>
            <pc:sldMk cId="3898563862" sldId="1629"/>
            <ac:spMk id="182" creationId="{FDC1A734-1528-FC7A-7C7C-B49C8922968A}"/>
          </ac:spMkLst>
        </pc:spChg>
      </pc:sldChg>
      <pc:sldChg chg="modSp add replId">
        <pc:chgData name="Mr. Sumit Sharma" userId="S::sumitsharma.cse@niet.co.in::0287a0e3-d7f5-4815-a5d5-4670a436bb9e" providerId="AD" clId="Web-{89676F4E-627F-4BD4-956C-58FEE723C2B3}" dt="2023-10-11T04:15:16.106" v="375" actId="20577"/>
        <pc:sldMkLst>
          <pc:docMk/>
          <pc:sldMk cId="3943910330" sldId="1630"/>
        </pc:sldMkLst>
        <pc:spChg chg="mod">
          <ac:chgData name="Mr. Sumit Sharma" userId="S::sumitsharma.cse@niet.co.in::0287a0e3-d7f5-4815-a5d5-4670a436bb9e" providerId="AD" clId="Web-{89676F4E-627F-4BD4-956C-58FEE723C2B3}" dt="2023-10-11T04:14:43.980" v="368" actId="20577"/>
          <ac:spMkLst>
            <pc:docMk/>
            <pc:sldMk cId="3943910330" sldId="1630"/>
            <ac:spMk id="7" creationId="{00000000-0000-0000-0000-000000000000}"/>
          </ac:spMkLst>
        </pc:spChg>
        <pc:graphicFrameChg chg="modGraphic">
          <ac:chgData name="Mr. Sumit Sharma" userId="S::sumitsharma.cse@niet.co.in::0287a0e3-d7f5-4815-a5d5-4670a436bb9e" providerId="AD" clId="Web-{89676F4E-627F-4BD4-956C-58FEE723C2B3}" dt="2023-10-11T04:15:16.106" v="375" actId="20577"/>
          <ac:graphicFrameMkLst>
            <pc:docMk/>
            <pc:sldMk cId="3943910330" sldId="1630"/>
            <ac:graphicFrameMk id="28" creationId="{7911BCD3-FD89-BC16-4A6F-1F614AC172FE}"/>
          </ac:graphicFrameMkLst>
        </pc:graphicFrameChg>
      </pc:sldChg>
      <pc:sldChg chg="modSp add replId">
        <pc:chgData name="Mr. Sumit Sharma" userId="S::sumitsharma.cse@niet.co.in::0287a0e3-d7f5-4815-a5d5-4670a436bb9e" providerId="AD" clId="Web-{89676F4E-627F-4BD4-956C-58FEE723C2B3}" dt="2023-10-11T04:16:28.249" v="412" actId="20577"/>
        <pc:sldMkLst>
          <pc:docMk/>
          <pc:sldMk cId="2208778934" sldId="1631"/>
        </pc:sldMkLst>
        <pc:spChg chg="mod">
          <ac:chgData name="Mr. Sumit Sharma" userId="S::sumitsharma.cse@niet.co.in::0287a0e3-d7f5-4815-a5d5-4670a436bb9e" providerId="AD" clId="Web-{89676F4E-627F-4BD4-956C-58FEE723C2B3}" dt="2023-10-11T04:15:48.169" v="387" actId="20577"/>
          <ac:spMkLst>
            <pc:docMk/>
            <pc:sldMk cId="2208778934" sldId="1631"/>
            <ac:spMk id="7" creationId="{00000000-0000-0000-0000-000000000000}"/>
          </ac:spMkLst>
        </pc:spChg>
        <pc:graphicFrameChg chg="modGraphic">
          <ac:chgData name="Mr. Sumit Sharma" userId="S::sumitsharma.cse@niet.co.in::0287a0e3-d7f5-4815-a5d5-4670a436bb9e" providerId="AD" clId="Web-{89676F4E-627F-4BD4-956C-58FEE723C2B3}" dt="2023-10-11T04:16:28.249" v="412" actId="20577"/>
          <ac:graphicFrameMkLst>
            <pc:docMk/>
            <pc:sldMk cId="2208778934" sldId="1631"/>
            <ac:graphicFrameMk id="28" creationId="{7911BCD3-FD89-BC16-4A6F-1F614AC172FE}"/>
          </ac:graphicFrameMkLst>
        </pc:graphicFrameChg>
      </pc:sldChg>
    </pc:docChg>
  </pc:docChgLst>
  <pc:docChgLst>
    <pc:chgData name="Mr. Sumit Sharma" userId="S::sumitsharma.cse@niet.co.in::0287a0e3-d7f5-4815-a5d5-4670a436bb9e" providerId="AD" clId="Web-{382BE158-941A-E9A6-0BB6-CF9EDB08CD91}"/>
    <pc:docChg chg="modSld">
      <pc:chgData name="Mr. Sumit Sharma" userId="S::sumitsharma.cse@niet.co.in::0287a0e3-d7f5-4815-a5d5-4670a436bb9e" providerId="AD" clId="Web-{382BE158-941A-E9A6-0BB6-CF9EDB08CD91}" dt="2023-09-04T06:36:29.207" v="1" actId="20577"/>
      <pc:docMkLst>
        <pc:docMk/>
      </pc:docMkLst>
      <pc:sldChg chg="modSp">
        <pc:chgData name="Mr. Sumit Sharma" userId="S::sumitsharma.cse@niet.co.in::0287a0e3-d7f5-4815-a5d5-4670a436bb9e" providerId="AD" clId="Web-{382BE158-941A-E9A6-0BB6-CF9EDB08CD91}" dt="2023-09-04T06:36:29.207" v="1" actId="20577"/>
        <pc:sldMkLst>
          <pc:docMk/>
          <pc:sldMk cId="2717630238" sldId="281"/>
        </pc:sldMkLst>
        <pc:spChg chg="mod">
          <ac:chgData name="Mr. Sumit Sharma" userId="S::sumitsharma.cse@niet.co.in::0287a0e3-d7f5-4815-a5d5-4670a436bb9e" providerId="AD" clId="Web-{382BE158-941A-E9A6-0BB6-CF9EDB08CD91}" dt="2023-09-04T06:36:29.207" v="1" actId="20577"/>
          <ac:spMkLst>
            <pc:docMk/>
            <pc:sldMk cId="2717630238" sldId="281"/>
            <ac:spMk id="7" creationId="{00000000-0000-0000-0000-000000000000}"/>
          </ac:spMkLst>
        </pc:spChg>
      </pc:sldChg>
    </pc:docChg>
  </pc:docChgLst>
  <pc:docChgLst>
    <pc:chgData name="Mr. Sumit Sharma" userId="S::sumitsharma.cse@niet.co.in::0287a0e3-d7f5-4815-a5d5-4670a436bb9e" providerId="AD" clId="Web-{9B253117-5525-9C38-5080-87AA603007A9}"/>
    <pc:docChg chg="modSld">
      <pc:chgData name="Mr. Sumit Sharma" userId="S::sumitsharma.cse@niet.co.in::0287a0e3-d7f5-4815-a5d5-4670a436bb9e" providerId="AD" clId="Web-{9B253117-5525-9C38-5080-87AA603007A9}" dt="2023-08-22T03:59:52.383" v="2" actId="20577"/>
      <pc:docMkLst>
        <pc:docMk/>
      </pc:docMkLst>
      <pc:sldChg chg="modSp">
        <pc:chgData name="Mr. Sumit Sharma" userId="S::sumitsharma.cse@niet.co.in::0287a0e3-d7f5-4815-a5d5-4670a436bb9e" providerId="AD" clId="Web-{9B253117-5525-9C38-5080-87AA603007A9}" dt="2023-08-22T03:59:52.383" v="2" actId="20577"/>
        <pc:sldMkLst>
          <pc:docMk/>
          <pc:sldMk cId="472746572" sldId="1562"/>
        </pc:sldMkLst>
        <pc:spChg chg="mod">
          <ac:chgData name="Mr. Sumit Sharma" userId="S::sumitsharma.cse@niet.co.in::0287a0e3-d7f5-4815-a5d5-4670a436bb9e" providerId="AD" clId="Web-{9B253117-5525-9C38-5080-87AA603007A9}" dt="2023-08-22T03:59:52.383" v="2" actId="20577"/>
          <ac:spMkLst>
            <pc:docMk/>
            <pc:sldMk cId="472746572" sldId="1562"/>
            <ac:spMk id="3" creationId="{F8CC24E1-E4CB-4555-AAFE-79673E88E287}"/>
          </ac:spMkLst>
        </pc:spChg>
      </pc:sldChg>
    </pc:docChg>
  </pc:docChgLst>
  <pc:docChgLst>
    <pc:chgData name="Mr. Sumit Sharma" userId="S::sumitsharma.cse@niet.co.in::0287a0e3-d7f5-4815-a5d5-4670a436bb9e" providerId="AD" clId="Web-{17A0E2E3-9CA2-C975-38E0-6CA120B7656C}"/>
    <pc:docChg chg="addSld modSld">
      <pc:chgData name="Mr. Sumit Sharma" userId="S::sumitsharma.cse@niet.co.in::0287a0e3-d7f5-4815-a5d5-4670a436bb9e" providerId="AD" clId="Web-{17A0E2E3-9CA2-C975-38E0-6CA120B7656C}" dt="2023-09-08T10:12:12.375" v="96" actId="20577"/>
      <pc:docMkLst>
        <pc:docMk/>
      </pc:docMkLst>
      <pc:sldChg chg="modSp add replId">
        <pc:chgData name="Mr. Sumit Sharma" userId="S::sumitsharma.cse@niet.co.in::0287a0e3-d7f5-4815-a5d5-4670a436bb9e" providerId="AD" clId="Web-{17A0E2E3-9CA2-C975-38E0-6CA120B7656C}" dt="2023-09-08T09:49:25.712" v="33" actId="20577"/>
        <pc:sldMkLst>
          <pc:docMk/>
          <pc:sldMk cId="514159642" sldId="1613"/>
        </pc:sldMkLst>
        <pc:spChg chg="mod">
          <ac:chgData name="Mr. Sumit Sharma" userId="S::sumitsharma.cse@niet.co.in::0287a0e3-d7f5-4815-a5d5-4670a436bb9e" providerId="AD" clId="Web-{17A0E2E3-9CA2-C975-38E0-6CA120B7656C}" dt="2023-09-08T09:48:05.256" v="24" actId="20577"/>
          <ac:spMkLst>
            <pc:docMk/>
            <pc:sldMk cId="514159642" sldId="1613"/>
            <ac:spMk id="7" creationId="{00000000-0000-0000-0000-000000000000}"/>
          </ac:spMkLst>
        </pc:spChg>
        <pc:spChg chg="mod">
          <ac:chgData name="Mr. Sumit Sharma" userId="S::sumitsharma.cse@niet.co.in::0287a0e3-d7f5-4815-a5d5-4670a436bb9e" providerId="AD" clId="Web-{17A0E2E3-9CA2-C975-38E0-6CA120B7656C}" dt="2023-09-08T09:49:25.712" v="33" actId="20577"/>
          <ac:spMkLst>
            <pc:docMk/>
            <pc:sldMk cId="514159642" sldId="1613"/>
            <ac:spMk id="182" creationId="{FDC1A734-1528-FC7A-7C7C-B49C8922968A}"/>
          </ac:spMkLst>
        </pc:spChg>
      </pc:sldChg>
      <pc:sldChg chg="modSp add replId">
        <pc:chgData name="Mr. Sumit Sharma" userId="S::sumitsharma.cse@niet.co.in::0287a0e3-d7f5-4815-a5d5-4670a436bb9e" providerId="AD" clId="Web-{17A0E2E3-9CA2-C975-38E0-6CA120B7656C}" dt="2023-09-08T09:50:47.496" v="47" actId="20577"/>
        <pc:sldMkLst>
          <pc:docMk/>
          <pc:sldMk cId="3570345156" sldId="1614"/>
        </pc:sldMkLst>
        <pc:spChg chg="mod">
          <ac:chgData name="Mr. Sumit Sharma" userId="S::sumitsharma.cse@niet.co.in::0287a0e3-d7f5-4815-a5d5-4670a436bb9e" providerId="AD" clId="Web-{17A0E2E3-9CA2-C975-38E0-6CA120B7656C}" dt="2023-09-08T09:49:38.306" v="36" actId="20577"/>
          <ac:spMkLst>
            <pc:docMk/>
            <pc:sldMk cId="3570345156" sldId="1614"/>
            <ac:spMk id="7" creationId="{00000000-0000-0000-0000-000000000000}"/>
          </ac:spMkLst>
        </pc:spChg>
        <pc:spChg chg="mod">
          <ac:chgData name="Mr. Sumit Sharma" userId="S::sumitsharma.cse@niet.co.in::0287a0e3-d7f5-4815-a5d5-4670a436bb9e" providerId="AD" clId="Web-{17A0E2E3-9CA2-C975-38E0-6CA120B7656C}" dt="2023-09-08T09:50:47.496" v="47" actId="20577"/>
          <ac:spMkLst>
            <pc:docMk/>
            <pc:sldMk cId="3570345156" sldId="1614"/>
            <ac:spMk id="182" creationId="{FDC1A734-1528-FC7A-7C7C-B49C8922968A}"/>
          </ac:spMkLst>
        </pc:spChg>
      </pc:sldChg>
      <pc:sldChg chg="modSp add replId">
        <pc:chgData name="Mr. Sumit Sharma" userId="S::sumitsharma.cse@niet.co.in::0287a0e3-d7f5-4815-a5d5-4670a436bb9e" providerId="AD" clId="Web-{17A0E2E3-9CA2-C975-38E0-6CA120B7656C}" dt="2023-09-08T10:10:54.842" v="76" actId="20577"/>
        <pc:sldMkLst>
          <pc:docMk/>
          <pc:sldMk cId="2515123753" sldId="1615"/>
        </pc:sldMkLst>
        <pc:spChg chg="mod">
          <ac:chgData name="Mr. Sumit Sharma" userId="S::sumitsharma.cse@niet.co.in::0287a0e3-d7f5-4815-a5d5-4670a436bb9e" providerId="AD" clId="Web-{17A0E2E3-9CA2-C975-38E0-6CA120B7656C}" dt="2023-09-08T10:09:15.621" v="57" actId="20577"/>
          <ac:spMkLst>
            <pc:docMk/>
            <pc:sldMk cId="2515123753" sldId="1615"/>
            <ac:spMk id="7" creationId="{00000000-0000-0000-0000-000000000000}"/>
          </ac:spMkLst>
        </pc:spChg>
        <pc:spChg chg="mod">
          <ac:chgData name="Mr. Sumit Sharma" userId="S::sumitsharma.cse@niet.co.in::0287a0e3-d7f5-4815-a5d5-4670a436bb9e" providerId="AD" clId="Web-{17A0E2E3-9CA2-C975-38E0-6CA120B7656C}" dt="2023-09-08T10:10:54.842" v="76" actId="20577"/>
          <ac:spMkLst>
            <pc:docMk/>
            <pc:sldMk cId="2515123753" sldId="1615"/>
            <ac:spMk id="182" creationId="{FDC1A734-1528-FC7A-7C7C-B49C8922968A}"/>
          </ac:spMkLst>
        </pc:spChg>
      </pc:sldChg>
      <pc:sldChg chg="modSp add replId">
        <pc:chgData name="Mr. Sumit Sharma" userId="S::sumitsharma.cse@niet.co.in::0287a0e3-d7f5-4815-a5d5-4670a436bb9e" providerId="AD" clId="Web-{17A0E2E3-9CA2-C975-38E0-6CA120B7656C}" dt="2023-09-08T10:12:12.375" v="96" actId="20577"/>
        <pc:sldMkLst>
          <pc:docMk/>
          <pc:sldMk cId="745149550" sldId="1616"/>
        </pc:sldMkLst>
        <pc:spChg chg="mod">
          <ac:chgData name="Mr. Sumit Sharma" userId="S::sumitsharma.cse@niet.co.in::0287a0e3-d7f5-4815-a5d5-4670a436bb9e" providerId="AD" clId="Web-{17A0E2E3-9CA2-C975-38E0-6CA120B7656C}" dt="2023-09-08T10:11:33.296" v="85" actId="20577"/>
          <ac:spMkLst>
            <pc:docMk/>
            <pc:sldMk cId="745149550" sldId="1616"/>
            <ac:spMk id="7" creationId="{00000000-0000-0000-0000-000000000000}"/>
          </ac:spMkLst>
        </pc:spChg>
        <pc:spChg chg="mod">
          <ac:chgData name="Mr. Sumit Sharma" userId="S::sumitsharma.cse@niet.co.in::0287a0e3-d7f5-4815-a5d5-4670a436bb9e" providerId="AD" clId="Web-{17A0E2E3-9CA2-C975-38E0-6CA120B7656C}" dt="2023-09-08T10:12:12.375" v="96" actId="20577"/>
          <ac:spMkLst>
            <pc:docMk/>
            <pc:sldMk cId="745149550" sldId="1616"/>
            <ac:spMk id="182" creationId="{FDC1A734-1528-FC7A-7C7C-B49C8922968A}"/>
          </ac:spMkLst>
        </pc:spChg>
      </pc:sldChg>
    </pc:docChg>
  </pc:docChgLst>
  <pc:docChgLst>
    <pc:chgData name="Mr. Sumit Sharma" userId="S::sumitsharma.cse@niet.co.in::0287a0e3-d7f5-4815-a5d5-4670a436bb9e" providerId="AD" clId="Web-{DBD9E93B-85D2-593E-8A2C-EA755D93B1D7}"/>
    <pc:docChg chg="modSld">
      <pc:chgData name="Mr. Sumit Sharma" userId="S::sumitsharma.cse@niet.co.in::0287a0e3-d7f5-4815-a5d5-4670a436bb9e" providerId="AD" clId="Web-{DBD9E93B-85D2-593E-8A2C-EA755D93B1D7}" dt="2023-09-04T04:07:34.120" v="241" actId="20577"/>
      <pc:docMkLst>
        <pc:docMk/>
      </pc:docMkLst>
      <pc:sldChg chg="addSp delSp modSp">
        <pc:chgData name="Mr. Sumit Sharma" userId="S::sumitsharma.cse@niet.co.in::0287a0e3-d7f5-4815-a5d5-4670a436bb9e" providerId="AD" clId="Web-{DBD9E93B-85D2-593E-8A2C-EA755D93B1D7}" dt="2023-09-04T04:05:17.315" v="204" actId="20577"/>
        <pc:sldMkLst>
          <pc:docMk/>
          <pc:sldMk cId="2717630238" sldId="281"/>
        </pc:sldMkLst>
        <pc:spChg chg="del">
          <ac:chgData name="Mr. Sumit Sharma" userId="S::sumitsharma.cse@niet.co.in::0287a0e3-d7f5-4815-a5d5-4670a436bb9e" providerId="AD" clId="Web-{DBD9E93B-85D2-593E-8A2C-EA755D93B1D7}" dt="2023-09-04T04:01:06.003" v="13"/>
          <ac:spMkLst>
            <pc:docMk/>
            <pc:sldMk cId="2717630238" sldId="281"/>
            <ac:spMk id="3" creationId="{00000000-0000-0000-0000-000000000000}"/>
          </ac:spMkLst>
        </pc:spChg>
        <pc:spChg chg="add del mod">
          <ac:chgData name="Mr. Sumit Sharma" userId="S::sumitsharma.cse@niet.co.in::0287a0e3-d7f5-4815-a5d5-4670a436bb9e" providerId="AD" clId="Web-{DBD9E93B-85D2-593E-8A2C-EA755D93B1D7}" dt="2023-09-04T04:01:09.753" v="14"/>
          <ac:spMkLst>
            <pc:docMk/>
            <pc:sldMk cId="2717630238" sldId="281"/>
            <ac:spMk id="4" creationId="{22307E7A-902B-EE65-D169-7BBD216C4808}"/>
          </ac:spMkLst>
        </pc:spChg>
        <pc:spChg chg="mod">
          <ac:chgData name="Mr. Sumit Sharma" userId="S::sumitsharma.cse@niet.co.in::0287a0e3-d7f5-4815-a5d5-4670a436bb9e" providerId="AD" clId="Web-{DBD9E93B-85D2-593E-8A2C-EA755D93B1D7}" dt="2023-09-04T04:05:17.315" v="204" actId="20577"/>
          <ac:spMkLst>
            <pc:docMk/>
            <pc:sldMk cId="2717630238" sldId="281"/>
            <ac:spMk id="8" creationId="{D7F71052-C096-41E2-9234-43D568F9BDDA}"/>
          </ac:spMkLst>
        </pc:spChg>
      </pc:sldChg>
      <pc:sldChg chg="modSp">
        <pc:chgData name="Mr. Sumit Sharma" userId="S::sumitsharma.cse@niet.co.in::0287a0e3-d7f5-4815-a5d5-4670a436bb9e" providerId="AD" clId="Web-{DBD9E93B-85D2-593E-8A2C-EA755D93B1D7}" dt="2023-09-04T04:07:34.120" v="241" actId="20577"/>
        <pc:sldMkLst>
          <pc:docMk/>
          <pc:sldMk cId="14382847" sldId="1560"/>
        </pc:sldMkLst>
        <pc:spChg chg="mod">
          <ac:chgData name="Mr. Sumit Sharma" userId="S::sumitsharma.cse@niet.co.in::0287a0e3-d7f5-4815-a5d5-4670a436bb9e" providerId="AD" clId="Web-{DBD9E93B-85D2-593E-8A2C-EA755D93B1D7}" dt="2023-09-04T04:06:08.693" v="217" actId="20577"/>
          <ac:spMkLst>
            <pc:docMk/>
            <pc:sldMk cId="14382847" sldId="1560"/>
            <ac:spMk id="7" creationId="{00000000-0000-0000-0000-000000000000}"/>
          </ac:spMkLst>
        </pc:spChg>
        <pc:graphicFrameChg chg="modGraphic">
          <ac:chgData name="Mr. Sumit Sharma" userId="S::sumitsharma.cse@niet.co.in::0287a0e3-d7f5-4815-a5d5-4670a436bb9e" providerId="AD" clId="Web-{DBD9E93B-85D2-593E-8A2C-EA755D93B1D7}" dt="2023-09-04T04:07:34.120" v="241" actId="20577"/>
          <ac:graphicFrameMkLst>
            <pc:docMk/>
            <pc:sldMk cId="14382847" sldId="1560"/>
            <ac:graphicFrameMk id="28" creationId="{7911BCD3-FD89-BC16-4A6F-1F614AC172FE}"/>
          </ac:graphicFrameMkLst>
        </pc:graphicFrameChg>
      </pc:sldChg>
    </pc:docChg>
  </pc:docChgLst>
  <pc:docChgLst>
    <pc:chgData name="Mr. Sumit Sharma" userId="S::sumitsharma.cse@niet.co.in::0287a0e3-d7f5-4815-a5d5-4670a436bb9e" providerId="AD" clId="Web-{32683770-8880-4559-98EF-CD6ED0897CD0}"/>
    <pc:docChg chg="addSld modSld">
      <pc:chgData name="Mr. Sumit Sharma" userId="S::sumitsharma.cse@niet.co.in::0287a0e3-d7f5-4815-a5d5-4670a436bb9e" providerId="AD" clId="Web-{32683770-8880-4559-98EF-CD6ED0897CD0}" dt="2023-09-05T04:20:58.839" v="99" actId="20577"/>
      <pc:docMkLst>
        <pc:docMk/>
      </pc:docMkLst>
      <pc:sldChg chg="modSp">
        <pc:chgData name="Mr. Sumit Sharma" userId="S::sumitsharma.cse@niet.co.in::0287a0e3-d7f5-4815-a5d5-4670a436bb9e" providerId="AD" clId="Web-{32683770-8880-4559-98EF-CD6ED0897CD0}" dt="2023-09-05T03:55:50.181" v="8" actId="20577"/>
        <pc:sldMkLst>
          <pc:docMk/>
          <pc:sldMk cId="3501026821" sldId="1605"/>
        </pc:sldMkLst>
        <pc:spChg chg="mod">
          <ac:chgData name="Mr. Sumit Sharma" userId="S::sumitsharma.cse@niet.co.in::0287a0e3-d7f5-4815-a5d5-4670a436bb9e" providerId="AD" clId="Web-{32683770-8880-4559-98EF-CD6ED0897CD0}" dt="2023-09-05T03:55:50.181" v="8" actId="20577"/>
          <ac:spMkLst>
            <pc:docMk/>
            <pc:sldMk cId="3501026821" sldId="1605"/>
            <ac:spMk id="182" creationId="{FDC1A734-1528-FC7A-7C7C-B49C8922968A}"/>
          </ac:spMkLst>
        </pc:spChg>
      </pc:sldChg>
      <pc:sldChg chg="modSp add replId">
        <pc:chgData name="Mr. Sumit Sharma" userId="S::sumitsharma.cse@niet.co.in::0287a0e3-d7f5-4815-a5d5-4670a436bb9e" providerId="AD" clId="Web-{32683770-8880-4559-98EF-CD6ED0897CD0}" dt="2023-09-05T04:20:58.839" v="99" actId="20577"/>
        <pc:sldMkLst>
          <pc:docMk/>
          <pc:sldMk cId="342949744" sldId="1606"/>
        </pc:sldMkLst>
        <pc:spChg chg="mod">
          <ac:chgData name="Mr. Sumit Sharma" userId="S::sumitsharma.cse@niet.co.in::0287a0e3-d7f5-4815-a5d5-4670a436bb9e" providerId="AD" clId="Web-{32683770-8880-4559-98EF-CD6ED0897CD0}" dt="2023-09-05T04:20:58.839" v="99" actId="20577"/>
          <ac:spMkLst>
            <pc:docMk/>
            <pc:sldMk cId="342949744" sldId="1606"/>
            <ac:spMk id="182" creationId="{FDC1A734-1528-FC7A-7C7C-B49C8922968A}"/>
          </ac:spMkLst>
        </pc:spChg>
      </pc:sldChg>
      <pc:sldChg chg="modSp add replId">
        <pc:chgData name="Mr. Sumit Sharma" userId="S::sumitsharma.cse@niet.co.in::0287a0e3-d7f5-4815-a5d5-4670a436bb9e" providerId="AD" clId="Web-{32683770-8880-4559-98EF-CD6ED0897CD0}" dt="2023-09-05T04:00:04.108" v="82" actId="20577"/>
        <pc:sldMkLst>
          <pc:docMk/>
          <pc:sldMk cId="4199993203" sldId="1607"/>
        </pc:sldMkLst>
        <pc:spChg chg="mod">
          <ac:chgData name="Mr. Sumit Sharma" userId="S::sumitsharma.cse@niet.co.in::0287a0e3-d7f5-4815-a5d5-4670a436bb9e" providerId="AD" clId="Web-{32683770-8880-4559-98EF-CD6ED0897CD0}" dt="2023-09-05T03:59:27.596" v="75" actId="20577"/>
          <ac:spMkLst>
            <pc:docMk/>
            <pc:sldMk cId="4199993203" sldId="1607"/>
            <ac:spMk id="7" creationId="{00000000-0000-0000-0000-000000000000}"/>
          </ac:spMkLst>
        </pc:spChg>
        <pc:spChg chg="mod">
          <ac:chgData name="Mr. Sumit Sharma" userId="S::sumitsharma.cse@niet.co.in::0287a0e3-d7f5-4815-a5d5-4670a436bb9e" providerId="AD" clId="Web-{32683770-8880-4559-98EF-CD6ED0897CD0}" dt="2023-09-05T04:00:04.108" v="82" actId="20577"/>
          <ac:spMkLst>
            <pc:docMk/>
            <pc:sldMk cId="4199993203" sldId="1607"/>
            <ac:spMk id="182" creationId="{FDC1A734-1528-FC7A-7C7C-B49C8922968A}"/>
          </ac:spMkLst>
        </pc:spChg>
      </pc:sldChg>
      <pc:sldChg chg="modSp add replId">
        <pc:chgData name="Mr. Sumit Sharma" userId="S::sumitsharma.cse@niet.co.in::0287a0e3-d7f5-4815-a5d5-4670a436bb9e" providerId="AD" clId="Web-{32683770-8880-4559-98EF-CD6ED0897CD0}" dt="2023-09-05T04:01:10.469" v="94" actId="20577"/>
        <pc:sldMkLst>
          <pc:docMk/>
          <pc:sldMk cId="2337258122" sldId="1608"/>
        </pc:sldMkLst>
        <pc:spChg chg="mod">
          <ac:chgData name="Mr. Sumit Sharma" userId="S::sumitsharma.cse@niet.co.in::0287a0e3-d7f5-4815-a5d5-4670a436bb9e" providerId="AD" clId="Web-{32683770-8880-4559-98EF-CD6ED0897CD0}" dt="2023-09-05T04:01:10.469" v="94" actId="20577"/>
          <ac:spMkLst>
            <pc:docMk/>
            <pc:sldMk cId="2337258122" sldId="1608"/>
            <ac:spMk id="182" creationId="{FDC1A734-1528-FC7A-7C7C-B49C8922968A}"/>
          </ac:spMkLst>
        </pc:spChg>
      </pc:sldChg>
    </pc:docChg>
  </pc:docChgLst>
  <pc:docChgLst>
    <pc:chgData name="Mr. Sumit Sharma" userId="S::sumitsharma.cse@niet.co.in::0287a0e3-d7f5-4815-a5d5-4670a436bb9e" providerId="AD" clId="Web-{24B6CF88-50E6-AD1E-3A17-1FF34733D8EF}"/>
    <pc:docChg chg="addSld modSld">
      <pc:chgData name="Mr. Sumit Sharma" userId="S::sumitsharma.cse@niet.co.in::0287a0e3-d7f5-4815-a5d5-4670a436bb9e" providerId="AD" clId="Web-{24B6CF88-50E6-AD1E-3A17-1FF34733D8EF}" dt="2023-08-22T07:39:31.954" v="152" actId="14100"/>
      <pc:docMkLst>
        <pc:docMk/>
      </pc:docMkLst>
      <pc:sldChg chg="addSp delSp modSp mod setBg">
        <pc:chgData name="Mr. Sumit Sharma" userId="S::sumitsharma.cse@niet.co.in::0287a0e3-d7f5-4815-a5d5-4670a436bb9e" providerId="AD" clId="Web-{24B6CF88-50E6-AD1E-3A17-1FF34733D8EF}" dt="2023-08-22T07:36:27.057" v="107" actId="20577"/>
        <pc:sldMkLst>
          <pc:docMk/>
          <pc:sldMk cId="698163909" sldId="279"/>
        </pc:sldMkLst>
        <pc:spChg chg="add del">
          <ac:chgData name="Mr. Sumit Sharma" userId="S::sumitsharma.cse@niet.co.in::0287a0e3-d7f5-4815-a5d5-4670a436bb9e" providerId="AD" clId="Web-{24B6CF88-50E6-AD1E-3A17-1FF34733D8EF}" dt="2023-08-22T07:33:47.412" v="75"/>
          <ac:spMkLst>
            <pc:docMk/>
            <pc:sldMk cId="698163909" sldId="279"/>
            <ac:spMk id="3" creationId="{00000000-0000-0000-0000-000000000000}"/>
          </ac:spMkLst>
        </pc:spChg>
        <pc:spChg chg="mod ord">
          <ac:chgData name="Mr. Sumit Sharma" userId="S::sumitsharma.cse@niet.co.in::0287a0e3-d7f5-4815-a5d5-4670a436bb9e" providerId="AD" clId="Web-{24B6CF88-50E6-AD1E-3A17-1FF34733D8EF}" dt="2023-08-22T07:33:47.412" v="75"/>
          <ac:spMkLst>
            <pc:docMk/>
            <pc:sldMk cId="698163909" sldId="279"/>
            <ac:spMk id="6" creationId="{00000000-0000-0000-0000-000000000000}"/>
          </ac:spMkLst>
        </pc:spChg>
        <pc:spChg chg="mod">
          <ac:chgData name="Mr. Sumit Sharma" userId="S::sumitsharma.cse@niet.co.in::0287a0e3-d7f5-4815-a5d5-4670a436bb9e" providerId="AD" clId="Web-{24B6CF88-50E6-AD1E-3A17-1FF34733D8EF}" dt="2023-08-22T07:36:27.057" v="107" actId="20577"/>
          <ac:spMkLst>
            <pc:docMk/>
            <pc:sldMk cId="698163909" sldId="279"/>
            <ac:spMk id="7" creationId="{00000000-0000-0000-0000-000000000000}"/>
          </ac:spMkLst>
        </pc:spChg>
        <pc:spChg chg="add del">
          <ac:chgData name="Mr. Sumit Sharma" userId="S::sumitsharma.cse@niet.co.in::0287a0e3-d7f5-4815-a5d5-4670a436bb9e" providerId="AD" clId="Web-{24B6CF88-50E6-AD1E-3A17-1FF34733D8EF}" dt="2023-08-22T07:33:47.380" v="74"/>
          <ac:spMkLst>
            <pc:docMk/>
            <pc:sldMk cId="698163909" sldId="279"/>
            <ac:spMk id="15" creationId="{7301F447-EEF7-48F5-AF73-7566EE7F64AD}"/>
          </ac:spMkLst>
        </pc:spChg>
        <pc:spChg chg="add del">
          <ac:chgData name="Mr. Sumit Sharma" userId="S::sumitsharma.cse@niet.co.in::0287a0e3-d7f5-4815-a5d5-4670a436bb9e" providerId="AD" clId="Web-{24B6CF88-50E6-AD1E-3A17-1FF34733D8EF}" dt="2023-08-22T07:33:47.380" v="74"/>
          <ac:spMkLst>
            <pc:docMk/>
            <pc:sldMk cId="698163909" sldId="279"/>
            <ac:spMk id="17" creationId="{F7117410-A2A4-4085-9ADC-46744551DBDE}"/>
          </ac:spMkLst>
        </pc:spChg>
        <pc:spChg chg="add del">
          <ac:chgData name="Mr. Sumit Sharma" userId="S::sumitsharma.cse@niet.co.in::0287a0e3-d7f5-4815-a5d5-4670a436bb9e" providerId="AD" clId="Web-{24B6CF88-50E6-AD1E-3A17-1FF34733D8EF}" dt="2023-08-22T07:33:47.380" v="74"/>
          <ac:spMkLst>
            <pc:docMk/>
            <pc:sldMk cId="698163909" sldId="279"/>
            <ac:spMk id="19" creationId="{99F74EB5-E547-4FB4-95F5-BCC788F3C4A0}"/>
          </ac:spMkLst>
        </pc:spChg>
        <pc:spChg chg="add">
          <ac:chgData name="Mr. Sumit Sharma" userId="S::sumitsharma.cse@niet.co.in::0287a0e3-d7f5-4815-a5d5-4670a436bb9e" providerId="AD" clId="Web-{24B6CF88-50E6-AD1E-3A17-1FF34733D8EF}" dt="2023-08-22T07:33:47.412" v="75"/>
          <ac:spMkLst>
            <pc:docMk/>
            <pc:sldMk cId="698163909" sldId="279"/>
            <ac:spMk id="21" creationId="{7301F447-EEF7-48F5-AF73-7566EE7F64AD}"/>
          </ac:spMkLst>
        </pc:spChg>
        <pc:spChg chg="add">
          <ac:chgData name="Mr. Sumit Sharma" userId="S::sumitsharma.cse@niet.co.in::0287a0e3-d7f5-4815-a5d5-4670a436bb9e" providerId="AD" clId="Web-{24B6CF88-50E6-AD1E-3A17-1FF34733D8EF}" dt="2023-08-22T07:33:47.412" v="75"/>
          <ac:spMkLst>
            <pc:docMk/>
            <pc:sldMk cId="698163909" sldId="279"/>
            <ac:spMk id="22" creationId="{F7117410-A2A4-4085-9ADC-46744551DBDE}"/>
          </ac:spMkLst>
        </pc:spChg>
        <pc:spChg chg="add">
          <ac:chgData name="Mr. Sumit Sharma" userId="S::sumitsharma.cse@niet.co.in::0287a0e3-d7f5-4815-a5d5-4670a436bb9e" providerId="AD" clId="Web-{24B6CF88-50E6-AD1E-3A17-1FF34733D8EF}" dt="2023-08-22T07:33:47.412" v="75"/>
          <ac:spMkLst>
            <pc:docMk/>
            <pc:sldMk cId="698163909" sldId="279"/>
            <ac:spMk id="23" creationId="{99F74EB5-E547-4FB4-95F5-BCC788F3C4A0}"/>
          </ac:spMkLst>
        </pc:spChg>
        <pc:graphicFrameChg chg="add del">
          <ac:chgData name="Mr. Sumit Sharma" userId="S::sumitsharma.cse@niet.co.in::0287a0e3-d7f5-4815-a5d5-4670a436bb9e" providerId="AD" clId="Web-{24B6CF88-50E6-AD1E-3A17-1FF34733D8EF}" dt="2023-08-22T07:33:47.380" v="74"/>
          <ac:graphicFrameMkLst>
            <pc:docMk/>
            <pc:sldMk cId="698163909" sldId="279"/>
            <ac:graphicFrameMk id="11" creationId="{8F560B62-30F2-C69A-62BD-D137BAD50390}"/>
          </ac:graphicFrameMkLst>
        </pc:graphicFrameChg>
        <pc:graphicFrameChg chg="add">
          <ac:chgData name="Mr. Sumit Sharma" userId="S::sumitsharma.cse@niet.co.in::0287a0e3-d7f5-4815-a5d5-4670a436bb9e" providerId="AD" clId="Web-{24B6CF88-50E6-AD1E-3A17-1FF34733D8EF}" dt="2023-08-22T07:33:47.412" v="75"/>
          <ac:graphicFrameMkLst>
            <pc:docMk/>
            <pc:sldMk cId="698163909" sldId="279"/>
            <ac:graphicFrameMk id="24" creationId="{8F4F919B-59A8-DAD7-D9C2-9442BD3B1827}"/>
          </ac:graphicFrameMkLst>
        </pc:graphicFrameChg>
      </pc:sldChg>
      <pc:sldChg chg="addSp delSp modSp mod setBg">
        <pc:chgData name="Mr. Sumit Sharma" userId="S::sumitsharma.cse@niet.co.in::0287a0e3-d7f5-4815-a5d5-4670a436bb9e" providerId="AD" clId="Web-{24B6CF88-50E6-AD1E-3A17-1FF34733D8EF}" dt="2023-08-22T07:36:20.010" v="105" actId="20577"/>
        <pc:sldMkLst>
          <pc:docMk/>
          <pc:sldMk cId="14382847" sldId="1560"/>
        </pc:sldMkLst>
        <pc:spChg chg="add del">
          <ac:chgData name="Mr. Sumit Sharma" userId="S::sumitsharma.cse@niet.co.in::0287a0e3-d7f5-4815-a5d5-4670a436bb9e" providerId="AD" clId="Web-{24B6CF88-50E6-AD1E-3A17-1FF34733D8EF}" dt="2023-08-22T07:33:17.458" v="72"/>
          <ac:spMkLst>
            <pc:docMk/>
            <pc:sldMk cId="14382847" sldId="1560"/>
            <ac:spMk id="3" creationId="{F8CC24E1-E4CB-4555-AAFE-79673E88E287}"/>
          </ac:spMkLst>
        </pc:spChg>
        <pc:spChg chg="mod ord">
          <ac:chgData name="Mr. Sumit Sharma" userId="S::sumitsharma.cse@niet.co.in::0287a0e3-d7f5-4815-a5d5-4670a436bb9e" providerId="AD" clId="Web-{24B6CF88-50E6-AD1E-3A17-1FF34733D8EF}" dt="2023-08-22T07:33:17.458" v="72"/>
          <ac:spMkLst>
            <pc:docMk/>
            <pc:sldMk cId="14382847" sldId="1560"/>
            <ac:spMk id="6" creationId="{00000000-0000-0000-0000-000000000000}"/>
          </ac:spMkLst>
        </pc:spChg>
        <pc:spChg chg="mod">
          <ac:chgData name="Mr. Sumit Sharma" userId="S::sumitsharma.cse@niet.co.in::0287a0e3-d7f5-4815-a5d5-4670a436bb9e" providerId="AD" clId="Web-{24B6CF88-50E6-AD1E-3A17-1FF34733D8EF}" dt="2023-08-22T07:36:20.010" v="105" actId="20577"/>
          <ac:spMkLst>
            <pc:docMk/>
            <pc:sldMk cId="14382847" sldId="1560"/>
            <ac:spMk id="7" creationId="{00000000-0000-0000-0000-000000000000}"/>
          </ac:spMkLst>
        </pc:spChg>
        <pc:spChg chg="add del">
          <ac:chgData name="Mr. Sumit Sharma" userId="S::sumitsharma.cse@niet.co.in::0287a0e3-d7f5-4815-a5d5-4670a436bb9e" providerId="AD" clId="Web-{24B6CF88-50E6-AD1E-3A17-1FF34733D8EF}" dt="2023-08-22T07:33:12.926" v="69"/>
          <ac:spMkLst>
            <pc:docMk/>
            <pc:sldMk cId="14382847" sldId="1560"/>
            <ac:spMk id="15" creationId="{BACC6370-2D7E-4714-9D71-7542949D7D5D}"/>
          </ac:spMkLst>
        </pc:spChg>
        <pc:spChg chg="add del">
          <ac:chgData name="Mr. Sumit Sharma" userId="S::sumitsharma.cse@niet.co.in::0287a0e3-d7f5-4815-a5d5-4670a436bb9e" providerId="AD" clId="Web-{24B6CF88-50E6-AD1E-3A17-1FF34733D8EF}" dt="2023-08-22T07:33:17.442" v="71"/>
          <ac:spMkLst>
            <pc:docMk/>
            <pc:sldMk cId="14382847" sldId="1560"/>
            <ac:spMk id="16" creationId="{4F7EBAE4-9945-4473-9E34-B2C66EA0F03D}"/>
          </ac:spMkLst>
        </pc:spChg>
        <pc:spChg chg="add del">
          <ac:chgData name="Mr. Sumit Sharma" userId="S::sumitsharma.cse@niet.co.in::0287a0e3-d7f5-4815-a5d5-4670a436bb9e" providerId="AD" clId="Web-{24B6CF88-50E6-AD1E-3A17-1FF34733D8EF}" dt="2023-08-22T07:33:12.926" v="69"/>
          <ac:spMkLst>
            <pc:docMk/>
            <pc:sldMk cId="14382847" sldId="1560"/>
            <ac:spMk id="17" creationId="{F68B3F68-107C-434F-AA38-110D5EA91B85}"/>
          </ac:spMkLst>
        </pc:spChg>
        <pc:spChg chg="add del">
          <ac:chgData name="Mr. Sumit Sharma" userId="S::sumitsharma.cse@niet.co.in::0287a0e3-d7f5-4815-a5d5-4670a436bb9e" providerId="AD" clId="Web-{24B6CF88-50E6-AD1E-3A17-1FF34733D8EF}" dt="2023-08-22T07:33:17.442" v="71"/>
          <ac:spMkLst>
            <pc:docMk/>
            <pc:sldMk cId="14382847" sldId="1560"/>
            <ac:spMk id="18" creationId="{70BEB1E7-2F88-40BC-B73D-42E5B6F80BFC}"/>
          </ac:spMkLst>
        </pc:spChg>
        <pc:spChg chg="add del">
          <ac:chgData name="Mr. Sumit Sharma" userId="S::sumitsharma.cse@niet.co.in::0287a0e3-d7f5-4815-a5d5-4670a436bb9e" providerId="AD" clId="Web-{24B6CF88-50E6-AD1E-3A17-1FF34733D8EF}" dt="2023-08-22T07:33:12.926" v="69"/>
          <ac:spMkLst>
            <pc:docMk/>
            <pc:sldMk cId="14382847" sldId="1560"/>
            <ac:spMk id="19" creationId="{AAD0DBB9-1A4B-4391-81D4-CB19F9AB918A}"/>
          </ac:spMkLst>
        </pc:spChg>
        <pc:spChg chg="add del">
          <ac:chgData name="Mr. Sumit Sharma" userId="S::sumitsharma.cse@niet.co.in::0287a0e3-d7f5-4815-a5d5-4670a436bb9e" providerId="AD" clId="Web-{24B6CF88-50E6-AD1E-3A17-1FF34733D8EF}" dt="2023-08-22T07:33:17.442" v="71"/>
          <ac:spMkLst>
            <pc:docMk/>
            <pc:sldMk cId="14382847" sldId="1560"/>
            <ac:spMk id="20" creationId="{A7B99495-F43F-4D80-A44F-2CB4764EB90B}"/>
          </ac:spMkLst>
        </pc:spChg>
        <pc:spChg chg="add del">
          <ac:chgData name="Mr. Sumit Sharma" userId="S::sumitsharma.cse@niet.co.in::0287a0e3-d7f5-4815-a5d5-4670a436bb9e" providerId="AD" clId="Web-{24B6CF88-50E6-AD1E-3A17-1FF34733D8EF}" dt="2023-08-22T07:33:12.926" v="69"/>
          <ac:spMkLst>
            <pc:docMk/>
            <pc:sldMk cId="14382847" sldId="1560"/>
            <ac:spMk id="21" creationId="{063BBA22-50EA-4C4D-BE05-F1CE4E63AA56}"/>
          </ac:spMkLst>
        </pc:spChg>
        <pc:spChg chg="add">
          <ac:chgData name="Mr. Sumit Sharma" userId="S::sumitsharma.cse@niet.co.in::0287a0e3-d7f5-4815-a5d5-4670a436bb9e" providerId="AD" clId="Web-{24B6CF88-50E6-AD1E-3A17-1FF34733D8EF}" dt="2023-08-22T07:33:17.458" v="72"/>
          <ac:spMkLst>
            <pc:docMk/>
            <pc:sldMk cId="14382847" sldId="1560"/>
            <ac:spMk id="25" creationId="{7301F447-EEF7-48F5-AF73-7566EE7F64AD}"/>
          </ac:spMkLst>
        </pc:spChg>
        <pc:spChg chg="add">
          <ac:chgData name="Mr. Sumit Sharma" userId="S::sumitsharma.cse@niet.co.in::0287a0e3-d7f5-4815-a5d5-4670a436bb9e" providerId="AD" clId="Web-{24B6CF88-50E6-AD1E-3A17-1FF34733D8EF}" dt="2023-08-22T07:33:17.458" v="72"/>
          <ac:spMkLst>
            <pc:docMk/>
            <pc:sldMk cId="14382847" sldId="1560"/>
            <ac:spMk id="26" creationId="{F7117410-A2A4-4085-9ADC-46744551DBDE}"/>
          </ac:spMkLst>
        </pc:spChg>
        <pc:spChg chg="add">
          <ac:chgData name="Mr. Sumit Sharma" userId="S::sumitsharma.cse@niet.co.in::0287a0e3-d7f5-4815-a5d5-4670a436bb9e" providerId="AD" clId="Web-{24B6CF88-50E6-AD1E-3A17-1FF34733D8EF}" dt="2023-08-22T07:33:17.458" v="72"/>
          <ac:spMkLst>
            <pc:docMk/>
            <pc:sldMk cId="14382847" sldId="1560"/>
            <ac:spMk id="27" creationId="{99F74EB5-E547-4FB4-95F5-BCC788F3C4A0}"/>
          </ac:spMkLst>
        </pc:spChg>
        <pc:graphicFrameChg chg="add del">
          <ac:chgData name="Mr. Sumit Sharma" userId="S::sumitsharma.cse@niet.co.in::0287a0e3-d7f5-4815-a5d5-4670a436bb9e" providerId="AD" clId="Web-{24B6CF88-50E6-AD1E-3A17-1FF34733D8EF}" dt="2023-08-22T07:33:12.926" v="69"/>
          <ac:graphicFrameMkLst>
            <pc:docMk/>
            <pc:sldMk cId="14382847" sldId="1560"/>
            <ac:graphicFrameMk id="11" creationId="{1E3C8F7B-EDAF-AD2C-17A7-5FE5C59CAF47}"/>
          </ac:graphicFrameMkLst>
        </pc:graphicFrameChg>
        <pc:graphicFrameChg chg="add del">
          <ac:chgData name="Mr. Sumit Sharma" userId="S::sumitsharma.cse@niet.co.in::0287a0e3-d7f5-4815-a5d5-4670a436bb9e" providerId="AD" clId="Web-{24B6CF88-50E6-AD1E-3A17-1FF34733D8EF}" dt="2023-08-22T07:33:17.442" v="71"/>
          <ac:graphicFrameMkLst>
            <pc:docMk/>
            <pc:sldMk cId="14382847" sldId="1560"/>
            <ac:graphicFrameMk id="23" creationId="{A9833820-75EA-225F-140B-FC61775DE725}"/>
          </ac:graphicFrameMkLst>
        </pc:graphicFrameChg>
        <pc:graphicFrameChg chg="add">
          <ac:chgData name="Mr. Sumit Sharma" userId="S::sumitsharma.cse@niet.co.in::0287a0e3-d7f5-4815-a5d5-4670a436bb9e" providerId="AD" clId="Web-{24B6CF88-50E6-AD1E-3A17-1FF34733D8EF}" dt="2023-08-22T07:33:17.458" v="72"/>
          <ac:graphicFrameMkLst>
            <pc:docMk/>
            <pc:sldMk cId="14382847" sldId="1560"/>
            <ac:graphicFrameMk id="28" creationId="{7911BCD3-FD89-BC16-4A6F-1F614AC172FE}"/>
          </ac:graphicFrameMkLst>
        </pc:graphicFrameChg>
        <pc:picChg chg="add del">
          <ac:chgData name="Mr. Sumit Sharma" userId="S::sumitsharma.cse@niet.co.in::0287a0e3-d7f5-4815-a5d5-4670a436bb9e" providerId="AD" clId="Web-{24B6CF88-50E6-AD1E-3A17-1FF34733D8EF}" dt="2023-08-22T07:33:17.442" v="71"/>
          <ac:picMkLst>
            <pc:docMk/>
            <pc:sldMk cId="14382847" sldId="1560"/>
            <ac:picMk id="12" creationId="{B5272F72-0CDF-997F-8B91-3076FF78B443}"/>
          </ac:picMkLst>
        </pc:picChg>
      </pc:sldChg>
      <pc:sldChg chg="addSp delSp modSp mod setBg">
        <pc:chgData name="Mr. Sumit Sharma" userId="S::sumitsharma.cse@niet.co.in::0287a0e3-d7f5-4815-a5d5-4670a436bb9e" providerId="AD" clId="Web-{24B6CF88-50E6-AD1E-3A17-1FF34733D8EF}" dt="2023-08-22T07:36:11.807" v="103" actId="20577"/>
        <pc:sldMkLst>
          <pc:docMk/>
          <pc:sldMk cId="472746572" sldId="1562"/>
        </pc:sldMkLst>
        <pc:spChg chg="del">
          <ac:chgData name="Mr. Sumit Sharma" userId="S::sumitsharma.cse@niet.co.in::0287a0e3-d7f5-4815-a5d5-4670a436bb9e" providerId="AD" clId="Web-{24B6CF88-50E6-AD1E-3A17-1FF34733D8EF}" dt="2023-08-22T07:32:50.972" v="67"/>
          <ac:spMkLst>
            <pc:docMk/>
            <pc:sldMk cId="472746572" sldId="1562"/>
            <ac:spMk id="3" creationId="{F8CC24E1-E4CB-4555-AAFE-79673E88E287}"/>
          </ac:spMkLst>
        </pc:spChg>
        <pc:spChg chg="mod ord">
          <ac:chgData name="Mr. Sumit Sharma" userId="S::sumitsharma.cse@niet.co.in::0287a0e3-d7f5-4815-a5d5-4670a436bb9e" providerId="AD" clId="Web-{24B6CF88-50E6-AD1E-3A17-1FF34733D8EF}" dt="2023-08-22T07:32:50.972" v="67"/>
          <ac:spMkLst>
            <pc:docMk/>
            <pc:sldMk cId="472746572" sldId="1562"/>
            <ac:spMk id="6" creationId="{00000000-0000-0000-0000-000000000000}"/>
          </ac:spMkLst>
        </pc:spChg>
        <pc:spChg chg="mod">
          <ac:chgData name="Mr. Sumit Sharma" userId="S::sumitsharma.cse@niet.co.in::0287a0e3-d7f5-4815-a5d5-4670a436bb9e" providerId="AD" clId="Web-{24B6CF88-50E6-AD1E-3A17-1FF34733D8EF}" dt="2023-08-22T07:36:11.807" v="103" actId="20577"/>
          <ac:spMkLst>
            <pc:docMk/>
            <pc:sldMk cId="472746572" sldId="1562"/>
            <ac:spMk id="7" creationId="{00000000-0000-0000-0000-000000000000}"/>
          </ac:spMkLst>
        </pc:spChg>
        <pc:spChg chg="add">
          <ac:chgData name="Mr. Sumit Sharma" userId="S::sumitsharma.cse@niet.co.in::0287a0e3-d7f5-4815-a5d5-4670a436bb9e" providerId="AD" clId="Web-{24B6CF88-50E6-AD1E-3A17-1FF34733D8EF}" dt="2023-08-22T07:32:50.972" v="67"/>
          <ac:spMkLst>
            <pc:docMk/>
            <pc:sldMk cId="472746572" sldId="1562"/>
            <ac:spMk id="15" creationId="{53B021B3-DE93-4AB7-8A18-CF5F1CED88B8}"/>
          </ac:spMkLst>
        </pc:spChg>
        <pc:spChg chg="add">
          <ac:chgData name="Mr. Sumit Sharma" userId="S::sumitsharma.cse@niet.co.in::0287a0e3-d7f5-4815-a5d5-4670a436bb9e" providerId="AD" clId="Web-{24B6CF88-50E6-AD1E-3A17-1FF34733D8EF}" dt="2023-08-22T07:32:50.972" v="67"/>
          <ac:spMkLst>
            <pc:docMk/>
            <pc:sldMk cId="472746572" sldId="1562"/>
            <ac:spMk id="17" creationId="{52D502E5-F6B4-4D58-B4AE-FC466FF15EE8}"/>
          </ac:spMkLst>
        </pc:spChg>
        <pc:spChg chg="add">
          <ac:chgData name="Mr. Sumit Sharma" userId="S::sumitsharma.cse@niet.co.in::0287a0e3-d7f5-4815-a5d5-4670a436bb9e" providerId="AD" clId="Web-{24B6CF88-50E6-AD1E-3A17-1FF34733D8EF}" dt="2023-08-22T07:32:50.972" v="67"/>
          <ac:spMkLst>
            <pc:docMk/>
            <pc:sldMk cId="472746572" sldId="1562"/>
            <ac:spMk id="19" creationId="{9DECDBF4-02B6-4BB4-B65B-B8107AD6A9E8}"/>
          </ac:spMkLst>
        </pc:spChg>
        <pc:graphicFrameChg chg="add">
          <ac:chgData name="Mr. Sumit Sharma" userId="S::sumitsharma.cse@niet.co.in::0287a0e3-d7f5-4815-a5d5-4670a436bb9e" providerId="AD" clId="Web-{24B6CF88-50E6-AD1E-3A17-1FF34733D8EF}" dt="2023-08-22T07:32:50.972" v="67"/>
          <ac:graphicFrameMkLst>
            <pc:docMk/>
            <pc:sldMk cId="472746572" sldId="1562"/>
            <ac:graphicFrameMk id="11" creationId="{42CF0600-DCB4-95C4-BDCE-24FB1F21F471}"/>
          </ac:graphicFrameMkLst>
        </pc:graphicFrameChg>
      </pc:sldChg>
      <pc:sldChg chg="addSp delSp modSp mod setBg">
        <pc:chgData name="Mr. Sumit Sharma" userId="S::sumitsharma.cse@niet.co.in::0287a0e3-d7f5-4815-a5d5-4670a436bb9e" providerId="AD" clId="Web-{24B6CF88-50E6-AD1E-3A17-1FF34733D8EF}" dt="2023-08-22T07:36:06.291" v="102" actId="20577"/>
        <pc:sldMkLst>
          <pc:docMk/>
          <pc:sldMk cId="3443822419" sldId="1563"/>
        </pc:sldMkLst>
        <pc:spChg chg="del">
          <ac:chgData name="Mr. Sumit Sharma" userId="S::sumitsharma.cse@niet.co.in::0287a0e3-d7f5-4815-a5d5-4670a436bb9e" providerId="AD" clId="Web-{24B6CF88-50E6-AD1E-3A17-1FF34733D8EF}" dt="2023-08-22T07:31:39.595" v="61"/>
          <ac:spMkLst>
            <pc:docMk/>
            <pc:sldMk cId="3443822419" sldId="1563"/>
            <ac:spMk id="3" creationId="{F8CC24E1-E4CB-4555-AAFE-79673E88E287}"/>
          </ac:spMkLst>
        </pc:spChg>
        <pc:spChg chg="mod ord">
          <ac:chgData name="Mr. Sumit Sharma" userId="S::sumitsharma.cse@niet.co.in::0287a0e3-d7f5-4815-a5d5-4670a436bb9e" providerId="AD" clId="Web-{24B6CF88-50E6-AD1E-3A17-1FF34733D8EF}" dt="2023-08-22T07:31:39.595" v="61"/>
          <ac:spMkLst>
            <pc:docMk/>
            <pc:sldMk cId="3443822419" sldId="1563"/>
            <ac:spMk id="6" creationId="{00000000-0000-0000-0000-000000000000}"/>
          </ac:spMkLst>
        </pc:spChg>
        <pc:spChg chg="mod">
          <ac:chgData name="Mr. Sumit Sharma" userId="S::sumitsharma.cse@niet.co.in::0287a0e3-d7f5-4815-a5d5-4670a436bb9e" providerId="AD" clId="Web-{24B6CF88-50E6-AD1E-3A17-1FF34733D8EF}" dt="2023-08-22T07:36:06.291" v="102" actId="20577"/>
          <ac:spMkLst>
            <pc:docMk/>
            <pc:sldMk cId="3443822419" sldId="1563"/>
            <ac:spMk id="7" creationId="{00000000-0000-0000-0000-000000000000}"/>
          </ac:spMkLst>
        </pc:spChg>
        <pc:spChg chg="add">
          <ac:chgData name="Mr. Sumit Sharma" userId="S::sumitsharma.cse@niet.co.in::0287a0e3-d7f5-4815-a5d5-4670a436bb9e" providerId="AD" clId="Web-{24B6CF88-50E6-AD1E-3A17-1FF34733D8EF}" dt="2023-08-22T07:31:39.595" v="61"/>
          <ac:spMkLst>
            <pc:docMk/>
            <pc:sldMk cId="3443822419" sldId="1563"/>
            <ac:spMk id="16" creationId="{4F7EBAE4-9945-4473-9E34-B2C66EA0F03D}"/>
          </ac:spMkLst>
        </pc:spChg>
        <pc:spChg chg="add">
          <ac:chgData name="Mr. Sumit Sharma" userId="S::sumitsharma.cse@niet.co.in::0287a0e3-d7f5-4815-a5d5-4670a436bb9e" providerId="AD" clId="Web-{24B6CF88-50E6-AD1E-3A17-1FF34733D8EF}" dt="2023-08-22T07:31:39.595" v="61"/>
          <ac:spMkLst>
            <pc:docMk/>
            <pc:sldMk cId="3443822419" sldId="1563"/>
            <ac:spMk id="18" creationId="{70BEB1E7-2F88-40BC-B73D-42E5B6F80BFC}"/>
          </ac:spMkLst>
        </pc:spChg>
        <pc:spChg chg="add">
          <ac:chgData name="Mr. Sumit Sharma" userId="S::sumitsharma.cse@niet.co.in::0287a0e3-d7f5-4815-a5d5-4670a436bb9e" providerId="AD" clId="Web-{24B6CF88-50E6-AD1E-3A17-1FF34733D8EF}" dt="2023-08-22T07:31:39.595" v="61"/>
          <ac:spMkLst>
            <pc:docMk/>
            <pc:sldMk cId="3443822419" sldId="1563"/>
            <ac:spMk id="20" creationId="{A7B99495-F43F-4D80-A44F-2CB4764EB90B}"/>
          </ac:spMkLst>
        </pc:spChg>
        <pc:graphicFrameChg chg="add">
          <ac:chgData name="Mr. Sumit Sharma" userId="S::sumitsharma.cse@niet.co.in::0287a0e3-d7f5-4815-a5d5-4670a436bb9e" providerId="AD" clId="Web-{24B6CF88-50E6-AD1E-3A17-1FF34733D8EF}" dt="2023-08-22T07:31:39.595" v="61"/>
          <ac:graphicFrameMkLst>
            <pc:docMk/>
            <pc:sldMk cId="3443822419" sldId="1563"/>
            <ac:graphicFrameMk id="11" creationId="{24BA501C-EB44-03E6-1049-0FFE201F1C8E}"/>
          </ac:graphicFrameMkLst>
        </pc:graphicFrameChg>
        <pc:picChg chg="add">
          <ac:chgData name="Mr. Sumit Sharma" userId="S::sumitsharma.cse@niet.co.in::0287a0e3-d7f5-4815-a5d5-4670a436bb9e" providerId="AD" clId="Web-{24B6CF88-50E6-AD1E-3A17-1FF34733D8EF}" dt="2023-08-22T07:31:39.595" v="61"/>
          <ac:picMkLst>
            <pc:docMk/>
            <pc:sldMk cId="3443822419" sldId="1563"/>
            <ac:picMk id="12" creationId="{E946BC32-6359-C00A-B8BB-959B945D5B3D}"/>
          </ac:picMkLst>
        </pc:picChg>
      </pc:sldChg>
      <pc:sldChg chg="addSp delSp modSp add mod replId setBg">
        <pc:chgData name="Mr. Sumit Sharma" userId="S::sumitsharma.cse@niet.co.in::0287a0e3-d7f5-4815-a5d5-4670a436bb9e" providerId="AD" clId="Web-{24B6CF88-50E6-AD1E-3A17-1FF34733D8EF}" dt="2023-08-22T07:32:40.191" v="66"/>
        <pc:sldMkLst>
          <pc:docMk/>
          <pc:sldMk cId="169948392" sldId="1564"/>
        </pc:sldMkLst>
        <pc:spChg chg="del mod">
          <ac:chgData name="Mr. Sumit Sharma" userId="S::sumitsharma.cse@niet.co.in::0287a0e3-d7f5-4815-a5d5-4670a436bb9e" providerId="AD" clId="Web-{24B6CF88-50E6-AD1E-3A17-1FF34733D8EF}" dt="2023-08-22T07:22:33.765" v="3"/>
          <ac:spMkLst>
            <pc:docMk/>
            <pc:sldMk cId="169948392" sldId="1564"/>
            <ac:spMk id="3" creationId="{F8CC24E1-E4CB-4555-AAFE-79673E88E287}"/>
          </ac:spMkLst>
        </pc:spChg>
        <pc:spChg chg="mod ord">
          <ac:chgData name="Mr. Sumit Sharma" userId="S::sumitsharma.cse@niet.co.in::0287a0e3-d7f5-4815-a5d5-4670a436bb9e" providerId="AD" clId="Web-{24B6CF88-50E6-AD1E-3A17-1FF34733D8EF}" dt="2023-08-22T07:32:40.191" v="66"/>
          <ac:spMkLst>
            <pc:docMk/>
            <pc:sldMk cId="169948392" sldId="1564"/>
            <ac:spMk id="6" creationId="{00000000-0000-0000-0000-000000000000}"/>
          </ac:spMkLst>
        </pc:spChg>
        <pc:spChg chg="mod">
          <ac:chgData name="Mr. Sumit Sharma" userId="S::sumitsharma.cse@niet.co.in::0287a0e3-d7f5-4815-a5d5-4670a436bb9e" providerId="AD" clId="Web-{24B6CF88-50E6-AD1E-3A17-1FF34733D8EF}" dt="2023-08-22T07:32:40.191" v="66"/>
          <ac:spMkLst>
            <pc:docMk/>
            <pc:sldMk cId="169948392" sldId="1564"/>
            <ac:spMk id="7" creationId="{00000000-0000-0000-0000-000000000000}"/>
          </ac:spMkLst>
        </pc:spChg>
        <pc:spChg chg="add del">
          <ac:chgData name="Mr. Sumit Sharma" userId="S::sumitsharma.cse@niet.co.in::0287a0e3-d7f5-4815-a5d5-4670a436bb9e" providerId="AD" clId="Web-{24B6CF88-50E6-AD1E-3A17-1FF34733D8EF}" dt="2023-08-22T07:32:40.191" v="66"/>
          <ac:spMkLst>
            <pc:docMk/>
            <pc:sldMk cId="169948392" sldId="1564"/>
            <ac:spMk id="14" creationId="{870A1295-61BC-4214-AA3E-D396673024D0}"/>
          </ac:spMkLst>
        </pc:spChg>
        <pc:spChg chg="add del">
          <ac:chgData name="Mr. Sumit Sharma" userId="S::sumitsharma.cse@niet.co.in::0287a0e3-d7f5-4815-a5d5-4670a436bb9e" providerId="AD" clId="Web-{24B6CF88-50E6-AD1E-3A17-1FF34733D8EF}" dt="2023-08-22T07:32:40.191" v="66"/>
          <ac:spMkLst>
            <pc:docMk/>
            <pc:sldMk cId="169948392" sldId="1564"/>
            <ac:spMk id="25" creationId="{854DEE1C-7FD6-4FA0-A96A-BDF952F199AB}"/>
          </ac:spMkLst>
        </pc:spChg>
        <pc:grpChg chg="add del">
          <ac:chgData name="Mr. Sumit Sharma" userId="S::sumitsharma.cse@niet.co.in::0287a0e3-d7f5-4815-a5d5-4670a436bb9e" providerId="AD" clId="Web-{24B6CF88-50E6-AD1E-3A17-1FF34733D8EF}" dt="2023-08-22T07:32:40.191" v="66"/>
          <ac:grpSpMkLst>
            <pc:docMk/>
            <pc:sldMk cId="169948392" sldId="1564"/>
            <ac:grpSpMk id="16" creationId="{0B139475-2B26-4CA9-9413-DE741E49F7BB}"/>
          </ac:grpSpMkLst>
        </pc:grpChg>
        <pc:picChg chg="add mod">
          <ac:chgData name="Mr. Sumit Sharma" userId="S::sumitsharma.cse@niet.co.in::0287a0e3-d7f5-4815-a5d5-4670a436bb9e" providerId="AD" clId="Web-{24B6CF88-50E6-AD1E-3A17-1FF34733D8EF}" dt="2023-08-22T07:32:40.191" v="66"/>
          <ac:picMkLst>
            <pc:docMk/>
            <pc:sldMk cId="169948392" sldId="1564"/>
            <ac:picMk id="2" creationId="{95319325-3529-A8A1-1DAF-5A30C6B102F4}"/>
          </ac:picMkLst>
        </pc:picChg>
        <pc:picChg chg="ord">
          <ac:chgData name="Mr. Sumit Sharma" userId="S::sumitsharma.cse@niet.co.in::0287a0e3-d7f5-4815-a5d5-4670a436bb9e" providerId="AD" clId="Web-{24B6CF88-50E6-AD1E-3A17-1FF34733D8EF}" dt="2023-08-22T07:32:10.127" v="62"/>
          <ac:picMkLst>
            <pc:docMk/>
            <pc:sldMk cId="169948392" sldId="1564"/>
            <ac:picMk id="9" creationId="{C927257E-084A-415B-BF9B-22EABE25ABE7}"/>
          </ac:picMkLst>
        </pc:picChg>
      </pc:sldChg>
      <pc:sldChg chg="modSp add replId">
        <pc:chgData name="Mr. Sumit Sharma" userId="S::sumitsharma.cse@niet.co.in::0287a0e3-d7f5-4815-a5d5-4670a436bb9e" providerId="AD" clId="Web-{24B6CF88-50E6-AD1E-3A17-1FF34733D8EF}" dt="2023-08-22T07:25:32.083" v="47" actId="14100"/>
        <pc:sldMkLst>
          <pc:docMk/>
          <pc:sldMk cId="2117730215" sldId="1565"/>
        </pc:sldMkLst>
        <pc:spChg chg="mod">
          <ac:chgData name="Mr. Sumit Sharma" userId="S::sumitsharma.cse@niet.co.in::0287a0e3-d7f5-4815-a5d5-4670a436bb9e" providerId="AD" clId="Web-{24B6CF88-50E6-AD1E-3A17-1FF34733D8EF}" dt="2023-08-22T07:25:32.083" v="47" actId="14100"/>
          <ac:spMkLst>
            <pc:docMk/>
            <pc:sldMk cId="2117730215" sldId="1565"/>
            <ac:spMk id="3" creationId="{F8CC24E1-E4CB-4555-AAFE-79673E88E287}"/>
          </ac:spMkLst>
        </pc:spChg>
        <pc:spChg chg="mod">
          <ac:chgData name="Mr. Sumit Sharma" userId="S::sumitsharma.cse@niet.co.in::0287a0e3-d7f5-4815-a5d5-4670a436bb9e" providerId="AD" clId="Web-{24B6CF88-50E6-AD1E-3A17-1FF34733D8EF}" dt="2023-08-22T07:23:40.799" v="13" actId="20577"/>
          <ac:spMkLst>
            <pc:docMk/>
            <pc:sldMk cId="2117730215" sldId="1565"/>
            <ac:spMk id="7" creationId="{00000000-0000-0000-0000-000000000000}"/>
          </ac:spMkLst>
        </pc:spChg>
      </pc:sldChg>
      <pc:sldChg chg="addSp modSp add mod replId setBg">
        <pc:chgData name="Mr. Sumit Sharma" userId="S::sumitsharma.cse@niet.co.in::0287a0e3-d7f5-4815-a5d5-4670a436bb9e" providerId="AD" clId="Web-{24B6CF88-50E6-AD1E-3A17-1FF34733D8EF}" dt="2023-08-22T07:35:59.182" v="101" actId="20577"/>
        <pc:sldMkLst>
          <pc:docMk/>
          <pc:sldMk cId="3419601306" sldId="1566"/>
        </pc:sldMkLst>
        <pc:spChg chg="mod">
          <ac:chgData name="Mr. Sumit Sharma" userId="S::sumitsharma.cse@niet.co.in::0287a0e3-d7f5-4815-a5d5-4670a436bb9e" providerId="AD" clId="Web-{24B6CF88-50E6-AD1E-3A17-1FF34733D8EF}" dt="2023-08-22T07:31:14.485" v="60"/>
          <ac:spMkLst>
            <pc:docMk/>
            <pc:sldMk cId="3419601306" sldId="1566"/>
            <ac:spMk id="3" creationId="{F8CC24E1-E4CB-4555-AAFE-79673E88E287}"/>
          </ac:spMkLst>
        </pc:spChg>
        <pc:spChg chg="mod ord">
          <ac:chgData name="Mr. Sumit Sharma" userId="S::sumitsharma.cse@niet.co.in::0287a0e3-d7f5-4815-a5d5-4670a436bb9e" providerId="AD" clId="Web-{24B6CF88-50E6-AD1E-3A17-1FF34733D8EF}" dt="2023-08-22T07:31:14.485" v="60"/>
          <ac:spMkLst>
            <pc:docMk/>
            <pc:sldMk cId="3419601306" sldId="1566"/>
            <ac:spMk id="6" creationId="{00000000-0000-0000-0000-000000000000}"/>
          </ac:spMkLst>
        </pc:spChg>
        <pc:spChg chg="mod">
          <ac:chgData name="Mr. Sumit Sharma" userId="S::sumitsharma.cse@niet.co.in::0287a0e3-d7f5-4815-a5d5-4670a436bb9e" providerId="AD" clId="Web-{24B6CF88-50E6-AD1E-3A17-1FF34733D8EF}" dt="2023-08-22T07:35:59.182" v="101" actId="20577"/>
          <ac:spMkLst>
            <pc:docMk/>
            <pc:sldMk cId="3419601306" sldId="1566"/>
            <ac:spMk id="7" creationId="{00000000-0000-0000-0000-000000000000}"/>
          </ac:spMkLst>
        </pc:spChg>
        <pc:spChg chg="add">
          <ac:chgData name="Mr. Sumit Sharma" userId="S::sumitsharma.cse@niet.co.in::0287a0e3-d7f5-4815-a5d5-4670a436bb9e" providerId="AD" clId="Web-{24B6CF88-50E6-AD1E-3A17-1FF34733D8EF}" dt="2023-08-22T07:31:14.485" v="60"/>
          <ac:spMkLst>
            <pc:docMk/>
            <pc:sldMk cId="3419601306" sldId="1566"/>
            <ac:spMk id="14" creationId="{1BB867FF-FC45-48F7-8104-F89BE54909F1}"/>
          </ac:spMkLst>
        </pc:spChg>
        <pc:spChg chg="add">
          <ac:chgData name="Mr. Sumit Sharma" userId="S::sumitsharma.cse@niet.co.in::0287a0e3-d7f5-4815-a5d5-4670a436bb9e" providerId="AD" clId="Web-{24B6CF88-50E6-AD1E-3A17-1FF34733D8EF}" dt="2023-08-22T07:31:14.485" v="60"/>
          <ac:spMkLst>
            <pc:docMk/>
            <pc:sldMk cId="3419601306" sldId="1566"/>
            <ac:spMk id="16" creationId="{8BB56887-D0D5-4F0C-9E19-7247EB83C8B7}"/>
          </ac:spMkLst>
        </pc:spChg>
        <pc:spChg chg="add">
          <ac:chgData name="Mr. Sumit Sharma" userId="S::sumitsharma.cse@niet.co.in::0287a0e3-d7f5-4815-a5d5-4670a436bb9e" providerId="AD" clId="Web-{24B6CF88-50E6-AD1E-3A17-1FF34733D8EF}" dt="2023-08-22T07:31:14.485" v="60"/>
          <ac:spMkLst>
            <pc:docMk/>
            <pc:sldMk cId="3419601306" sldId="1566"/>
            <ac:spMk id="18" creationId="{081E4A58-353D-44AE-B2FC-2A74E2E400F7}"/>
          </ac:spMkLst>
        </pc:spChg>
        <pc:picChg chg="ord">
          <ac:chgData name="Mr. Sumit Sharma" userId="S::sumitsharma.cse@niet.co.in::0287a0e3-d7f5-4815-a5d5-4670a436bb9e" providerId="AD" clId="Web-{24B6CF88-50E6-AD1E-3A17-1FF34733D8EF}" dt="2023-08-22T07:31:14.485" v="60"/>
          <ac:picMkLst>
            <pc:docMk/>
            <pc:sldMk cId="3419601306" sldId="1566"/>
            <ac:picMk id="9" creationId="{C927257E-084A-415B-BF9B-22EABE25ABE7}"/>
          </ac:picMkLst>
        </pc:picChg>
      </pc:sldChg>
      <pc:sldChg chg="addSp delSp modSp add replId">
        <pc:chgData name="Mr. Sumit Sharma" userId="S::sumitsharma.cse@niet.co.in::0287a0e3-d7f5-4815-a5d5-4670a436bb9e" providerId="AD" clId="Web-{24B6CF88-50E6-AD1E-3A17-1FF34733D8EF}" dt="2023-08-22T07:35:54.525" v="99" actId="20577"/>
        <pc:sldMkLst>
          <pc:docMk/>
          <pc:sldMk cId="900405711" sldId="1567"/>
        </pc:sldMkLst>
        <pc:spChg chg="mod">
          <ac:chgData name="Mr. Sumit Sharma" userId="S::sumitsharma.cse@niet.co.in::0287a0e3-d7f5-4815-a5d5-4670a436bb9e" providerId="AD" clId="Web-{24B6CF88-50E6-AD1E-3A17-1FF34733D8EF}" dt="2023-08-22T07:35:04.242" v="87"/>
          <ac:spMkLst>
            <pc:docMk/>
            <pc:sldMk cId="900405711" sldId="1567"/>
            <ac:spMk id="3" creationId="{F8CC24E1-E4CB-4555-AAFE-79673E88E287}"/>
          </ac:spMkLst>
        </pc:spChg>
        <pc:spChg chg="mod">
          <ac:chgData name="Mr. Sumit Sharma" userId="S::sumitsharma.cse@niet.co.in::0287a0e3-d7f5-4815-a5d5-4670a436bb9e" providerId="AD" clId="Web-{24B6CF88-50E6-AD1E-3A17-1FF34733D8EF}" dt="2023-08-22T07:35:04.242" v="87"/>
          <ac:spMkLst>
            <pc:docMk/>
            <pc:sldMk cId="900405711" sldId="1567"/>
            <ac:spMk id="6" creationId="{00000000-0000-0000-0000-000000000000}"/>
          </ac:spMkLst>
        </pc:spChg>
        <pc:spChg chg="mod">
          <ac:chgData name="Mr. Sumit Sharma" userId="S::sumitsharma.cse@niet.co.in::0287a0e3-d7f5-4815-a5d5-4670a436bb9e" providerId="AD" clId="Web-{24B6CF88-50E6-AD1E-3A17-1FF34733D8EF}" dt="2023-08-22T07:35:54.525" v="99" actId="20577"/>
          <ac:spMkLst>
            <pc:docMk/>
            <pc:sldMk cId="900405711" sldId="1567"/>
            <ac:spMk id="7" creationId="{00000000-0000-0000-0000-000000000000}"/>
          </ac:spMkLst>
        </pc:spChg>
        <pc:spChg chg="del">
          <ac:chgData name="Mr. Sumit Sharma" userId="S::sumitsharma.cse@niet.co.in::0287a0e3-d7f5-4815-a5d5-4670a436bb9e" providerId="AD" clId="Web-{24B6CF88-50E6-AD1E-3A17-1FF34733D8EF}" dt="2023-08-22T07:34:41.695" v="84"/>
          <ac:spMkLst>
            <pc:docMk/>
            <pc:sldMk cId="900405711" sldId="1567"/>
            <ac:spMk id="14" creationId="{1BB867FF-FC45-48F7-8104-F89BE54909F1}"/>
          </ac:spMkLst>
        </pc:spChg>
        <pc:spChg chg="del">
          <ac:chgData name="Mr. Sumit Sharma" userId="S::sumitsharma.cse@niet.co.in::0287a0e3-d7f5-4815-a5d5-4670a436bb9e" providerId="AD" clId="Web-{24B6CF88-50E6-AD1E-3A17-1FF34733D8EF}" dt="2023-08-22T07:34:41.695" v="84"/>
          <ac:spMkLst>
            <pc:docMk/>
            <pc:sldMk cId="900405711" sldId="1567"/>
            <ac:spMk id="16" creationId="{8BB56887-D0D5-4F0C-9E19-7247EB83C8B7}"/>
          </ac:spMkLst>
        </pc:spChg>
        <pc:spChg chg="del">
          <ac:chgData name="Mr. Sumit Sharma" userId="S::sumitsharma.cse@niet.co.in::0287a0e3-d7f5-4815-a5d5-4670a436bb9e" providerId="AD" clId="Web-{24B6CF88-50E6-AD1E-3A17-1FF34733D8EF}" dt="2023-08-22T07:34:41.695" v="84"/>
          <ac:spMkLst>
            <pc:docMk/>
            <pc:sldMk cId="900405711" sldId="1567"/>
            <ac:spMk id="18" creationId="{081E4A58-353D-44AE-B2FC-2A74E2E400F7}"/>
          </ac:spMkLst>
        </pc:spChg>
        <pc:spChg chg="add del">
          <ac:chgData name="Mr. Sumit Sharma" userId="S::sumitsharma.cse@niet.co.in::0287a0e3-d7f5-4815-a5d5-4670a436bb9e" providerId="AD" clId="Web-{24B6CF88-50E6-AD1E-3A17-1FF34733D8EF}" dt="2023-08-22T07:35:04.242" v="87"/>
          <ac:spMkLst>
            <pc:docMk/>
            <pc:sldMk cId="900405711" sldId="1567"/>
            <ac:spMk id="23" creationId="{907EF6B7-1338-4443-8C46-6A318D952DFD}"/>
          </ac:spMkLst>
        </pc:spChg>
        <pc:spChg chg="add del">
          <ac:chgData name="Mr. Sumit Sharma" userId="S::sumitsharma.cse@niet.co.in::0287a0e3-d7f5-4815-a5d5-4670a436bb9e" providerId="AD" clId="Web-{24B6CF88-50E6-AD1E-3A17-1FF34733D8EF}" dt="2023-08-22T07:35:04.242" v="87"/>
          <ac:spMkLst>
            <pc:docMk/>
            <pc:sldMk cId="900405711" sldId="1567"/>
            <ac:spMk id="25" creationId="{DAAE4CDD-124C-4DCF-9584-B6033B545DD5}"/>
          </ac:spMkLst>
        </pc:spChg>
        <pc:spChg chg="add del">
          <ac:chgData name="Mr. Sumit Sharma" userId="S::sumitsharma.cse@niet.co.in::0287a0e3-d7f5-4815-a5d5-4670a436bb9e" providerId="AD" clId="Web-{24B6CF88-50E6-AD1E-3A17-1FF34733D8EF}" dt="2023-08-22T07:35:04.242" v="87"/>
          <ac:spMkLst>
            <pc:docMk/>
            <pc:sldMk cId="900405711" sldId="1567"/>
            <ac:spMk id="27" creationId="{081E4A58-353D-44AE-B2FC-2A74E2E400F7}"/>
          </ac:spMkLst>
        </pc:spChg>
        <pc:spChg chg="add">
          <ac:chgData name="Mr. Sumit Sharma" userId="S::sumitsharma.cse@niet.co.in::0287a0e3-d7f5-4815-a5d5-4670a436bb9e" providerId="AD" clId="Web-{24B6CF88-50E6-AD1E-3A17-1FF34733D8EF}" dt="2023-08-22T07:35:04.242" v="87"/>
          <ac:spMkLst>
            <pc:docMk/>
            <pc:sldMk cId="900405711" sldId="1567"/>
            <ac:spMk id="32" creationId="{DAF1966E-FD40-4A4A-B61B-C4DF7FA05F06}"/>
          </ac:spMkLst>
        </pc:spChg>
        <pc:spChg chg="add">
          <ac:chgData name="Mr. Sumit Sharma" userId="S::sumitsharma.cse@niet.co.in::0287a0e3-d7f5-4815-a5d5-4670a436bb9e" providerId="AD" clId="Web-{24B6CF88-50E6-AD1E-3A17-1FF34733D8EF}" dt="2023-08-22T07:35:04.242" v="87"/>
          <ac:spMkLst>
            <pc:docMk/>
            <pc:sldMk cId="900405711" sldId="1567"/>
            <ac:spMk id="34" creationId="{047BFA19-D45E-416B-A404-7AF2F3F27017}"/>
          </ac:spMkLst>
        </pc:spChg>
        <pc:spChg chg="add">
          <ac:chgData name="Mr. Sumit Sharma" userId="S::sumitsharma.cse@niet.co.in::0287a0e3-d7f5-4815-a5d5-4670a436bb9e" providerId="AD" clId="Web-{24B6CF88-50E6-AD1E-3A17-1FF34733D8EF}" dt="2023-08-22T07:35:04.242" v="87"/>
          <ac:spMkLst>
            <pc:docMk/>
            <pc:sldMk cId="900405711" sldId="1567"/>
            <ac:spMk id="36" creationId="{8E0105E7-23DB-4CF2-8258-FF47C7620F6E}"/>
          </ac:spMkLst>
        </pc:spChg>
        <pc:spChg chg="add">
          <ac:chgData name="Mr. Sumit Sharma" userId="S::sumitsharma.cse@niet.co.in::0287a0e3-d7f5-4815-a5d5-4670a436bb9e" providerId="AD" clId="Web-{24B6CF88-50E6-AD1E-3A17-1FF34733D8EF}" dt="2023-08-22T07:35:04.242" v="87"/>
          <ac:spMkLst>
            <pc:docMk/>
            <pc:sldMk cId="900405711" sldId="1567"/>
            <ac:spMk id="38" creationId="{074B4F7D-14B2-478B-8BF5-01E4E0C5D263}"/>
          </ac:spMkLst>
        </pc:spChg>
      </pc:sldChg>
      <pc:sldChg chg="addSp delSp modSp add replId">
        <pc:chgData name="Mr. Sumit Sharma" userId="S::sumitsharma.cse@niet.co.in::0287a0e3-d7f5-4815-a5d5-4670a436bb9e" providerId="AD" clId="Web-{24B6CF88-50E6-AD1E-3A17-1FF34733D8EF}" dt="2023-08-22T07:35:49.400" v="98" actId="20577"/>
        <pc:sldMkLst>
          <pc:docMk/>
          <pc:sldMk cId="1404751568" sldId="1568"/>
        </pc:sldMkLst>
        <pc:spChg chg="mod">
          <ac:chgData name="Mr. Sumit Sharma" userId="S::sumitsharma.cse@niet.co.in::0287a0e3-d7f5-4815-a5d5-4670a436bb9e" providerId="AD" clId="Web-{24B6CF88-50E6-AD1E-3A17-1FF34733D8EF}" dt="2023-08-22T07:35:45.197" v="97"/>
          <ac:spMkLst>
            <pc:docMk/>
            <pc:sldMk cId="1404751568" sldId="1568"/>
            <ac:spMk id="3" creationId="{F8CC24E1-E4CB-4555-AAFE-79673E88E287}"/>
          </ac:spMkLst>
        </pc:spChg>
        <pc:spChg chg="mod">
          <ac:chgData name="Mr. Sumit Sharma" userId="S::sumitsharma.cse@niet.co.in::0287a0e3-d7f5-4815-a5d5-4670a436bb9e" providerId="AD" clId="Web-{24B6CF88-50E6-AD1E-3A17-1FF34733D8EF}" dt="2023-08-22T07:35:45.197" v="97"/>
          <ac:spMkLst>
            <pc:docMk/>
            <pc:sldMk cId="1404751568" sldId="1568"/>
            <ac:spMk id="6" creationId="{00000000-0000-0000-0000-000000000000}"/>
          </ac:spMkLst>
        </pc:spChg>
        <pc:spChg chg="mod">
          <ac:chgData name="Mr. Sumit Sharma" userId="S::sumitsharma.cse@niet.co.in::0287a0e3-d7f5-4815-a5d5-4670a436bb9e" providerId="AD" clId="Web-{24B6CF88-50E6-AD1E-3A17-1FF34733D8EF}" dt="2023-08-22T07:35:49.400" v="98" actId="20577"/>
          <ac:spMkLst>
            <pc:docMk/>
            <pc:sldMk cId="1404751568" sldId="1568"/>
            <ac:spMk id="7" creationId="{00000000-0000-0000-0000-000000000000}"/>
          </ac:spMkLst>
        </pc:spChg>
        <pc:spChg chg="del">
          <ac:chgData name="Mr. Sumit Sharma" userId="S::sumitsharma.cse@niet.co.in::0287a0e3-d7f5-4815-a5d5-4670a436bb9e" providerId="AD" clId="Web-{24B6CF88-50E6-AD1E-3A17-1FF34733D8EF}" dt="2023-08-22T07:35:45.197" v="97"/>
          <ac:spMkLst>
            <pc:docMk/>
            <pc:sldMk cId="1404751568" sldId="1568"/>
            <ac:spMk id="32" creationId="{DAF1966E-FD40-4A4A-B61B-C4DF7FA05F06}"/>
          </ac:spMkLst>
        </pc:spChg>
        <pc:spChg chg="del">
          <ac:chgData name="Mr. Sumit Sharma" userId="S::sumitsharma.cse@niet.co.in::0287a0e3-d7f5-4815-a5d5-4670a436bb9e" providerId="AD" clId="Web-{24B6CF88-50E6-AD1E-3A17-1FF34733D8EF}" dt="2023-08-22T07:35:45.197" v="97"/>
          <ac:spMkLst>
            <pc:docMk/>
            <pc:sldMk cId="1404751568" sldId="1568"/>
            <ac:spMk id="34" creationId="{047BFA19-D45E-416B-A404-7AF2F3F27017}"/>
          </ac:spMkLst>
        </pc:spChg>
        <pc:spChg chg="del">
          <ac:chgData name="Mr. Sumit Sharma" userId="S::sumitsharma.cse@niet.co.in::0287a0e3-d7f5-4815-a5d5-4670a436bb9e" providerId="AD" clId="Web-{24B6CF88-50E6-AD1E-3A17-1FF34733D8EF}" dt="2023-08-22T07:35:45.197" v="97"/>
          <ac:spMkLst>
            <pc:docMk/>
            <pc:sldMk cId="1404751568" sldId="1568"/>
            <ac:spMk id="36" creationId="{8E0105E7-23DB-4CF2-8258-FF47C7620F6E}"/>
          </ac:spMkLst>
        </pc:spChg>
        <pc:spChg chg="del">
          <ac:chgData name="Mr. Sumit Sharma" userId="S::sumitsharma.cse@niet.co.in::0287a0e3-d7f5-4815-a5d5-4670a436bb9e" providerId="AD" clId="Web-{24B6CF88-50E6-AD1E-3A17-1FF34733D8EF}" dt="2023-08-22T07:35:45.197" v="97"/>
          <ac:spMkLst>
            <pc:docMk/>
            <pc:sldMk cId="1404751568" sldId="1568"/>
            <ac:spMk id="38" creationId="{074B4F7D-14B2-478B-8BF5-01E4E0C5D263}"/>
          </ac:spMkLst>
        </pc:spChg>
        <pc:spChg chg="add">
          <ac:chgData name="Mr. Sumit Sharma" userId="S::sumitsharma.cse@niet.co.in::0287a0e3-d7f5-4815-a5d5-4670a436bb9e" providerId="AD" clId="Web-{24B6CF88-50E6-AD1E-3A17-1FF34733D8EF}" dt="2023-08-22T07:35:45.197" v="97"/>
          <ac:spMkLst>
            <pc:docMk/>
            <pc:sldMk cId="1404751568" sldId="1568"/>
            <ac:spMk id="43" creationId="{1C799903-48D5-4A31-A1A2-541072D9771E}"/>
          </ac:spMkLst>
        </pc:spChg>
        <pc:spChg chg="add">
          <ac:chgData name="Mr. Sumit Sharma" userId="S::sumitsharma.cse@niet.co.in::0287a0e3-d7f5-4815-a5d5-4670a436bb9e" providerId="AD" clId="Web-{24B6CF88-50E6-AD1E-3A17-1FF34733D8EF}" dt="2023-08-22T07:35:45.197" v="97"/>
          <ac:spMkLst>
            <pc:docMk/>
            <pc:sldMk cId="1404751568" sldId="1568"/>
            <ac:spMk id="45" creationId="{8EFFF109-FC58-4FD3-BE05-9775A1310F55}"/>
          </ac:spMkLst>
        </pc:spChg>
        <pc:spChg chg="add">
          <ac:chgData name="Mr. Sumit Sharma" userId="S::sumitsharma.cse@niet.co.in::0287a0e3-d7f5-4815-a5d5-4670a436bb9e" providerId="AD" clId="Web-{24B6CF88-50E6-AD1E-3A17-1FF34733D8EF}" dt="2023-08-22T07:35:45.197" v="97"/>
          <ac:spMkLst>
            <pc:docMk/>
            <pc:sldMk cId="1404751568" sldId="1568"/>
            <ac:spMk id="47" creationId="{E1B96AD6-92A9-4273-A62B-96A1C3E0BA95}"/>
          </ac:spMkLst>
        </pc:spChg>
        <pc:spChg chg="add">
          <ac:chgData name="Mr. Sumit Sharma" userId="S::sumitsharma.cse@niet.co.in::0287a0e3-d7f5-4815-a5d5-4670a436bb9e" providerId="AD" clId="Web-{24B6CF88-50E6-AD1E-3A17-1FF34733D8EF}" dt="2023-08-22T07:35:45.197" v="97"/>
          <ac:spMkLst>
            <pc:docMk/>
            <pc:sldMk cId="1404751568" sldId="1568"/>
            <ac:spMk id="49" creationId="{463EEC44-1BA3-44ED-81FC-A644B04B2A44}"/>
          </ac:spMkLst>
        </pc:spChg>
      </pc:sldChg>
      <pc:sldChg chg="addSp delSp modSp add replId">
        <pc:chgData name="Mr. Sumit Sharma" userId="S::sumitsharma.cse@niet.co.in::0287a0e3-d7f5-4815-a5d5-4670a436bb9e" providerId="AD" clId="Web-{24B6CF88-50E6-AD1E-3A17-1FF34733D8EF}" dt="2023-08-22T07:37:14.887" v="116"/>
        <pc:sldMkLst>
          <pc:docMk/>
          <pc:sldMk cId="1981118964" sldId="1569"/>
        </pc:sldMkLst>
        <pc:spChg chg="mod">
          <ac:chgData name="Mr. Sumit Sharma" userId="S::sumitsharma.cse@niet.co.in::0287a0e3-d7f5-4815-a5d5-4670a436bb9e" providerId="AD" clId="Web-{24B6CF88-50E6-AD1E-3A17-1FF34733D8EF}" dt="2023-08-22T07:37:14.887" v="116"/>
          <ac:spMkLst>
            <pc:docMk/>
            <pc:sldMk cId="1981118964" sldId="1569"/>
            <ac:spMk id="3" creationId="{F8CC24E1-E4CB-4555-AAFE-79673E88E287}"/>
          </ac:spMkLst>
        </pc:spChg>
        <pc:spChg chg="mod">
          <ac:chgData name="Mr. Sumit Sharma" userId="S::sumitsharma.cse@niet.co.in::0287a0e3-d7f5-4815-a5d5-4670a436bb9e" providerId="AD" clId="Web-{24B6CF88-50E6-AD1E-3A17-1FF34733D8EF}" dt="2023-08-22T07:37:14.887" v="116"/>
          <ac:spMkLst>
            <pc:docMk/>
            <pc:sldMk cId="1981118964" sldId="1569"/>
            <ac:spMk id="6" creationId="{00000000-0000-0000-0000-000000000000}"/>
          </ac:spMkLst>
        </pc:spChg>
        <pc:spChg chg="mod">
          <ac:chgData name="Mr. Sumit Sharma" userId="S::sumitsharma.cse@niet.co.in::0287a0e3-d7f5-4815-a5d5-4670a436bb9e" providerId="AD" clId="Web-{24B6CF88-50E6-AD1E-3A17-1FF34733D8EF}" dt="2023-08-22T07:37:14.887" v="116"/>
          <ac:spMkLst>
            <pc:docMk/>
            <pc:sldMk cId="1981118964" sldId="1569"/>
            <ac:spMk id="7" creationId="{00000000-0000-0000-0000-000000000000}"/>
          </ac:spMkLst>
        </pc:spChg>
        <pc:spChg chg="add del">
          <ac:chgData name="Mr. Sumit Sharma" userId="S::sumitsharma.cse@niet.co.in::0287a0e3-d7f5-4815-a5d5-4670a436bb9e" providerId="AD" clId="Web-{24B6CF88-50E6-AD1E-3A17-1FF34733D8EF}" dt="2023-08-22T07:37:14.887" v="116"/>
          <ac:spMkLst>
            <pc:docMk/>
            <pc:sldMk cId="1981118964" sldId="1569"/>
            <ac:spMk id="43" creationId="{1C799903-48D5-4A31-A1A2-541072D9771E}"/>
          </ac:spMkLst>
        </pc:spChg>
        <pc:spChg chg="add del">
          <ac:chgData name="Mr. Sumit Sharma" userId="S::sumitsharma.cse@niet.co.in::0287a0e3-d7f5-4815-a5d5-4670a436bb9e" providerId="AD" clId="Web-{24B6CF88-50E6-AD1E-3A17-1FF34733D8EF}" dt="2023-08-22T07:37:14.887" v="116"/>
          <ac:spMkLst>
            <pc:docMk/>
            <pc:sldMk cId="1981118964" sldId="1569"/>
            <ac:spMk id="45" creationId="{8EFFF109-FC58-4FD3-BE05-9775A1310F55}"/>
          </ac:spMkLst>
        </pc:spChg>
        <pc:spChg chg="add del">
          <ac:chgData name="Mr. Sumit Sharma" userId="S::sumitsharma.cse@niet.co.in::0287a0e3-d7f5-4815-a5d5-4670a436bb9e" providerId="AD" clId="Web-{24B6CF88-50E6-AD1E-3A17-1FF34733D8EF}" dt="2023-08-22T07:37:14.887" v="116"/>
          <ac:spMkLst>
            <pc:docMk/>
            <pc:sldMk cId="1981118964" sldId="1569"/>
            <ac:spMk id="47" creationId="{E1B96AD6-92A9-4273-A62B-96A1C3E0BA95}"/>
          </ac:spMkLst>
        </pc:spChg>
        <pc:spChg chg="add del">
          <ac:chgData name="Mr. Sumit Sharma" userId="S::sumitsharma.cse@niet.co.in::0287a0e3-d7f5-4815-a5d5-4670a436bb9e" providerId="AD" clId="Web-{24B6CF88-50E6-AD1E-3A17-1FF34733D8EF}" dt="2023-08-22T07:37:14.887" v="116"/>
          <ac:spMkLst>
            <pc:docMk/>
            <pc:sldMk cId="1981118964" sldId="1569"/>
            <ac:spMk id="49" creationId="{463EEC44-1BA3-44ED-81FC-A644B04B2A44}"/>
          </ac:spMkLst>
        </pc:spChg>
        <pc:spChg chg="add del">
          <ac:chgData name="Mr. Sumit Sharma" userId="S::sumitsharma.cse@niet.co.in::0287a0e3-d7f5-4815-a5d5-4670a436bb9e" providerId="AD" clId="Web-{24B6CF88-50E6-AD1E-3A17-1FF34733D8EF}" dt="2023-08-22T07:37:14.887" v="116"/>
          <ac:spMkLst>
            <pc:docMk/>
            <pc:sldMk cId="1981118964" sldId="1569"/>
            <ac:spMk id="54" creationId="{09588DA8-065E-4F6F-8EFD-43104AB2E0CF}"/>
          </ac:spMkLst>
        </pc:spChg>
        <pc:spChg chg="add del">
          <ac:chgData name="Mr. Sumit Sharma" userId="S::sumitsharma.cse@niet.co.in::0287a0e3-d7f5-4815-a5d5-4670a436bb9e" providerId="AD" clId="Web-{24B6CF88-50E6-AD1E-3A17-1FF34733D8EF}" dt="2023-08-22T07:37:14.887" v="116"/>
          <ac:spMkLst>
            <pc:docMk/>
            <pc:sldMk cId="1981118964" sldId="1569"/>
            <ac:spMk id="56" creationId="{C4285719-470E-454C-AF62-8323075F1F5B}"/>
          </ac:spMkLst>
        </pc:spChg>
        <pc:spChg chg="add del">
          <ac:chgData name="Mr. Sumit Sharma" userId="S::sumitsharma.cse@niet.co.in::0287a0e3-d7f5-4815-a5d5-4670a436bb9e" providerId="AD" clId="Web-{24B6CF88-50E6-AD1E-3A17-1FF34733D8EF}" dt="2023-08-22T07:37:14.887" v="116"/>
          <ac:spMkLst>
            <pc:docMk/>
            <pc:sldMk cId="1981118964" sldId="1569"/>
            <ac:spMk id="58" creationId="{CD9FE4EF-C4D8-49A0-B2FF-81D8DB7D8A24}"/>
          </ac:spMkLst>
        </pc:spChg>
        <pc:spChg chg="add del">
          <ac:chgData name="Mr. Sumit Sharma" userId="S::sumitsharma.cse@niet.co.in::0287a0e3-d7f5-4815-a5d5-4670a436bb9e" providerId="AD" clId="Web-{24B6CF88-50E6-AD1E-3A17-1FF34733D8EF}" dt="2023-08-22T07:37:14.887" v="116"/>
          <ac:spMkLst>
            <pc:docMk/>
            <pc:sldMk cId="1981118964" sldId="1569"/>
            <ac:spMk id="60" creationId="{4300840D-0A0B-4512-BACA-B439D5B9C57C}"/>
          </ac:spMkLst>
        </pc:spChg>
        <pc:spChg chg="add del">
          <ac:chgData name="Mr. Sumit Sharma" userId="S::sumitsharma.cse@niet.co.in::0287a0e3-d7f5-4815-a5d5-4670a436bb9e" providerId="AD" clId="Web-{24B6CF88-50E6-AD1E-3A17-1FF34733D8EF}" dt="2023-08-22T07:37:14.887" v="116"/>
          <ac:spMkLst>
            <pc:docMk/>
            <pc:sldMk cId="1981118964" sldId="1569"/>
            <ac:spMk id="62" creationId="{D2B78728-A580-49A7-84F9-6EF6F583ADE0}"/>
          </ac:spMkLst>
        </pc:spChg>
        <pc:spChg chg="add del">
          <ac:chgData name="Mr. Sumit Sharma" userId="S::sumitsharma.cse@niet.co.in::0287a0e3-d7f5-4815-a5d5-4670a436bb9e" providerId="AD" clId="Web-{24B6CF88-50E6-AD1E-3A17-1FF34733D8EF}" dt="2023-08-22T07:37:14.887" v="116"/>
          <ac:spMkLst>
            <pc:docMk/>
            <pc:sldMk cId="1981118964" sldId="1569"/>
            <ac:spMk id="64" creationId="{38FAA1A1-D861-433F-88FA-1E9D6FD31D11}"/>
          </ac:spMkLst>
        </pc:spChg>
        <pc:spChg chg="add del">
          <ac:chgData name="Mr. Sumit Sharma" userId="S::sumitsharma.cse@niet.co.in::0287a0e3-d7f5-4815-a5d5-4670a436bb9e" providerId="AD" clId="Web-{24B6CF88-50E6-AD1E-3A17-1FF34733D8EF}" dt="2023-08-22T07:37:14.887" v="116"/>
          <ac:spMkLst>
            <pc:docMk/>
            <pc:sldMk cId="1981118964" sldId="1569"/>
            <ac:spMk id="66" creationId="{8D71EDA1-87BF-4D5D-AB79-F346FD19278A}"/>
          </ac:spMkLst>
        </pc:spChg>
      </pc:sldChg>
      <pc:sldChg chg="addSp delSp modSp add replId">
        <pc:chgData name="Mr. Sumit Sharma" userId="S::sumitsharma.cse@niet.co.in::0287a0e3-d7f5-4815-a5d5-4670a436bb9e" providerId="AD" clId="Web-{24B6CF88-50E6-AD1E-3A17-1FF34733D8EF}" dt="2023-08-22T07:38:01.670" v="127" actId="20577"/>
        <pc:sldMkLst>
          <pc:docMk/>
          <pc:sldMk cId="2095559441" sldId="1570"/>
        </pc:sldMkLst>
        <pc:spChg chg="mod">
          <ac:chgData name="Mr. Sumit Sharma" userId="S::sumitsharma.cse@niet.co.in::0287a0e3-d7f5-4815-a5d5-4670a436bb9e" providerId="AD" clId="Web-{24B6CF88-50E6-AD1E-3A17-1FF34733D8EF}" dt="2023-08-22T07:37:47.919" v="124"/>
          <ac:spMkLst>
            <pc:docMk/>
            <pc:sldMk cId="2095559441" sldId="1570"/>
            <ac:spMk id="3" creationId="{F8CC24E1-E4CB-4555-AAFE-79673E88E287}"/>
          </ac:spMkLst>
        </pc:spChg>
        <pc:spChg chg="mod">
          <ac:chgData name="Mr. Sumit Sharma" userId="S::sumitsharma.cse@niet.co.in::0287a0e3-d7f5-4815-a5d5-4670a436bb9e" providerId="AD" clId="Web-{24B6CF88-50E6-AD1E-3A17-1FF34733D8EF}" dt="2023-08-22T07:37:47.919" v="124"/>
          <ac:spMkLst>
            <pc:docMk/>
            <pc:sldMk cId="2095559441" sldId="1570"/>
            <ac:spMk id="6" creationId="{00000000-0000-0000-0000-000000000000}"/>
          </ac:spMkLst>
        </pc:spChg>
        <pc:spChg chg="mod">
          <ac:chgData name="Mr. Sumit Sharma" userId="S::sumitsharma.cse@niet.co.in::0287a0e3-d7f5-4815-a5d5-4670a436bb9e" providerId="AD" clId="Web-{24B6CF88-50E6-AD1E-3A17-1FF34733D8EF}" dt="2023-08-22T07:38:01.670" v="127" actId="20577"/>
          <ac:spMkLst>
            <pc:docMk/>
            <pc:sldMk cId="2095559441" sldId="1570"/>
            <ac:spMk id="7" creationId="{00000000-0000-0000-0000-000000000000}"/>
          </ac:spMkLst>
        </pc:spChg>
        <pc:spChg chg="del">
          <ac:chgData name="Mr. Sumit Sharma" userId="S::sumitsharma.cse@niet.co.in::0287a0e3-d7f5-4815-a5d5-4670a436bb9e" providerId="AD" clId="Web-{24B6CF88-50E6-AD1E-3A17-1FF34733D8EF}" dt="2023-08-22T07:37:47.919" v="124"/>
          <ac:spMkLst>
            <pc:docMk/>
            <pc:sldMk cId="2095559441" sldId="1570"/>
            <ac:spMk id="43" creationId="{1C799903-48D5-4A31-A1A2-541072D9771E}"/>
          </ac:spMkLst>
        </pc:spChg>
        <pc:spChg chg="del">
          <ac:chgData name="Mr. Sumit Sharma" userId="S::sumitsharma.cse@niet.co.in::0287a0e3-d7f5-4815-a5d5-4670a436bb9e" providerId="AD" clId="Web-{24B6CF88-50E6-AD1E-3A17-1FF34733D8EF}" dt="2023-08-22T07:37:47.919" v="124"/>
          <ac:spMkLst>
            <pc:docMk/>
            <pc:sldMk cId="2095559441" sldId="1570"/>
            <ac:spMk id="45" creationId="{8EFFF109-FC58-4FD3-BE05-9775A1310F55}"/>
          </ac:spMkLst>
        </pc:spChg>
        <pc:spChg chg="del">
          <ac:chgData name="Mr. Sumit Sharma" userId="S::sumitsharma.cse@niet.co.in::0287a0e3-d7f5-4815-a5d5-4670a436bb9e" providerId="AD" clId="Web-{24B6CF88-50E6-AD1E-3A17-1FF34733D8EF}" dt="2023-08-22T07:37:47.919" v="124"/>
          <ac:spMkLst>
            <pc:docMk/>
            <pc:sldMk cId="2095559441" sldId="1570"/>
            <ac:spMk id="47" creationId="{E1B96AD6-92A9-4273-A62B-96A1C3E0BA95}"/>
          </ac:spMkLst>
        </pc:spChg>
        <pc:spChg chg="del">
          <ac:chgData name="Mr. Sumit Sharma" userId="S::sumitsharma.cse@niet.co.in::0287a0e3-d7f5-4815-a5d5-4670a436bb9e" providerId="AD" clId="Web-{24B6CF88-50E6-AD1E-3A17-1FF34733D8EF}" dt="2023-08-22T07:37:47.919" v="124"/>
          <ac:spMkLst>
            <pc:docMk/>
            <pc:sldMk cId="2095559441" sldId="1570"/>
            <ac:spMk id="49" creationId="{463EEC44-1BA3-44ED-81FC-A644B04B2A44}"/>
          </ac:spMkLst>
        </pc:spChg>
        <pc:spChg chg="add">
          <ac:chgData name="Mr. Sumit Sharma" userId="S::sumitsharma.cse@niet.co.in::0287a0e3-d7f5-4815-a5d5-4670a436bb9e" providerId="AD" clId="Web-{24B6CF88-50E6-AD1E-3A17-1FF34733D8EF}" dt="2023-08-22T07:37:47.919" v="124"/>
          <ac:spMkLst>
            <pc:docMk/>
            <pc:sldMk cId="2095559441" sldId="1570"/>
            <ac:spMk id="54" creationId="{907EF6B7-1338-4443-8C46-6A318D952DFD}"/>
          </ac:spMkLst>
        </pc:spChg>
        <pc:spChg chg="add">
          <ac:chgData name="Mr. Sumit Sharma" userId="S::sumitsharma.cse@niet.co.in::0287a0e3-d7f5-4815-a5d5-4670a436bb9e" providerId="AD" clId="Web-{24B6CF88-50E6-AD1E-3A17-1FF34733D8EF}" dt="2023-08-22T07:37:47.919" v="124"/>
          <ac:spMkLst>
            <pc:docMk/>
            <pc:sldMk cId="2095559441" sldId="1570"/>
            <ac:spMk id="56" creationId="{DAAE4CDD-124C-4DCF-9584-B6033B545DD5}"/>
          </ac:spMkLst>
        </pc:spChg>
        <pc:spChg chg="add">
          <ac:chgData name="Mr. Sumit Sharma" userId="S::sumitsharma.cse@niet.co.in::0287a0e3-d7f5-4815-a5d5-4670a436bb9e" providerId="AD" clId="Web-{24B6CF88-50E6-AD1E-3A17-1FF34733D8EF}" dt="2023-08-22T07:37:47.919" v="124"/>
          <ac:spMkLst>
            <pc:docMk/>
            <pc:sldMk cId="2095559441" sldId="1570"/>
            <ac:spMk id="58" creationId="{081E4A58-353D-44AE-B2FC-2A74E2E400F7}"/>
          </ac:spMkLst>
        </pc:spChg>
      </pc:sldChg>
      <pc:sldChg chg="addSp delSp modSp add replId">
        <pc:chgData name="Mr. Sumit Sharma" userId="S::sumitsharma.cse@niet.co.in::0287a0e3-d7f5-4815-a5d5-4670a436bb9e" providerId="AD" clId="Web-{24B6CF88-50E6-AD1E-3A17-1FF34733D8EF}" dt="2023-08-22T07:38:45.984" v="139"/>
        <pc:sldMkLst>
          <pc:docMk/>
          <pc:sldMk cId="2191441077" sldId="1571"/>
        </pc:sldMkLst>
        <pc:spChg chg="mod">
          <ac:chgData name="Mr. Sumit Sharma" userId="S::sumitsharma.cse@niet.co.in::0287a0e3-d7f5-4815-a5d5-4670a436bb9e" providerId="AD" clId="Web-{24B6CF88-50E6-AD1E-3A17-1FF34733D8EF}" dt="2023-08-22T07:38:45.984" v="139"/>
          <ac:spMkLst>
            <pc:docMk/>
            <pc:sldMk cId="2191441077" sldId="1571"/>
            <ac:spMk id="3" creationId="{F8CC24E1-E4CB-4555-AAFE-79673E88E287}"/>
          </ac:spMkLst>
        </pc:spChg>
        <pc:spChg chg="mod">
          <ac:chgData name="Mr. Sumit Sharma" userId="S::sumitsharma.cse@niet.co.in::0287a0e3-d7f5-4815-a5d5-4670a436bb9e" providerId="AD" clId="Web-{24B6CF88-50E6-AD1E-3A17-1FF34733D8EF}" dt="2023-08-22T07:38:45.984" v="139"/>
          <ac:spMkLst>
            <pc:docMk/>
            <pc:sldMk cId="2191441077" sldId="1571"/>
            <ac:spMk id="6" creationId="{00000000-0000-0000-0000-000000000000}"/>
          </ac:spMkLst>
        </pc:spChg>
        <pc:spChg chg="mod">
          <ac:chgData name="Mr. Sumit Sharma" userId="S::sumitsharma.cse@niet.co.in::0287a0e3-d7f5-4815-a5d5-4670a436bb9e" providerId="AD" clId="Web-{24B6CF88-50E6-AD1E-3A17-1FF34733D8EF}" dt="2023-08-22T07:38:45.984" v="139"/>
          <ac:spMkLst>
            <pc:docMk/>
            <pc:sldMk cId="2191441077" sldId="1571"/>
            <ac:spMk id="7" creationId="{00000000-0000-0000-0000-000000000000}"/>
          </ac:spMkLst>
        </pc:spChg>
        <pc:spChg chg="add del">
          <ac:chgData name="Mr. Sumit Sharma" userId="S::sumitsharma.cse@niet.co.in::0287a0e3-d7f5-4815-a5d5-4670a436bb9e" providerId="AD" clId="Web-{24B6CF88-50E6-AD1E-3A17-1FF34733D8EF}" dt="2023-08-22T07:38:45.984" v="139"/>
          <ac:spMkLst>
            <pc:docMk/>
            <pc:sldMk cId="2191441077" sldId="1571"/>
            <ac:spMk id="54" creationId="{907EF6B7-1338-4443-8C46-6A318D952DFD}"/>
          </ac:spMkLst>
        </pc:spChg>
        <pc:spChg chg="add del">
          <ac:chgData name="Mr. Sumit Sharma" userId="S::sumitsharma.cse@niet.co.in::0287a0e3-d7f5-4815-a5d5-4670a436bb9e" providerId="AD" clId="Web-{24B6CF88-50E6-AD1E-3A17-1FF34733D8EF}" dt="2023-08-22T07:38:45.984" v="139"/>
          <ac:spMkLst>
            <pc:docMk/>
            <pc:sldMk cId="2191441077" sldId="1571"/>
            <ac:spMk id="56" creationId="{DAAE4CDD-124C-4DCF-9584-B6033B545DD5}"/>
          </ac:spMkLst>
        </pc:spChg>
        <pc:spChg chg="add del">
          <ac:chgData name="Mr. Sumit Sharma" userId="S::sumitsharma.cse@niet.co.in::0287a0e3-d7f5-4815-a5d5-4670a436bb9e" providerId="AD" clId="Web-{24B6CF88-50E6-AD1E-3A17-1FF34733D8EF}" dt="2023-08-22T07:38:45.984" v="139"/>
          <ac:spMkLst>
            <pc:docMk/>
            <pc:sldMk cId="2191441077" sldId="1571"/>
            <ac:spMk id="58" creationId="{081E4A58-353D-44AE-B2FC-2A74E2E400F7}"/>
          </ac:spMkLst>
        </pc:spChg>
        <pc:spChg chg="add del">
          <ac:chgData name="Mr. Sumit Sharma" userId="S::sumitsharma.cse@niet.co.in::0287a0e3-d7f5-4815-a5d5-4670a436bb9e" providerId="AD" clId="Web-{24B6CF88-50E6-AD1E-3A17-1FF34733D8EF}" dt="2023-08-22T07:38:45.984" v="139"/>
          <ac:spMkLst>
            <pc:docMk/>
            <pc:sldMk cId="2191441077" sldId="1571"/>
            <ac:spMk id="63" creationId="{E92FEB64-6EEA-4759-B4A4-BD2C1E660BA8}"/>
          </ac:spMkLst>
        </pc:spChg>
        <pc:spChg chg="add del">
          <ac:chgData name="Mr. Sumit Sharma" userId="S::sumitsharma.cse@niet.co.in::0287a0e3-d7f5-4815-a5d5-4670a436bb9e" providerId="AD" clId="Web-{24B6CF88-50E6-AD1E-3A17-1FF34733D8EF}" dt="2023-08-22T07:38:45.984" v="139"/>
          <ac:spMkLst>
            <pc:docMk/>
            <pc:sldMk cId="2191441077" sldId="1571"/>
            <ac:spMk id="65" creationId="{B10BB131-AC8E-4A8E-A5D1-36260F720C3B}"/>
          </ac:spMkLst>
        </pc:spChg>
        <pc:spChg chg="add del">
          <ac:chgData name="Mr. Sumit Sharma" userId="S::sumitsharma.cse@niet.co.in::0287a0e3-d7f5-4815-a5d5-4670a436bb9e" providerId="AD" clId="Web-{24B6CF88-50E6-AD1E-3A17-1FF34733D8EF}" dt="2023-08-22T07:38:45.984" v="139"/>
          <ac:spMkLst>
            <pc:docMk/>
            <pc:sldMk cId="2191441077" sldId="1571"/>
            <ac:spMk id="67" creationId="{14847E93-7DC1-4D4B-8829-B19AA7137C50}"/>
          </ac:spMkLst>
        </pc:spChg>
        <pc:spChg chg="add del">
          <ac:chgData name="Mr. Sumit Sharma" userId="S::sumitsharma.cse@niet.co.in::0287a0e3-d7f5-4815-a5d5-4670a436bb9e" providerId="AD" clId="Web-{24B6CF88-50E6-AD1E-3A17-1FF34733D8EF}" dt="2023-08-22T07:38:45.984" v="139"/>
          <ac:spMkLst>
            <pc:docMk/>
            <pc:sldMk cId="2191441077" sldId="1571"/>
            <ac:spMk id="69" creationId="{5566D6E1-03A1-4D73-A4E0-35D74D568A04}"/>
          </ac:spMkLst>
        </pc:spChg>
        <pc:spChg chg="add del">
          <ac:chgData name="Mr. Sumit Sharma" userId="S::sumitsharma.cse@niet.co.in::0287a0e3-d7f5-4815-a5d5-4670a436bb9e" providerId="AD" clId="Web-{24B6CF88-50E6-AD1E-3A17-1FF34733D8EF}" dt="2023-08-22T07:38:45.984" v="139"/>
          <ac:spMkLst>
            <pc:docMk/>
            <pc:sldMk cId="2191441077" sldId="1571"/>
            <ac:spMk id="71" creationId="{9F835A99-04AC-494A-A572-AFE8413CC938}"/>
          </ac:spMkLst>
        </pc:spChg>
        <pc:spChg chg="add del">
          <ac:chgData name="Mr. Sumit Sharma" userId="S::sumitsharma.cse@niet.co.in::0287a0e3-d7f5-4815-a5d5-4670a436bb9e" providerId="AD" clId="Web-{24B6CF88-50E6-AD1E-3A17-1FF34733D8EF}" dt="2023-08-22T07:38:45.984" v="139"/>
          <ac:spMkLst>
            <pc:docMk/>
            <pc:sldMk cId="2191441077" sldId="1571"/>
            <ac:spMk id="73" creationId="{7B786209-1B0B-4CA9-9BDD-F7327066A84D}"/>
          </ac:spMkLst>
        </pc:spChg>
        <pc:spChg chg="add del">
          <ac:chgData name="Mr. Sumit Sharma" userId="S::sumitsharma.cse@niet.co.in::0287a0e3-d7f5-4815-a5d5-4670a436bb9e" providerId="AD" clId="Web-{24B6CF88-50E6-AD1E-3A17-1FF34733D8EF}" dt="2023-08-22T07:38:45.984" v="139"/>
          <ac:spMkLst>
            <pc:docMk/>
            <pc:sldMk cId="2191441077" sldId="1571"/>
            <ac:spMk id="75" creationId="{2D2964BB-484D-45AE-AD66-D407D0629652}"/>
          </ac:spMkLst>
        </pc:spChg>
        <pc:spChg chg="add del">
          <ac:chgData name="Mr. Sumit Sharma" userId="S::sumitsharma.cse@niet.co.in::0287a0e3-d7f5-4815-a5d5-4670a436bb9e" providerId="AD" clId="Web-{24B6CF88-50E6-AD1E-3A17-1FF34733D8EF}" dt="2023-08-22T07:38:45.984" v="139"/>
          <ac:spMkLst>
            <pc:docMk/>
            <pc:sldMk cId="2191441077" sldId="1571"/>
            <ac:spMk id="77" creationId="{6691AC69-A76E-4DAB-B565-468B6B87ACF3}"/>
          </ac:spMkLst>
        </pc:spChg>
      </pc:sldChg>
      <pc:sldChg chg="modSp add replId">
        <pc:chgData name="Mr. Sumit Sharma" userId="S::sumitsharma.cse@niet.co.in::0287a0e3-d7f5-4815-a5d5-4670a436bb9e" providerId="AD" clId="Web-{24B6CF88-50E6-AD1E-3A17-1FF34733D8EF}" dt="2023-08-22T07:39:31.954" v="152" actId="14100"/>
        <pc:sldMkLst>
          <pc:docMk/>
          <pc:sldMk cId="713500298" sldId="1572"/>
        </pc:sldMkLst>
        <pc:spChg chg="mod">
          <ac:chgData name="Mr. Sumit Sharma" userId="S::sumitsharma.cse@niet.co.in::0287a0e3-d7f5-4815-a5d5-4670a436bb9e" providerId="AD" clId="Web-{24B6CF88-50E6-AD1E-3A17-1FF34733D8EF}" dt="2023-08-22T07:39:31.954" v="152" actId="14100"/>
          <ac:spMkLst>
            <pc:docMk/>
            <pc:sldMk cId="713500298" sldId="1572"/>
            <ac:spMk id="3" creationId="{F8CC24E1-E4CB-4555-AAFE-79673E88E287}"/>
          </ac:spMkLst>
        </pc:spChg>
        <pc:spChg chg="mod">
          <ac:chgData name="Mr. Sumit Sharma" userId="S::sumitsharma.cse@niet.co.in::0287a0e3-d7f5-4815-a5d5-4670a436bb9e" providerId="AD" clId="Web-{24B6CF88-50E6-AD1E-3A17-1FF34733D8EF}" dt="2023-08-22T07:39:20.641" v="150" actId="14100"/>
          <ac:spMkLst>
            <pc:docMk/>
            <pc:sldMk cId="713500298" sldId="1572"/>
            <ac:spMk id="7" creationId="{00000000-0000-0000-0000-000000000000}"/>
          </ac:spMkLst>
        </pc:spChg>
      </pc:sldChg>
    </pc:docChg>
  </pc:docChgLst>
  <pc:docChgLst>
    <pc:chgData name="Mr. Sumit Sharma" userId="S::sumitsharma.cse@niet.co.in::0287a0e3-d7f5-4815-a5d5-4670a436bb9e" providerId="AD" clId="Web-{C2DB9CCB-6F58-4AD1-91BC-D5335A6B77D8}"/>
    <pc:docChg chg="modSld">
      <pc:chgData name="Mr. Sumit Sharma" userId="S::sumitsharma.cse@niet.co.in::0287a0e3-d7f5-4815-a5d5-4670a436bb9e" providerId="AD" clId="Web-{C2DB9CCB-6F58-4AD1-91BC-D5335A6B77D8}" dt="2023-08-30T04:12:15.698" v="8" actId="1076"/>
      <pc:docMkLst>
        <pc:docMk/>
      </pc:docMkLst>
      <pc:sldChg chg="modSp">
        <pc:chgData name="Mr. Sumit Sharma" userId="S::sumitsharma.cse@niet.co.in::0287a0e3-d7f5-4815-a5d5-4670a436bb9e" providerId="AD" clId="Web-{C2DB9CCB-6F58-4AD1-91BC-D5335A6B77D8}" dt="2023-08-30T04:10:35.084" v="4" actId="20577"/>
        <pc:sldMkLst>
          <pc:docMk/>
          <pc:sldMk cId="1501446876" sldId="1585"/>
        </pc:sldMkLst>
        <pc:spChg chg="mod">
          <ac:chgData name="Mr. Sumit Sharma" userId="S::sumitsharma.cse@niet.co.in::0287a0e3-d7f5-4815-a5d5-4670a436bb9e" providerId="AD" clId="Web-{C2DB9CCB-6F58-4AD1-91BC-D5335A6B77D8}" dt="2023-08-30T04:10:35.084" v="4" actId="20577"/>
          <ac:spMkLst>
            <pc:docMk/>
            <pc:sldMk cId="1501446876" sldId="1585"/>
            <ac:spMk id="3" creationId="{F8CC24E1-E4CB-4555-AAFE-79673E88E287}"/>
          </ac:spMkLst>
        </pc:spChg>
      </pc:sldChg>
      <pc:sldChg chg="modSp">
        <pc:chgData name="Mr. Sumit Sharma" userId="S::sumitsharma.cse@niet.co.in::0287a0e3-d7f5-4815-a5d5-4670a436bb9e" providerId="AD" clId="Web-{C2DB9CCB-6F58-4AD1-91BC-D5335A6B77D8}" dt="2023-08-30T04:12:15.698" v="8" actId="1076"/>
        <pc:sldMkLst>
          <pc:docMk/>
          <pc:sldMk cId="330888047" sldId="1587"/>
        </pc:sldMkLst>
        <pc:spChg chg="mod">
          <ac:chgData name="Mr. Sumit Sharma" userId="S::sumitsharma.cse@niet.co.in::0287a0e3-d7f5-4815-a5d5-4670a436bb9e" providerId="AD" clId="Web-{C2DB9CCB-6F58-4AD1-91BC-D5335A6B77D8}" dt="2023-08-30T04:12:15.698" v="8" actId="1076"/>
          <ac:spMkLst>
            <pc:docMk/>
            <pc:sldMk cId="330888047" sldId="1587"/>
            <ac:spMk id="3" creationId="{F8CC24E1-E4CB-4555-AAFE-79673E88E287}"/>
          </ac:spMkLst>
        </pc:spChg>
      </pc:sldChg>
    </pc:docChg>
  </pc:docChgLst>
  <pc:docChgLst>
    <pc:chgData name="Mr. Sumit Sharma" userId="S::sumitsharma.cse@niet.co.in::0287a0e3-d7f5-4815-a5d5-4670a436bb9e" providerId="AD" clId="Web-{3F243914-9A1E-DCF7-7E5F-3AE966E6FA10}"/>
    <pc:docChg chg="addSld delSld modSld">
      <pc:chgData name="Mr. Sumit Sharma" userId="S::sumitsharma.cse@niet.co.in::0287a0e3-d7f5-4815-a5d5-4670a436bb9e" providerId="AD" clId="Web-{3F243914-9A1E-DCF7-7E5F-3AE966E6FA10}" dt="2023-09-04T11:07:52.739" v="453" actId="20577"/>
      <pc:docMkLst>
        <pc:docMk/>
      </pc:docMkLst>
      <pc:sldChg chg="del">
        <pc:chgData name="Mr. Sumit Sharma" userId="S::sumitsharma.cse@niet.co.in::0287a0e3-d7f5-4815-a5d5-4670a436bb9e" providerId="AD" clId="Web-{3F243914-9A1E-DCF7-7E5F-3AE966E6FA10}" dt="2023-09-04T11:05:52.049" v="383"/>
        <pc:sldMkLst>
          <pc:docMk/>
          <pc:sldMk cId="3464124454" sldId="1561"/>
        </pc:sldMkLst>
      </pc:sldChg>
      <pc:sldChg chg="modSp">
        <pc:chgData name="Mr. Sumit Sharma" userId="S::sumitsharma.cse@niet.co.in::0287a0e3-d7f5-4815-a5d5-4670a436bb9e" providerId="AD" clId="Web-{3F243914-9A1E-DCF7-7E5F-3AE966E6FA10}" dt="2023-09-04T11:05:27.939" v="380" actId="20577"/>
        <pc:sldMkLst>
          <pc:docMk/>
          <pc:sldMk cId="472746572" sldId="1562"/>
        </pc:sldMkLst>
        <pc:spChg chg="mod">
          <ac:chgData name="Mr. Sumit Sharma" userId="S::sumitsharma.cse@niet.co.in::0287a0e3-d7f5-4815-a5d5-4670a436bb9e" providerId="AD" clId="Web-{3F243914-9A1E-DCF7-7E5F-3AE966E6FA10}" dt="2023-09-04T11:05:27.939" v="380" actId="20577"/>
          <ac:spMkLst>
            <pc:docMk/>
            <pc:sldMk cId="472746572" sldId="1562"/>
            <ac:spMk id="7" creationId="{00000000-0000-0000-0000-000000000000}"/>
          </ac:spMkLst>
        </pc:spChg>
        <pc:graphicFrameChg chg="modGraphic">
          <ac:chgData name="Mr. Sumit Sharma" userId="S::sumitsharma.cse@niet.co.in::0287a0e3-d7f5-4815-a5d5-4670a436bb9e" providerId="AD" clId="Web-{3F243914-9A1E-DCF7-7E5F-3AE966E6FA10}" dt="2023-09-04T10:39:41.415" v="193" actId="20577"/>
          <ac:graphicFrameMkLst>
            <pc:docMk/>
            <pc:sldMk cId="472746572" sldId="1562"/>
            <ac:graphicFrameMk id="11" creationId="{42CF0600-DCB4-95C4-BDCE-24FB1F21F471}"/>
          </ac:graphicFrameMkLst>
        </pc:graphicFrameChg>
      </pc:sldChg>
      <pc:sldChg chg="del">
        <pc:chgData name="Mr. Sumit Sharma" userId="S::sumitsharma.cse@niet.co.in::0287a0e3-d7f5-4815-a5d5-4670a436bb9e" providerId="AD" clId="Web-{3F243914-9A1E-DCF7-7E5F-3AE966E6FA10}" dt="2023-09-04T11:05:53.533" v="384"/>
        <pc:sldMkLst>
          <pc:docMk/>
          <pc:sldMk cId="3443822419" sldId="1563"/>
        </pc:sldMkLst>
      </pc:sldChg>
      <pc:sldChg chg="del">
        <pc:chgData name="Mr. Sumit Sharma" userId="S::sumitsharma.cse@niet.co.in::0287a0e3-d7f5-4815-a5d5-4670a436bb9e" providerId="AD" clId="Web-{3F243914-9A1E-DCF7-7E5F-3AE966E6FA10}" dt="2023-09-04T11:05:54.205" v="385"/>
        <pc:sldMkLst>
          <pc:docMk/>
          <pc:sldMk cId="169948392" sldId="1564"/>
        </pc:sldMkLst>
      </pc:sldChg>
      <pc:sldChg chg="del">
        <pc:chgData name="Mr. Sumit Sharma" userId="S::sumitsharma.cse@niet.co.in::0287a0e3-d7f5-4815-a5d5-4670a436bb9e" providerId="AD" clId="Web-{3F243914-9A1E-DCF7-7E5F-3AE966E6FA10}" dt="2023-09-04T11:05:55.580" v="386"/>
        <pc:sldMkLst>
          <pc:docMk/>
          <pc:sldMk cId="2117730215" sldId="1565"/>
        </pc:sldMkLst>
      </pc:sldChg>
      <pc:sldChg chg="del">
        <pc:chgData name="Mr. Sumit Sharma" userId="S::sumitsharma.cse@niet.co.in::0287a0e3-d7f5-4815-a5d5-4670a436bb9e" providerId="AD" clId="Web-{3F243914-9A1E-DCF7-7E5F-3AE966E6FA10}" dt="2023-09-04T11:05:56.580" v="387"/>
        <pc:sldMkLst>
          <pc:docMk/>
          <pc:sldMk cId="3419601306" sldId="1566"/>
        </pc:sldMkLst>
      </pc:sldChg>
      <pc:sldChg chg="del">
        <pc:chgData name="Mr. Sumit Sharma" userId="S::sumitsharma.cse@niet.co.in::0287a0e3-d7f5-4815-a5d5-4670a436bb9e" providerId="AD" clId="Web-{3F243914-9A1E-DCF7-7E5F-3AE966E6FA10}" dt="2023-09-04T11:05:57.783" v="388"/>
        <pc:sldMkLst>
          <pc:docMk/>
          <pc:sldMk cId="900405711" sldId="1567"/>
        </pc:sldMkLst>
      </pc:sldChg>
      <pc:sldChg chg="del">
        <pc:chgData name="Mr. Sumit Sharma" userId="S::sumitsharma.cse@niet.co.in::0287a0e3-d7f5-4815-a5d5-4670a436bb9e" providerId="AD" clId="Web-{3F243914-9A1E-DCF7-7E5F-3AE966E6FA10}" dt="2023-09-04T11:05:58.893" v="389"/>
        <pc:sldMkLst>
          <pc:docMk/>
          <pc:sldMk cId="1404751568" sldId="1568"/>
        </pc:sldMkLst>
      </pc:sldChg>
      <pc:sldChg chg="del">
        <pc:chgData name="Mr. Sumit Sharma" userId="S::sumitsharma.cse@niet.co.in::0287a0e3-d7f5-4815-a5d5-4670a436bb9e" providerId="AD" clId="Web-{3F243914-9A1E-DCF7-7E5F-3AE966E6FA10}" dt="2023-09-04T11:05:59.705" v="390"/>
        <pc:sldMkLst>
          <pc:docMk/>
          <pc:sldMk cId="1981118964" sldId="1569"/>
        </pc:sldMkLst>
      </pc:sldChg>
      <pc:sldChg chg="del">
        <pc:chgData name="Mr. Sumit Sharma" userId="S::sumitsharma.cse@niet.co.in::0287a0e3-d7f5-4815-a5d5-4670a436bb9e" providerId="AD" clId="Web-{3F243914-9A1E-DCF7-7E5F-3AE966E6FA10}" dt="2023-09-04T11:06:05.143" v="394"/>
        <pc:sldMkLst>
          <pc:docMk/>
          <pc:sldMk cId="2095559441" sldId="1570"/>
        </pc:sldMkLst>
      </pc:sldChg>
      <pc:sldChg chg="del">
        <pc:chgData name="Mr. Sumit Sharma" userId="S::sumitsharma.cse@niet.co.in::0287a0e3-d7f5-4815-a5d5-4670a436bb9e" providerId="AD" clId="Web-{3F243914-9A1E-DCF7-7E5F-3AE966E6FA10}" dt="2023-09-04T11:06:01.252" v="391"/>
        <pc:sldMkLst>
          <pc:docMk/>
          <pc:sldMk cId="2191441077" sldId="1571"/>
        </pc:sldMkLst>
      </pc:sldChg>
      <pc:sldChg chg="del">
        <pc:chgData name="Mr. Sumit Sharma" userId="S::sumitsharma.cse@niet.co.in::0287a0e3-d7f5-4815-a5d5-4670a436bb9e" providerId="AD" clId="Web-{3F243914-9A1E-DCF7-7E5F-3AE966E6FA10}" dt="2023-09-04T11:06:02.987" v="392"/>
        <pc:sldMkLst>
          <pc:docMk/>
          <pc:sldMk cId="713500298" sldId="1572"/>
        </pc:sldMkLst>
      </pc:sldChg>
      <pc:sldChg chg="del">
        <pc:chgData name="Mr. Sumit Sharma" userId="S::sumitsharma.cse@niet.co.in::0287a0e3-d7f5-4815-a5d5-4670a436bb9e" providerId="AD" clId="Web-{3F243914-9A1E-DCF7-7E5F-3AE966E6FA10}" dt="2023-09-04T11:06:03.877" v="393"/>
        <pc:sldMkLst>
          <pc:docMk/>
          <pc:sldMk cId="3804570781" sldId="1573"/>
        </pc:sldMkLst>
      </pc:sldChg>
      <pc:sldChg chg="del">
        <pc:chgData name="Mr. Sumit Sharma" userId="S::sumitsharma.cse@niet.co.in::0287a0e3-d7f5-4815-a5d5-4670a436bb9e" providerId="AD" clId="Web-{3F243914-9A1E-DCF7-7E5F-3AE966E6FA10}" dt="2023-09-04T11:06:06.377" v="395"/>
        <pc:sldMkLst>
          <pc:docMk/>
          <pc:sldMk cId="3739601138" sldId="1574"/>
        </pc:sldMkLst>
      </pc:sldChg>
      <pc:sldChg chg="del">
        <pc:chgData name="Mr. Sumit Sharma" userId="S::sumitsharma.cse@niet.co.in::0287a0e3-d7f5-4815-a5d5-4670a436bb9e" providerId="AD" clId="Web-{3F243914-9A1E-DCF7-7E5F-3AE966E6FA10}" dt="2023-09-04T11:06:07.268" v="396"/>
        <pc:sldMkLst>
          <pc:docMk/>
          <pc:sldMk cId="2718036721" sldId="1575"/>
        </pc:sldMkLst>
      </pc:sldChg>
      <pc:sldChg chg="del">
        <pc:chgData name="Mr. Sumit Sharma" userId="S::sumitsharma.cse@niet.co.in::0287a0e3-d7f5-4815-a5d5-4670a436bb9e" providerId="AD" clId="Web-{3F243914-9A1E-DCF7-7E5F-3AE966E6FA10}" dt="2023-09-04T11:06:07.846" v="397"/>
        <pc:sldMkLst>
          <pc:docMk/>
          <pc:sldMk cId="3848627097" sldId="1576"/>
        </pc:sldMkLst>
      </pc:sldChg>
      <pc:sldChg chg="del">
        <pc:chgData name="Mr. Sumit Sharma" userId="S::sumitsharma.cse@niet.co.in::0287a0e3-d7f5-4815-a5d5-4670a436bb9e" providerId="AD" clId="Web-{3F243914-9A1E-DCF7-7E5F-3AE966E6FA10}" dt="2023-09-04T11:06:08.221" v="398"/>
        <pc:sldMkLst>
          <pc:docMk/>
          <pc:sldMk cId="1492801541" sldId="1577"/>
        </pc:sldMkLst>
      </pc:sldChg>
      <pc:sldChg chg="del">
        <pc:chgData name="Mr. Sumit Sharma" userId="S::sumitsharma.cse@niet.co.in::0287a0e3-d7f5-4815-a5d5-4670a436bb9e" providerId="AD" clId="Web-{3F243914-9A1E-DCF7-7E5F-3AE966E6FA10}" dt="2023-09-04T11:06:08.315" v="399"/>
        <pc:sldMkLst>
          <pc:docMk/>
          <pc:sldMk cId="3238797891" sldId="1578"/>
        </pc:sldMkLst>
      </pc:sldChg>
      <pc:sldChg chg="del">
        <pc:chgData name="Mr. Sumit Sharma" userId="S::sumitsharma.cse@niet.co.in::0287a0e3-d7f5-4815-a5d5-4670a436bb9e" providerId="AD" clId="Web-{3F243914-9A1E-DCF7-7E5F-3AE966E6FA10}" dt="2023-09-04T11:06:09.159" v="400"/>
        <pc:sldMkLst>
          <pc:docMk/>
          <pc:sldMk cId="1196681734" sldId="1579"/>
        </pc:sldMkLst>
      </pc:sldChg>
      <pc:sldChg chg="del">
        <pc:chgData name="Mr. Sumit Sharma" userId="S::sumitsharma.cse@niet.co.in::0287a0e3-d7f5-4815-a5d5-4670a436bb9e" providerId="AD" clId="Web-{3F243914-9A1E-DCF7-7E5F-3AE966E6FA10}" dt="2023-09-04T11:06:09.831" v="401"/>
        <pc:sldMkLst>
          <pc:docMk/>
          <pc:sldMk cId="1080364002" sldId="1580"/>
        </pc:sldMkLst>
      </pc:sldChg>
      <pc:sldChg chg="del">
        <pc:chgData name="Mr. Sumit Sharma" userId="S::sumitsharma.cse@niet.co.in::0287a0e3-d7f5-4815-a5d5-4670a436bb9e" providerId="AD" clId="Web-{3F243914-9A1E-DCF7-7E5F-3AE966E6FA10}" dt="2023-09-04T11:06:10.065" v="402"/>
        <pc:sldMkLst>
          <pc:docMk/>
          <pc:sldMk cId="3382127065" sldId="1581"/>
        </pc:sldMkLst>
      </pc:sldChg>
      <pc:sldChg chg="del">
        <pc:chgData name="Mr. Sumit Sharma" userId="S::sumitsharma.cse@niet.co.in::0287a0e3-d7f5-4815-a5d5-4670a436bb9e" providerId="AD" clId="Web-{3F243914-9A1E-DCF7-7E5F-3AE966E6FA10}" dt="2023-09-04T11:06:10.909" v="403"/>
        <pc:sldMkLst>
          <pc:docMk/>
          <pc:sldMk cId="240637688" sldId="1582"/>
        </pc:sldMkLst>
      </pc:sldChg>
      <pc:sldChg chg="del">
        <pc:chgData name="Mr. Sumit Sharma" userId="S::sumitsharma.cse@niet.co.in::0287a0e3-d7f5-4815-a5d5-4670a436bb9e" providerId="AD" clId="Web-{3F243914-9A1E-DCF7-7E5F-3AE966E6FA10}" dt="2023-09-04T11:06:11.862" v="404"/>
        <pc:sldMkLst>
          <pc:docMk/>
          <pc:sldMk cId="1985676765" sldId="1583"/>
        </pc:sldMkLst>
      </pc:sldChg>
      <pc:sldChg chg="del">
        <pc:chgData name="Mr. Sumit Sharma" userId="S::sumitsharma.cse@niet.co.in::0287a0e3-d7f5-4815-a5d5-4670a436bb9e" providerId="AD" clId="Web-{3F243914-9A1E-DCF7-7E5F-3AE966E6FA10}" dt="2023-09-04T11:06:13.034" v="405"/>
        <pc:sldMkLst>
          <pc:docMk/>
          <pc:sldMk cId="3311729789" sldId="1584"/>
        </pc:sldMkLst>
      </pc:sldChg>
      <pc:sldChg chg="del">
        <pc:chgData name="Mr. Sumit Sharma" userId="S::sumitsharma.cse@niet.co.in::0287a0e3-d7f5-4815-a5d5-4670a436bb9e" providerId="AD" clId="Web-{3F243914-9A1E-DCF7-7E5F-3AE966E6FA10}" dt="2023-09-04T11:06:14.909" v="406"/>
        <pc:sldMkLst>
          <pc:docMk/>
          <pc:sldMk cId="1501446876" sldId="1585"/>
        </pc:sldMkLst>
      </pc:sldChg>
      <pc:sldChg chg="del">
        <pc:chgData name="Mr. Sumit Sharma" userId="S::sumitsharma.cse@niet.co.in::0287a0e3-d7f5-4815-a5d5-4670a436bb9e" providerId="AD" clId="Web-{3F243914-9A1E-DCF7-7E5F-3AE966E6FA10}" dt="2023-09-04T11:06:15.862" v="407"/>
        <pc:sldMkLst>
          <pc:docMk/>
          <pc:sldMk cId="2503656626" sldId="1586"/>
        </pc:sldMkLst>
      </pc:sldChg>
      <pc:sldChg chg="del">
        <pc:chgData name="Mr. Sumit Sharma" userId="S::sumitsharma.cse@niet.co.in::0287a0e3-d7f5-4815-a5d5-4670a436bb9e" providerId="AD" clId="Web-{3F243914-9A1E-DCF7-7E5F-3AE966E6FA10}" dt="2023-09-04T11:06:16.487" v="408"/>
        <pc:sldMkLst>
          <pc:docMk/>
          <pc:sldMk cId="330888047" sldId="1587"/>
        </pc:sldMkLst>
      </pc:sldChg>
      <pc:sldChg chg="del">
        <pc:chgData name="Mr. Sumit Sharma" userId="S::sumitsharma.cse@niet.co.in::0287a0e3-d7f5-4815-a5d5-4670a436bb9e" providerId="AD" clId="Web-{3F243914-9A1E-DCF7-7E5F-3AE966E6FA10}" dt="2023-09-04T11:06:17.081" v="409"/>
        <pc:sldMkLst>
          <pc:docMk/>
          <pc:sldMk cId="1585696966" sldId="1588"/>
        </pc:sldMkLst>
      </pc:sldChg>
      <pc:sldChg chg="del">
        <pc:chgData name="Mr. Sumit Sharma" userId="S::sumitsharma.cse@niet.co.in::0287a0e3-d7f5-4815-a5d5-4670a436bb9e" providerId="AD" clId="Web-{3F243914-9A1E-DCF7-7E5F-3AE966E6FA10}" dt="2023-09-04T11:06:17.862" v="410"/>
        <pc:sldMkLst>
          <pc:docMk/>
          <pc:sldMk cId="1590766498" sldId="1589"/>
        </pc:sldMkLst>
      </pc:sldChg>
      <pc:sldChg chg="del">
        <pc:chgData name="Mr. Sumit Sharma" userId="S::sumitsharma.cse@niet.co.in::0287a0e3-d7f5-4815-a5d5-4670a436bb9e" providerId="AD" clId="Web-{3F243914-9A1E-DCF7-7E5F-3AE966E6FA10}" dt="2023-09-04T11:06:18.643" v="411"/>
        <pc:sldMkLst>
          <pc:docMk/>
          <pc:sldMk cId="672710708" sldId="1590"/>
        </pc:sldMkLst>
      </pc:sldChg>
      <pc:sldChg chg="del">
        <pc:chgData name="Mr. Sumit Sharma" userId="S::sumitsharma.cse@niet.co.in::0287a0e3-d7f5-4815-a5d5-4670a436bb9e" providerId="AD" clId="Web-{3F243914-9A1E-DCF7-7E5F-3AE966E6FA10}" dt="2023-09-04T11:06:19.518" v="412"/>
        <pc:sldMkLst>
          <pc:docMk/>
          <pc:sldMk cId="1061129478" sldId="1591"/>
        </pc:sldMkLst>
      </pc:sldChg>
      <pc:sldChg chg="del">
        <pc:chgData name="Mr. Sumit Sharma" userId="S::sumitsharma.cse@niet.co.in::0287a0e3-d7f5-4815-a5d5-4670a436bb9e" providerId="AD" clId="Web-{3F243914-9A1E-DCF7-7E5F-3AE966E6FA10}" dt="2023-09-04T11:06:19.628" v="413"/>
        <pc:sldMkLst>
          <pc:docMk/>
          <pc:sldMk cId="1962279143" sldId="1592"/>
        </pc:sldMkLst>
      </pc:sldChg>
      <pc:sldChg chg="del">
        <pc:chgData name="Mr. Sumit Sharma" userId="S::sumitsharma.cse@niet.co.in::0287a0e3-d7f5-4815-a5d5-4670a436bb9e" providerId="AD" clId="Web-{3F243914-9A1E-DCF7-7E5F-3AE966E6FA10}" dt="2023-09-04T11:06:20.034" v="414"/>
        <pc:sldMkLst>
          <pc:docMk/>
          <pc:sldMk cId="326434851" sldId="1593"/>
        </pc:sldMkLst>
      </pc:sldChg>
      <pc:sldChg chg="del">
        <pc:chgData name="Mr. Sumit Sharma" userId="S::sumitsharma.cse@niet.co.in::0287a0e3-d7f5-4815-a5d5-4670a436bb9e" providerId="AD" clId="Web-{3F243914-9A1E-DCF7-7E5F-3AE966E6FA10}" dt="2023-09-04T11:06:20.221" v="415"/>
        <pc:sldMkLst>
          <pc:docMk/>
          <pc:sldMk cId="3257631459" sldId="1594"/>
        </pc:sldMkLst>
      </pc:sldChg>
      <pc:sldChg chg="del">
        <pc:chgData name="Mr. Sumit Sharma" userId="S::sumitsharma.cse@niet.co.in::0287a0e3-d7f5-4815-a5d5-4670a436bb9e" providerId="AD" clId="Web-{3F243914-9A1E-DCF7-7E5F-3AE966E6FA10}" dt="2023-09-04T11:06:20.690" v="416"/>
        <pc:sldMkLst>
          <pc:docMk/>
          <pc:sldMk cId="2120114595" sldId="1595"/>
        </pc:sldMkLst>
      </pc:sldChg>
      <pc:sldChg chg="del">
        <pc:chgData name="Mr. Sumit Sharma" userId="S::sumitsharma.cse@niet.co.in::0287a0e3-d7f5-4815-a5d5-4670a436bb9e" providerId="AD" clId="Web-{3F243914-9A1E-DCF7-7E5F-3AE966E6FA10}" dt="2023-09-04T11:06:20.878" v="417"/>
        <pc:sldMkLst>
          <pc:docMk/>
          <pc:sldMk cId="402774072" sldId="1596"/>
        </pc:sldMkLst>
      </pc:sldChg>
      <pc:sldChg chg="del">
        <pc:chgData name="Mr. Sumit Sharma" userId="S::sumitsharma.cse@niet.co.in::0287a0e3-d7f5-4815-a5d5-4670a436bb9e" providerId="AD" clId="Web-{3F243914-9A1E-DCF7-7E5F-3AE966E6FA10}" dt="2023-09-04T11:06:21.768" v="418"/>
        <pc:sldMkLst>
          <pc:docMk/>
          <pc:sldMk cId="333784858" sldId="1597"/>
        </pc:sldMkLst>
      </pc:sldChg>
      <pc:sldChg chg="add del">
        <pc:chgData name="Mr. Sumit Sharma" userId="S::sumitsharma.cse@niet.co.in::0287a0e3-d7f5-4815-a5d5-4670a436bb9e" providerId="AD" clId="Web-{3F243914-9A1E-DCF7-7E5F-3AE966E6FA10}" dt="2023-09-04T11:06:34.472" v="425"/>
        <pc:sldMkLst>
          <pc:docMk/>
          <pc:sldMk cId="3283346478" sldId="1598"/>
        </pc:sldMkLst>
      </pc:sldChg>
      <pc:sldChg chg="del">
        <pc:chgData name="Mr. Sumit Sharma" userId="S::sumitsharma.cse@niet.co.in::0287a0e3-d7f5-4815-a5d5-4670a436bb9e" providerId="AD" clId="Web-{3F243914-9A1E-DCF7-7E5F-3AE966E6FA10}" dt="2023-09-04T11:06:35.722" v="426"/>
        <pc:sldMkLst>
          <pc:docMk/>
          <pc:sldMk cId="2149703403" sldId="1599"/>
        </pc:sldMkLst>
      </pc:sldChg>
      <pc:sldChg chg="del">
        <pc:chgData name="Mr. Sumit Sharma" userId="S::sumitsharma.cse@niet.co.in::0287a0e3-d7f5-4815-a5d5-4670a436bb9e" providerId="AD" clId="Web-{3F243914-9A1E-DCF7-7E5F-3AE966E6FA10}" dt="2023-09-04T11:06:36.831" v="427"/>
        <pc:sldMkLst>
          <pc:docMk/>
          <pc:sldMk cId="2382672243" sldId="1600"/>
        </pc:sldMkLst>
      </pc:sldChg>
      <pc:sldChg chg="modSp add replId">
        <pc:chgData name="Mr. Sumit Sharma" userId="S::sumitsharma.cse@niet.co.in::0287a0e3-d7f5-4815-a5d5-4670a436bb9e" providerId="AD" clId="Web-{3F243914-9A1E-DCF7-7E5F-3AE966E6FA10}" dt="2023-09-04T10:35:05.361" v="16" actId="20577"/>
        <pc:sldMkLst>
          <pc:docMk/>
          <pc:sldMk cId="560792800" sldId="1601"/>
        </pc:sldMkLst>
        <pc:spChg chg="mod">
          <ac:chgData name="Mr. Sumit Sharma" userId="S::sumitsharma.cse@niet.co.in::0287a0e3-d7f5-4815-a5d5-4670a436bb9e" providerId="AD" clId="Web-{3F243914-9A1E-DCF7-7E5F-3AE966E6FA10}" dt="2023-09-04T10:34:16.782" v="11" actId="20577"/>
          <ac:spMkLst>
            <pc:docMk/>
            <pc:sldMk cId="560792800" sldId="1601"/>
            <ac:spMk id="7" creationId="{00000000-0000-0000-0000-000000000000}"/>
          </ac:spMkLst>
        </pc:spChg>
        <pc:graphicFrameChg chg="modGraphic">
          <ac:chgData name="Mr. Sumit Sharma" userId="S::sumitsharma.cse@niet.co.in::0287a0e3-d7f5-4815-a5d5-4670a436bb9e" providerId="AD" clId="Web-{3F243914-9A1E-DCF7-7E5F-3AE966E6FA10}" dt="2023-09-04T10:35:05.361" v="16" actId="20577"/>
          <ac:graphicFrameMkLst>
            <pc:docMk/>
            <pc:sldMk cId="560792800" sldId="1601"/>
            <ac:graphicFrameMk id="28" creationId="{7911BCD3-FD89-BC16-4A6F-1F614AC172FE}"/>
          </ac:graphicFrameMkLst>
        </pc:graphicFrameChg>
      </pc:sldChg>
      <pc:sldChg chg="modSp add replId">
        <pc:chgData name="Mr. Sumit Sharma" userId="S::sumitsharma.cse@niet.co.in::0287a0e3-d7f5-4815-a5d5-4670a436bb9e" providerId="AD" clId="Web-{3F243914-9A1E-DCF7-7E5F-3AE966E6FA10}" dt="2023-09-04T10:37:19.099" v="163" actId="20577"/>
        <pc:sldMkLst>
          <pc:docMk/>
          <pc:sldMk cId="1147002948" sldId="1602"/>
        </pc:sldMkLst>
        <pc:spChg chg="mod">
          <ac:chgData name="Mr. Sumit Sharma" userId="S::sumitsharma.cse@niet.co.in::0287a0e3-d7f5-4815-a5d5-4670a436bb9e" providerId="AD" clId="Web-{3F243914-9A1E-DCF7-7E5F-3AE966E6FA10}" dt="2023-09-04T10:35:37.159" v="50" actId="20577"/>
          <ac:spMkLst>
            <pc:docMk/>
            <pc:sldMk cId="1147002948" sldId="1602"/>
            <ac:spMk id="7" creationId="{00000000-0000-0000-0000-000000000000}"/>
          </ac:spMkLst>
        </pc:spChg>
        <pc:graphicFrameChg chg="modGraphic">
          <ac:chgData name="Mr. Sumit Sharma" userId="S::sumitsharma.cse@niet.co.in::0287a0e3-d7f5-4815-a5d5-4670a436bb9e" providerId="AD" clId="Web-{3F243914-9A1E-DCF7-7E5F-3AE966E6FA10}" dt="2023-09-04T10:37:19.099" v="163" actId="20577"/>
          <ac:graphicFrameMkLst>
            <pc:docMk/>
            <pc:sldMk cId="1147002948" sldId="1602"/>
            <ac:graphicFrameMk id="28" creationId="{7911BCD3-FD89-BC16-4A6F-1F614AC172FE}"/>
          </ac:graphicFrameMkLst>
        </pc:graphicFrameChg>
      </pc:sldChg>
      <pc:sldChg chg="addSp delSp modSp add del replId">
        <pc:chgData name="Mr. Sumit Sharma" userId="S::sumitsharma.cse@niet.co.in::0287a0e3-d7f5-4815-a5d5-4670a436bb9e" providerId="AD" clId="Web-{3F243914-9A1E-DCF7-7E5F-3AE966E6FA10}" dt="2023-09-04T11:06:26.097" v="422"/>
        <pc:sldMkLst>
          <pc:docMk/>
          <pc:sldMk cId="2762524818" sldId="1603"/>
        </pc:sldMkLst>
        <pc:spChg chg="mod">
          <ac:chgData name="Mr. Sumit Sharma" userId="S::sumitsharma.cse@niet.co.in::0287a0e3-d7f5-4815-a5d5-4670a436bb9e" providerId="AD" clId="Web-{3F243914-9A1E-DCF7-7E5F-3AE966E6FA10}" dt="2023-09-04T11:05:33.752" v="382" actId="20577"/>
          <ac:spMkLst>
            <pc:docMk/>
            <pc:sldMk cId="2762524818" sldId="1603"/>
            <ac:spMk id="7" creationId="{00000000-0000-0000-0000-000000000000}"/>
          </ac:spMkLst>
        </pc:spChg>
        <pc:spChg chg="add del mod">
          <ac:chgData name="Mr. Sumit Sharma" userId="S::sumitsharma.cse@niet.co.in::0287a0e3-d7f5-4815-a5d5-4670a436bb9e" providerId="AD" clId="Web-{3F243914-9A1E-DCF7-7E5F-3AE966E6FA10}" dt="2023-09-04T10:55:49.581" v="296"/>
          <ac:spMkLst>
            <pc:docMk/>
            <pc:sldMk cId="2762524818" sldId="1603"/>
            <ac:spMk id="179" creationId="{C44FB3B7-FC67-29DA-A43F-DEDD35CF5D15}"/>
          </ac:spMkLst>
        </pc:spChg>
        <pc:spChg chg="add del mod">
          <ac:chgData name="Mr. Sumit Sharma" userId="S::sumitsharma.cse@niet.co.in::0287a0e3-d7f5-4815-a5d5-4670a436bb9e" providerId="AD" clId="Web-{3F243914-9A1E-DCF7-7E5F-3AE966E6FA10}" dt="2023-09-04T10:56:07.222" v="299"/>
          <ac:spMkLst>
            <pc:docMk/>
            <pc:sldMk cId="2762524818" sldId="1603"/>
            <ac:spMk id="180" creationId="{5AD8ACCE-1A42-2294-321B-0ABD38C4F0FE}"/>
          </ac:spMkLst>
        </pc:spChg>
        <pc:spChg chg="add mod">
          <ac:chgData name="Mr. Sumit Sharma" userId="S::sumitsharma.cse@niet.co.in::0287a0e3-d7f5-4815-a5d5-4670a436bb9e" providerId="AD" clId="Web-{3F243914-9A1E-DCF7-7E5F-3AE966E6FA10}" dt="2023-09-04T11:05:15.267" v="378" actId="20577"/>
          <ac:spMkLst>
            <pc:docMk/>
            <pc:sldMk cId="2762524818" sldId="1603"/>
            <ac:spMk id="182" creationId="{FDC1A734-1528-FC7A-7C7C-B49C8922968A}"/>
          </ac:spMkLst>
        </pc:spChg>
        <pc:graphicFrameChg chg="del mod modGraphic">
          <ac:chgData name="Mr. Sumit Sharma" userId="S::sumitsharma.cse@niet.co.in::0287a0e3-d7f5-4815-a5d5-4670a436bb9e" providerId="AD" clId="Web-{3F243914-9A1E-DCF7-7E5F-3AE966E6FA10}" dt="2023-09-04T10:55:44.784" v="295"/>
          <ac:graphicFrameMkLst>
            <pc:docMk/>
            <pc:sldMk cId="2762524818" sldId="1603"/>
            <ac:graphicFrameMk id="11" creationId="{42CF0600-DCB4-95C4-BDCE-24FB1F21F471}"/>
          </ac:graphicFrameMkLst>
        </pc:graphicFrameChg>
      </pc:sldChg>
      <pc:sldChg chg="modSp add del replId">
        <pc:chgData name="Mr. Sumit Sharma" userId="S::sumitsharma.cse@niet.co.in::0287a0e3-d7f5-4815-a5d5-4670a436bb9e" providerId="AD" clId="Web-{3F243914-9A1E-DCF7-7E5F-3AE966E6FA10}" dt="2023-09-04T11:06:28.269" v="423"/>
        <pc:sldMkLst>
          <pc:docMk/>
          <pc:sldMk cId="770435180" sldId="1604"/>
        </pc:sldMkLst>
        <pc:spChg chg="mod">
          <ac:chgData name="Mr. Sumit Sharma" userId="S::sumitsharma.cse@niet.co.in::0287a0e3-d7f5-4815-a5d5-4670a436bb9e" providerId="AD" clId="Web-{3F243914-9A1E-DCF7-7E5F-3AE966E6FA10}" dt="2023-09-04T11:04:17.812" v="372" actId="20577"/>
          <ac:spMkLst>
            <pc:docMk/>
            <pc:sldMk cId="770435180" sldId="1604"/>
            <ac:spMk id="7" creationId="{00000000-0000-0000-0000-000000000000}"/>
          </ac:spMkLst>
        </pc:spChg>
        <pc:spChg chg="mod">
          <ac:chgData name="Mr. Sumit Sharma" userId="S::sumitsharma.cse@niet.co.in::0287a0e3-d7f5-4815-a5d5-4670a436bb9e" providerId="AD" clId="Web-{3F243914-9A1E-DCF7-7E5F-3AE966E6FA10}" dt="2023-09-04T11:05:05.516" v="376" actId="20577"/>
          <ac:spMkLst>
            <pc:docMk/>
            <pc:sldMk cId="770435180" sldId="1604"/>
            <ac:spMk id="182" creationId="{FDC1A734-1528-FC7A-7C7C-B49C8922968A}"/>
          </ac:spMkLst>
        </pc:spChg>
      </pc:sldChg>
      <pc:sldChg chg="modSp add replId">
        <pc:chgData name="Mr. Sumit Sharma" userId="S::sumitsharma.cse@niet.co.in::0287a0e3-d7f5-4815-a5d5-4670a436bb9e" providerId="AD" clId="Web-{3F243914-9A1E-DCF7-7E5F-3AE966E6FA10}" dt="2023-09-04T11:07:52.739" v="453" actId="20577"/>
        <pc:sldMkLst>
          <pc:docMk/>
          <pc:sldMk cId="3501026821" sldId="1605"/>
        </pc:sldMkLst>
        <pc:spChg chg="mod">
          <ac:chgData name="Mr. Sumit Sharma" userId="S::sumitsharma.cse@niet.co.in::0287a0e3-d7f5-4815-a5d5-4670a436bb9e" providerId="AD" clId="Web-{3F243914-9A1E-DCF7-7E5F-3AE966E6FA10}" dt="2023-09-04T11:07:16.489" v="450" actId="20577"/>
          <ac:spMkLst>
            <pc:docMk/>
            <pc:sldMk cId="3501026821" sldId="1605"/>
            <ac:spMk id="7" creationId="{00000000-0000-0000-0000-000000000000}"/>
          </ac:spMkLst>
        </pc:spChg>
        <pc:spChg chg="mod">
          <ac:chgData name="Mr. Sumit Sharma" userId="S::sumitsharma.cse@niet.co.in::0287a0e3-d7f5-4815-a5d5-4670a436bb9e" providerId="AD" clId="Web-{3F243914-9A1E-DCF7-7E5F-3AE966E6FA10}" dt="2023-09-04T11:07:52.739" v="453" actId="20577"/>
          <ac:spMkLst>
            <pc:docMk/>
            <pc:sldMk cId="3501026821" sldId="1605"/>
            <ac:spMk id="182" creationId="{FDC1A734-1528-FC7A-7C7C-B49C8922968A}"/>
          </ac:spMkLst>
        </pc:spChg>
      </pc:sldChg>
    </pc:docChg>
  </pc:docChgLst>
  <pc:docChgLst>
    <pc:chgData name="Mr. Sumit Sharma" userId="S::sumitsharma.cse@niet.co.in::0287a0e3-d7f5-4815-a5d5-4670a436bb9e" providerId="AD" clId="Web-{DF2D1929-F79C-41FA-B4AC-6567ADE46609}"/>
    <pc:docChg chg="addSld modSld">
      <pc:chgData name="Mr. Sumit Sharma" userId="S::sumitsharma.cse@niet.co.in::0287a0e3-d7f5-4815-a5d5-4670a436bb9e" providerId="AD" clId="Web-{DF2D1929-F79C-41FA-B4AC-6567ADE46609}" dt="2023-10-08T14:35:32.043" v="251" actId="20577"/>
      <pc:docMkLst>
        <pc:docMk/>
      </pc:docMkLst>
      <pc:sldChg chg="modSp">
        <pc:chgData name="Mr. Sumit Sharma" userId="S::sumitsharma.cse@niet.co.in::0287a0e3-d7f5-4815-a5d5-4670a436bb9e" providerId="AD" clId="Web-{DF2D1929-F79C-41FA-B4AC-6567ADE46609}" dt="2023-10-08T14:34:02.369" v="233" actId="20577"/>
        <pc:sldMkLst>
          <pc:docMk/>
          <pc:sldMk cId="2751998733" sldId="1606"/>
        </pc:sldMkLst>
        <pc:spChg chg="mod">
          <ac:chgData name="Mr. Sumit Sharma" userId="S::sumitsharma.cse@niet.co.in::0287a0e3-d7f5-4815-a5d5-4670a436bb9e" providerId="AD" clId="Web-{DF2D1929-F79C-41FA-B4AC-6567ADE46609}" dt="2023-10-08T14:34:02.369" v="233" actId="20577"/>
          <ac:spMkLst>
            <pc:docMk/>
            <pc:sldMk cId="2751998733" sldId="1606"/>
            <ac:spMk id="7" creationId="{00000000-0000-0000-0000-000000000000}"/>
          </ac:spMkLst>
        </pc:spChg>
      </pc:sldChg>
      <pc:sldChg chg="modSp">
        <pc:chgData name="Mr. Sumit Sharma" userId="S::sumitsharma.cse@niet.co.in::0287a0e3-d7f5-4815-a5d5-4670a436bb9e" providerId="AD" clId="Web-{DF2D1929-F79C-41FA-B4AC-6567ADE46609}" dt="2023-10-08T14:34:08.228" v="234" actId="20577"/>
        <pc:sldMkLst>
          <pc:docMk/>
          <pc:sldMk cId="3918951085" sldId="1607"/>
        </pc:sldMkLst>
        <pc:spChg chg="mod">
          <ac:chgData name="Mr. Sumit Sharma" userId="S::sumitsharma.cse@niet.co.in::0287a0e3-d7f5-4815-a5d5-4670a436bb9e" providerId="AD" clId="Web-{DF2D1929-F79C-41FA-B4AC-6567ADE46609}" dt="2023-10-08T14:34:08.228" v="234" actId="20577"/>
          <ac:spMkLst>
            <pc:docMk/>
            <pc:sldMk cId="3918951085" sldId="1607"/>
            <ac:spMk id="7" creationId="{00000000-0000-0000-0000-000000000000}"/>
          </ac:spMkLst>
        </pc:spChg>
        <pc:spChg chg="mod">
          <ac:chgData name="Mr. Sumit Sharma" userId="S::sumitsharma.cse@niet.co.in::0287a0e3-d7f5-4815-a5d5-4670a436bb9e" providerId="AD" clId="Web-{DF2D1929-F79C-41FA-B4AC-6567ADE46609}" dt="2023-10-08T14:23:56.333" v="103" actId="20577"/>
          <ac:spMkLst>
            <pc:docMk/>
            <pc:sldMk cId="3918951085" sldId="1607"/>
            <ac:spMk id="182" creationId="{FDC1A734-1528-FC7A-7C7C-B49C8922968A}"/>
          </ac:spMkLst>
        </pc:spChg>
      </pc:sldChg>
      <pc:sldChg chg="modSp">
        <pc:chgData name="Mr. Sumit Sharma" userId="S::sumitsharma.cse@niet.co.in::0287a0e3-d7f5-4815-a5d5-4670a436bb9e" providerId="AD" clId="Web-{DF2D1929-F79C-41FA-B4AC-6567ADE46609}" dt="2023-10-08T14:34:13.510" v="235" actId="20577"/>
        <pc:sldMkLst>
          <pc:docMk/>
          <pc:sldMk cId="1151873637" sldId="1609"/>
        </pc:sldMkLst>
        <pc:spChg chg="mod">
          <ac:chgData name="Mr. Sumit Sharma" userId="S::sumitsharma.cse@niet.co.in::0287a0e3-d7f5-4815-a5d5-4670a436bb9e" providerId="AD" clId="Web-{DF2D1929-F79C-41FA-B4AC-6567ADE46609}" dt="2023-10-08T14:34:13.510" v="235" actId="20577"/>
          <ac:spMkLst>
            <pc:docMk/>
            <pc:sldMk cId="1151873637" sldId="1609"/>
            <ac:spMk id="7" creationId="{00000000-0000-0000-0000-000000000000}"/>
          </ac:spMkLst>
        </pc:spChg>
        <pc:spChg chg="mod">
          <ac:chgData name="Mr. Sumit Sharma" userId="S::sumitsharma.cse@niet.co.in::0287a0e3-d7f5-4815-a5d5-4670a436bb9e" providerId="AD" clId="Web-{DF2D1929-F79C-41FA-B4AC-6567ADE46609}" dt="2023-10-08T14:20:34.249" v="62" actId="20577"/>
          <ac:spMkLst>
            <pc:docMk/>
            <pc:sldMk cId="1151873637" sldId="1609"/>
            <ac:spMk id="182" creationId="{FDC1A734-1528-FC7A-7C7C-B49C8922968A}"/>
          </ac:spMkLst>
        </pc:spChg>
      </pc:sldChg>
      <pc:sldChg chg="modSp add replId">
        <pc:chgData name="Mr. Sumit Sharma" userId="S::sumitsharma.cse@niet.co.in::0287a0e3-d7f5-4815-a5d5-4670a436bb9e" providerId="AD" clId="Web-{DF2D1929-F79C-41FA-B4AC-6567ADE46609}" dt="2023-10-08T14:34:19.275" v="237" actId="20577"/>
        <pc:sldMkLst>
          <pc:docMk/>
          <pc:sldMk cId="2635927417" sldId="1610"/>
        </pc:sldMkLst>
        <pc:spChg chg="mod">
          <ac:chgData name="Mr. Sumit Sharma" userId="S::sumitsharma.cse@niet.co.in::0287a0e3-d7f5-4815-a5d5-4670a436bb9e" providerId="AD" clId="Web-{DF2D1929-F79C-41FA-B4AC-6567ADE46609}" dt="2023-10-08T14:34:19.275" v="237" actId="20577"/>
          <ac:spMkLst>
            <pc:docMk/>
            <pc:sldMk cId="2635927417" sldId="1610"/>
            <ac:spMk id="7" creationId="{00000000-0000-0000-0000-000000000000}"/>
          </ac:spMkLst>
        </pc:spChg>
        <pc:spChg chg="mod">
          <ac:chgData name="Mr. Sumit Sharma" userId="S::sumitsharma.cse@niet.co.in::0287a0e3-d7f5-4815-a5d5-4670a436bb9e" providerId="AD" clId="Web-{DF2D1929-F79C-41FA-B4AC-6567ADE46609}" dt="2023-10-08T14:21:39.001" v="81" actId="20577"/>
          <ac:spMkLst>
            <pc:docMk/>
            <pc:sldMk cId="2635927417" sldId="1610"/>
            <ac:spMk id="182" creationId="{FDC1A734-1528-FC7A-7C7C-B49C8922968A}"/>
          </ac:spMkLst>
        </pc:spChg>
      </pc:sldChg>
      <pc:sldChg chg="modSp add replId">
        <pc:chgData name="Mr. Sumit Sharma" userId="S::sumitsharma.cse@niet.co.in::0287a0e3-d7f5-4815-a5d5-4670a436bb9e" providerId="AD" clId="Web-{DF2D1929-F79C-41FA-B4AC-6567ADE46609}" dt="2023-10-08T14:18:41.183" v="33" actId="20577"/>
        <pc:sldMkLst>
          <pc:docMk/>
          <pc:sldMk cId="4019433931" sldId="1611"/>
        </pc:sldMkLst>
        <pc:spChg chg="mod">
          <ac:chgData name="Mr. Sumit Sharma" userId="S::sumitsharma.cse@niet.co.in::0287a0e3-d7f5-4815-a5d5-4670a436bb9e" providerId="AD" clId="Web-{DF2D1929-F79C-41FA-B4AC-6567ADE46609}" dt="2023-10-08T14:18:07.291" v="28" actId="20577"/>
          <ac:spMkLst>
            <pc:docMk/>
            <pc:sldMk cId="4019433931" sldId="1611"/>
            <ac:spMk id="7" creationId="{00000000-0000-0000-0000-000000000000}"/>
          </ac:spMkLst>
        </pc:spChg>
        <pc:graphicFrameChg chg="modGraphic">
          <ac:chgData name="Mr. Sumit Sharma" userId="S::sumitsharma.cse@niet.co.in::0287a0e3-d7f5-4815-a5d5-4670a436bb9e" providerId="AD" clId="Web-{DF2D1929-F79C-41FA-B4AC-6567ADE46609}" dt="2023-10-08T14:18:41.183" v="33" actId="20577"/>
          <ac:graphicFrameMkLst>
            <pc:docMk/>
            <pc:sldMk cId="4019433931" sldId="1611"/>
            <ac:graphicFrameMk id="189" creationId="{EAEE85EF-0E78-BC41-6940-948F160FCB8D}"/>
          </ac:graphicFrameMkLst>
        </pc:graphicFrameChg>
      </pc:sldChg>
      <pc:sldChg chg="modSp add replId">
        <pc:chgData name="Mr. Sumit Sharma" userId="S::sumitsharma.cse@niet.co.in::0287a0e3-d7f5-4815-a5d5-4670a436bb9e" providerId="AD" clId="Web-{DF2D1929-F79C-41FA-B4AC-6567ADE46609}" dt="2023-10-08T14:34:22.447" v="239" actId="20577"/>
        <pc:sldMkLst>
          <pc:docMk/>
          <pc:sldMk cId="3577719269" sldId="1612"/>
        </pc:sldMkLst>
        <pc:spChg chg="mod">
          <ac:chgData name="Mr. Sumit Sharma" userId="S::sumitsharma.cse@niet.co.in::0287a0e3-d7f5-4815-a5d5-4670a436bb9e" providerId="AD" clId="Web-{DF2D1929-F79C-41FA-B4AC-6567ADE46609}" dt="2023-10-08T14:34:22.447" v="239" actId="20577"/>
          <ac:spMkLst>
            <pc:docMk/>
            <pc:sldMk cId="3577719269" sldId="1612"/>
            <ac:spMk id="7" creationId="{00000000-0000-0000-0000-000000000000}"/>
          </ac:spMkLst>
        </pc:spChg>
        <pc:spChg chg="mod">
          <ac:chgData name="Mr. Sumit Sharma" userId="S::sumitsharma.cse@niet.co.in::0287a0e3-d7f5-4815-a5d5-4670a436bb9e" providerId="AD" clId="Web-{DF2D1929-F79C-41FA-B4AC-6567ADE46609}" dt="2023-10-08T14:24:02.865" v="104" actId="20577"/>
          <ac:spMkLst>
            <pc:docMk/>
            <pc:sldMk cId="3577719269" sldId="1612"/>
            <ac:spMk id="182" creationId="{FDC1A734-1528-FC7A-7C7C-B49C8922968A}"/>
          </ac:spMkLst>
        </pc:spChg>
      </pc:sldChg>
      <pc:sldChg chg="addSp delSp modSp add replId">
        <pc:chgData name="Mr. Sumit Sharma" userId="S::sumitsharma.cse@niet.co.in::0287a0e3-d7f5-4815-a5d5-4670a436bb9e" providerId="AD" clId="Web-{DF2D1929-F79C-41FA-B4AC-6567ADE46609}" dt="2023-10-08T14:29:36.063" v="167" actId="20577"/>
        <pc:sldMkLst>
          <pc:docMk/>
          <pc:sldMk cId="2100361432" sldId="1613"/>
        </pc:sldMkLst>
        <pc:spChg chg="mod">
          <ac:chgData name="Mr. Sumit Sharma" userId="S::sumitsharma.cse@niet.co.in::0287a0e3-d7f5-4815-a5d5-4670a436bb9e" providerId="AD" clId="Web-{DF2D1929-F79C-41FA-B4AC-6567ADE46609}" dt="2023-10-08T14:25:17.664" v="115"/>
          <ac:spMkLst>
            <pc:docMk/>
            <pc:sldMk cId="2100361432" sldId="1613"/>
            <ac:spMk id="6" creationId="{00000000-0000-0000-0000-000000000000}"/>
          </ac:spMkLst>
        </pc:spChg>
        <pc:spChg chg="mod">
          <ac:chgData name="Mr. Sumit Sharma" userId="S::sumitsharma.cse@niet.co.in::0287a0e3-d7f5-4815-a5d5-4670a436bb9e" providerId="AD" clId="Web-{DF2D1929-F79C-41FA-B4AC-6567ADE46609}" dt="2023-10-08T14:29:36.063" v="167" actId="20577"/>
          <ac:spMkLst>
            <pc:docMk/>
            <pc:sldMk cId="2100361432" sldId="1613"/>
            <ac:spMk id="7" creationId="{00000000-0000-0000-0000-000000000000}"/>
          </ac:spMkLst>
        </pc:spChg>
        <pc:spChg chg="add del">
          <ac:chgData name="Mr. Sumit Sharma" userId="S::sumitsharma.cse@niet.co.in::0287a0e3-d7f5-4815-a5d5-4670a436bb9e" providerId="AD" clId="Web-{DF2D1929-F79C-41FA-B4AC-6567ADE46609}" dt="2023-10-08T14:25:17.664" v="115"/>
          <ac:spMkLst>
            <pc:docMk/>
            <pc:sldMk cId="2100361432" sldId="1613"/>
            <ac:spMk id="185" creationId="{53B021B3-DE93-4AB7-8A18-CF5F1CED88B8}"/>
          </ac:spMkLst>
        </pc:spChg>
        <pc:spChg chg="add del">
          <ac:chgData name="Mr. Sumit Sharma" userId="S::sumitsharma.cse@niet.co.in::0287a0e3-d7f5-4815-a5d5-4670a436bb9e" providerId="AD" clId="Web-{DF2D1929-F79C-41FA-B4AC-6567ADE46609}" dt="2023-10-08T14:25:17.664" v="115"/>
          <ac:spMkLst>
            <pc:docMk/>
            <pc:sldMk cId="2100361432" sldId="1613"/>
            <ac:spMk id="186" creationId="{52D502E5-F6B4-4D58-B4AE-FC466FF15EE8}"/>
          </ac:spMkLst>
        </pc:spChg>
        <pc:spChg chg="add del">
          <ac:chgData name="Mr. Sumit Sharma" userId="S::sumitsharma.cse@niet.co.in::0287a0e3-d7f5-4815-a5d5-4670a436bb9e" providerId="AD" clId="Web-{DF2D1929-F79C-41FA-B4AC-6567ADE46609}" dt="2023-10-08T14:25:17.664" v="115"/>
          <ac:spMkLst>
            <pc:docMk/>
            <pc:sldMk cId="2100361432" sldId="1613"/>
            <ac:spMk id="187" creationId="{9DECDBF4-02B6-4BB4-B65B-B8107AD6A9E8}"/>
          </ac:spMkLst>
        </pc:spChg>
        <pc:spChg chg="add del">
          <ac:chgData name="Mr. Sumit Sharma" userId="S::sumitsharma.cse@niet.co.in::0287a0e3-d7f5-4815-a5d5-4670a436bb9e" providerId="AD" clId="Web-{DF2D1929-F79C-41FA-B4AC-6567ADE46609}" dt="2023-10-08T14:25:17.648" v="114"/>
          <ac:spMkLst>
            <pc:docMk/>
            <pc:sldMk cId="2100361432" sldId="1613"/>
            <ac:spMk id="194" creationId="{AE2B703B-46F9-481A-A605-82E2A828C4FA}"/>
          </ac:spMkLst>
        </pc:spChg>
        <pc:spChg chg="add del">
          <ac:chgData name="Mr. Sumit Sharma" userId="S::sumitsharma.cse@niet.co.in::0287a0e3-d7f5-4815-a5d5-4670a436bb9e" providerId="AD" clId="Web-{DF2D1929-F79C-41FA-B4AC-6567ADE46609}" dt="2023-10-08T14:25:17.648" v="114"/>
          <ac:spMkLst>
            <pc:docMk/>
            <pc:sldMk cId="2100361432" sldId="1613"/>
            <ac:spMk id="196" creationId="{F13BE4D7-0C3D-4906-B230-A1C5B4665CCF}"/>
          </ac:spMkLst>
        </pc:spChg>
        <pc:spChg chg="add">
          <ac:chgData name="Mr. Sumit Sharma" userId="S::sumitsharma.cse@niet.co.in::0287a0e3-d7f5-4815-a5d5-4670a436bb9e" providerId="AD" clId="Web-{DF2D1929-F79C-41FA-B4AC-6567ADE46609}" dt="2023-10-08T14:25:17.664" v="115"/>
          <ac:spMkLst>
            <pc:docMk/>
            <pc:sldMk cId="2100361432" sldId="1613"/>
            <ac:spMk id="198" creationId="{6C4028FD-8BAA-4A19-BFDE-594D991B7552}"/>
          </ac:spMkLst>
        </pc:spChg>
        <pc:graphicFrameChg chg="mod modGraphic">
          <ac:chgData name="Mr. Sumit Sharma" userId="S::sumitsharma.cse@niet.co.in::0287a0e3-d7f5-4815-a5d5-4670a436bb9e" providerId="AD" clId="Web-{DF2D1929-F79C-41FA-B4AC-6567ADE46609}" dt="2023-10-08T14:25:17.664" v="115"/>
          <ac:graphicFrameMkLst>
            <pc:docMk/>
            <pc:sldMk cId="2100361432" sldId="1613"/>
            <ac:graphicFrameMk id="189" creationId="{EAEE85EF-0E78-BC41-6940-948F160FCB8D}"/>
          </ac:graphicFrameMkLst>
        </pc:graphicFrameChg>
      </pc:sldChg>
      <pc:sldChg chg="modSp add replId">
        <pc:chgData name="Mr. Sumit Sharma" userId="S::sumitsharma.cse@niet.co.in::0287a0e3-d7f5-4815-a5d5-4670a436bb9e" providerId="AD" clId="Web-{DF2D1929-F79C-41FA-B4AC-6567ADE46609}" dt="2023-10-08T14:34:32.401" v="241" actId="20577"/>
        <pc:sldMkLst>
          <pc:docMk/>
          <pc:sldMk cId="195056096" sldId="1614"/>
        </pc:sldMkLst>
        <pc:spChg chg="mod">
          <ac:chgData name="Mr. Sumit Sharma" userId="S::sumitsharma.cse@niet.co.in::0287a0e3-d7f5-4815-a5d5-4670a436bb9e" providerId="AD" clId="Web-{DF2D1929-F79C-41FA-B4AC-6567ADE46609}" dt="2023-10-08T14:34:32.401" v="241" actId="20577"/>
          <ac:spMkLst>
            <pc:docMk/>
            <pc:sldMk cId="195056096" sldId="1614"/>
            <ac:spMk id="7" creationId="{00000000-0000-0000-0000-000000000000}"/>
          </ac:spMkLst>
        </pc:spChg>
        <pc:spChg chg="mod">
          <ac:chgData name="Mr. Sumit Sharma" userId="S::sumitsharma.cse@niet.co.in::0287a0e3-d7f5-4815-a5d5-4670a436bb9e" providerId="AD" clId="Web-{DF2D1929-F79C-41FA-B4AC-6567ADE46609}" dt="2023-10-08T14:28:26.514" v="166" actId="20577"/>
          <ac:spMkLst>
            <pc:docMk/>
            <pc:sldMk cId="195056096" sldId="1614"/>
            <ac:spMk id="182" creationId="{FDC1A734-1528-FC7A-7C7C-B49C8922968A}"/>
          </ac:spMkLst>
        </pc:spChg>
      </pc:sldChg>
      <pc:sldChg chg="modSp add replId">
        <pc:chgData name="Mr. Sumit Sharma" userId="S::sumitsharma.cse@niet.co.in::0287a0e3-d7f5-4815-a5d5-4670a436bb9e" providerId="AD" clId="Web-{DF2D1929-F79C-41FA-B4AC-6567ADE46609}" dt="2023-10-08T14:34:28.494" v="240" actId="20577"/>
        <pc:sldMkLst>
          <pc:docMk/>
          <pc:sldMk cId="1627464842" sldId="1615"/>
        </pc:sldMkLst>
        <pc:spChg chg="mod">
          <ac:chgData name="Mr. Sumit Sharma" userId="S::sumitsharma.cse@niet.co.in::0287a0e3-d7f5-4815-a5d5-4670a436bb9e" providerId="AD" clId="Web-{DF2D1929-F79C-41FA-B4AC-6567ADE46609}" dt="2023-10-08T14:34:28.494" v="240" actId="20577"/>
          <ac:spMkLst>
            <pc:docMk/>
            <pc:sldMk cId="1627464842" sldId="1615"/>
            <ac:spMk id="7" creationId="{00000000-0000-0000-0000-000000000000}"/>
          </ac:spMkLst>
        </pc:spChg>
        <pc:spChg chg="mod">
          <ac:chgData name="Mr. Sumit Sharma" userId="S::sumitsharma.cse@niet.co.in::0287a0e3-d7f5-4815-a5d5-4670a436bb9e" providerId="AD" clId="Web-{DF2D1929-F79C-41FA-B4AC-6567ADE46609}" dt="2023-10-08T14:27:36.419" v="156" actId="20577"/>
          <ac:spMkLst>
            <pc:docMk/>
            <pc:sldMk cId="1627464842" sldId="1615"/>
            <ac:spMk id="182" creationId="{FDC1A734-1528-FC7A-7C7C-B49C8922968A}"/>
          </ac:spMkLst>
        </pc:spChg>
      </pc:sldChg>
      <pc:sldChg chg="modSp add replId">
        <pc:chgData name="Mr. Sumit Sharma" userId="S::sumitsharma.cse@niet.co.in::0287a0e3-d7f5-4815-a5d5-4670a436bb9e" providerId="AD" clId="Web-{DF2D1929-F79C-41FA-B4AC-6567ADE46609}" dt="2023-10-08T14:32:16.146" v="202" actId="20577"/>
        <pc:sldMkLst>
          <pc:docMk/>
          <pc:sldMk cId="3595061563" sldId="1616"/>
        </pc:sldMkLst>
        <pc:spChg chg="mod">
          <ac:chgData name="Mr. Sumit Sharma" userId="S::sumitsharma.cse@niet.co.in::0287a0e3-d7f5-4815-a5d5-4670a436bb9e" providerId="AD" clId="Web-{DF2D1929-F79C-41FA-B4AC-6567ADE46609}" dt="2023-10-08T14:29:55.517" v="171" actId="20577"/>
          <ac:spMkLst>
            <pc:docMk/>
            <pc:sldMk cId="3595061563" sldId="1616"/>
            <ac:spMk id="7" creationId="{00000000-0000-0000-0000-000000000000}"/>
          </ac:spMkLst>
        </pc:spChg>
        <pc:graphicFrameChg chg="modGraphic">
          <ac:chgData name="Mr. Sumit Sharma" userId="S::sumitsharma.cse@niet.co.in::0287a0e3-d7f5-4815-a5d5-4670a436bb9e" providerId="AD" clId="Web-{DF2D1929-F79C-41FA-B4AC-6567ADE46609}" dt="2023-10-08T14:32:16.146" v="202" actId="20577"/>
          <ac:graphicFrameMkLst>
            <pc:docMk/>
            <pc:sldMk cId="3595061563" sldId="1616"/>
            <ac:graphicFrameMk id="189" creationId="{EAEE85EF-0E78-BC41-6940-948F160FCB8D}"/>
          </ac:graphicFrameMkLst>
        </pc:graphicFrameChg>
      </pc:sldChg>
      <pc:sldChg chg="modSp add replId">
        <pc:chgData name="Mr. Sumit Sharma" userId="S::sumitsharma.cse@niet.co.in::0287a0e3-d7f5-4815-a5d5-4670a436bb9e" providerId="AD" clId="Web-{DF2D1929-F79C-41FA-B4AC-6567ADE46609}" dt="2023-10-08T14:35:32.043" v="251" actId="20577"/>
        <pc:sldMkLst>
          <pc:docMk/>
          <pc:sldMk cId="3794232503" sldId="1617"/>
        </pc:sldMkLst>
        <pc:spChg chg="mod">
          <ac:chgData name="Mr. Sumit Sharma" userId="S::sumitsharma.cse@niet.co.in::0287a0e3-d7f5-4815-a5d5-4670a436bb9e" providerId="AD" clId="Web-{DF2D1929-F79C-41FA-B4AC-6567ADE46609}" dt="2023-10-08T14:34:51.058" v="243" actId="20577"/>
          <ac:spMkLst>
            <pc:docMk/>
            <pc:sldMk cId="3794232503" sldId="1617"/>
            <ac:spMk id="7" creationId="{00000000-0000-0000-0000-000000000000}"/>
          </ac:spMkLst>
        </pc:spChg>
        <pc:spChg chg="mod">
          <ac:chgData name="Mr. Sumit Sharma" userId="S::sumitsharma.cse@niet.co.in::0287a0e3-d7f5-4815-a5d5-4670a436bb9e" providerId="AD" clId="Web-{DF2D1929-F79C-41FA-B4AC-6567ADE46609}" dt="2023-10-08T14:35:32.043" v="251" actId="20577"/>
          <ac:spMkLst>
            <pc:docMk/>
            <pc:sldMk cId="3794232503" sldId="1617"/>
            <ac:spMk id="182" creationId="{FDC1A734-1528-FC7A-7C7C-B49C8922968A}"/>
          </ac:spMkLst>
        </pc:spChg>
      </pc:sldChg>
    </pc:docChg>
  </pc:docChgLst>
  <pc:docChgLst>
    <pc:chgData name="Mr. Sumit Sharma" userId="S::sumitsharma.cse@niet.co.in::0287a0e3-d7f5-4815-a5d5-4670a436bb9e" providerId="AD" clId="Web-{B7806D42-A0CB-9980-92C3-76DCDFFD9970}"/>
    <pc:docChg chg="addSld modSld">
      <pc:chgData name="Mr. Sumit Sharma" userId="S::sumitsharma.cse@niet.co.in::0287a0e3-d7f5-4815-a5d5-4670a436bb9e" providerId="AD" clId="Web-{B7806D42-A0CB-9980-92C3-76DCDFFD9970}" dt="2023-09-11T04:39:49.757" v="114" actId="20577"/>
      <pc:docMkLst>
        <pc:docMk/>
      </pc:docMkLst>
      <pc:sldChg chg="modSp add replId">
        <pc:chgData name="Mr. Sumit Sharma" userId="S::sumitsharma.cse@niet.co.in::0287a0e3-d7f5-4815-a5d5-4670a436bb9e" providerId="AD" clId="Web-{B7806D42-A0CB-9980-92C3-76DCDFFD9970}" dt="2023-09-11T04:34:21.420" v="26" actId="14100"/>
        <pc:sldMkLst>
          <pc:docMk/>
          <pc:sldMk cId="612255534" sldId="1617"/>
        </pc:sldMkLst>
        <pc:spChg chg="mod">
          <ac:chgData name="Mr. Sumit Sharma" userId="S::sumitsharma.cse@niet.co.in::0287a0e3-d7f5-4815-a5d5-4670a436bb9e" providerId="AD" clId="Web-{B7806D42-A0CB-9980-92C3-76DCDFFD9970}" dt="2023-09-11T04:31:59.245" v="6" actId="20577"/>
          <ac:spMkLst>
            <pc:docMk/>
            <pc:sldMk cId="612255534" sldId="1617"/>
            <ac:spMk id="7" creationId="{00000000-0000-0000-0000-000000000000}"/>
          </ac:spMkLst>
        </pc:spChg>
        <pc:spChg chg="mod">
          <ac:chgData name="Mr. Sumit Sharma" userId="S::sumitsharma.cse@niet.co.in::0287a0e3-d7f5-4815-a5d5-4670a436bb9e" providerId="AD" clId="Web-{B7806D42-A0CB-9980-92C3-76DCDFFD9970}" dt="2023-09-11T04:34:21.420" v="26" actId="14100"/>
          <ac:spMkLst>
            <pc:docMk/>
            <pc:sldMk cId="612255534" sldId="1617"/>
            <ac:spMk id="182" creationId="{FDC1A734-1528-FC7A-7C7C-B49C8922968A}"/>
          </ac:spMkLst>
        </pc:spChg>
      </pc:sldChg>
      <pc:sldChg chg="modSp add replId">
        <pc:chgData name="Mr. Sumit Sharma" userId="S::sumitsharma.cse@niet.co.in::0287a0e3-d7f5-4815-a5d5-4670a436bb9e" providerId="AD" clId="Web-{B7806D42-A0CB-9980-92C3-76DCDFFD9970}" dt="2023-09-11T04:36:59.190" v="68" actId="20577"/>
        <pc:sldMkLst>
          <pc:docMk/>
          <pc:sldMk cId="4093949934" sldId="1618"/>
        </pc:sldMkLst>
        <pc:spChg chg="mod">
          <ac:chgData name="Mr. Sumit Sharma" userId="S::sumitsharma.cse@niet.co.in::0287a0e3-d7f5-4815-a5d5-4670a436bb9e" providerId="AD" clId="Web-{B7806D42-A0CB-9980-92C3-76DCDFFD9970}" dt="2023-09-11T04:34:47.577" v="41" actId="20577"/>
          <ac:spMkLst>
            <pc:docMk/>
            <pc:sldMk cId="4093949934" sldId="1618"/>
            <ac:spMk id="7" creationId="{00000000-0000-0000-0000-000000000000}"/>
          </ac:spMkLst>
        </pc:spChg>
        <pc:spChg chg="mod">
          <ac:chgData name="Mr. Sumit Sharma" userId="S::sumitsharma.cse@niet.co.in::0287a0e3-d7f5-4815-a5d5-4670a436bb9e" providerId="AD" clId="Web-{B7806D42-A0CB-9980-92C3-76DCDFFD9970}" dt="2023-09-11T04:36:59.190" v="68" actId="20577"/>
          <ac:spMkLst>
            <pc:docMk/>
            <pc:sldMk cId="4093949934" sldId="1618"/>
            <ac:spMk id="182" creationId="{FDC1A734-1528-FC7A-7C7C-B49C8922968A}"/>
          </ac:spMkLst>
        </pc:spChg>
      </pc:sldChg>
      <pc:sldChg chg="modSp add replId">
        <pc:chgData name="Mr. Sumit Sharma" userId="S::sumitsharma.cse@niet.co.in::0287a0e3-d7f5-4815-a5d5-4670a436bb9e" providerId="AD" clId="Web-{B7806D42-A0CB-9980-92C3-76DCDFFD9970}" dt="2023-09-11T04:39:49.757" v="114" actId="20577"/>
        <pc:sldMkLst>
          <pc:docMk/>
          <pc:sldMk cId="1339190433" sldId="1619"/>
        </pc:sldMkLst>
        <pc:spChg chg="mod">
          <ac:chgData name="Mr. Sumit Sharma" userId="S::sumitsharma.cse@niet.co.in::0287a0e3-d7f5-4815-a5d5-4670a436bb9e" providerId="AD" clId="Web-{B7806D42-A0CB-9980-92C3-76DCDFFD9970}" dt="2023-09-11T04:37:23.191" v="79" actId="20577"/>
          <ac:spMkLst>
            <pc:docMk/>
            <pc:sldMk cId="1339190433" sldId="1619"/>
            <ac:spMk id="7" creationId="{00000000-0000-0000-0000-000000000000}"/>
          </ac:spMkLst>
        </pc:spChg>
        <pc:spChg chg="mod">
          <ac:chgData name="Mr. Sumit Sharma" userId="S::sumitsharma.cse@niet.co.in::0287a0e3-d7f5-4815-a5d5-4670a436bb9e" providerId="AD" clId="Web-{B7806D42-A0CB-9980-92C3-76DCDFFD9970}" dt="2023-09-11T04:39:49.757" v="114" actId="20577"/>
          <ac:spMkLst>
            <pc:docMk/>
            <pc:sldMk cId="1339190433" sldId="1619"/>
            <ac:spMk id="182" creationId="{FDC1A734-1528-FC7A-7C7C-B49C8922968A}"/>
          </ac:spMkLst>
        </pc:spChg>
      </pc:sldChg>
    </pc:docChg>
  </pc:docChgLst>
  <pc:docChgLst>
    <pc:chgData name="Mr. Sumit Sharma" userId="S::sumitsharma.cse@niet.co.in::0287a0e3-d7f5-4815-a5d5-4670a436bb9e" providerId="AD" clId="Web-{C3C58A7B-486C-1DDA-F148-07AB932DA0EE}"/>
    <pc:docChg chg="modSld">
      <pc:chgData name="Mr. Sumit Sharma" userId="S::sumitsharma.cse@niet.co.in::0287a0e3-d7f5-4815-a5d5-4670a436bb9e" providerId="AD" clId="Web-{C3C58A7B-486C-1DDA-F148-07AB932DA0EE}" dt="2023-09-11T04:44:03.628" v="1" actId="20577"/>
      <pc:docMkLst>
        <pc:docMk/>
      </pc:docMkLst>
      <pc:sldChg chg="modSp">
        <pc:chgData name="Mr. Sumit Sharma" userId="S::sumitsharma.cse@niet.co.in::0287a0e3-d7f5-4815-a5d5-4670a436bb9e" providerId="AD" clId="Web-{C3C58A7B-486C-1DDA-F148-07AB932DA0EE}" dt="2023-09-11T04:44:03.628" v="1" actId="20577"/>
        <pc:sldMkLst>
          <pc:docMk/>
          <pc:sldMk cId="612255534" sldId="1617"/>
        </pc:sldMkLst>
        <pc:spChg chg="mod">
          <ac:chgData name="Mr. Sumit Sharma" userId="S::sumitsharma.cse@niet.co.in::0287a0e3-d7f5-4815-a5d5-4670a436bb9e" providerId="AD" clId="Web-{C3C58A7B-486C-1DDA-F148-07AB932DA0EE}" dt="2023-09-11T04:44:03.628" v="1" actId="20577"/>
          <ac:spMkLst>
            <pc:docMk/>
            <pc:sldMk cId="612255534" sldId="1617"/>
            <ac:spMk id="182" creationId="{FDC1A734-1528-FC7A-7C7C-B49C8922968A}"/>
          </ac:spMkLst>
        </pc:spChg>
      </pc:sldChg>
    </pc:docChg>
  </pc:docChgLst>
  <pc:docChgLst>
    <pc:chgData name="Mr. Sumit Sharma" userId="S::sumitsharma.cse@niet.co.in::0287a0e3-d7f5-4815-a5d5-4670a436bb9e" providerId="AD" clId="Web-{6281522C-7E6F-529C-2A1E-8D8EB592BDE8}"/>
    <pc:docChg chg="addSld modSld">
      <pc:chgData name="Mr. Sumit Sharma" userId="S::sumitsharma.cse@niet.co.in::0287a0e3-d7f5-4815-a5d5-4670a436bb9e" providerId="AD" clId="Web-{6281522C-7E6F-529C-2A1E-8D8EB592BDE8}" dt="2023-10-04T04:22:01.711" v="15" actId="20577"/>
      <pc:docMkLst>
        <pc:docMk/>
      </pc:docMkLst>
      <pc:sldChg chg="modSp add replId">
        <pc:chgData name="Mr. Sumit Sharma" userId="S::sumitsharma.cse@niet.co.in::0287a0e3-d7f5-4815-a5d5-4670a436bb9e" providerId="AD" clId="Web-{6281522C-7E6F-529C-2A1E-8D8EB592BDE8}" dt="2023-10-04T04:22:01.711" v="15" actId="20577"/>
        <pc:sldMkLst>
          <pc:docMk/>
          <pc:sldMk cId="3918951085" sldId="1607"/>
        </pc:sldMkLst>
        <pc:spChg chg="mod">
          <ac:chgData name="Mr. Sumit Sharma" userId="S::sumitsharma.cse@niet.co.in::0287a0e3-d7f5-4815-a5d5-4670a436bb9e" providerId="AD" clId="Web-{6281522C-7E6F-529C-2A1E-8D8EB592BDE8}" dt="2023-10-04T04:22:01.711" v="15" actId="20577"/>
          <ac:spMkLst>
            <pc:docMk/>
            <pc:sldMk cId="3918951085" sldId="1607"/>
            <ac:spMk id="182" creationId="{FDC1A734-1528-FC7A-7C7C-B49C8922968A}"/>
          </ac:spMkLst>
        </pc:spChg>
      </pc:sldChg>
    </pc:docChg>
  </pc:docChgLst>
  <pc:docChgLst>
    <pc:chgData name="Mr. Sumit Sharma" userId="S::sumitsharma.cse@niet.co.in::0287a0e3-d7f5-4815-a5d5-4670a436bb9e" providerId="AD" clId="Web-{314DF113-DEFA-5200-AC94-CE3AF55FB404}"/>
    <pc:docChg chg="addSld delSld modSld">
      <pc:chgData name="Mr. Sumit Sharma" userId="S::sumitsharma.cse@niet.co.in::0287a0e3-d7f5-4815-a5d5-4670a436bb9e" providerId="AD" clId="Web-{314DF113-DEFA-5200-AC94-CE3AF55FB404}" dt="2023-08-22T08:41:01.435" v="128" actId="20577"/>
      <pc:docMkLst>
        <pc:docMk/>
      </pc:docMkLst>
      <pc:sldChg chg="add del replId">
        <pc:chgData name="Mr. Sumit Sharma" userId="S::sumitsharma.cse@niet.co.in::0287a0e3-d7f5-4815-a5d5-4670a436bb9e" providerId="AD" clId="Web-{314DF113-DEFA-5200-AC94-CE3AF55FB404}" dt="2023-08-22T08:23:19.355" v="1"/>
        <pc:sldMkLst>
          <pc:docMk/>
          <pc:sldMk cId="1043857570" sldId="1573"/>
        </pc:sldMkLst>
      </pc:sldChg>
      <pc:sldChg chg="addSp delSp modSp add mod replId setBg">
        <pc:chgData name="Mr. Sumit Sharma" userId="S::sumitsharma.cse@niet.co.in::0287a0e3-d7f5-4815-a5d5-4670a436bb9e" providerId="AD" clId="Web-{314DF113-DEFA-5200-AC94-CE3AF55FB404}" dt="2023-08-22T08:28:42.984" v="17"/>
        <pc:sldMkLst>
          <pc:docMk/>
          <pc:sldMk cId="3804570781" sldId="1573"/>
        </pc:sldMkLst>
        <pc:spChg chg="del mod">
          <ac:chgData name="Mr. Sumit Sharma" userId="S::sumitsharma.cse@niet.co.in::0287a0e3-d7f5-4815-a5d5-4670a436bb9e" providerId="AD" clId="Web-{314DF113-DEFA-5200-AC94-CE3AF55FB404}" dt="2023-08-22T08:24:00.873" v="5"/>
          <ac:spMkLst>
            <pc:docMk/>
            <pc:sldMk cId="3804570781" sldId="1573"/>
            <ac:spMk id="3" creationId="{F8CC24E1-E4CB-4555-AAFE-79673E88E287}"/>
          </ac:spMkLst>
        </pc:spChg>
        <pc:spChg chg="add del mod">
          <ac:chgData name="Mr. Sumit Sharma" userId="S::sumitsharma.cse@niet.co.in::0287a0e3-d7f5-4815-a5d5-4670a436bb9e" providerId="AD" clId="Web-{314DF113-DEFA-5200-AC94-CE3AF55FB404}" dt="2023-08-22T08:24:04.326" v="6"/>
          <ac:spMkLst>
            <pc:docMk/>
            <pc:sldMk cId="3804570781" sldId="1573"/>
            <ac:spMk id="4" creationId="{67A4EE95-7FFF-817A-2184-CFA928FD9B94}"/>
          </ac:spMkLst>
        </pc:spChg>
        <pc:spChg chg="mod ord">
          <ac:chgData name="Mr. Sumit Sharma" userId="S::sumitsharma.cse@niet.co.in::0287a0e3-d7f5-4815-a5d5-4670a436bb9e" providerId="AD" clId="Web-{314DF113-DEFA-5200-AC94-CE3AF55FB404}" dt="2023-08-22T08:28:42.984" v="17"/>
          <ac:spMkLst>
            <pc:docMk/>
            <pc:sldMk cId="3804570781" sldId="1573"/>
            <ac:spMk id="6" creationId="{00000000-0000-0000-0000-000000000000}"/>
          </ac:spMkLst>
        </pc:spChg>
        <pc:spChg chg="mod">
          <ac:chgData name="Mr. Sumit Sharma" userId="S::sumitsharma.cse@niet.co.in::0287a0e3-d7f5-4815-a5d5-4670a436bb9e" providerId="AD" clId="Web-{314DF113-DEFA-5200-AC94-CE3AF55FB404}" dt="2023-08-22T08:28:42.984" v="17"/>
          <ac:spMkLst>
            <pc:docMk/>
            <pc:sldMk cId="3804570781" sldId="1573"/>
            <ac:spMk id="7" creationId="{00000000-0000-0000-0000-000000000000}"/>
          </ac:spMkLst>
        </pc:spChg>
        <pc:spChg chg="add del">
          <ac:chgData name="Mr. Sumit Sharma" userId="S::sumitsharma.cse@niet.co.in::0287a0e3-d7f5-4815-a5d5-4670a436bb9e" providerId="AD" clId="Web-{314DF113-DEFA-5200-AC94-CE3AF55FB404}" dt="2023-08-22T08:28:42.984" v="17"/>
          <ac:spMkLst>
            <pc:docMk/>
            <pc:sldMk cId="3804570781" sldId="1573"/>
            <ac:spMk id="14" creationId="{D4771268-CB57-404A-9271-370EB28F6090}"/>
          </ac:spMkLst>
        </pc:spChg>
        <pc:picChg chg="add del mod">
          <ac:chgData name="Mr. Sumit Sharma" userId="S::sumitsharma.cse@niet.co.in::0287a0e3-d7f5-4815-a5d5-4670a436bb9e" providerId="AD" clId="Web-{314DF113-DEFA-5200-AC94-CE3AF55FB404}" dt="2023-08-22T08:28:19.076" v="11"/>
          <ac:picMkLst>
            <pc:docMk/>
            <pc:sldMk cId="3804570781" sldId="1573"/>
            <ac:picMk id="5" creationId="{9C2A6876-F7A5-ED42-4351-77A94C100ED5}"/>
          </ac:picMkLst>
        </pc:picChg>
        <pc:picChg chg="add mod">
          <ac:chgData name="Mr. Sumit Sharma" userId="S::sumitsharma.cse@niet.co.in::0287a0e3-d7f5-4815-a5d5-4670a436bb9e" providerId="AD" clId="Web-{314DF113-DEFA-5200-AC94-CE3AF55FB404}" dt="2023-08-22T08:28:42.984" v="17"/>
          <ac:picMkLst>
            <pc:docMk/>
            <pc:sldMk cId="3804570781" sldId="1573"/>
            <ac:picMk id="8" creationId="{E063B63B-70B4-5648-4113-6C82E71B9278}"/>
          </ac:picMkLst>
        </pc:picChg>
        <pc:picChg chg="ord">
          <ac:chgData name="Mr. Sumit Sharma" userId="S::sumitsharma.cse@niet.co.in::0287a0e3-d7f5-4815-a5d5-4670a436bb9e" providerId="AD" clId="Web-{314DF113-DEFA-5200-AC94-CE3AF55FB404}" dt="2023-08-22T08:28:42.984" v="17"/>
          <ac:picMkLst>
            <pc:docMk/>
            <pc:sldMk cId="3804570781" sldId="1573"/>
            <ac:picMk id="9" creationId="{C927257E-084A-415B-BF9B-22EABE25ABE7}"/>
          </ac:picMkLst>
        </pc:picChg>
      </pc:sldChg>
      <pc:sldChg chg="modSp add replId">
        <pc:chgData name="Mr. Sumit Sharma" userId="S::sumitsharma.cse@niet.co.in::0287a0e3-d7f5-4815-a5d5-4670a436bb9e" providerId="AD" clId="Web-{314DF113-DEFA-5200-AC94-CE3AF55FB404}" dt="2023-08-22T08:30:07.083" v="31" actId="20577"/>
        <pc:sldMkLst>
          <pc:docMk/>
          <pc:sldMk cId="3739601138" sldId="1574"/>
        </pc:sldMkLst>
        <pc:spChg chg="mod">
          <ac:chgData name="Mr. Sumit Sharma" userId="S::sumitsharma.cse@niet.co.in::0287a0e3-d7f5-4815-a5d5-4670a436bb9e" providerId="AD" clId="Web-{314DF113-DEFA-5200-AC94-CE3AF55FB404}" dt="2023-08-22T08:30:07.083" v="31" actId="20577"/>
          <ac:spMkLst>
            <pc:docMk/>
            <pc:sldMk cId="3739601138" sldId="1574"/>
            <ac:spMk id="3" creationId="{F8CC24E1-E4CB-4555-AAFE-79673E88E287}"/>
          </ac:spMkLst>
        </pc:spChg>
        <pc:spChg chg="mod">
          <ac:chgData name="Mr. Sumit Sharma" userId="S::sumitsharma.cse@niet.co.in::0287a0e3-d7f5-4815-a5d5-4670a436bb9e" providerId="AD" clId="Web-{314DF113-DEFA-5200-AC94-CE3AF55FB404}" dt="2023-08-22T08:29:56.538" v="29" actId="20577"/>
          <ac:spMkLst>
            <pc:docMk/>
            <pc:sldMk cId="3739601138" sldId="1574"/>
            <ac:spMk id="7" creationId="{00000000-0000-0000-0000-000000000000}"/>
          </ac:spMkLst>
        </pc:spChg>
      </pc:sldChg>
      <pc:sldChg chg="modSp add replId">
        <pc:chgData name="Mr. Sumit Sharma" userId="S::sumitsharma.cse@niet.co.in::0287a0e3-d7f5-4815-a5d5-4670a436bb9e" providerId="AD" clId="Web-{314DF113-DEFA-5200-AC94-CE3AF55FB404}" dt="2023-08-22T08:31:09.274" v="52" actId="20577"/>
        <pc:sldMkLst>
          <pc:docMk/>
          <pc:sldMk cId="2718036721" sldId="1575"/>
        </pc:sldMkLst>
        <pc:spChg chg="mod">
          <ac:chgData name="Mr. Sumit Sharma" userId="S::sumitsharma.cse@niet.co.in::0287a0e3-d7f5-4815-a5d5-4670a436bb9e" providerId="AD" clId="Web-{314DF113-DEFA-5200-AC94-CE3AF55FB404}" dt="2023-08-22T08:31:09.274" v="52" actId="20577"/>
          <ac:spMkLst>
            <pc:docMk/>
            <pc:sldMk cId="2718036721" sldId="1575"/>
            <ac:spMk id="3" creationId="{F8CC24E1-E4CB-4555-AAFE-79673E88E287}"/>
          </ac:spMkLst>
        </pc:spChg>
        <pc:spChg chg="mod">
          <ac:chgData name="Mr. Sumit Sharma" userId="S::sumitsharma.cse@niet.co.in::0287a0e3-d7f5-4815-a5d5-4670a436bb9e" providerId="AD" clId="Web-{314DF113-DEFA-5200-AC94-CE3AF55FB404}" dt="2023-08-22T08:30:57.851" v="51" actId="20577"/>
          <ac:spMkLst>
            <pc:docMk/>
            <pc:sldMk cId="2718036721" sldId="1575"/>
            <ac:spMk id="7" creationId="{00000000-0000-0000-0000-000000000000}"/>
          </ac:spMkLst>
        </pc:spChg>
      </pc:sldChg>
      <pc:sldChg chg="addSp delSp modSp add replId">
        <pc:chgData name="Mr. Sumit Sharma" userId="S::sumitsharma.cse@niet.co.in::0287a0e3-d7f5-4815-a5d5-4670a436bb9e" providerId="AD" clId="Web-{314DF113-DEFA-5200-AC94-CE3AF55FB404}" dt="2023-08-22T08:35:53.228" v="64"/>
        <pc:sldMkLst>
          <pc:docMk/>
          <pc:sldMk cId="3848627097" sldId="1576"/>
        </pc:sldMkLst>
        <pc:spChg chg="mod">
          <ac:chgData name="Mr. Sumit Sharma" userId="S::sumitsharma.cse@niet.co.in::0287a0e3-d7f5-4815-a5d5-4670a436bb9e" providerId="AD" clId="Web-{314DF113-DEFA-5200-AC94-CE3AF55FB404}" dt="2023-08-22T08:35:53.228" v="64"/>
          <ac:spMkLst>
            <pc:docMk/>
            <pc:sldMk cId="3848627097" sldId="1576"/>
            <ac:spMk id="3" creationId="{F8CC24E1-E4CB-4555-AAFE-79673E88E287}"/>
          </ac:spMkLst>
        </pc:spChg>
        <pc:spChg chg="mod">
          <ac:chgData name="Mr. Sumit Sharma" userId="S::sumitsharma.cse@niet.co.in::0287a0e3-d7f5-4815-a5d5-4670a436bb9e" providerId="AD" clId="Web-{314DF113-DEFA-5200-AC94-CE3AF55FB404}" dt="2023-08-22T08:35:53.228" v="64"/>
          <ac:spMkLst>
            <pc:docMk/>
            <pc:sldMk cId="3848627097" sldId="1576"/>
            <ac:spMk id="7" creationId="{00000000-0000-0000-0000-000000000000}"/>
          </ac:spMkLst>
        </pc:spChg>
        <pc:spChg chg="add del">
          <ac:chgData name="Mr. Sumit Sharma" userId="S::sumitsharma.cse@niet.co.in::0287a0e3-d7f5-4815-a5d5-4670a436bb9e" providerId="AD" clId="Web-{314DF113-DEFA-5200-AC94-CE3AF55FB404}" dt="2023-08-22T08:35:53.228" v="64"/>
          <ac:spMkLst>
            <pc:docMk/>
            <pc:sldMk cId="3848627097" sldId="1576"/>
            <ac:spMk id="54" creationId="{907EF6B7-1338-4443-8C46-6A318D952DFD}"/>
          </ac:spMkLst>
        </pc:spChg>
        <pc:spChg chg="add del">
          <ac:chgData name="Mr. Sumit Sharma" userId="S::sumitsharma.cse@niet.co.in::0287a0e3-d7f5-4815-a5d5-4670a436bb9e" providerId="AD" clId="Web-{314DF113-DEFA-5200-AC94-CE3AF55FB404}" dt="2023-08-22T08:35:53.228" v="64"/>
          <ac:spMkLst>
            <pc:docMk/>
            <pc:sldMk cId="3848627097" sldId="1576"/>
            <ac:spMk id="56" creationId="{DAAE4CDD-124C-4DCF-9584-B6033B545DD5}"/>
          </ac:spMkLst>
        </pc:spChg>
        <pc:spChg chg="add del">
          <ac:chgData name="Mr. Sumit Sharma" userId="S::sumitsharma.cse@niet.co.in::0287a0e3-d7f5-4815-a5d5-4670a436bb9e" providerId="AD" clId="Web-{314DF113-DEFA-5200-AC94-CE3AF55FB404}" dt="2023-08-22T08:35:53.228" v="64"/>
          <ac:spMkLst>
            <pc:docMk/>
            <pc:sldMk cId="3848627097" sldId="1576"/>
            <ac:spMk id="58" creationId="{081E4A58-353D-44AE-B2FC-2A74E2E400F7}"/>
          </ac:spMkLst>
        </pc:spChg>
        <pc:spChg chg="add del">
          <ac:chgData name="Mr. Sumit Sharma" userId="S::sumitsharma.cse@niet.co.in::0287a0e3-d7f5-4815-a5d5-4670a436bb9e" providerId="AD" clId="Web-{314DF113-DEFA-5200-AC94-CE3AF55FB404}" dt="2023-08-22T08:35:53.228" v="64"/>
          <ac:spMkLst>
            <pc:docMk/>
            <pc:sldMk cId="3848627097" sldId="1576"/>
            <ac:spMk id="63" creationId="{907EF6B7-1338-4443-8C46-6A318D952DFD}"/>
          </ac:spMkLst>
        </pc:spChg>
        <pc:spChg chg="add del">
          <ac:chgData name="Mr. Sumit Sharma" userId="S::sumitsharma.cse@niet.co.in::0287a0e3-d7f5-4815-a5d5-4670a436bb9e" providerId="AD" clId="Web-{314DF113-DEFA-5200-AC94-CE3AF55FB404}" dt="2023-08-22T08:35:53.228" v="64"/>
          <ac:spMkLst>
            <pc:docMk/>
            <pc:sldMk cId="3848627097" sldId="1576"/>
            <ac:spMk id="65" creationId="{DAAE4CDD-124C-4DCF-9584-B6033B545DD5}"/>
          </ac:spMkLst>
        </pc:spChg>
        <pc:spChg chg="add del">
          <ac:chgData name="Mr. Sumit Sharma" userId="S::sumitsharma.cse@niet.co.in::0287a0e3-d7f5-4815-a5d5-4670a436bb9e" providerId="AD" clId="Web-{314DF113-DEFA-5200-AC94-CE3AF55FB404}" dt="2023-08-22T08:35:53.228" v="64"/>
          <ac:spMkLst>
            <pc:docMk/>
            <pc:sldMk cId="3848627097" sldId="1576"/>
            <ac:spMk id="67" creationId="{081E4A58-353D-44AE-B2FC-2A74E2E400F7}"/>
          </ac:spMkLst>
        </pc:spChg>
      </pc:sldChg>
      <pc:sldChg chg="modSp add replId">
        <pc:chgData name="Mr. Sumit Sharma" userId="S::sumitsharma.cse@niet.co.in::0287a0e3-d7f5-4815-a5d5-4670a436bb9e" providerId="AD" clId="Web-{314DF113-DEFA-5200-AC94-CE3AF55FB404}" dt="2023-08-22T08:36:24.808" v="70" actId="20577"/>
        <pc:sldMkLst>
          <pc:docMk/>
          <pc:sldMk cId="1492801541" sldId="1577"/>
        </pc:sldMkLst>
        <pc:spChg chg="mod">
          <ac:chgData name="Mr. Sumit Sharma" userId="S::sumitsharma.cse@niet.co.in::0287a0e3-d7f5-4815-a5d5-4670a436bb9e" providerId="AD" clId="Web-{314DF113-DEFA-5200-AC94-CE3AF55FB404}" dt="2023-08-22T08:36:24.808" v="70" actId="20577"/>
          <ac:spMkLst>
            <pc:docMk/>
            <pc:sldMk cId="1492801541" sldId="1577"/>
            <ac:spMk id="3" creationId="{F8CC24E1-E4CB-4555-AAFE-79673E88E287}"/>
          </ac:spMkLst>
        </pc:spChg>
        <pc:spChg chg="mod">
          <ac:chgData name="Mr. Sumit Sharma" userId="S::sumitsharma.cse@niet.co.in::0287a0e3-d7f5-4815-a5d5-4670a436bb9e" providerId="AD" clId="Web-{314DF113-DEFA-5200-AC94-CE3AF55FB404}" dt="2023-08-22T08:36:17.558" v="69" actId="20577"/>
          <ac:spMkLst>
            <pc:docMk/>
            <pc:sldMk cId="1492801541" sldId="1577"/>
            <ac:spMk id="7" creationId="{00000000-0000-0000-0000-000000000000}"/>
          </ac:spMkLst>
        </pc:spChg>
      </pc:sldChg>
      <pc:sldChg chg="modSp add replId">
        <pc:chgData name="Mr. Sumit Sharma" userId="S::sumitsharma.cse@niet.co.in::0287a0e3-d7f5-4815-a5d5-4670a436bb9e" providerId="AD" clId="Web-{314DF113-DEFA-5200-AC94-CE3AF55FB404}" dt="2023-08-22T08:37:23.625" v="81" actId="20577"/>
        <pc:sldMkLst>
          <pc:docMk/>
          <pc:sldMk cId="3238797891" sldId="1578"/>
        </pc:sldMkLst>
        <pc:spChg chg="mod">
          <ac:chgData name="Mr. Sumit Sharma" userId="S::sumitsharma.cse@niet.co.in::0287a0e3-d7f5-4815-a5d5-4670a436bb9e" providerId="AD" clId="Web-{314DF113-DEFA-5200-AC94-CE3AF55FB404}" dt="2023-08-22T08:37:23.625" v="81" actId="20577"/>
          <ac:spMkLst>
            <pc:docMk/>
            <pc:sldMk cId="3238797891" sldId="1578"/>
            <ac:spMk id="3" creationId="{F8CC24E1-E4CB-4555-AAFE-79673E88E287}"/>
          </ac:spMkLst>
        </pc:spChg>
        <pc:spChg chg="mod">
          <ac:chgData name="Mr. Sumit Sharma" userId="S::sumitsharma.cse@niet.co.in::0287a0e3-d7f5-4815-a5d5-4670a436bb9e" providerId="AD" clId="Web-{314DF113-DEFA-5200-AC94-CE3AF55FB404}" dt="2023-08-22T08:37:15.765" v="79" actId="20577"/>
          <ac:spMkLst>
            <pc:docMk/>
            <pc:sldMk cId="3238797891" sldId="1578"/>
            <ac:spMk id="7" creationId="{00000000-0000-0000-0000-000000000000}"/>
          </ac:spMkLst>
        </pc:spChg>
        <pc:spChg chg="mod">
          <ac:chgData name="Mr. Sumit Sharma" userId="S::sumitsharma.cse@niet.co.in::0287a0e3-d7f5-4815-a5d5-4670a436bb9e" providerId="AD" clId="Web-{314DF113-DEFA-5200-AC94-CE3AF55FB404}" dt="2023-08-22T08:37:10.733" v="78" actId="20577"/>
          <ac:spMkLst>
            <pc:docMk/>
            <pc:sldMk cId="3238797891" sldId="1578"/>
            <ac:spMk id="54" creationId="{907EF6B7-1338-4443-8C46-6A318D952DFD}"/>
          </ac:spMkLst>
        </pc:spChg>
      </pc:sldChg>
      <pc:sldChg chg="modSp add replId">
        <pc:chgData name="Mr. Sumit Sharma" userId="S::sumitsharma.cse@niet.co.in::0287a0e3-d7f5-4815-a5d5-4670a436bb9e" providerId="AD" clId="Web-{314DF113-DEFA-5200-AC94-CE3AF55FB404}" dt="2023-08-22T08:38:11.659" v="91" actId="20577"/>
        <pc:sldMkLst>
          <pc:docMk/>
          <pc:sldMk cId="1196681734" sldId="1579"/>
        </pc:sldMkLst>
        <pc:spChg chg="mod">
          <ac:chgData name="Mr. Sumit Sharma" userId="S::sumitsharma.cse@niet.co.in::0287a0e3-d7f5-4815-a5d5-4670a436bb9e" providerId="AD" clId="Web-{314DF113-DEFA-5200-AC94-CE3AF55FB404}" dt="2023-08-22T08:38:05.299" v="89" actId="20577"/>
          <ac:spMkLst>
            <pc:docMk/>
            <pc:sldMk cId="1196681734" sldId="1579"/>
            <ac:spMk id="3" creationId="{F8CC24E1-E4CB-4555-AAFE-79673E88E287}"/>
          </ac:spMkLst>
        </pc:spChg>
        <pc:spChg chg="mod">
          <ac:chgData name="Mr. Sumit Sharma" userId="S::sumitsharma.cse@niet.co.in::0287a0e3-d7f5-4815-a5d5-4670a436bb9e" providerId="AD" clId="Web-{314DF113-DEFA-5200-AC94-CE3AF55FB404}" dt="2023-08-22T08:38:11.659" v="91" actId="20577"/>
          <ac:spMkLst>
            <pc:docMk/>
            <pc:sldMk cId="1196681734" sldId="1579"/>
            <ac:spMk id="7" creationId="{00000000-0000-0000-0000-000000000000}"/>
          </ac:spMkLst>
        </pc:spChg>
      </pc:sldChg>
      <pc:sldChg chg="modSp add replId">
        <pc:chgData name="Mr. Sumit Sharma" userId="S::sumitsharma.cse@niet.co.in::0287a0e3-d7f5-4815-a5d5-4670a436bb9e" providerId="AD" clId="Web-{314DF113-DEFA-5200-AC94-CE3AF55FB404}" dt="2023-08-22T08:39:56.102" v="109" actId="20577"/>
        <pc:sldMkLst>
          <pc:docMk/>
          <pc:sldMk cId="1080364002" sldId="1580"/>
        </pc:sldMkLst>
        <pc:spChg chg="mod">
          <ac:chgData name="Mr. Sumit Sharma" userId="S::sumitsharma.cse@niet.co.in::0287a0e3-d7f5-4815-a5d5-4670a436bb9e" providerId="AD" clId="Web-{314DF113-DEFA-5200-AC94-CE3AF55FB404}" dt="2023-08-22T08:39:56.102" v="109" actId="20577"/>
          <ac:spMkLst>
            <pc:docMk/>
            <pc:sldMk cId="1080364002" sldId="1580"/>
            <ac:spMk id="3" creationId="{F8CC24E1-E4CB-4555-AAFE-79673E88E287}"/>
          </ac:spMkLst>
        </pc:spChg>
        <pc:spChg chg="mod">
          <ac:chgData name="Mr. Sumit Sharma" userId="S::sumitsharma.cse@niet.co.in::0287a0e3-d7f5-4815-a5d5-4670a436bb9e" providerId="AD" clId="Web-{314DF113-DEFA-5200-AC94-CE3AF55FB404}" dt="2023-08-22T08:39:43.524" v="107" actId="20577"/>
          <ac:spMkLst>
            <pc:docMk/>
            <pc:sldMk cId="1080364002" sldId="1580"/>
            <ac:spMk id="7" creationId="{00000000-0000-0000-0000-000000000000}"/>
          </ac:spMkLst>
        </pc:spChg>
      </pc:sldChg>
      <pc:sldChg chg="modSp add replId">
        <pc:chgData name="Mr. Sumit Sharma" userId="S::sumitsharma.cse@niet.co.in::0287a0e3-d7f5-4815-a5d5-4670a436bb9e" providerId="AD" clId="Web-{314DF113-DEFA-5200-AC94-CE3AF55FB404}" dt="2023-08-22T08:40:29.667" v="117" actId="20577"/>
        <pc:sldMkLst>
          <pc:docMk/>
          <pc:sldMk cId="3382127065" sldId="1581"/>
        </pc:sldMkLst>
        <pc:spChg chg="mod">
          <ac:chgData name="Mr. Sumit Sharma" userId="S::sumitsharma.cse@niet.co.in::0287a0e3-d7f5-4815-a5d5-4670a436bb9e" providerId="AD" clId="Web-{314DF113-DEFA-5200-AC94-CE3AF55FB404}" dt="2023-08-22T08:40:24.698" v="114" actId="20577"/>
          <ac:spMkLst>
            <pc:docMk/>
            <pc:sldMk cId="3382127065" sldId="1581"/>
            <ac:spMk id="3" creationId="{F8CC24E1-E4CB-4555-AAFE-79673E88E287}"/>
          </ac:spMkLst>
        </pc:spChg>
        <pc:spChg chg="mod">
          <ac:chgData name="Mr. Sumit Sharma" userId="S::sumitsharma.cse@niet.co.in::0287a0e3-d7f5-4815-a5d5-4670a436bb9e" providerId="AD" clId="Web-{314DF113-DEFA-5200-AC94-CE3AF55FB404}" dt="2023-08-22T08:40:29.667" v="117" actId="20577"/>
          <ac:spMkLst>
            <pc:docMk/>
            <pc:sldMk cId="3382127065" sldId="1581"/>
            <ac:spMk id="7" creationId="{00000000-0000-0000-0000-000000000000}"/>
          </ac:spMkLst>
        </pc:spChg>
      </pc:sldChg>
      <pc:sldChg chg="modSp add replId">
        <pc:chgData name="Mr. Sumit Sharma" userId="S::sumitsharma.cse@niet.co.in::0287a0e3-d7f5-4815-a5d5-4670a436bb9e" providerId="AD" clId="Web-{314DF113-DEFA-5200-AC94-CE3AF55FB404}" dt="2023-08-22T08:41:01.435" v="128" actId="20577"/>
        <pc:sldMkLst>
          <pc:docMk/>
          <pc:sldMk cId="240637688" sldId="1582"/>
        </pc:sldMkLst>
        <pc:spChg chg="mod">
          <ac:chgData name="Mr. Sumit Sharma" userId="S::sumitsharma.cse@niet.co.in::0287a0e3-d7f5-4815-a5d5-4670a436bb9e" providerId="AD" clId="Web-{314DF113-DEFA-5200-AC94-CE3AF55FB404}" dt="2023-08-22T08:41:01.435" v="128" actId="20577"/>
          <ac:spMkLst>
            <pc:docMk/>
            <pc:sldMk cId="240637688" sldId="1582"/>
            <ac:spMk id="3" creationId="{F8CC24E1-E4CB-4555-AAFE-79673E88E287}"/>
          </ac:spMkLst>
        </pc:spChg>
        <pc:spChg chg="mod">
          <ac:chgData name="Mr. Sumit Sharma" userId="S::sumitsharma.cse@niet.co.in::0287a0e3-d7f5-4815-a5d5-4670a436bb9e" providerId="AD" clId="Web-{314DF113-DEFA-5200-AC94-CE3AF55FB404}" dt="2023-08-22T08:40:55.075" v="127" actId="20577"/>
          <ac:spMkLst>
            <pc:docMk/>
            <pc:sldMk cId="240637688" sldId="1582"/>
            <ac:spMk id="7" creationId="{00000000-0000-0000-0000-000000000000}"/>
          </ac:spMkLst>
        </pc:spChg>
      </pc:sldChg>
    </pc:docChg>
  </pc:docChgLst>
  <pc:docChgLst>
    <pc:chgData name="Mr. Sumit Sharma" userId="S::sumitsharma.cse@niet.co.in::0287a0e3-d7f5-4815-a5d5-4670a436bb9e" providerId="AD" clId="Web-{FDC7407B-04F5-4109-83A8-4A2244EA635B}"/>
    <pc:docChg chg="addSld delSld modSld">
      <pc:chgData name="Mr. Sumit Sharma" userId="S::sumitsharma.cse@niet.co.in::0287a0e3-d7f5-4815-a5d5-4670a436bb9e" providerId="AD" clId="Web-{FDC7407B-04F5-4109-83A8-4A2244EA635B}" dt="2023-11-01T04:04:09.017" v="513"/>
      <pc:docMkLst>
        <pc:docMk/>
      </pc:docMkLst>
      <pc:sldChg chg="modSp">
        <pc:chgData name="Mr. Sumit Sharma" userId="S::sumitsharma.cse@niet.co.in::0287a0e3-d7f5-4815-a5d5-4670a436bb9e" providerId="AD" clId="Web-{FDC7407B-04F5-4109-83A8-4A2244EA635B}" dt="2023-11-01T03:52:52.280" v="242" actId="20577"/>
        <pc:sldMkLst>
          <pc:docMk/>
          <pc:sldMk cId="2717630238" sldId="281"/>
        </pc:sldMkLst>
        <pc:spChg chg="mod">
          <ac:chgData name="Mr. Sumit Sharma" userId="S::sumitsharma.cse@niet.co.in::0287a0e3-d7f5-4815-a5d5-4670a436bb9e" providerId="AD" clId="Web-{FDC7407B-04F5-4109-83A8-4A2244EA635B}" dt="2023-11-01T03:49:23.727" v="1" actId="20577"/>
          <ac:spMkLst>
            <pc:docMk/>
            <pc:sldMk cId="2717630238" sldId="281"/>
            <ac:spMk id="7" creationId="{00000000-0000-0000-0000-000000000000}"/>
          </ac:spMkLst>
        </pc:spChg>
        <pc:spChg chg="mod">
          <ac:chgData name="Mr. Sumit Sharma" userId="S::sumitsharma.cse@niet.co.in::0287a0e3-d7f5-4815-a5d5-4670a436bb9e" providerId="AD" clId="Web-{FDC7407B-04F5-4109-83A8-4A2244EA635B}" dt="2023-11-01T03:52:52.280" v="242" actId="20577"/>
          <ac:spMkLst>
            <pc:docMk/>
            <pc:sldMk cId="2717630238" sldId="281"/>
            <ac:spMk id="8" creationId="{D7F71052-C096-41E2-9234-43D568F9BDDA}"/>
          </ac:spMkLst>
        </pc:spChg>
      </pc:sldChg>
      <pc:sldChg chg="modSp">
        <pc:chgData name="Mr. Sumit Sharma" userId="S::sumitsharma.cse@niet.co.in::0287a0e3-d7f5-4815-a5d5-4670a436bb9e" providerId="AD" clId="Web-{FDC7407B-04F5-4109-83A8-4A2244EA635B}" dt="2023-11-01T03:55:51.410" v="282" actId="20577"/>
        <pc:sldMkLst>
          <pc:docMk/>
          <pc:sldMk cId="14382847" sldId="1560"/>
        </pc:sldMkLst>
        <pc:spChg chg="mod">
          <ac:chgData name="Mr. Sumit Sharma" userId="S::sumitsharma.cse@niet.co.in::0287a0e3-d7f5-4815-a5d5-4670a436bb9e" providerId="AD" clId="Web-{FDC7407B-04F5-4109-83A8-4A2244EA635B}" dt="2023-11-01T03:54:53.158" v="270" actId="20577"/>
          <ac:spMkLst>
            <pc:docMk/>
            <pc:sldMk cId="14382847" sldId="1560"/>
            <ac:spMk id="7" creationId="{00000000-0000-0000-0000-000000000000}"/>
          </ac:spMkLst>
        </pc:spChg>
        <pc:graphicFrameChg chg="modGraphic">
          <ac:chgData name="Mr. Sumit Sharma" userId="S::sumitsharma.cse@niet.co.in::0287a0e3-d7f5-4815-a5d5-4670a436bb9e" providerId="AD" clId="Web-{FDC7407B-04F5-4109-83A8-4A2244EA635B}" dt="2023-11-01T03:55:51.410" v="282" actId="20577"/>
          <ac:graphicFrameMkLst>
            <pc:docMk/>
            <pc:sldMk cId="14382847" sldId="1560"/>
            <ac:graphicFrameMk id="28" creationId="{7911BCD3-FD89-BC16-4A6F-1F614AC172FE}"/>
          </ac:graphicFrameMkLst>
        </pc:graphicFrameChg>
      </pc:sldChg>
      <pc:sldChg chg="modSp">
        <pc:chgData name="Mr. Sumit Sharma" userId="S::sumitsharma.cse@niet.co.in::0287a0e3-d7f5-4815-a5d5-4670a436bb9e" providerId="AD" clId="Web-{FDC7407B-04F5-4109-83A8-4A2244EA635B}" dt="2023-11-01T03:58:24.586" v="350" actId="20577"/>
        <pc:sldMkLst>
          <pc:docMk/>
          <pc:sldMk cId="1147002948" sldId="1602"/>
        </pc:sldMkLst>
        <pc:spChg chg="mod">
          <ac:chgData name="Mr. Sumit Sharma" userId="S::sumitsharma.cse@niet.co.in::0287a0e3-d7f5-4815-a5d5-4670a436bb9e" providerId="AD" clId="Web-{FDC7407B-04F5-4109-83A8-4A2244EA635B}" dt="2023-11-01T03:58:24.586" v="350" actId="20577"/>
          <ac:spMkLst>
            <pc:docMk/>
            <pc:sldMk cId="1147002948" sldId="1602"/>
            <ac:spMk id="7" creationId="{00000000-0000-0000-0000-000000000000}"/>
          </ac:spMkLst>
        </pc:spChg>
        <pc:graphicFrameChg chg="modGraphic">
          <ac:chgData name="Mr. Sumit Sharma" userId="S::sumitsharma.cse@niet.co.in::0287a0e3-d7f5-4815-a5d5-4670a436bb9e" providerId="AD" clId="Web-{FDC7407B-04F5-4109-83A8-4A2244EA635B}" dt="2023-11-01T03:58:19.835" v="349" actId="20577"/>
          <ac:graphicFrameMkLst>
            <pc:docMk/>
            <pc:sldMk cId="1147002948" sldId="1602"/>
            <ac:graphicFrameMk id="28" creationId="{7911BCD3-FD89-BC16-4A6F-1F614AC172FE}"/>
          </ac:graphicFrameMkLst>
        </pc:graphicFrameChg>
      </pc:sldChg>
      <pc:sldChg chg="del">
        <pc:chgData name="Mr. Sumit Sharma" userId="S::sumitsharma.cse@niet.co.in::0287a0e3-d7f5-4815-a5d5-4670a436bb9e" providerId="AD" clId="Web-{FDC7407B-04F5-4109-83A8-4A2244EA635B}" dt="2023-11-01T04:04:04.267" v="510"/>
        <pc:sldMkLst>
          <pc:docMk/>
          <pc:sldMk cId="2762524818" sldId="1603"/>
        </pc:sldMkLst>
      </pc:sldChg>
      <pc:sldChg chg="del">
        <pc:chgData name="Mr. Sumit Sharma" userId="S::sumitsharma.cse@niet.co.in::0287a0e3-d7f5-4815-a5d5-4670a436bb9e" providerId="AD" clId="Web-{FDC7407B-04F5-4109-83A8-4A2244EA635B}" dt="2023-11-01T04:04:04.282" v="511"/>
        <pc:sldMkLst>
          <pc:docMk/>
          <pc:sldMk cId="1040383172" sldId="1604"/>
        </pc:sldMkLst>
      </pc:sldChg>
      <pc:sldChg chg="modSp">
        <pc:chgData name="Mr. Sumit Sharma" userId="S::sumitsharma.cse@niet.co.in::0287a0e3-d7f5-4815-a5d5-4670a436bb9e" providerId="AD" clId="Web-{FDC7407B-04F5-4109-83A8-4A2244EA635B}" dt="2023-11-01T04:02:53.030" v="483" actId="20577"/>
        <pc:sldMkLst>
          <pc:docMk/>
          <pc:sldMk cId="2020227136" sldId="1605"/>
        </pc:sldMkLst>
        <pc:spChg chg="mod">
          <ac:chgData name="Mr. Sumit Sharma" userId="S::sumitsharma.cse@niet.co.in::0287a0e3-d7f5-4815-a5d5-4670a436bb9e" providerId="AD" clId="Web-{FDC7407B-04F5-4109-83A8-4A2244EA635B}" dt="2023-11-01T03:59:55.885" v="403" actId="20577"/>
          <ac:spMkLst>
            <pc:docMk/>
            <pc:sldMk cId="2020227136" sldId="1605"/>
            <ac:spMk id="7" creationId="{00000000-0000-0000-0000-000000000000}"/>
          </ac:spMkLst>
        </pc:spChg>
        <pc:graphicFrameChg chg="modGraphic">
          <ac:chgData name="Mr. Sumit Sharma" userId="S::sumitsharma.cse@niet.co.in::0287a0e3-d7f5-4815-a5d5-4670a436bb9e" providerId="AD" clId="Web-{FDC7407B-04F5-4109-83A8-4A2244EA635B}" dt="2023-11-01T04:02:53.030" v="483" actId="20577"/>
          <ac:graphicFrameMkLst>
            <pc:docMk/>
            <pc:sldMk cId="2020227136" sldId="1605"/>
            <ac:graphicFrameMk id="28" creationId="{7911BCD3-FD89-BC16-4A6F-1F614AC172FE}"/>
          </ac:graphicFrameMkLst>
        </pc:graphicFrameChg>
      </pc:sldChg>
      <pc:sldChg chg="del">
        <pc:chgData name="Mr. Sumit Sharma" userId="S::sumitsharma.cse@niet.co.in::0287a0e3-d7f5-4815-a5d5-4670a436bb9e" providerId="AD" clId="Web-{FDC7407B-04F5-4109-83A8-4A2244EA635B}" dt="2023-11-01T04:04:04.267" v="509"/>
        <pc:sldMkLst>
          <pc:docMk/>
          <pc:sldMk cId="2751998733" sldId="1606"/>
        </pc:sldMkLst>
      </pc:sldChg>
      <pc:sldChg chg="del">
        <pc:chgData name="Mr. Sumit Sharma" userId="S::sumitsharma.cse@niet.co.in::0287a0e3-d7f5-4815-a5d5-4670a436bb9e" providerId="AD" clId="Web-{FDC7407B-04F5-4109-83A8-4A2244EA635B}" dt="2023-11-01T04:04:04.267" v="508"/>
        <pc:sldMkLst>
          <pc:docMk/>
          <pc:sldMk cId="3918951085" sldId="1607"/>
        </pc:sldMkLst>
      </pc:sldChg>
      <pc:sldChg chg="del">
        <pc:chgData name="Mr. Sumit Sharma" userId="S::sumitsharma.cse@niet.co.in::0287a0e3-d7f5-4815-a5d5-4670a436bb9e" providerId="AD" clId="Web-{FDC7407B-04F5-4109-83A8-4A2244EA635B}" dt="2023-11-01T04:04:04.267" v="507"/>
        <pc:sldMkLst>
          <pc:docMk/>
          <pc:sldMk cId="3845583446" sldId="1608"/>
        </pc:sldMkLst>
      </pc:sldChg>
      <pc:sldChg chg="del">
        <pc:chgData name="Mr. Sumit Sharma" userId="S::sumitsharma.cse@niet.co.in::0287a0e3-d7f5-4815-a5d5-4670a436bb9e" providerId="AD" clId="Web-{FDC7407B-04F5-4109-83A8-4A2244EA635B}" dt="2023-11-01T04:04:04.251" v="506"/>
        <pc:sldMkLst>
          <pc:docMk/>
          <pc:sldMk cId="1151873637" sldId="1609"/>
        </pc:sldMkLst>
      </pc:sldChg>
      <pc:sldChg chg="del">
        <pc:chgData name="Mr. Sumit Sharma" userId="S::sumitsharma.cse@niet.co.in::0287a0e3-d7f5-4815-a5d5-4670a436bb9e" providerId="AD" clId="Web-{FDC7407B-04F5-4109-83A8-4A2244EA635B}" dt="2023-11-01T04:04:04.251" v="504"/>
        <pc:sldMkLst>
          <pc:docMk/>
          <pc:sldMk cId="2635927417" sldId="1610"/>
        </pc:sldMkLst>
      </pc:sldChg>
      <pc:sldChg chg="del">
        <pc:chgData name="Mr. Sumit Sharma" userId="S::sumitsharma.cse@niet.co.in::0287a0e3-d7f5-4815-a5d5-4670a436bb9e" providerId="AD" clId="Web-{FDC7407B-04F5-4109-83A8-4A2244EA635B}" dt="2023-11-01T04:04:04.251" v="505"/>
        <pc:sldMkLst>
          <pc:docMk/>
          <pc:sldMk cId="4019433931" sldId="1611"/>
        </pc:sldMkLst>
      </pc:sldChg>
      <pc:sldChg chg="del">
        <pc:chgData name="Mr. Sumit Sharma" userId="S::sumitsharma.cse@niet.co.in::0287a0e3-d7f5-4815-a5d5-4670a436bb9e" providerId="AD" clId="Web-{FDC7407B-04F5-4109-83A8-4A2244EA635B}" dt="2023-11-01T04:04:04.235" v="503"/>
        <pc:sldMkLst>
          <pc:docMk/>
          <pc:sldMk cId="3577719269" sldId="1612"/>
        </pc:sldMkLst>
      </pc:sldChg>
      <pc:sldChg chg="del">
        <pc:chgData name="Mr. Sumit Sharma" userId="S::sumitsharma.cse@niet.co.in::0287a0e3-d7f5-4815-a5d5-4670a436bb9e" providerId="AD" clId="Web-{FDC7407B-04F5-4109-83A8-4A2244EA635B}" dt="2023-11-01T04:04:04.235" v="502"/>
        <pc:sldMkLst>
          <pc:docMk/>
          <pc:sldMk cId="2100361432" sldId="1613"/>
        </pc:sldMkLst>
      </pc:sldChg>
      <pc:sldChg chg="del">
        <pc:chgData name="Mr. Sumit Sharma" userId="S::sumitsharma.cse@niet.co.in::0287a0e3-d7f5-4815-a5d5-4670a436bb9e" providerId="AD" clId="Web-{FDC7407B-04F5-4109-83A8-4A2244EA635B}" dt="2023-11-01T04:04:04.235" v="500"/>
        <pc:sldMkLst>
          <pc:docMk/>
          <pc:sldMk cId="195056096" sldId="1614"/>
        </pc:sldMkLst>
      </pc:sldChg>
      <pc:sldChg chg="del">
        <pc:chgData name="Mr. Sumit Sharma" userId="S::sumitsharma.cse@niet.co.in::0287a0e3-d7f5-4815-a5d5-4670a436bb9e" providerId="AD" clId="Web-{FDC7407B-04F5-4109-83A8-4A2244EA635B}" dt="2023-11-01T04:04:04.235" v="501"/>
        <pc:sldMkLst>
          <pc:docMk/>
          <pc:sldMk cId="1627464842" sldId="1615"/>
        </pc:sldMkLst>
      </pc:sldChg>
      <pc:sldChg chg="del">
        <pc:chgData name="Mr. Sumit Sharma" userId="S::sumitsharma.cse@niet.co.in::0287a0e3-d7f5-4815-a5d5-4670a436bb9e" providerId="AD" clId="Web-{FDC7407B-04F5-4109-83A8-4A2244EA635B}" dt="2023-11-01T04:04:04.235" v="499"/>
        <pc:sldMkLst>
          <pc:docMk/>
          <pc:sldMk cId="3595061563" sldId="1616"/>
        </pc:sldMkLst>
      </pc:sldChg>
      <pc:sldChg chg="del">
        <pc:chgData name="Mr. Sumit Sharma" userId="S::sumitsharma.cse@niet.co.in::0287a0e3-d7f5-4815-a5d5-4670a436bb9e" providerId="AD" clId="Web-{FDC7407B-04F5-4109-83A8-4A2244EA635B}" dt="2023-11-01T04:04:04.220" v="498"/>
        <pc:sldMkLst>
          <pc:docMk/>
          <pc:sldMk cId="3794232503" sldId="1617"/>
        </pc:sldMkLst>
      </pc:sldChg>
      <pc:sldChg chg="del">
        <pc:chgData name="Mr. Sumit Sharma" userId="S::sumitsharma.cse@niet.co.in::0287a0e3-d7f5-4815-a5d5-4670a436bb9e" providerId="AD" clId="Web-{FDC7407B-04F5-4109-83A8-4A2244EA635B}" dt="2023-11-01T04:04:04.220" v="497"/>
        <pc:sldMkLst>
          <pc:docMk/>
          <pc:sldMk cId="1181824695" sldId="1618"/>
        </pc:sldMkLst>
      </pc:sldChg>
      <pc:sldChg chg="del">
        <pc:chgData name="Mr. Sumit Sharma" userId="S::sumitsharma.cse@niet.co.in::0287a0e3-d7f5-4815-a5d5-4670a436bb9e" providerId="AD" clId="Web-{FDC7407B-04F5-4109-83A8-4A2244EA635B}" dt="2023-11-01T04:04:04.220" v="496"/>
        <pc:sldMkLst>
          <pc:docMk/>
          <pc:sldMk cId="3062228744" sldId="1619"/>
        </pc:sldMkLst>
      </pc:sldChg>
      <pc:sldChg chg="del">
        <pc:chgData name="Mr. Sumit Sharma" userId="S::sumitsharma.cse@niet.co.in::0287a0e3-d7f5-4815-a5d5-4670a436bb9e" providerId="AD" clId="Web-{FDC7407B-04F5-4109-83A8-4A2244EA635B}" dt="2023-11-01T04:04:04.204" v="495"/>
        <pc:sldMkLst>
          <pc:docMk/>
          <pc:sldMk cId="2874807112" sldId="1620"/>
        </pc:sldMkLst>
      </pc:sldChg>
      <pc:sldChg chg="del">
        <pc:chgData name="Mr. Sumit Sharma" userId="S::sumitsharma.cse@niet.co.in::0287a0e3-d7f5-4815-a5d5-4670a436bb9e" providerId="AD" clId="Web-{FDC7407B-04F5-4109-83A8-4A2244EA635B}" dt="2023-11-01T04:04:04.204" v="494"/>
        <pc:sldMkLst>
          <pc:docMk/>
          <pc:sldMk cId="845788628" sldId="1621"/>
        </pc:sldMkLst>
      </pc:sldChg>
      <pc:sldChg chg="del">
        <pc:chgData name="Mr. Sumit Sharma" userId="S::sumitsharma.cse@niet.co.in::0287a0e3-d7f5-4815-a5d5-4670a436bb9e" providerId="AD" clId="Web-{FDC7407B-04F5-4109-83A8-4A2244EA635B}" dt="2023-11-01T04:04:04.204" v="493"/>
        <pc:sldMkLst>
          <pc:docMk/>
          <pc:sldMk cId="3259819603" sldId="1622"/>
        </pc:sldMkLst>
      </pc:sldChg>
      <pc:sldChg chg="del">
        <pc:chgData name="Mr. Sumit Sharma" userId="S::sumitsharma.cse@niet.co.in::0287a0e3-d7f5-4815-a5d5-4670a436bb9e" providerId="AD" clId="Web-{FDC7407B-04F5-4109-83A8-4A2244EA635B}" dt="2023-11-01T04:04:04.189" v="492"/>
        <pc:sldMkLst>
          <pc:docMk/>
          <pc:sldMk cId="1254964747" sldId="1623"/>
        </pc:sldMkLst>
      </pc:sldChg>
      <pc:sldChg chg="del">
        <pc:chgData name="Mr. Sumit Sharma" userId="S::sumitsharma.cse@niet.co.in::0287a0e3-d7f5-4815-a5d5-4670a436bb9e" providerId="AD" clId="Web-{FDC7407B-04F5-4109-83A8-4A2244EA635B}" dt="2023-11-01T04:04:04.189" v="491"/>
        <pc:sldMkLst>
          <pc:docMk/>
          <pc:sldMk cId="1375850411" sldId="1624"/>
        </pc:sldMkLst>
      </pc:sldChg>
      <pc:sldChg chg="del">
        <pc:chgData name="Mr. Sumit Sharma" userId="S::sumitsharma.cse@niet.co.in::0287a0e3-d7f5-4815-a5d5-4670a436bb9e" providerId="AD" clId="Web-{FDC7407B-04F5-4109-83A8-4A2244EA635B}" dt="2023-11-01T04:04:04.189" v="490"/>
        <pc:sldMkLst>
          <pc:docMk/>
          <pc:sldMk cId="1260156050" sldId="1625"/>
        </pc:sldMkLst>
      </pc:sldChg>
      <pc:sldChg chg="del">
        <pc:chgData name="Mr. Sumit Sharma" userId="S::sumitsharma.cse@niet.co.in::0287a0e3-d7f5-4815-a5d5-4670a436bb9e" providerId="AD" clId="Web-{FDC7407B-04F5-4109-83A8-4A2244EA635B}" dt="2023-11-01T04:04:04.189" v="489"/>
        <pc:sldMkLst>
          <pc:docMk/>
          <pc:sldMk cId="3623729405" sldId="1626"/>
        </pc:sldMkLst>
      </pc:sldChg>
      <pc:sldChg chg="del">
        <pc:chgData name="Mr. Sumit Sharma" userId="S::sumitsharma.cse@niet.co.in::0287a0e3-d7f5-4815-a5d5-4670a436bb9e" providerId="AD" clId="Web-{FDC7407B-04F5-4109-83A8-4A2244EA635B}" dt="2023-11-01T04:04:04.173" v="488"/>
        <pc:sldMkLst>
          <pc:docMk/>
          <pc:sldMk cId="1392179109" sldId="1627"/>
        </pc:sldMkLst>
      </pc:sldChg>
      <pc:sldChg chg="del">
        <pc:chgData name="Mr. Sumit Sharma" userId="S::sumitsharma.cse@niet.co.in::0287a0e3-d7f5-4815-a5d5-4670a436bb9e" providerId="AD" clId="Web-{FDC7407B-04F5-4109-83A8-4A2244EA635B}" dt="2023-11-01T04:04:04.173" v="487"/>
        <pc:sldMkLst>
          <pc:docMk/>
          <pc:sldMk cId="1501226893" sldId="1628"/>
        </pc:sldMkLst>
      </pc:sldChg>
      <pc:sldChg chg="del">
        <pc:chgData name="Mr. Sumit Sharma" userId="S::sumitsharma.cse@niet.co.in::0287a0e3-d7f5-4815-a5d5-4670a436bb9e" providerId="AD" clId="Web-{FDC7407B-04F5-4109-83A8-4A2244EA635B}" dt="2023-11-01T04:04:08.079" v="512"/>
        <pc:sldMkLst>
          <pc:docMk/>
          <pc:sldMk cId="3943910330" sldId="1630"/>
        </pc:sldMkLst>
      </pc:sldChg>
      <pc:sldChg chg="del">
        <pc:chgData name="Mr. Sumit Sharma" userId="S::sumitsharma.cse@niet.co.in::0287a0e3-d7f5-4815-a5d5-4670a436bb9e" providerId="AD" clId="Web-{FDC7407B-04F5-4109-83A8-4A2244EA635B}" dt="2023-11-01T04:04:09.017" v="513"/>
        <pc:sldMkLst>
          <pc:docMk/>
          <pc:sldMk cId="2208778934" sldId="1631"/>
        </pc:sldMkLst>
      </pc:sldChg>
      <pc:sldChg chg="modSp add replId">
        <pc:chgData name="Mr. Sumit Sharma" userId="S::sumitsharma.cse@niet.co.in::0287a0e3-d7f5-4815-a5d5-4670a436bb9e" providerId="AD" clId="Web-{FDC7407B-04F5-4109-83A8-4A2244EA635B}" dt="2023-11-01T04:03:15.281" v="486" actId="20577"/>
        <pc:sldMkLst>
          <pc:docMk/>
          <pc:sldMk cId="410955174" sldId="1632"/>
        </pc:sldMkLst>
        <pc:graphicFrameChg chg="modGraphic">
          <ac:chgData name="Mr. Sumit Sharma" userId="S::sumitsharma.cse@niet.co.in::0287a0e3-d7f5-4815-a5d5-4670a436bb9e" providerId="AD" clId="Web-{FDC7407B-04F5-4109-83A8-4A2244EA635B}" dt="2023-11-01T04:03:15.281" v="486" actId="20577"/>
          <ac:graphicFrameMkLst>
            <pc:docMk/>
            <pc:sldMk cId="410955174" sldId="1632"/>
            <ac:graphicFrameMk id="28" creationId="{7911BCD3-FD89-BC16-4A6F-1F614AC172FE}"/>
          </ac:graphicFrameMkLst>
        </pc:graphicFrameChg>
      </pc:sldChg>
      <pc:sldChg chg="add del replId">
        <pc:chgData name="Mr. Sumit Sharma" userId="S::sumitsharma.cse@niet.co.in::0287a0e3-d7f5-4815-a5d5-4670a436bb9e" providerId="AD" clId="Web-{FDC7407B-04F5-4109-83A8-4A2244EA635B}" dt="2023-11-01T04:02:25.030" v="480"/>
        <pc:sldMkLst>
          <pc:docMk/>
          <pc:sldMk cId="1881300299" sldId="1632"/>
        </pc:sldMkLst>
      </pc:sldChg>
    </pc:docChg>
  </pc:docChgLst>
  <pc:docChgLst>
    <pc:chgData name="Mr. Sumit Sharma" userId="S::sumitsharma.cse@niet.co.in::0287a0e3-d7f5-4815-a5d5-4670a436bb9e" providerId="AD" clId="Web-{C5DDC840-B51C-4474-402C-4E90DFAF7126}"/>
    <pc:docChg chg="addSld modSld">
      <pc:chgData name="Mr. Sumit Sharma" userId="S::sumitsharma.cse@niet.co.in::0287a0e3-d7f5-4815-a5d5-4670a436bb9e" providerId="AD" clId="Web-{C5DDC840-B51C-4474-402C-4E90DFAF7126}" dt="2023-11-14T09:35:52.591" v="240" actId="20577"/>
      <pc:docMkLst>
        <pc:docMk/>
      </pc:docMkLst>
      <pc:sldChg chg="modSp">
        <pc:chgData name="Mr. Sumit Sharma" userId="S::sumitsharma.cse@niet.co.in::0287a0e3-d7f5-4815-a5d5-4670a436bb9e" providerId="AD" clId="Web-{C5DDC840-B51C-4474-402C-4E90DFAF7126}" dt="2023-11-14T09:28:01.279" v="6" actId="20577"/>
        <pc:sldMkLst>
          <pc:docMk/>
          <pc:sldMk cId="1368703287" sldId="1665"/>
        </pc:sldMkLst>
        <pc:spChg chg="mod">
          <ac:chgData name="Mr. Sumit Sharma" userId="S::sumitsharma.cse@niet.co.in::0287a0e3-d7f5-4815-a5d5-4670a436bb9e" providerId="AD" clId="Web-{C5DDC840-B51C-4474-402C-4E90DFAF7126}" dt="2023-11-14T09:28:01.279" v="6" actId="20577"/>
          <ac:spMkLst>
            <pc:docMk/>
            <pc:sldMk cId="1368703287" sldId="1665"/>
            <ac:spMk id="7" creationId="{00000000-0000-0000-0000-000000000000}"/>
          </ac:spMkLst>
        </pc:spChg>
      </pc:sldChg>
      <pc:sldChg chg="modSp">
        <pc:chgData name="Mr. Sumit Sharma" userId="S::sumitsharma.cse@niet.co.in::0287a0e3-d7f5-4815-a5d5-4670a436bb9e" providerId="AD" clId="Web-{C5DDC840-B51C-4474-402C-4E90DFAF7126}" dt="2023-11-14T09:27:56.607" v="4" actId="20577"/>
        <pc:sldMkLst>
          <pc:docMk/>
          <pc:sldMk cId="2640347836" sldId="1668"/>
        </pc:sldMkLst>
        <pc:spChg chg="mod">
          <ac:chgData name="Mr. Sumit Sharma" userId="S::sumitsharma.cse@niet.co.in::0287a0e3-d7f5-4815-a5d5-4670a436bb9e" providerId="AD" clId="Web-{C5DDC840-B51C-4474-402C-4E90DFAF7126}" dt="2023-11-14T09:27:56.607" v="4" actId="20577"/>
          <ac:spMkLst>
            <pc:docMk/>
            <pc:sldMk cId="2640347836" sldId="1668"/>
            <ac:spMk id="7" creationId="{00000000-0000-0000-0000-000000000000}"/>
          </ac:spMkLst>
        </pc:spChg>
      </pc:sldChg>
      <pc:sldChg chg="modSp">
        <pc:chgData name="Mr. Sumit Sharma" userId="S::sumitsharma.cse@niet.co.in::0287a0e3-d7f5-4815-a5d5-4670a436bb9e" providerId="AD" clId="Web-{C5DDC840-B51C-4474-402C-4E90DFAF7126}" dt="2023-11-14T09:27:50.263" v="2" actId="20577"/>
        <pc:sldMkLst>
          <pc:docMk/>
          <pc:sldMk cId="1321845693" sldId="1672"/>
        </pc:sldMkLst>
        <pc:spChg chg="mod">
          <ac:chgData name="Mr. Sumit Sharma" userId="S::sumitsharma.cse@niet.co.in::0287a0e3-d7f5-4815-a5d5-4670a436bb9e" providerId="AD" clId="Web-{C5DDC840-B51C-4474-402C-4E90DFAF7126}" dt="2023-11-14T09:27:50.263" v="2" actId="20577"/>
          <ac:spMkLst>
            <pc:docMk/>
            <pc:sldMk cId="1321845693" sldId="1672"/>
            <ac:spMk id="7" creationId="{00000000-0000-0000-0000-000000000000}"/>
          </ac:spMkLst>
        </pc:spChg>
      </pc:sldChg>
      <pc:sldChg chg="modSp add">
        <pc:chgData name="Mr. Sumit Sharma" userId="S::sumitsharma.cse@niet.co.in::0287a0e3-d7f5-4815-a5d5-4670a436bb9e" providerId="AD" clId="Web-{C5DDC840-B51C-4474-402C-4E90DFAF7126}" dt="2023-11-14T09:29:16.906" v="36" actId="20577"/>
        <pc:sldMkLst>
          <pc:docMk/>
          <pc:sldMk cId="1076779689" sldId="1676"/>
        </pc:sldMkLst>
        <pc:spChg chg="mod">
          <ac:chgData name="Mr. Sumit Sharma" userId="S::sumitsharma.cse@niet.co.in::0287a0e3-d7f5-4815-a5d5-4670a436bb9e" providerId="AD" clId="Web-{C5DDC840-B51C-4474-402C-4E90DFAF7126}" dt="2023-11-14T09:28:39.593" v="29" actId="20577"/>
          <ac:spMkLst>
            <pc:docMk/>
            <pc:sldMk cId="1076779689" sldId="1676"/>
            <ac:spMk id="7" creationId="{00000000-0000-0000-0000-000000000000}"/>
          </ac:spMkLst>
        </pc:spChg>
        <pc:graphicFrameChg chg="modGraphic">
          <ac:chgData name="Mr. Sumit Sharma" userId="S::sumitsharma.cse@niet.co.in::0287a0e3-d7f5-4815-a5d5-4670a436bb9e" providerId="AD" clId="Web-{C5DDC840-B51C-4474-402C-4E90DFAF7126}" dt="2023-11-14T09:29:16.906" v="36" actId="20577"/>
          <ac:graphicFrameMkLst>
            <pc:docMk/>
            <pc:sldMk cId="1076779689" sldId="1676"/>
            <ac:graphicFrameMk id="28" creationId="{7911BCD3-FD89-BC16-4A6F-1F614AC172FE}"/>
          </ac:graphicFrameMkLst>
        </pc:graphicFrameChg>
      </pc:sldChg>
      <pc:sldChg chg="modSp add">
        <pc:chgData name="Mr. Sumit Sharma" userId="S::sumitsharma.cse@niet.co.in::0287a0e3-d7f5-4815-a5d5-4670a436bb9e" providerId="AD" clId="Web-{C5DDC840-B51C-4474-402C-4E90DFAF7126}" dt="2023-11-14T09:31:33.364" v="133" actId="20577"/>
        <pc:sldMkLst>
          <pc:docMk/>
          <pc:sldMk cId="3634410032" sldId="1677"/>
        </pc:sldMkLst>
        <pc:spChg chg="mod">
          <ac:chgData name="Mr. Sumit Sharma" userId="S::sumitsharma.cse@niet.co.in::0287a0e3-d7f5-4815-a5d5-4670a436bb9e" providerId="AD" clId="Web-{C5DDC840-B51C-4474-402C-4E90DFAF7126}" dt="2023-11-14T09:29:52.548" v="55" actId="20577"/>
          <ac:spMkLst>
            <pc:docMk/>
            <pc:sldMk cId="3634410032" sldId="1677"/>
            <ac:spMk id="7" creationId="{00000000-0000-0000-0000-000000000000}"/>
          </ac:spMkLst>
        </pc:spChg>
        <pc:graphicFrameChg chg="modGraphic">
          <ac:chgData name="Mr. Sumit Sharma" userId="S::sumitsharma.cse@niet.co.in::0287a0e3-d7f5-4815-a5d5-4670a436bb9e" providerId="AD" clId="Web-{C5DDC840-B51C-4474-402C-4E90DFAF7126}" dt="2023-11-14T09:31:33.364" v="133" actId="20577"/>
          <ac:graphicFrameMkLst>
            <pc:docMk/>
            <pc:sldMk cId="3634410032" sldId="1677"/>
            <ac:graphicFrameMk id="28" creationId="{7911BCD3-FD89-BC16-4A6F-1F614AC172FE}"/>
          </ac:graphicFrameMkLst>
        </pc:graphicFrameChg>
      </pc:sldChg>
      <pc:sldChg chg="modSp add">
        <pc:chgData name="Mr. Sumit Sharma" userId="S::sumitsharma.cse@niet.co.in::0287a0e3-d7f5-4815-a5d5-4670a436bb9e" providerId="AD" clId="Web-{C5DDC840-B51C-4474-402C-4E90DFAF7126}" dt="2023-11-14T09:33:39.883" v="202" actId="20577"/>
        <pc:sldMkLst>
          <pc:docMk/>
          <pc:sldMk cId="2948409486" sldId="1678"/>
        </pc:sldMkLst>
        <pc:spChg chg="mod">
          <ac:chgData name="Mr. Sumit Sharma" userId="S::sumitsharma.cse@niet.co.in::0287a0e3-d7f5-4815-a5d5-4670a436bb9e" providerId="AD" clId="Web-{C5DDC840-B51C-4474-402C-4E90DFAF7126}" dt="2023-11-14T09:32:00.349" v="141" actId="20577"/>
          <ac:spMkLst>
            <pc:docMk/>
            <pc:sldMk cId="2948409486" sldId="1678"/>
            <ac:spMk id="7" creationId="{00000000-0000-0000-0000-000000000000}"/>
          </ac:spMkLst>
        </pc:spChg>
        <pc:graphicFrameChg chg="modGraphic">
          <ac:chgData name="Mr. Sumit Sharma" userId="S::sumitsharma.cse@niet.co.in::0287a0e3-d7f5-4815-a5d5-4670a436bb9e" providerId="AD" clId="Web-{C5DDC840-B51C-4474-402C-4E90DFAF7126}" dt="2023-11-14T09:33:39.883" v="202" actId="20577"/>
          <ac:graphicFrameMkLst>
            <pc:docMk/>
            <pc:sldMk cId="2948409486" sldId="1678"/>
            <ac:graphicFrameMk id="28" creationId="{7911BCD3-FD89-BC16-4A6F-1F614AC172FE}"/>
          </ac:graphicFrameMkLst>
        </pc:graphicFrameChg>
      </pc:sldChg>
      <pc:sldChg chg="modSp add">
        <pc:chgData name="Mr. Sumit Sharma" userId="S::sumitsharma.cse@niet.co.in::0287a0e3-d7f5-4815-a5d5-4670a436bb9e" providerId="AD" clId="Web-{C5DDC840-B51C-4474-402C-4E90DFAF7126}" dt="2023-11-14T09:35:52.591" v="240" actId="20577"/>
        <pc:sldMkLst>
          <pc:docMk/>
          <pc:sldMk cId="1415907779" sldId="1679"/>
        </pc:sldMkLst>
        <pc:spChg chg="mod">
          <ac:chgData name="Mr. Sumit Sharma" userId="S::sumitsharma.cse@niet.co.in::0287a0e3-d7f5-4815-a5d5-4670a436bb9e" providerId="AD" clId="Web-{C5DDC840-B51C-4474-402C-4E90DFAF7126}" dt="2023-11-14T09:34:33.323" v="209" actId="20577"/>
          <ac:spMkLst>
            <pc:docMk/>
            <pc:sldMk cId="1415907779" sldId="1679"/>
            <ac:spMk id="7" creationId="{00000000-0000-0000-0000-000000000000}"/>
          </ac:spMkLst>
        </pc:spChg>
        <pc:spChg chg="mod">
          <ac:chgData name="Mr. Sumit Sharma" userId="S::sumitsharma.cse@niet.co.in::0287a0e3-d7f5-4815-a5d5-4670a436bb9e" providerId="AD" clId="Web-{C5DDC840-B51C-4474-402C-4E90DFAF7126}" dt="2023-11-14T09:35:52.591" v="240" actId="20577"/>
          <ac:spMkLst>
            <pc:docMk/>
            <pc:sldMk cId="1415907779" sldId="1679"/>
            <ac:spMk id="182" creationId="{FDC1A734-1528-FC7A-7C7C-B49C8922968A}"/>
          </ac:spMkLst>
        </pc:spChg>
      </pc:sldChg>
    </pc:docChg>
  </pc:docChgLst>
  <pc:docChgLst>
    <pc:chgData name="Mr. Sumit Sharma" userId="S::sumitsharma.cse@niet.co.in::0287a0e3-d7f5-4815-a5d5-4670a436bb9e" providerId="AD" clId="Web-{6B0B12BF-768C-BCA1-41EE-748C06158B21}"/>
    <pc:docChg chg="modSld">
      <pc:chgData name="Mr. Sumit Sharma" userId="S::sumitsharma.cse@niet.co.in::0287a0e3-d7f5-4815-a5d5-4670a436bb9e" providerId="AD" clId="Web-{6B0B12BF-768C-BCA1-41EE-748C06158B21}" dt="2023-10-09T06:56:18.316" v="84" actId="14100"/>
      <pc:docMkLst>
        <pc:docMk/>
      </pc:docMkLst>
      <pc:sldChg chg="modSp">
        <pc:chgData name="Mr. Sumit Sharma" userId="S::sumitsharma.cse@niet.co.in::0287a0e3-d7f5-4815-a5d5-4670a436bb9e" providerId="AD" clId="Web-{6B0B12BF-768C-BCA1-41EE-748C06158B21}" dt="2023-10-09T06:56:18.316" v="84" actId="14100"/>
        <pc:sldMkLst>
          <pc:docMk/>
          <pc:sldMk cId="3790317566" sldId="332"/>
        </pc:sldMkLst>
        <pc:spChg chg="mod">
          <ac:chgData name="Mr. Sumit Sharma" userId="S::sumitsharma.cse@niet.co.in::0287a0e3-d7f5-4815-a5d5-4670a436bb9e" providerId="AD" clId="Web-{6B0B12BF-768C-BCA1-41EE-748C06158B21}" dt="2023-10-09T06:56:18.316" v="84" actId="14100"/>
          <ac:spMkLst>
            <pc:docMk/>
            <pc:sldMk cId="3790317566" sldId="332"/>
            <ac:spMk id="3" creationId="{00000000-0000-0000-0000-000000000000}"/>
          </ac:spMkLst>
        </pc:spChg>
      </pc:sldChg>
    </pc:docChg>
  </pc:docChgLst>
  <pc:docChgLst>
    <pc:chgData name="Mr. Sumit Sharma" userId="S::sumitsharma.cse@niet.co.in::0287a0e3-d7f5-4815-a5d5-4670a436bb9e" providerId="AD" clId="Web-{B7206FBC-3717-F983-ED3D-838EF64C2D4E}"/>
    <pc:docChg chg="addSld modSld">
      <pc:chgData name="Mr. Sumit Sharma" userId="S::sumitsharma.cse@niet.co.in::0287a0e3-d7f5-4815-a5d5-4670a436bb9e" providerId="AD" clId="Web-{B7206FBC-3717-F983-ED3D-838EF64C2D4E}" dt="2023-09-02T10:05:04.462" v="82"/>
      <pc:docMkLst>
        <pc:docMk/>
      </pc:docMkLst>
      <pc:sldChg chg="addSp delSp modSp add replId">
        <pc:chgData name="Mr. Sumit Sharma" userId="S::sumitsharma.cse@niet.co.in::0287a0e3-d7f5-4815-a5d5-4670a436bb9e" providerId="AD" clId="Web-{B7206FBC-3717-F983-ED3D-838EF64C2D4E}" dt="2023-09-02T10:00:30.968" v="20" actId="20577"/>
        <pc:sldMkLst>
          <pc:docMk/>
          <pc:sldMk cId="1061129478" sldId="1591"/>
        </pc:sldMkLst>
        <pc:spChg chg="mod">
          <ac:chgData name="Mr. Sumit Sharma" userId="S::sumitsharma.cse@niet.co.in::0287a0e3-d7f5-4815-a5d5-4670a436bb9e" providerId="AD" clId="Web-{B7206FBC-3717-F983-ED3D-838EF64C2D4E}" dt="2023-09-02T10:00:30.968" v="20" actId="20577"/>
          <ac:spMkLst>
            <pc:docMk/>
            <pc:sldMk cId="1061129478" sldId="1591"/>
            <ac:spMk id="3" creationId="{F8CC24E1-E4CB-4555-AAFE-79673E88E287}"/>
          </ac:spMkLst>
        </pc:spChg>
        <pc:spChg chg="mod">
          <ac:chgData name="Mr. Sumit Sharma" userId="S::sumitsharma.cse@niet.co.in::0287a0e3-d7f5-4815-a5d5-4670a436bb9e" providerId="AD" clId="Web-{B7206FBC-3717-F983-ED3D-838EF64C2D4E}" dt="2023-09-02T09:59:46.326" v="16"/>
          <ac:spMkLst>
            <pc:docMk/>
            <pc:sldMk cId="1061129478" sldId="1591"/>
            <ac:spMk id="6" creationId="{00000000-0000-0000-0000-000000000000}"/>
          </ac:spMkLst>
        </pc:spChg>
        <pc:spChg chg="del">
          <ac:chgData name="Mr. Sumit Sharma" userId="S::sumitsharma.cse@niet.co.in::0287a0e3-d7f5-4815-a5d5-4670a436bb9e" providerId="AD" clId="Web-{B7206FBC-3717-F983-ED3D-838EF64C2D4E}" dt="2023-09-02T09:59:46.326" v="16"/>
          <ac:spMkLst>
            <pc:docMk/>
            <pc:sldMk cId="1061129478" sldId="1591"/>
            <ac:spMk id="86" creationId="{2EB492CD-616E-47F8-933B-5E2D952A0593}"/>
          </ac:spMkLst>
        </pc:spChg>
        <pc:spChg chg="del">
          <ac:chgData name="Mr. Sumit Sharma" userId="S::sumitsharma.cse@niet.co.in::0287a0e3-d7f5-4815-a5d5-4670a436bb9e" providerId="AD" clId="Web-{B7206FBC-3717-F983-ED3D-838EF64C2D4E}" dt="2023-09-02T09:59:46.326" v="16"/>
          <ac:spMkLst>
            <pc:docMk/>
            <pc:sldMk cId="1061129478" sldId="1591"/>
            <ac:spMk id="87" creationId="{59383CF9-23B5-4335-9B21-1791C4CF1C75}"/>
          </ac:spMkLst>
        </pc:spChg>
        <pc:spChg chg="del">
          <ac:chgData name="Mr. Sumit Sharma" userId="S::sumitsharma.cse@niet.co.in::0287a0e3-d7f5-4815-a5d5-4670a436bb9e" providerId="AD" clId="Web-{B7206FBC-3717-F983-ED3D-838EF64C2D4E}" dt="2023-09-02T09:59:46.326" v="16"/>
          <ac:spMkLst>
            <pc:docMk/>
            <pc:sldMk cId="1061129478" sldId="1591"/>
            <ac:spMk id="88" creationId="{0007FE00-9498-4706-B255-6437B0252C02}"/>
          </ac:spMkLst>
        </pc:spChg>
        <pc:spChg chg="add">
          <ac:chgData name="Mr. Sumit Sharma" userId="S::sumitsharma.cse@niet.co.in::0287a0e3-d7f5-4815-a5d5-4670a436bb9e" providerId="AD" clId="Web-{B7206FBC-3717-F983-ED3D-838EF64C2D4E}" dt="2023-09-02T09:59:46.326" v="16"/>
          <ac:spMkLst>
            <pc:docMk/>
            <pc:sldMk cId="1061129478" sldId="1591"/>
            <ac:spMk id="93" creationId="{907EF6B7-1338-4443-8C46-6A318D952DFD}"/>
          </ac:spMkLst>
        </pc:spChg>
        <pc:spChg chg="add">
          <ac:chgData name="Mr. Sumit Sharma" userId="S::sumitsharma.cse@niet.co.in::0287a0e3-d7f5-4815-a5d5-4670a436bb9e" providerId="AD" clId="Web-{B7206FBC-3717-F983-ED3D-838EF64C2D4E}" dt="2023-09-02T09:59:46.326" v="16"/>
          <ac:spMkLst>
            <pc:docMk/>
            <pc:sldMk cId="1061129478" sldId="1591"/>
            <ac:spMk id="95" creationId="{DAAE4CDD-124C-4DCF-9584-B6033B545DD5}"/>
          </ac:spMkLst>
        </pc:spChg>
        <pc:spChg chg="add">
          <ac:chgData name="Mr. Sumit Sharma" userId="S::sumitsharma.cse@niet.co.in::0287a0e3-d7f5-4815-a5d5-4670a436bb9e" providerId="AD" clId="Web-{B7206FBC-3717-F983-ED3D-838EF64C2D4E}" dt="2023-09-02T09:59:46.326" v="16"/>
          <ac:spMkLst>
            <pc:docMk/>
            <pc:sldMk cId="1061129478" sldId="1591"/>
            <ac:spMk id="97" creationId="{081E4A58-353D-44AE-B2FC-2A74E2E400F7}"/>
          </ac:spMkLst>
        </pc:spChg>
        <pc:picChg chg="del">
          <ac:chgData name="Mr. Sumit Sharma" userId="S::sumitsharma.cse@niet.co.in::0287a0e3-d7f5-4815-a5d5-4670a436bb9e" providerId="AD" clId="Web-{B7206FBC-3717-F983-ED3D-838EF64C2D4E}" dt="2023-09-02T09:58:16.949" v="1"/>
          <ac:picMkLst>
            <pc:docMk/>
            <pc:sldMk cId="1061129478" sldId="1591"/>
            <ac:picMk id="2" creationId="{EB37C7B9-24F2-3FFF-154F-BF07BE73F984}"/>
          </ac:picMkLst>
        </pc:picChg>
      </pc:sldChg>
      <pc:sldChg chg="addSp delSp modSp add replId">
        <pc:chgData name="Mr. Sumit Sharma" userId="S::sumitsharma.cse@niet.co.in::0287a0e3-d7f5-4815-a5d5-4670a436bb9e" providerId="AD" clId="Web-{B7206FBC-3717-F983-ED3D-838EF64C2D4E}" dt="2023-09-02T10:05:04.462" v="82"/>
        <pc:sldMkLst>
          <pc:docMk/>
          <pc:sldMk cId="1962279143" sldId="1592"/>
        </pc:sldMkLst>
        <pc:spChg chg="add del mod">
          <ac:chgData name="Mr. Sumit Sharma" userId="S::sumitsharma.cse@niet.co.in::0287a0e3-d7f5-4815-a5d5-4670a436bb9e" providerId="AD" clId="Web-{B7206FBC-3717-F983-ED3D-838EF64C2D4E}" dt="2023-09-02T10:03:59.804" v="71"/>
          <ac:spMkLst>
            <pc:docMk/>
            <pc:sldMk cId="1962279143" sldId="1592"/>
            <ac:spMk id="3" creationId="{F8CC24E1-E4CB-4555-AAFE-79673E88E287}"/>
          </ac:spMkLst>
        </pc:spChg>
        <pc:spChg chg="add del mod">
          <ac:chgData name="Mr. Sumit Sharma" userId="S::sumitsharma.cse@niet.co.in::0287a0e3-d7f5-4815-a5d5-4670a436bb9e" providerId="AD" clId="Web-{B7206FBC-3717-F983-ED3D-838EF64C2D4E}" dt="2023-09-02T10:05:04.462" v="82"/>
          <ac:spMkLst>
            <pc:docMk/>
            <pc:sldMk cId="1962279143" sldId="1592"/>
            <ac:spMk id="6" creationId="{00000000-0000-0000-0000-000000000000}"/>
          </ac:spMkLst>
        </pc:spChg>
        <pc:spChg chg="add del">
          <ac:chgData name="Mr. Sumit Sharma" userId="S::sumitsharma.cse@niet.co.in::0287a0e3-d7f5-4815-a5d5-4670a436bb9e" providerId="AD" clId="Web-{B7206FBC-3717-F983-ED3D-838EF64C2D4E}" dt="2023-09-02T10:03:59.804" v="71"/>
          <ac:spMkLst>
            <pc:docMk/>
            <pc:sldMk cId="1962279143" sldId="1592"/>
            <ac:spMk id="93" creationId="{907EF6B7-1338-4443-8C46-6A318D952DFD}"/>
          </ac:spMkLst>
        </pc:spChg>
        <pc:spChg chg="add del">
          <ac:chgData name="Mr. Sumit Sharma" userId="S::sumitsharma.cse@niet.co.in::0287a0e3-d7f5-4815-a5d5-4670a436bb9e" providerId="AD" clId="Web-{B7206FBC-3717-F983-ED3D-838EF64C2D4E}" dt="2023-09-02T10:03:59.804" v="71"/>
          <ac:spMkLst>
            <pc:docMk/>
            <pc:sldMk cId="1962279143" sldId="1592"/>
            <ac:spMk id="95" creationId="{DAAE4CDD-124C-4DCF-9584-B6033B545DD5}"/>
          </ac:spMkLst>
        </pc:spChg>
        <pc:spChg chg="add del">
          <ac:chgData name="Mr. Sumit Sharma" userId="S::sumitsharma.cse@niet.co.in::0287a0e3-d7f5-4815-a5d5-4670a436bb9e" providerId="AD" clId="Web-{B7206FBC-3717-F983-ED3D-838EF64C2D4E}" dt="2023-09-02T10:03:59.804" v="71"/>
          <ac:spMkLst>
            <pc:docMk/>
            <pc:sldMk cId="1962279143" sldId="1592"/>
            <ac:spMk id="97" creationId="{081E4A58-353D-44AE-B2FC-2A74E2E400F7}"/>
          </ac:spMkLst>
        </pc:spChg>
        <pc:spChg chg="add del">
          <ac:chgData name="Mr. Sumit Sharma" userId="S::sumitsharma.cse@niet.co.in::0287a0e3-d7f5-4815-a5d5-4670a436bb9e" providerId="AD" clId="Web-{B7206FBC-3717-F983-ED3D-838EF64C2D4E}" dt="2023-09-02T10:03:56.382" v="68"/>
          <ac:spMkLst>
            <pc:docMk/>
            <pc:sldMk cId="1962279143" sldId="1592"/>
            <ac:spMk id="103" creationId="{A7AE9375-4664-4DB2-922D-2782A6E439AC}"/>
          </ac:spMkLst>
        </pc:spChg>
        <pc:spChg chg="add del">
          <ac:chgData name="Mr. Sumit Sharma" userId="S::sumitsharma.cse@niet.co.in::0287a0e3-d7f5-4815-a5d5-4670a436bb9e" providerId="AD" clId="Web-{B7206FBC-3717-F983-ED3D-838EF64C2D4E}" dt="2023-09-02T10:05:04.462" v="82"/>
          <ac:spMkLst>
            <pc:docMk/>
            <pc:sldMk cId="1962279143" sldId="1592"/>
            <ac:spMk id="104" creationId="{E51BA4DF-2BD4-4EC2-B1DB-B27C8AC71864}"/>
          </ac:spMkLst>
        </pc:spChg>
        <pc:spChg chg="add del">
          <ac:chgData name="Mr. Sumit Sharma" userId="S::sumitsharma.cse@niet.co.in::0287a0e3-d7f5-4815-a5d5-4670a436bb9e" providerId="AD" clId="Web-{B7206FBC-3717-F983-ED3D-838EF64C2D4E}" dt="2023-09-02T10:03:56.382" v="68"/>
          <ac:spMkLst>
            <pc:docMk/>
            <pc:sldMk cId="1962279143" sldId="1592"/>
            <ac:spMk id="107" creationId="{9DD005C1-8C51-42D6-9BEE-B9B83849743D}"/>
          </ac:spMkLst>
        </pc:spChg>
        <pc:spChg chg="add del">
          <ac:chgData name="Mr. Sumit Sharma" userId="S::sumitsharma.cse@niet.co.in::0287a0e3-d7f5-4815-a5d5-4670a436bb9e" providerId="AD" clId="Web-{B7206FBC-3717-F983-ED3D-838EF64C2D4E}" dt="2023-09-02T10:03:59.773" v="70"/>
          <ac:spMkLst>
            <pc:docMk/>
            <pc:sldMk cId="1962279143" sldId="1592"/>
            <ac:spMk id="109" creationId="{463EEC44-1BA3-44ED-81FC-A644B04B2A44}"/>
          </ac:spMkLst>
        </pc:spChg>
        <pc:spChg chg="add del">
          <ac:chgData name="Mr. Sumit Sharma" userId="S::sumitsharma.cse@niet.co.in::0287a0e3-d7f5-4815-a5d5-4670a436bb9e" providerId="AD" clId="Web-{B7206FBC-3717-F983-ED3D-838EF64C2D4E}" dt="2023-09-02T10:03:59.773" v="70"/>
          <ac:spMkLst>
            <pc:docMk/>
            <pc:sldMk cId="1962279143" sldId="1592"/>
            <ac:spMk id="110" creationId="{7517A47C-B2E5-4B79-8061-D74B1311AF6E}"/>
          </ac:spMkLst>
        </pc:spChg>
        <pc:spChg chg="add del">
          <ac:chgData name="Mr. Sumit Sharma" userId="S::sumitsharma.cse@niet.co.in::0287a0e3-d7f5-4815-a5d5-4670a436bb9e" providerId="AD" clId="Web-{B7206FBC-3717-F983-ED3D-838EF64C2D4E}" dt="2023-09-02T10:03:59.773" v="70"/>
          <ac:spMkLst>
            <pc:docMk/>
            <pc:sldMk cId="1962279143" sldId="1592"/>
            <ac:spMk id="111" creationId="{C505E780-2083-4CB5-A42A-5E0E2908ECC3}"/>
          </ac:spMkLst>
        </pc:spChg>
        <pc:spChg chg="add del">
          <ac:chgData name="Mr. Sumit Sharma" userId="S::sumitsharma.cse@niet.co.in::0287a0e3-d7f5-4815-a5d5-4670a436bb9e" providerId="AD" clId="Web-{B7206FBC-3717-F983-ED3D-838EF64C2D4E}" dt="2023-09-02T10:03:59.773" v="70"/>
          <ac:spMkLst>
            <pc:docMk/>
            <pc:sldMk cId="1962279143" sldId="1592"/>
            <ac:spMk id="112" creationId="{D2C0AE1C-0118-41AE-8A10-7CDCBF10E96F}"/>
          </ac:spMkLst>
        </pc:spChg>
        <pc:spChg chg="add del">
          <ac:chgData name="Mr. Sumit Sharma" userId="S::sumitsharma.cse@niet.co.in::0287a0e3-d7f5-4815-a5d5-4670a436bb9e" providerId="AD" clId="Web-{B7206FBC-3717-F983-ED3D-838EF64C2D4E}" dt="2023-09-02T10:05:04.415" v="81"/>
          <ac:spMkLst>
            <pc:docMk/>
            <pc:sldMk cId="1962279143" sldId="1592"/>
            <ac:spMk id="120" creationId="{B50AB553-2A96-4A92-96F2-93548E096954}"/>
          </ac:spMkLst>
        </pc:spChg>
        <pc:spChg chg="add">
          <ac:chgData name="Mr. Sumit Sharma" userId="S::sumitsharma.cse@niet.co.in::0287a0e3-d7f5-4815-a5d5-4670a436bb9e" providerId="AD" clId="Web-{B7206FBC-3717-F983-ED3D-838EF64C2D4E}" dt="2023-09-02T10:05:04.462" v="82"/>
          <ac:spMkLst>
            <pc:docMk/>
            <pc:sldMk cId="1962279143" sldId="1592"/>
            <ac:spMk id="122" creationId="{B50AB553-2A96-4A92-96F2-93548E096954}"/>
          </ac:spMkLst>
        </pc:spChg>
        <pc:graphicFrameChg chg="add del">
          <ac:chgData name="Mr. Sumit Sharma" userId="S::sumitsharma.cse@niet.co.in::0287a0e3-d7f5-4815-a5d5-4670a436bb9e" providerId="AD" clId="Web-{B7206FBC-3717-F983-ED3D-838EF64C2D4E}" dt="2023-09-02T10:03:56.382" v="68"/>
          <ac:graphicFrameMkLst>
            <pc:docMk/>
            <pc:sldMk cId="1962279143" sldId="1592"/>
            <ac:graphicFrameMk id="99" creationId="{63BE53A6-09EE-068E-26C5-722FA76DCF6D}"/>
          </ac:graphicFrameMkLst>
        </pc:graphicFrameChg>
        <pc:graphicFrameChg chg="add del">
          <ac:chgData name="Mr. Sumit Sharma" userId="S::sumitsharma.cse@niet.co.in::0287a0e3-d7f5-4815-a5d5-4670a436bb9e" providerId="AD" clId="Web-{B7206FBC-3717-F983-ED3D-838EF64C2D4E}" dt="2023-09-02T10:03:59.773" v="70"/>
          <ac:graphicFrameMkLst>
            <pc:docMk/>
            <pc:sldMk cId="1962279143" sldId="1592"/>
            <ac:graphicFrameMk id="113" creationId="{D794FC97-3070-32CB-802C-3781989ABC24}"/>
          </ac:graphicFrameMkLst>
        </pc:graphicFrameChg>
        <pc:graphicFrameChg chg="add mod modGraphic">
          <ac:chgData name="Mr. Sumit Sharma" userId="S::sumitsharma.cse@niet.co.in::0287a0e3-d7f5-4815-a5d5-4670a436bb9e" providerId="AD" clId="Web-{B7206FBC-3717-F983-ED3D-838EF64C2D4E}" dt="2023-09-02T10:05:04.462" v="82"/>
          <ac:graphicFrameMkLst>
            <pc:docMk/>
            <pc:sldMk cId="1962279143" sldId="1592"/>
            <ac:graphicFrameMk id="115" creationId="{5E7B02D7-812F-8FB5-ACDD-4128603C06A6}"/>
          </ac:graphicFrameMkLst>
        </pc:graphicFrameChg>
        <pc:picChg chg="add mod">
          <ac:chgData name="Mr. Sumit Sharma" userId="S::sumitsharma.cse@niet.co.in::0287a0e3-d7f5-4815-a5d5-4670a436bb9e" providerId="AD" clId="Web-{B7206FBC-3717-F983-ED3D-838EF64C2D4E}" dt="2023-09-02T10:05:04.462" v="82"/>
          <ac:picMkLst>
            <pc:docMk/>
            <pc:sldMk cId="1962279143" sldId="1592"/>
            <ac:picMk id="100" creationId="{BDBED482-911F-537F-5D62-98F4E2E96787}"/>
          </ac:picMkLst>
        </pc:picChg>
        <pc:cxnChg chg="add del">
          <ac:chgData name="Mr. Sumit Sharma" userId="S::sumitsharma.cse@niet.co.in::0287a0e3-d7f5-4815-a5d5-4670a436bb9e" providerId="AD" clId="Web-{B7206FBC-3717-F983-ED3D-838EF64C2D4E}" dt="2023-09-02T10:03:56.382" v="68"/>
          <ac:cxnSpMkLst>
            <pc:docMk/>
            <pc:sldMk cId="1962279143" sldId="1592"/>
            <ac:cxnSpMk id="105" creationId="{EE504C98-6397-41C1-A8D8-2D9C4ED307E0}"/>
          </ac:cxnSpMkLst>
        </pc:cxn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0C5DFA9-ABC3-45C0-9AED-59AD22D454E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5E7300D4-C6C6-4FE6-B85A-C36EEC490CE9}">
      <dgm:prSet/>
      <dgm:spPr/>
      <dgm:t>
        <a:bodyPr/>
        <a:lstStyle/>
        <a:p>
          <a:r>
            <a:rPr lang="en-US"/>
            <a:t>Programming Skills, </a:t>
          </a:r>
        </a:p>
      </dgm:t>
    </dgm:pt>
    <dgm:pt modelId="{85FDBDC8-DD3D-47BD-9E25-054FD0311A9F}" type="parTrans" cxnId="{B461D1D8-426E-4A49-B763-0F74CB2B49DB}">
      <dgm:prSet/>
      <dgm:spPr/>
      <dgm:t>
        <a:bodyPr/>
        <a:lstStyle/>
        <a:p>
          <a:endParaRPr lang="en-US"/>
        </a:p>
      </dgm:t>
    </dgm:pt>
    <dgm:pt modelId="{6E9B61CB-0BAA-4510-9720-D26DD44E7A63}" type="sibTrans" cxnId="{B461D1D8-426E-4A49-B763-0F74CB2B49DB}">
      <dgm:prSet/>
      <dgm:spPr/>
      <dgm:t>
        <a:bodyPr/>
        <a:lstStyle/>
        <a:p>
          <a:endParaRPr lang="en-US"/>
        </a:p>
      </dgm:t>
    </dgm:pt>
    <dgm:pt modelId="{1EB2BA83-759E-4258-A3A9-61BA3CC35EED}">
      <dgm:prSet/>
      <dgm:spPr/>
      <dgm:t>
        <a:bodyPr/>
        <a:lstStyle/>
        <a:p>
          <a:r>
            <a:rPr lang="en-US"/>
            <a:t>Data Structures, </a:t>
          </a:r>
        </a:p>
      </dgm:t>
    </dgm:pt>
    <dgm:pt modelId="{C5C97493-806B-4641-8FF9-5310677E677F}" type="parTrans" cxnId="{5DB907FF-DEBF-484C-B9FB-313937D24BA1}">
      <dgm:prSet/>
      <dgm:spPr/>
      <dgm:t>
        <a:bodyPr/>
        <a:lstStyle/>
        <a:p>
          <a:endParaRPr lang="en-US"/>
        </a:p>
      </dgm:t>
    </dgm:pt>
    <dgm:pt modelId="{BBED9162-9A60-4513-A769-5DCECFD635C0}" type="sibTrans" cxnId="{5DB907FF-DEBF-484C-B9FB-313937D24BA1}">
      <dgm:prSet/>
      <dgm:spPr/>
      <dgm:t>
        <a:bodyPr/>
        <a:lstStyle/>
        <a:p>
          <a:endParaRPr lang="en-US"/>
        </a:p>
      </dgm:t>
    </dgm:pt>
    <dgm:pt modelId="{A7F54C2D-DC2C-44F2-A4EC-BF692EBA8F59}">
      <dgm:prSet/>
      <dgm:spPr/>
      <dgm:t>
        <a:bodyPr/>
        <a:lstStyle/>
        <a:p>
          <a:r>
            <a:rPr lang="en-US"/>
            <a:t>Algorithms, </a:t>
          </a:r>
        </a:p>
      </dgm:t>
    </dgm:pt>
    <dgm:pt modelId="{AC6AC76D-66BA-4488-8327-3D59721003B2}" type="parTrans" cxnId="{306F2BAD-7DBE-4D28-B3DA-5CE6A1CC1B4F}">
      <dgm:prSet/>
      <dgm:spPr/>
      <dgm:t>
        <a:bodyPr/>
        <a:lstStyle/>
        <a:p>
          <a:endParaRPr lang="en-US"/>
        </a:p>
      </dgm:t>
    </dgm:pt>
    <dgm:pt modelId="{ECB8018D-143B-4888-90BF-ADA81571C7A9}" type="sibTrans" cxnId="{306F2BAD-7DBE-4D28-B3DA-5CE6A1CC1B4F}">
      <dgm:prSet/>
      <dgm:spPr/>
      <dgm:t>
        <a:bodyPr/>
        <a:lstStyle/>
        <a:p>
          <a:endParaRPr lang="en-US"/>
        </a:p>
      </dgm:t>
    </dgm:pt>
    <dgm:pt modelId="{E69C75EE-F567-408F-8322-385C5CA6627D}">
      <dgm:prSet/>
      <dgm:spPr/>
      <dgm:t>
        <a:bodyPr/>
        <a:lstStyle/>
        <a:p>
          <a:r>
            <a:rPr lang="en-US"/>
            <a:t>Probability and Statistics, </a:t>
          </a:r>
        </a:p>
      </dgm:t>
    </dgm:pt>
    <dgm:pt modelId="{490F5F0B-E13F-43F2-A69E-CE4BBB235925}" type="parTrans" cxnId="{02BA9FBF-21DC-4C35-8E11-DFE58812C17C}">
      <dgm:prSet/>
      <dgm:spPr/>
      <dgm:t>
        <a:bodyPr/>
        <a:lstStyle/>
        <a:p>
          <a:endParaRPr lang="en-US"/>
        </a:p>
      </dgm:t>
    </dgm:pt>
    <dgm:pt modelId="{E4AC6E53-A7F6-45EF-B939-4879C6DBA24D}" type="sibTrans" cxnId="{02BA9FBF-21DC-4C35-8E11-DFE58812C17C}">
      <dgm:prSet/>
      <dgm:spPr/>
      <dgm:t>
        <a:bodyPr/>
        <a:lstStyle/>
        <a:p>
          <a:endParaRPr lang="en-US"/>
        </a:p>
      </dgm:t>
    </dgm:pt>
    <dgm:pt modelId="{F12AA9DC-334D-47AA-8C34-C93948D55C50}">
      <dgm:prSet/>
      <dgm:spPr/>
      <dgm:t>
        <a:bodyPr/>
        <a:lstStyle/>
        <a:p>
          <a:r>
            <a:rPr lang="en-US"/>
            <a:t>Machine Learning.</a:t>
          </a:r>
        </a:p>
      </dgm:t>
    </dgm:pt>
    <dgm:pt modelId="{82D2CD77-3E49-4173-9D77-4430FBDADE97}" type="parTrans" cxnId="{1216A3FF-6CF2-431D-9672-49E718DECFBD}">
      <dgm:prSet/>
      <dgm:spPr/>
      <dgm:t>
        <a:bodyPr/>
        <a:lstStyle/>
        <a:p>
          <a:endParaRPr lang="en-US"/>
        </a:p>
      </dgm:t>
    </dgm:pt>
    <dgm:pt modelId="{94BD0838-7895-4176-9F2D-BDE7644023CE}" type="sibTrans" cxnId="{1216A3FF-6CF2-431D-9672-49E718DECFBD}">
      <dgm:prSet/>
      <dgm:spPr/>
      <dgm:t>
        <a:bodyPr/>
        <a:lstStyle/>
        <a:p>
          <a:endParaRPr lang="en-US"/>
        </a:p>
      </dgm:t>
    </dgm:pt>
    <dgm:pt modelId="{409D0585-E901-4C3F-89D4-BCBAA8E35A83}" type="pres">
      <dgm:prSet presAssocID="{70C5DFA9-ABC3-45C0-9AED-59AD22D454ED}" presName="linear" presStyleCnt="0">
        <dgm:presLayoutVars>
          <dgm:animLvl val="lvl"/>
          <dgm:resizeHandles val="exact"/>
        </dgm:presLayoutVars>
      </dgm:prSet>
      <dgm:spPr/>
    </dgm:pt>
    <dgm:pt modelId="{B7094B42-DE61-4013-A691-8BC7A1058ADF}" type="pres">
      <dgm:prSet presAssocID="{5E7300D4-C6C6-4FE6-B85A-C36EEC490CE9}" presName="parentText" presStyleLbl="node1" presStyleIdx="0" presStyleCnt="5">
        <dgm:presLayoutVars>
          <dgm:chMax val="0"/>
          <dgm:bulletEnabled val="1"/>
        </dgm:presLayoutVars>
      </dgm:prSet>
      <dgm:spPr/>
    </dgm:pt>
    <dgm:pt modelId="{2789E6BB-9E49-44BD-B75F-08439103197B}" type="pres">
      <dgm:prSet presAssocID="{6E9B61CB-0BAA-4510-9720-D26DD44E7A63}" presName="spacer" presStyleCnt="0"/>
      <dgm:spPr/>
    </dgm:pt>
    <dgm:pt modelId="{0D726924-1EF3-46AD-A2F0-649908CFB024}" type="pres">
      <dgm:prSet presAssocID="{1EB2BA83-759E-4258-A3A9-61BA3CC35EED}" presName="parentText" presStyleLbl="node1" presStyleIdx="1" presStyleCnt="5">
        <dgm:presLayoutVars>
          <dgm:chMax val="0"/>
          <dgm:bulletEnabled val="1"/>
        </dgm:presLayoutVars>
      </dgm:prSet>
      <dgm:spPr/>
    </dgm:pt>
    <dgm:pt modelId="{267C93AD-6609-4C5B-BBA4-C31E29081629}" type="pres">
      <dgm:prSet presAssocID="{BBED9162-9A60-4513-A769-5DCECFD635C0}" presName="spacer" presStyleCnt="0"/>
      <dgm:spPr/>
    </dgm:pt>
    <dgm:pt modelId="{083E6DF9-FF45-474B-B9B1-C36D0BCB4DAE}" type="pres">
      <dgm:prSet presAssocID="{A7F54C2D-DC2C-44F2-A4EC-BF692EBA8F59}" presName="parentText" presStyleLbl="node1" presStyleIdx="2" presStyleCnt="5">
        <dgm:presLayoutVars>
          <dgm:chMax val="0"/>
          <dgm:bulletEnabled val="1"/>
        </dgm:presLayoutVars>
      </dgm:prSet>
      <dgm:spPr/>
    </dgm:pt>
    <dgm:pt modelId="{92BB54E9-80B3-4F7B-BEE5-CB34F884F0F7}" type="pres">
      <dgm:prSet presAssocID="{ECB8018D-143B-4888-90BF-ADA81571C7A9}" presName="spacer" presStyleCnt="0"/>
      <dgm:spPr/>
    </dgm:pt>
    <dgm:pt modelId="{A639AE38-BDEB-4C8E-B0E9-03E676AF7926}" type="pres">
      <dgm:prSet presAssocID="{E69C75EE-F567-408F-8322-385C5CA6627D}" presName="parentText" presStyleLbl="node1" presStyleIdx="3" presStyleCnt="5">
        <dgm:presLayoutVars>
          <dgm:chMax val="0"/>
          <dgm:bulletEnabled val="1"/>
        </dgm:presLayoutVars>
      </dgm:prSet>
      <dgm:spPr/>
    </dgm:pt>
    <dgm:pt modelId="{7C762EF1-AEE1-4719-BB82-9E8D0B603651}" type="pres">
      <dgm:prSet presAssocID="{E4AC6E53-A7F6-45EF-B939-4879C6DBA24D}" presName="spacer" presStyleCnt="0"/>
      <dgm:spPr/>
    </dgm:pt>
    <dgm:pt modelId="{1EC13922-A5FD-459A-BC53-B96D19311172}" type="pres">
      <dgm:prSet presAssocID="{F12AA9DC-334D-47AA-8C34-C93948D55C50}" presName="parentText" presStyleLbl="node1" presStyleIdx="4" presStyleCnt="5">
        <dgm:presLayoutVars>
          <dgm:chMax val="0"/>
          <dgm:bulletEnabled val="1"/>
        </dgm:presLayoutVars>
      </dgm:prSet>
      <dgm:spPr/>
    </dgm:pt>
  </dgm:ptLst>
  <dgm:cxnLst>
    <dgm:cxn modelId="{1B759346-B9FA-461A-9DC7-7F80EFDB2A46}" type="presOf" srcId="{F12AA9DC-334D-47AA-8C34-C93948D55C50}" destId="{1EC13922-A5FD-459A-BC53-B96D19311172}" srcOrd="0" destOrd="0" presId="urn:microsoft.com/office/officeart/2005/8/layout/vList2"/>
    <dgm:cxn modelId="{3FB6696E-9C5E-4053-BC71-E360A50CC319}" type="presOf" srcId="{A7F54C2D-DC2C-44F2-A4EC-BF692EBA8F59}" destId="{083E6DF9-FF45-474B-B9B1-C36D0BCB4DAE}" srcOrd="0" destOrd="0" presId="urn:microsoft.com/office/officeart/2005/8/layout/vList2"/>
    <dgm:cxn modelId="{3ADF15AB-7ED9-4264-B7E6-B66F9894CF2A}" type="presOf" srcId="{1EB2BA83-759E-4258-A3A9-61BA3CC35EED}" destId="{0D726924-1EF3-46AD-A2F0-649908CFB024}" srcOrd="0" destOrd="0" presId="urn:microsoft.com/office/officeart/2005/8/layout/vList2"/>
    <dgm:cxn modelId="{306F2BAD-7DBE-4D28-B3DA-5CE6A1CC1B4F}" srcId="{70C5DFA9-ABC3-45C0-9AED-59AD22D454ED}" destId="{A7F54C2D-DC2C-44F2-A4EC-BF692EBA8F59}" srcOrd="2" destOrd="0" parTransId="{AC6AC76D-66BA-4488-8327-3D59721003B2}" sibTransId="{ECB8018D-143B-4888-90BF-ADA81571C7A9}"/>
    <dgm:cxn modelId="{02BA9FBF-21DC-4C35-8E11-DFE58812C17C}" srcId="{70C5DFA9-ABC3-45C0-9AED-59AD22D454ED}" destId="{E69C75EE-F567-408F-8322-385C5CA6627D}" srcOrd="3" destOrd="0" parTransId="{490F5F0B-E13F-43F2-A69E-CE4BBB235925}" sibTransId="{E4AC6E53-A7F6-45EF-B939-4879C6DBA24D}"/>
    <dgm:cxn modelId="{4C2F11C7-A5F2-4EA7-840E-7EAD4573CF94}" type="presOf" srcId="{5E7300D4-C6C6-4FE6-B85A-C36EEC490CE9}" destId="{B7094B42-DE61-4013-A691-8BC7A1058ADF}" srcOrd="0" destOrd="0" presId="urn:microsoft.com/office/officeart/2005/8/layout/vList2"/>
    <dgm:cxn modelId="{B461D1D8-426E-4A49-B763-0F74CB2B49DB}" srcId="{70C5DFA9-ABC3-45C0-9AED-59AD22D454ED}" destId="{5E7300D4-C6C6-4FE6-B85A-C36EEC490CE9}" srcOrd="0" destOrd="0" parTransId="{85FDBDC8-DD3D-47BD-9E25-054FD0311A9F}" sibTransId="{6E9B61CB-0BAA-4510-9720-D26DD44E7A63}"/>
    <dgm:cxn modelId="{F18FDEE9-5B08-4D0B-932D-770C7116F7A6}" type="presOf" srcId="{70C5DFA9-ABC3-45C0-9AED-59AD22D454ED}" destId="{409D0585-E901-4C3F-89D4-BCBAA8E35A83}" srcOrd="0" destOrd="0" presId="urn:microsoft.com/office/officeart/2005/8/layout/vList2"/>
    <dgm:cxn modelId="{6F64FAF2-A944-41A0-8BE1-ABC0F6407A90}" type="presOf" srcId="{E69C75EE-F567-408F-8322-385C5CA6627D}" destId="{A639AE38-BDEB-4C8E-B0E9-03E676AF7926}" srcOrd="0" destOrd="0" presId="urn:microsoft.com/office/officeart/2005/8/layout/vList2"/>
    <dgm:cxn modelId="{5DB907FF-DEBF-484C-B9FB-313937D24BA1}" srcId="{70C5DFA9-ABC3-45C0-9AED-59AD22D454ED}" destId="{1EB2BA83-759E-4258-A3A9-61BA3CC35EED}" srcOrd="1" destOrd="0" parTransId="{C5C97493-806B-4641-8FF9-5310677E677F}" sibTransId="{BBED9162-9A60-4513-A769-5DCECFD635C0}"/>
    <dgm:cxn modelId="{1216A3FF-6CF2-431D-9672-49E718DECFBD}" srcId="{70C5DFA9-ABC3-45C0-9AED-59AD22D454ED}" destId="{F12AA9DC-334D-47AA-8C34-C93948D55C50}" srcOrd="4" destOrd="0" parTransId="{82D2CD77-3E49-4173-9D77-4430FBDADE97}" sibTransId="{94BD0838-7895-4176-9F2D-BDE7644023CE}"/>
    <dgm:cxn modelId="{90537085-4C00-4316-9736-C928E8E14888}" type="presParOf" srcId="{409D0585-E901-4C3F-89D4-BCBAA8E35A83}" destId="{B7094B42-DE61-4013-A691-8BC7A1058ADF}" srcOrd="0" destOrd="0" presId="urn:microsoft.com/office/officeart/2005/8/layout/vList2"/>
    <dgm:cxn modelId="{E503B1D4-9074-4232-BC98-91FB42FBA403}" type="presParOf" srcId="{409D0585-E901-4C3F-89D4-BCBAA8E35A83}" destId="{2789E6BB-9E49-44BD-B75F-08439103197B}" srcOrd="1" destOrd="0" presId="urn:microsoft.com/office/officeart/2005/8/layout/vList2"/>
    <dgm:cxn modelId="{E80E2AE9-D00D-4CAA-914A-33421114BF7E}" type="presParOf" srcId="{409D0585-E901-4C3F-89D4-BCBAA8E35A83}" destId="{0D726924-1EF3-46AD-A2F0-649908CFB024}" srcOrd="2" destOrd="0" presId="urn:microsoft.com/office/officeart/2005/8/layout/vList2"/>
    <dgm:cxn modelId="{79653562-BDEB-4C4F-A9AD-6BB3CF9F5C91}" type="presParOf" srcId="{409D0585-E901-4C3F-89D4-BCBAA8E35A83}" destId="{267C93AD-6609-4C5B-BBA4-C31E29081629}" srcOrd="3" destOrd="0" presId="urn:microsoft.com/office/officeart/2005/8/layout/vList2"/>
    <dgm:cxn modelId="{31345C0A-E806-46B7-BCFA-72527C6B518C}" type="presParOf" srcId="{409D0585-E901-4C3F-89D4-BCBAA8E35A83}" destId="{083E6DF9-FF45-474B-B9B1-C36D0BCB4DAE}" srcOrd="4" destOrd="0" presId="urn:microsoft.com/office/officeart/2005/8/layout/vList2"/>
    <dgm:cxn modelId="{2CB45950-D0EE-42C6-BBAA-6D28780B5F38}" type="presParOf" srcId="{409D0585-E901-4C3F-89D4-BCBAA8E35A83}" destId="{92BB54E9-80B3-4F7B-BEE5-CB34F884F0F7}" srcOrd="5" destOrd="0" presId="urn:microsoft.com/office/officeart/2005/8/layout/vList2"/>
    <dgm:cxn modelId="{AE93A50C-E051-4883-B77A-2325C7B73BFB}" type="presParOf" srcId="{409D0585-E901-4C3F-89D4-BCBAA8E35A83}" destId="{A639AE38-BDEB-4C8E-B0E9-03E676AF7926}" srcOrd="6" destOrd="0" presId="urn:microsoft.com/office/officeart/2005/8/layout/vList2"/>
    <dgm:cxn modelId="{3A4A8D49-F88B-4099-B0E9-3D96AD4CCBF5}" type="presParOf" srcId="{409D0585-E901-4C3F-89D4-BCBAA8E35A83}" destId="{7C762EF1-AEE1-4719-BB82-9E8D0B603651}" srcOrd="7" destOrd="0" presId="urn:microsoft.com/office/officeart/2005/8/layout/vList2"/>
    <dgm:cxn modelId="{8102CD98-65EA-4DD8-9090-3B03B5449001}" type="presParOf" srcId="{409D0585-E901-4C3F-89D4-BCBAA8E35A83}" destId="{1EC13922-A5FD-459A-BC53-B96D19311172}"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rtl="0"/>
          <a:r>
            <a:rPr lang="en-IN">
              <a:solidFill>
                <a:srgbClr val="343541"/>
              </a:solidFill>
              <a:latin typeface="system-ui"/>
            </a:rPr>
            <a:t>Sequential Data in Natural Language Processing (NLP) refers to data that has an inherent order or sequence.</a:t>
          </a:r>
          <a:endParaRPr lang="en-US">
            <a:solidFill>
              <a:srgbClr val="343541"/>
            </a:solidFill>
            <a:latin typeface="system-ui"/>
          </a:endParaRP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7E4EF2DE-1762-4CE4-8F7E-D944F2B6A722}">
      <dgm:prSet phldr="0"/>
      <dgm:spPr/>
      <dgm:t>
        <a:bodyPr/>
        <a:lstStyle/>
        <a:p>
          <a:pPr rtl="0"/>
          <a:r>
            <a:rPr lang="en-IN">
              <a:solidFill>
                <a:srgbClr val="343541"/>
              </a:solidFill>
              <a:latin typeface="system-ui"/>
            </a:rPr>
            <a:t>This order is crucial for understanding the context and meaning of the data. </a:t>
          </a:r>
          <a:endParaRPr lang="en-US">
            <a:latin typeface="Calibri"/>
            <a:ea typeface="Calibri"/>
            <a:cs typeface="Calibri"/>
          </a:endParaRPr>
        </a:p>
      </dgm:t>
    </dgm:pt>
    <dgm:pt modelId="{5DA45CB4-FC30-450C-B4F9-790107E94CD9}" type="parTrans" cxnId="{2EF51DF4-D185-4B6C-A8D5-91A05E0E370D}">
      <dgm:prSet/>
      <dgm:spPr/>
    </dgm:pt>
    <dgm:pt modelId="{2350CCDA-5A90-4102-9E49-91E3960B2604}" type="sibTrans" cxnId="{2EF51DF4-D185-4B6C-A8D5-91A05E0E370D}">
      <dgm:prSet/>
      <dgm:spPr/>
    </dgm:pt>
    <dgm:pt modelId="{83774F4C-11AC-450E-B518-DAEDA78516E5}">
      <dgm:prSet phldr="0"/>
      <dgm:spPr/>
      <dgm:t>
        <a:bodyPr/>
        <a:lstStyle/>
        <a:p>
          <a:pPr rtl="0"/>
          <a:r>
            <a:rPr lang="en-IN">
              <a:solidFill>
                <a:srgbClr val="343541"/>
              </a:solidFill>
              <a:latin typeface="system-ui"/>
            </a:rPr>
            <a:t>In the context of NLP, sequential data often refers to sequences of words or characters in a text.</a:t>
          </a:r>
          <a:endParaRPr lang="en-US">
            <a:latin typeface="Calibri"/>
            <a:ea typeface="Calibri"/>
            <a:cs typeface="Calibri"/>
          </a:endParaRPr>
        </a:p>
      </dgm:t>
    </dgm:pt>
    <dgm:pt modelId="{934DF638-5D5E-4DB0-A0EF-54A3AFF6B775}" type="parTrans" cxnId="{62AE0370-B9CD-4465-8C7C-CD671D6EA1D8}">
      <dgm:prSet/>
      <dgm:spPr/>
    </dgm:pt>
    <dgm:pt modelId="{B07E3589-F44C-42ED-9892-741446F2BF00}" type="sibTrans" cxnId="{62AE0370-B9CD-4465-8C7C-CD671D6EA1D8}">
      <dgm:prSet/>
      <dgm:spPr/>
    </dgm:pt>
    <dgm:pt modelId="{1609D0D4-006B-4C9E-A41D-817E6EE7115F}">
      <dgm:prSet phldr="0"/>
      <dgm:spPr/>
      <dgm:t>
        <a:bodyPr/>
        <a:lstStyle/>
        <a:p>
          <a:r>
            <a:rPr lang="en-IN">
              <a:solidFill>
                <a:srgbClr val="343541"/>
              </a:solidFill>
              <a:latin typeface="system-ui"/>
            </a:rPr>
            <a:t>Understanding and modeling the sequential nature of language is essential for tasks such as language modeling, machine translation, text generation, sentiment analysis, and named entity recognition, among others.</a:t>
          </a:r>
          <a:endParaRPr lang="en-US"/>
        </a:p>
      </dgm:t>
    </dgm:pt>
    <dgm:pt modelId="{B5677436-C331-4D8B-901F-91199C39CB65}" type="parTrans" cxnId="{4FB7D484-C87D-4596-AD12-118DF8D01FC4}">
      <dgm:prSet/>
      <dgm:spPr/>
    </dgm:pt>
    <dgm:pt modelId="{E1D1D093-EB67-485E-9CD1-DD43D1F77453}" type="sibTrans" cxnId="{4FB7D484-C87D-4596-AD12-118DF8D01FC4}">
      <dgm:prSet/>
      <dgm:spPr/>
    </dgm:pt>
    <dgm:pt modelId="{4E902BFA-517E-4BDB-9EC3-D32DCC6B082C}">
      <dgm:prSet phldr="0"/>
      <dgm:spPr/>
      <dgm:t>
        <a:bodyPr/>
        <a:lstStyle/>
        <a:p>
          <a:pPr algn="l" rtl="0"/>
          <a:r>
            <a:rPr lang="en-IN">
              <a:solidFill>
                <a:srgbClr val="343541"/>
              </a:solidFill>
              <a:latin typeface="system-ui"/>
            </a:rPr>
            <a:t>In summary, Sequential Data in NLP is a fundamental aspect that requires specialized techniques to capture and leverage the inherent order and dependencies within the data.</a:t>
          </a:r>
        </a:p>
      </dgm:t>
    </dgm:pt>
    <dgm:pt modelId="{CDBBDF55-C5B4-4BBF-9BD8-DB408B7D9065}" type="parTrans" cxnId="{A973B865-D50C-4A5C-8983-F9C7993F5FEA}">
      <dgm:prSet/>
      <dgm:spPr/>
    </dgm:pt>
    <dgm:pt modelId="{93DCAF65-CB27-446A-A69C-2B31CE3D0185}" type="sibTrans" cxnId="{A973B865-D50C-4A5C-8983-F9C7993F5FEA}">
      <dgm:prSet/>
      <dgm:spPr/>
    </dgm:pt>
    <dgm:pt modelId="{ECFE8694-3913-4D15-BDFB-1B9BE1314B1A}">
      <dgm:prSet phldr="0"/>
      <dgm:spPr/>
      <dgm:t>
        <a:bodyPr/>
        <a:lstStyle/>
        <a:p>
          <a:r>
            <a:rPr lang="en-IN">
              <a:solidFill>
                <a:srgbClr val="343541"/>
              </a:solidFill>
              <a:latin typeface="system-ui"/>
            </a:rPr>
            <a:t>Models and Architectures designed for sequential processing, such as RNNs, LSTMs, GRUs, attention mechanisms, and transformer models, play a crucial role in extracting meaningful information from sequences of text.</a:t>
          </a:r>
          <a:endParaRPr lang="en-US"/>
        </a:p>
      </dgm:t>
    </dgm:pt>
    <dgm:pt modelId="{EB04CC07-1F44-4B97-9A48-BECBBEB67530}" type="parTrans" cxnId="{D0DE2386-301A-4C58-B86E-2D0829018813}">
      <dgm:prSet/>
      <dgm:spPr/>
    </dgm:pt>
    <dgm:pt modelId="{30D00ABC-9070-43FF-BDF8-5C3DB683C293}" type="sibTrans" cxnId="{D0DE2386-301A-4C58-B86E-2D0829018813}">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6">
        <dgm:presLayoutVars>
          <dgm:chMax val="0"/>
          <dgm:bulletEnabled val="1"/>
        </dgm:presLayoutVars>
      </dgm:prSet>
      <dgm:spPr/>
    </dgm:pt>
    <dgm:pt modelId="{4FEE9E73-F8E4-4AD7-9071-7298A5B90D3A}" type="pres">
      <dgm:prSet presAssocID="{22F22127-0EFB-47E7-991D-546FE985192A}" presName="spacer" presStyleCnt="0"/>
      <dgm:spPr/>
    </dgm:pt>
    <dgm:pt modelId="{978BED8F-555E-4229-AD97-18AC6EE5D14F}" type="pres">
      <dgm:prSet presAssocID="{7E4EF2DE-1762-4CE4-8F7E-D944F2B6A722}" presName="parentText" presStyleLbl="node1" presStyleIdx="1" presStyleCnt="6">
        <dgm:presLayoutVars>
          <dgm:chMax val="0"/>
          <dgm:bulletEnabled val="1"/>
        </dgm:presLayoutVars>
      </dgm:prSet>
      <dgm:spPr/>
    </dgm:pt>
    <dgm:pt modelId="{F0253B02-A4BA-49C9-B222-A9875BE64CAC}" type="pres">
      <dgm:prSet presAssocID="{2350CCDA-5A90-4102-9E49-91E3960B2604}" presName="spacer" presStyleCnt="0"/>
      <dgm:spPr/>
    </dgm:pt>
    <dgm:pt modelId="{218C3983-FD6B-4A71-BB80-B25337AA39C3}" type="pres">
      <dgm:prSet presAssocID="{83774F4C-11AC-450E-B518-DAEDA78516E5}" presName="parentText" presStyleLbl="node1" presStyleIdx="2" presStyleCnt="6">
        <dgm:presLayoutVars>
          <dgm:chMax val="0"/>
          <dgm:bulletEnabled val="1"/>
        </dgm:presLayoutVars>
      </dgm:prSet>
      <dgm:spPr/>
    </dgm:pt>
    <dgm:pt modelId="{A2D0319E-549E-42E3-B66E-7717DA94D706}" type="pres">
      <dgm:prSet presAssocID="{B07E3589-F44C-42ED-9892-741446F2BF00}" presName="spacer" presStyleCnt="0"/>
      <dgm:spPr/>
    </dgm:pt>
    <dgm:pt modelId="{0A13CC24-33F8-42E5-BDD0-3B8A9C99AD48}" type="pres">
      <dgm:prSet presAssocID="{1609D0D4-006B-4C9E-A41D-817E6EE7115F}" presName="parentText" presStyleLbl="node1" presStyleIdx="3" presStyleCnt="6">
        <dgm:presLayoutVars>
          <dgm:chMax val="0"/>
          <dgm:bulletEnabled val="1"/>
        </dgm:presLayoutVars>
      </dgm:prSet>
      <dgm:spPr/>
    </dgm:pt>
    <dgm:pt modelId="{1CA872B9-49AC-4DB4-8053-5EF39AC6F2C1}" type="pres">
      <dgm:prSet presAssocID="{E1D1D093-EB67-485E-9CD1-DD43D1F77453}" presName="spacer" presStyleCnt="0"/>
      <dgm:spPr/>
    </dgm:pt>
    <dgm:pt modelId="{3877730F-CC71-4D33-B81A-4D64D275BD63}" type="pres">
      <dgm:prSet presAssocID="{4E902BFA-517E-4BDB-9EC3-D32DCC6B082C}" presName="parentText" presStyleLbl="node1" presStyleIdx="4" presStyleCnt="6">
        <dgm:presLayoutVars>
          <dgm:chMax val="0"/>
          <dgm:bulletEnabled val="1"/>
        </dgm:presLayoutVars>
      </dgm:prSet>
      <dgm:spPr/>
    </dgm:pt>
    <dgm:pt modelId="{70E603B3-9C2B-4737-A860-8DA92BE41157}" type="pres">
      <dgm:prSet presAssocID="{93DCAF65-CB27-446A-A69C-2B31CE3D0185}" presName="spacer" presStyleCnt="0"/>
      <dgm:spPr/>
    </dgm:pt>
    <dgm:pt modelId="{7782DE15-62A2-43E2-A6AD-1066C32E778B}" type="pres">
      <dgm:prSet presAssocID="{ECFE8694-3913-4D15-BDFB-1B9BE1314B1A}" presName="parentText" presStyleLbl="node1" presStyleIdx="5" presStyleCnt="6">
        <dgm:presLayoutVars>
          <dgm:chMax val="0"/>
          <dgm:bulletEnabled val="1"/>
        </dgm:presLayoutVars>
      </dgm:prSet>
      <dgm:spPr/>
    </dgm:pt>
  </dgm:ptLst>
  <dgm:cxnLst>
    <dgm:cxn modelId="{5D561A0D-B873-416C-A868-90DCA863E698}" srcId="{38CAF228-C70E-43C4-B248-C2DCC42C6A87}" destId="{49BD279B-5107-4DEA-BC07-123CC51F30E9}" srcOrd="0" destOrd="0" parTransId="{13C22562-716F-4D3C-8425-030582DE48BE}" sibTransId="{22F22127-0EFB-47E7-991D-546FE985192A}"/>
    <dgm:cxn modelId="{A973B865-D50C-4A5C-8983-F9C7993F5FEA}" srcId="{38CAF228-C70E-43C4-B248-C2DCC42C6A87}" destId="{4E902BFA-517E-4BDB-9EC3-D32DCC6B082C}" srcOrd="4" destOrd="0" parTransId="{CDBBDF55-C5B4-4BBF-9BD8-DB408B7D9065}" sibTransId="{93DCAF65-CB27-446A-A69C-2B31CE3D0185}"/>
    <dgm:cxn modelId="{7A90B56B-5753-4FF2-A631-687C62119735}" type="presOf" srcId="{ECFE8694-3913-4D15-BDFB-1B9BE1314B1A}" destId="{7782DE15-62A2-43E2-A6AD-1066C32E778B}" srcOrd="0" destOrd="0" presId="urn:microsoft.com/office/officeart/2005/8/layout/vList2"/>
    <dgm:cxn modelId="{62AE0370-B9CD-4465-8C7C-CD671D6EA1D8}" srcId="{38CAF228-C70E-43C4-B248-C2DCC42C6A87}" destId="{83774F4C-11AC-450E-B518-DAEDA78516E5}" srcOrd="2" destOrd="0" parTransId="{934DF638-5D5E-4DB0-A0EF-54A3AFF6B775}" sibTransId="{B07E3589-F44C-42ED-9892-741446F2BF00}"/>
    <dgm:cxn modelId="{4FB7D484-C87D-4596-AD12-118DF8D01FC4}" srcId="{38CAF228-C70E-43C4-B248-C2DCC42C6A87}" destId="{1609D0D4-006B-4C9E-A41D-817E6EE7115F}" srcOrd="3" destOrd="0" parTransId="{B5677436-C331-4D8B-901F-91199C39CB65}" sibTransId="{E1D1D093-EB67-485E-9CD1-DD43D1F77453}"/>
    <dgm:cxn modelId="{D0DE2386-301A-4C58-B86E-2D0829018813}" srcId="{38CAF228-C70E-43C4-B248-C2DCC42C6A87}" destId="{ECFE8694-3913-4D15-BDFB-1B9BE1314B1A}" srcOrd="5" destOrd="0" parTransId="{EB04CC07-1F44-4B97-9A48-BECBBEB67530}" sibTransId="{30D00ABC-9070-43FF-BDF8-5C3DB683C293}"/>
    <dgm:cxn modelId="{106DD686-B531-44DB-B89A-62992EFCB22B}" type="presOf" srcId="{1609D0D4-006B-4C9E-A41D-817E6EE7115F}" destId="{0A13CC24-33F8-42E5-BDD0-3B8A9C99AD48}" srcOrd="0" destOrd="0" presId="urn:microsoft.com/office/officeart/2005/8/layout/vList2"/>
    <dgm:cxn modelId="{730DC39F-B6BA-40C3-9E3E-F97671C110F1}" type="presOf" srcId="{49BD279B-5107-4DEA-BC07-123CC51F30E9}" destId="{09F7F36D-C0E7-40B5-8537-A50273CE2246}" srcOrd="0" destOrd="0" presId="urn:microsoft.com/office/officeart/2005/8/layout/vList2"/>
    <dgm:cxn modelId="{163EFACD-6F47-4666-8E4C-6906AA974E56}" type="presOf" srcId="{7E4EF2DE-1762-4CE4-8F7E-D944F2B6A722}" destId="{978BED8F-555E-4229-AD97-18AC6EE5D14F}" srcOrd="0" destOrd="0" presId="urn:microsoft.com/office/officeart/2005/8/layout/vList2"/>
    <dgm:cxn modelId="{32890ED3-B90B-43B8-AFC7-1322086BB9CF}" type="presOf" srcId="{83774F4C-11AC-450E-B518-DAEDA78516E5}" destId="{218C3983-FD6B-4A71-BB80-B25337AA39C3}" srcOrd="0" destOrd="0" presId="urn:microsoft.com/office/officeart/2005/8/layout/vList2"/>
    <dgm:cxn modelId="{8612BEDD-73AA-48B7-98BF-FE6625C27A75}" type="presOf" srcId="{4E902BFA-517E-4BDB-9EC3-D32DCC6B082C}" destId="{3877730F-CC71-4D33-B81A-4D64D275BD63}"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2EF51DF4-D185-4B6C-A8D5-91A05E0E370D}" srcId="{38CAF228-C70E-43C4-B248-C2DCC42C6A87}" destId="{7E4EF2DE-1762-4CE4-8F7E-D944F2B6A722}" srcOrd="1" destOrd="0" parTransId="{5DA45CB4-FC30-450C-B4F9-790107E94CD9}" sibTransId="{2350CCDA-5A90-4102-9E49-91E3960B2604}"/>
    <dgm:cxn modelId="{D1F52874-1AA8-438C-B2B3-5FE40ACB74C5}" type="presParOf" srcId="{33A8B12B-FEFF-4A4B-988E-2E0A309885BA}" destId="{09F7F36D-C0E7-40B5-8537-A50273CE2246}" srcOrd="0" destOrd="0" presId="urn:microsoft.com/office/officeart/2005/8/layout/vList2"/>
    <dgm:cxn modelId="{D13DC236-7B6C-42FB-AB7B-5D287E8E160C}" type="presParOf" srcId="{33A8B12B-FEFF-4A4B-988E-2E0A309885BA}" destId="{4FEE9E73-F8E4-4AD7-9071-7298A5B90D3A}" srcOrd="1" destOrd="0" presId="urn:microsoft.com/office/officeart/2005/8/layout/vList2"/>
    <dgm:cxn modelId="{DE208D1B-5F27-4445-9D94-10D9BF41CB54}" type="presParOf" srcId="{33A8B12B-FEFF-4A4B-988E-2E0A309885BA}" destId="{978BED8F-555E-4229-AD97-18AC6EE5D14F}" srcOrd="2" destOrd="0" presId="urn:microsoft.com/office/officeart/2005/8/layout/vList2"/>
    <dgm:cxn modelId="{BF4122D7-58AB-49A3-A5A7-1DB9E8C07A82}" type="presParOf" srcId="{33A8B12B-FEFF-4A4B-988E-2E0A309885BA}" destId="{F0253B02-A4BA-49C9-B222-A9875BE64CAC}" srcOrd="3" destOrd="0" presId="urn:microsoft.com/office/officeart/2005/8/layout/vList2"/>
    <dgm:cxn modelId="{FD40AD6B-C7E7-486C-9F7E-F25D99EC2177}" type="presParOf" srcId="{33A8B12B-FEFF-4A4B-988E-2E0A309885BA}" destId="{218C3983-FD6B-4A71-BB80-B25337AA39C3}" srcOrd="4" destOrd="0" presId="urn:microsoft.com/office/officeart/2005/8/layout/vList2"/>
    <dgm:cxn modelId="{4FB94DDB-7DC0-4881-ABF8-8BE9068BA1F8}" type="presParOf" srcId="{33A8B12B-FEFF-4A4B-988E-2E0A309885BA}" destId="{A2D0319E-549E-42E3-B66E-7717DA94D706}" srcOrd="5" destOrd="0" presId="urn:microsoft.com/office/officeart/2005/8/layout/vList2"/>
    <dgm:cxn modelId="{6553544B-FCDD-4B55-B73D-0C7F62FE3AC4}" type="presParOf" srcId="{33A8B12B-FEFF-4A4B-988E-2E0A309885BA}" destId="{0A13CC24-33F8-42E5-BDD0-3B8A9C99AD48}" srcOrd="6" destOrd="0" presId="urn:microsoft.com/office/officeart/2005/8/layout/vList2"/>
    <dgm:cxn modelId="{8C0BD02A-A883-4258-AA40-D26060E383CB}" type="presParOf" srcId="{33A8B12B-FEFF-4A4B-988E-2E0A309885BA}" destId="{1CA872B9-49AC-4DB4-8053-5EF39AC6F2C1}" srcOrd="7" destOrd="0" presId="urn:microsoft.com/office/officeart/2005/8/layout/vList2"/>
    <dgm:cxn modelId="{8B6F8D56-E065-4368-ADB4-8C0E086F2E07}" type="presParOf" srcId="{33A8B12B-FEFF-4A4B-988E-2E0A309885BA}" destId="{3877730F-CC71-4D33-B81A-4D64D275BD63}" srcOrd="8" destOrd="0" presId="urn:microsoft.com/office/officeart/2005/8/layout/vList2"/>
    <dgm:cxn modelId="{B7554249-3819-4827-A410-13FF654107BA}" type="presParOf" srcId="{33A8B12B-FEFF-4A4B-988E-2E0A309885BA}" destId="{70E603B3-9C2B-4737-A860-8DA92BE41157}" srcOrd="9" destOrd="0" presId="urn:microsoft.com/office/officeart/2005/8/layout/vList2"/>
    <dgm:cxn modelId="{9E41391C-6A25-4B3B-B997-2BDA5BEE15CC}" type="presParOf" srcId="{33A8B12B-FEFF-4A4B-988E-2E0A309885BA}" destId="{7782DE15-62A2-43E2-A6AD-1066C32E778B}"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C2528918-CA1B-4FB3-A04D-E785FB1F0DE9}">
      <dgm:prSet phldr="0"/>
      <dgm:spPr/>
      <dgm:t>
        <a:bodyPr/>
        <a:lstStyle/>
        <a:p>
          <a:pPr algn="l" rtl="0"/>
          <a:r>
            <a:rPr lang="en-IN" b="0">
              <a:solidFill>
                <a:srgbClr val="343541"/>
              </a:solidFill>
              <a:latin typeface="system-ui"/>
            </a:rPr>
            <a:t>3. Recurrent Neural Networks (RNNs): RNNs are a class of neural networks designed to work with sequential data. They maintain an internal state that is updated with each new input, allowing them to capture dependencies and relationships between elements in a sequence. Each time step in an RNN processes a new token in the sequence, and the hidden state is updated accordingly.</a:t>
          </a:r>
        </a:p>
      </dgm:t>
    </dgm:pt>
    <dgm:pt modelId="{27139B97-4B3B-4A3E-876C-22CD8CAD9745}" type="parTrans" cxnId="{CB2DA3C7-FDDA-4C3E-A97D-0AE5BD88C818}">
      <dgm:prSet/>
      <dgm:spPr/>
    </dgm:pt>
    <dgm:pt modelId="{4E6F6CAC-B8CE-4EDA-AAF7-B0B263CC5765}" type="sibTrans" cxnId="{CB2DA3C7-FDDA-4C3E-A97D-0AE5BD88C818}">
      <dgm:prSet/>
      <dgm:spPr/>
    </dgm:pt>
    <dgm:pt modelId="{9F89138F-98D5-4F79-A2A0-75D899806149}">
      <dgm:prSet phldr="0"/>
      <dgm:spPr/>
      <dgm:t>
        <a:bodyPr/>
        <a:lstStyle/>
        <a:p>
          <a:pPr algn="l" rtl="0"/>
          <a:r>
            <a:rPr lang="en-IN" b="0">
              <a:solidFill>
                <a:srgbClr val="343541"/>
              </a:solidFill>
              <a:latin typeface="system-ui"/>
            </a:rPr>
            <a:t>1. Tokenization: Tokenization is </a:t>
          </a:r>
          <a:r>
            <a:rPr lang="en-IN">
              <a:solidFill>
                <a:srgbClr val="343541"/>
              </a:solidFill>
              <a:latin typeface="system-ui"/>
            </a:rPr>
            <a:t>the process of breaking down a sequence of text into individual units, or tokens. In the case of language, tokens are often words or subwords. For</a:t>
          </a:r>
          <a:r>
            <a:rPr lang="en-IN" b="0">
              <a:solidFill>
                <a:srgbClr val="343541"/>
              </a:solidFill>
              <a:latin typeface="system-ui"/>
            </a:rPr>
            <a:t> example, the sentence "I love natural language processing" would be tokenized into the following tokens: ["I", "love", "natural", "language", "processing"].</a:t>
          </a:r>
        </a:p>
      </dgm:t>
    </dgm:pt>
    <dgm:pt modelId="{BD9B9E05-F51C-4146-A36F-E9764CAB9F38}" type="parTrans" cxnId="{9CB6DE15-3111-417A-B88E-AC83E37CCFD8}">
      <dgm:prSet/>
      <dgm:spPr/>
    </dgm:pt>
    <dgm:pt modelId="{2A6F6130-A407-427C-9BA0-E0773A480B40}" type="sibTrans" cxnId="{9CB6DE15-3111-417A-B88E-AC83E37CCFD8}">
      <dgm:prSet/>
      <dgm:spPr/>
    </dgm:pt>
    <dgm:pt modelId="{908DE5A8-4CFB-4A35-92EE-61E6CCE6BA14}">
      <dgm:prSet phldr="0"/>
      <dgm:spPr/>
      <dgm:t>
        <a:bodyPr/>
        <a:lstStyle/>
        <a:p>
          <a:pPr algn="l" rtl="0"/>
          <a:r>
            <a:rPr lang="en-IN" b="0">
              <a:solidFill>
                <a:srgbClr val="343541"/>
              </a:solidFill>
              <a:latin typeface="system-ui"/>
            </a:rPr>
            <a:t>2. Sequence Representation: Once tokenized, the sequential data needs to be represented in a format that can be processed by machine learning models. Common representations include numerical vectors or embeddings for each token. Embeddings capture semantic relationships between words and are used to represent words in a continuous vector space.</a:t>
          </a:r>
        </a:p>
      </dgm:t>
    </dgm:pt>
    <dgm:pt modelId="{90092F3F-166E-4696-B86B-E77A32E76A1E}" type="parTrans" cxnId="{E1AD173F-5A3A-495B-BAE5-C86E2C05BCB5}">
      <dgm:prSet/>
      <dgm:spPr/>
    </dgm:pt>
    <dgm:pt modelId="{29AC1404-A24F-4551-8DA5-7892FD767B1C}" type="sibTrans" cxnId="{E1AD173F-5A3A-495B-BAE5-C86E2C05BCB5}">
      <dgm:prSet/>
      <dgm:spPr/>
    </dgm:pt>
    <dgm:pt modelId="{AA2AE04E-779B-40FF-A0F3-FCD7C917A579}">
      <dgm:prSet phldr="0"/>
      <dgm:spPr/>
      <dgm:t>
        <a:bodyPr/>
        <a:lstStyle/>
        <a:p>
          <a:pPr algn="l" rtl="0"/>
          <a:r>
            <a:rPr lang="en-IN" b="0">
              <a:solidFill>
                <a:srgbClr val="343541"/>
              </a:solidFill>
              <a:latin typeface="system-ui"/>
            </a:rPr>
            <a:t>4. Long Short-Term Memory (LSTM) and Gated Recurrent Unit (GRU): Traditional RNNs can struggle with capturing long-term dependencies. LSTM and GRU are variants of RNNs designed to address this issue by introducing mechanisms to selectively remember or forget information. LSTMs and GRUs are better at handling vanishing or exploding gradient problems, making them more effective for modeling long sequences.</a:t>
          </a:r>
        </a:p>
      </dgm:t>
    </dgm:pt>
    <dgm:pt modelId="{9DBB3400-C395-457B-8E32-B789D7F32B35}" type="parTrans" cxnId="{86A3727B-B1F1-4F1F-9B85-917C70B03871}">
      <dgm:prSet/>
      <dgm:spPr/>
    </dgm:pt>
    <dgm:pt modelId="{2C76CD62-B8CF-4C15-A9B2-490833B14B3C}" type="sibTrans" cxnId="{86A3727B-B1F1-4F1F-9B85-917C70B03871}">
      <dgm:prSet/>
      <dgm:spPr/>
    </dgm:pt>
    <dgm:pt modelId="{33A8B12B-FEFF-4A4B-988E-2E0A309885BA}" type="pres">
      <dgm:prSet presAssocID="{38CAF228-C70E-43C4-B248-C2DCC42C6A87}" presName="linear" presStyleCnt="0">
        <dgm:presLayoutVars>
          <dgm:animLvl val="lvl"/>
          <dgm:resizeHandles val="exact"/>
        </dgm:presLayoutVars>
      </dgm:prSet>
      <dgm:spPr/>
    </dgm:pt>
    <dgm:pt modelId="{EC8A4F81-8730-4C8A-8B1E-D084246FABB4}" type="pres">
      <dgm:prSet presAssocID="{9F89138F-98D5-4F79-A2A0-75D899806149}" presName="parentText" presStyleLbl="node1" presStyleIdx="0" presStyleCnt="4">
        <dgm:presLayoutVars>
          <dgm:chMax val="0"/>
          <dgm:bulletEnabled val="1"/>
        </dgm:presLayoutVars>
      </dgm:prSet>
      <dgm:spPr/>
    </dgm:pt>
    <dgm:pt modelId="{C90ABF0C-EB15-4657-9138-8C8C1E900B1F}" type="pres">
      <dgm:prSet presAssocID="{2A6F6130-A407-427C-9BA0-E0773A480B40}" presName="spacer" presStyleCnt="0"/>
      <dgm:spPr/>
    </dgm:pt>
    <dgm:pt modelId="{27E1F966-CFD0-422C-B0C5-6AFEFC709A78}" type="pres">
      <dgm:prSet presAssocID="{908DE5A8-4CFB-4A35-92EE-61E6CCE6BA14}" presName="parentText" presStyleLbl="node1" presStyleIdx="1" presStyleCnt="4">
        <dgm:presLayoutVars>
          <dgm:chMax val="0"/>
          <dgm:bulletEnabled val="1"/>
        </dgm:presLayoutVars>
      </dgm:prSet>
      <dgm:spPr/>
    </dgm:pt>
    <dgm:pt modelId="{A9B2BA67-B03D-4358-8586-6BA8A6B6B777}" type="pres">
      <dgm:prSet presAssocID="{29AC1404-A24F-4551-8DA5-7892FD767B1C}" presName="spacer" presStyleCnt="0"/>
      <dgm:spPr/>
    </dgm:pt>
    <dgm:pt modelId="{6F7E710C-522C-48BA-A4F7-A7E3F393FB2A}" type="pres">
      <dgm:prSet presAssocID="{C2528918-CA1B-4FB3-A04D-E785FB1F0DE9}" presName="parentText" presStyleLbl="node1" presStyleIdx="2" presStyleCnt="4">
        <dgm:presLayoutVars>
          <dgm:chMax val="0"/>
          <dgm:bulletEnabled val="1"/>
        </dgm:presLayoutVars>
      </dgm:prSet>
      <dgm:spPr/>
    </dgm:pt>
    <dgm:pt modelId="{50DD981A-9208-4E01-9034-EDD578D9C760}" type="pres">
      <dgm:prSet presAssocID="{4E6F6CAC-B8CE-4EDA-AAF7-B0B263CC5765}" presName="spacer" presStyleCnt="0"/>
      <dgm:spPr/>
    </dgm:pt>
    <dgm:pt modelId="{B3D4BB53-4FC3-4A18-ABA1-723BE2397BD7}" type="pres">
      <dgm:prSet presAssocID="{AA2AE04E-779B-40FF-A0F3-FCD7C917A579}" presName="parentText" presStyleLbl="node1" presStyleIdx="3" presStyleCnt="4">
        <dgm:presLayoutVars>
          <dgm:chMax val="0"/>
          <dgm:bulletEnabled val="1"/>
        </dgm:presLayoutVars>
      </dgm:prSet>
      <dgm:spPr/>
    </dgm:pt>
  </dgm:ptLst>
  <dgm:cxnLst>
    <dgm:cxn modelId="{E0764C06-4F08-48E6-AB47-4A8EB1A70CB3}" type="presOf" srcId="{908DE5A8-4CFB-4A35-92EE-61E6CCE6BA14}" destId="{27E1F966-CFD0-422C-B0C5-6AFEFC709A78}" srcOrd="0" destOrd="0" presId="urn:microsoft.com/office/officeart/2005/8/layout/vList2"/>
    <dgm:cxn modelId="{9CB6DE15-3111-417A-B88E-AC83E37CCFD8}" srcId="{38CAF228-C70E-43C4-B248-C2DCC42C6A87}" destId="{9F89138F-98D5-4F79-A2A0-75D899806149}" srcOrd="0" destOrd="0" parTransId="{BD9B9E05-F51C-4146-A36F-E9764CAB9F38}" sibTransId="{2A6F6130-A407-427C-9BA0-E0773A480B40}"/>
    <dgm:cxn modelId="{E1AD173F-5A3A-495B-BAE5-C86E2C05BCB5}" srcId="{38CAF228-C70E-43C4-B248-C2DCC42C6A87}" destId="{908DE5A8-4CFB-4A35-92EE-61E6CCE6BA14}" srcOrd="1" destOrd="0" parTransId="{90092F3F-166E-4696-B86B-E77A32E76A1E}" sibTransId="{29AC1404-A24F-4551-8DA5-7892FD767B1C}"/>
    <dgm:cxn modelId="{523ABB5B-FD20-4F28-AC8D-323D56B7B9DC}" type="presOf" srcId="{9F89138F-98D5-4F79-A2A0-75D899806149}" destId="{EC8A4F81-8730-4C8A-8B1E-D084246FABB4}" srcOrd="0" destOrd="0" presId="urn:microsoft.com/office/officeart/2005/8/layout/vList2"/>
    <dgm:cxn modelId="{10FD1F77-6CCE-46F0-9A28-957D31A4FDD3}" type="presOf" srcId="{AA2AE04E-779B-40FF-A0F3-FCD7C917A579}" destId="{B3D4BB53-4FC3-4A18-ABA1-723BE2397BD7}" srcOrd="0" destOrd="0" presId="urn:microsoft.com/office/officeart/2005/8/layout/vList2"/>
    <dgm:cxn modelId="{86A3727B-B1F1-4F1F-9B85-917C70B03871}" srcId="{38CAF228-C70E-43C4-B248-C2DCC42C6A87}" destId="{AA2AE04E-779B-40FF-A0F3-FCD7C917A579}" srcOrd="3" destOrd="0" parTransId="{9DBB3400-C395-457B-8E32-B789D7F32B35}" sibTransId="{2C76CD62-B8CF-4C15-A9B2-490833B14B3C}"/>
    <dgm:cxn modelId="{CB2DA3C7-FDDA-4C3E-A97D-0AE5BD88C818}" srcId="{38CAF228-C70E-43C4-B248-C2DCC42C6A87}" destId="{C2528918-CA1B-4FB3-A04D-E785FB1F0DE9}" srcOrd="2" destOrd="0" parTransId="{27139B97-4B3B-4A3E-876C-22CD8CAD9745}" sibTransId="{4E6F6CAC-B8CE-4EDA-AAF7-B0B263CC5765}"/>
    <dgm:cxn modelId="{F1C967D6-CB8C-45E7-8F7A-8100B913A26A}" type="presOf" srcId="{C2528918-CA1B-4FB3-A04D-E785FB1F0DE9}" destId="{6F7E710C-522C-48BA-A4F7-A7E3F393FB2A}"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54F4B634-ED4D-4960-B306-53C9581AC49D}" type="presParOf" srcId="{33A8B12B-FEFF-4A4B-988E-2E0A309885BA}" destId="{EC8A4F81-8730-4C8A-8B1E-D084246FABB4}" srcOrd="0" destOrd="0" presId="urn:microsoft.com/office/officeart/2005/8/layout/vList2"/>
    <dgm:cxn modelId="{B171FC2E-0B3E-48C4-9A96-112A6B5A1C48}" type="presParOf" srcId="{33A8B12B-FEFF-4A4B-988E-2E0A309885BA}" destId="{C90ABF0C-EB15-4657-9138-8C8C1E900B1F}" srcOrd="1" destOrd="0" presId="urn:microsoft.com/office/officeart/2005/8/layout/vList2"/>
    <dgm:cxn modelId="{24D549FB-9A35-4F48-A67C-FC2EEFF37364}" type="presParOf" srcId="{33A8B12B-FEFF-4A4B-988E-2E0A309885BA}" destId="{27E1F966-CFD0-422C-B0C5-6AFEFC709A78}" srcOrd="2" destOrd="0" presId="urn:microsoft.com/office/officeart/2005/8/layout/vList2"/>
    <dgm:cxn modelId="{F8DF5AE2-A6DE-4DBD-A0E1-E0A02E09705D}" type="presParOf" srcId="{33A8B12B-FEFF-4A4B-988E-2E0A309885BA}" destId="{A9B2BA67-B03D-4358-8586-6BA8A6B6B777}" srcOrd="3" destOrd="0" presId="urn:microsoft.com/office/officeart/2005/8/layout/vList2"/>
    <dgm:cxn modelId="{07D4A50C-73F4-4279-AB5A-79A9564CDB66}" type="presParOf" srcId="{33A8B12B-FEFF-4A4B-988E-2E0A309885BA}" destId="{6F7E710C-522C-48BA-A4F7-A7E3F393FB2A}" srcOrd="4" destOrd="0" presId="urn:microsoft.com/office/officeart/2005/8/layout/vList2"/>
    <dgm:cxn modelId="{4C646396-1E2A-449D-91F3-5F542A7E9637}" type="presParOf" srcId="{33A8B12B-FEFF-4A4B-988E-2E0A309885BA}" destId="{50DD981A-9208-4E01-9034-EDD578D9C760}" srcOrd="5" destOrd="0" presId="urn:microsoft.com/office/officeart/2005/8/layout/vList2"/>
    <dgm:cxn modelId="{51F2B5C8-DF03-4F08-AA13-F9701834B727}" type="presParOf" srcId="{33A8B12B-FEFF-4A4B-988E-2E0A309885BA}" destId="{B3D4BB53-4FC3-4A18-ABA1-723BE2397BD7}"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C2528918-CA1B-4FB3-A04D-E785FB1F0DE9}">
      <dgm:prSet phldr="0"/>
      <dgm:spPr/>
      <dgm:t>
        <a:bodyPr/>
        <a:lstStyle/>
        <a:p>
          <a:pPr algn="l" rtl="0"/>
          <a:r>
            <a:rPr lang="en-IN" b="0">
              <a:solidFill>
                <a:srgbClr val="343541"/>
              </a:solidFill>
              <a:latin typeface="system-ui"/>
            </a:rPr>
            <a:t>6. Transformer Models: Transformers are a type of neural network architecture that has proven highly effective for sequential data in NLP. They use self-attention mechanisms to capture global dependencies in a sequence. Models like BERT (Bidirectional Encoder Representations from Transformers) and GPT (Generative Pre-trained Transformer) are based on the transformer architecture and have set state-of-the-art benchmarks in various NLP tasks.</a:t>
          </a:r>
        </a:p>
      </dgm:t>
    </dgm:pt>
    <dgm:pt modelId="{27139B97-4B3B-4A3E-876C-22CD8CAD9745}" type="parTrans" cxnId="{CB2DA3C7-FDDA-4C3E-A97D-0AE5BD88C818}">
      <dgm:prSet/>
      <dgm:spPr/>
    </dgm:pt>
    <dgm:pt modelId="{4E6F6CAC-B8CE-4EDA-AAF7-B0B263CC5765}" type="sibTrans" cxnId="{CB2DA3C7-FDDA-4C3E-A97D-0AE5BD88C818}">
      <dgm:prSet/>
      <dgm:spPr/>
    </dgm:pt>
    <dgm:pt modelId="{9F89138F-98D5-4F79-A2A0-75D899806149}">
      <dgm:prSet phldr="0"/>
      <dgm:spPr/>
      <dgm:t>
        <a:bodyPr/>
        <a:lstStyle/>
        <a:p>
          <a:pPr algn="l" rtl="0"/>
          <a:r>
            <a:rPr lang="en-IN" b="0">
              <a:solidFill>
                <a:srgbClr val="343541"/>
              </a:solidFill>
              <a:latin typeface="system-ui"/>
            </a:rPr>
            <a:t>5. Attention Mechanisms: Attention mechanisms </a:t>
          </a:r>
          <a:r>
            <a:rPr lang="en-IN">
              <a:solidFill>
                <a:srgbClr val="343541"/>
              </a:solidFill>
              <a:latin typeface="system-ui"/>
            </a:rPr>
            <a:t>enable models to focus on specific parts of the input sequence when making predictions. This is especially useful when dealing with long sequences</a:t>
          </a:r>
          <a:r>
            <a:rPr lang="en-IN" b="0">
              <a:solidFill>
                <a:srgbClr val="343541"/>
              </a:solidFill>
              <a:latin typeface="system-ui"/>
            </a:rPr>
            <a:t>, as it allows the model to weigh the importance of different elements dynamically. Transformer models, which have gained prominence in NLP, rely heavily on attention mechanisms. </a:t>
          </a:r>
        </a:p>
      </dgm:t>
    </dgm:pt>
    <dgm:pt modelId="{BD9B9E05-F51C-4146-A36F-E9764CAB9F38}" type="parTrans" cxnId="{9CB6DE15-3111-417A-B88E-AC83E37CCFD8}">
      <dgm:prSet/>
      <dgm:spPr/>
    </dgm:pt>
    <dgm:pt modelId="{2A6F6130-A407-427C-9BA0-E0773A480B40}" type="sibTrans" cxnId="{9CB6DE15-3111-417A-B88E-AC83E37CCFD8}">
      <dgm:prSet/>
      <dgm:spPr/>
    </dgm:pt>
    <dgm:pt modelId="{CE3DF6A5-17B9-4148-897B-FE244D3E94ED}">
      <dgm:prSet phldr="0"/>
      <dgm:spPr/>
      <dgm:t>
        <a:bodyPr/>
        <a:lstStyle/>
        <a:p>
          <a:pPr algn="l" rtl="0"/>
          <a:r>
            <a:rPr lang="en-IN" b="0">
              <a:solidFill>
                <a:srgbClr val="343541"/>
              </a:solidFill>
              <a:latin typeface="system-ui"/>
            </a:rPr>
            <a:t>7. Sequence </a:t>
          </a:r>
          <a:r>
            <a:rPr lang="en-IN" b="0" err="1">
              <a:solidFill>
                <a:srgbClr val="343541"/>
              </a:solidFill>
              <a:latin typeface="system-ui"/>
            </a:rPr>
            <a:t>Labeling</a:t>
          </a:r>
          <a:r>
            <a:rPr lang="en-IN" b="0">
              <a:solidFill>
                <a:srgbClr val="343541"/>
              </a:solidFill>
              <a:latin typeface="system-ui"/>
            </a:rPr>
            <a:t>: In many NLP applications, the goal is to assign labels to each element in a sequence. For example, named entity recognition involves labeling each word in a sentence with its corresponding entity type (e.g., person, organization, location). Conditional Random Fields (CRFs) and more recently, neural network-based approaches, are commonly used for sequence </a:t>
          </a:r>
          <a:r>
            <a:rPr lang="en-IN" b="0" err="1">
              <a:solidFill>
                <a:srgbClr val="343541"/>
              </a:solidFill>
              <a:latin typeface="system-ui"/>
            </a:rPr>
            <a:t>labeling</a:t>
          </a:r>
          <a:r>
            <a:rPr lang="en-IN" b="0">
              <a:solidFill>
                <a:srgbClr val="343541"/>
              </a:solidFill>
              <a:latin typeface="system-ui"/>
            </a:rPr>
            <a:t> tasks.</a:t>
          </a:r>
          <a:endParaRPr lang="en-US" b="0">
            <a:solidFill>
              <a:srgbClr val="343541"/>
            </a:solidFill>
            <a:latin typeface="Calibri"/>
            <a:ea typeface="Calibri"/>
            <a:cs typeface="Calibri"/>
          </a:endParaRPr>
        </a:p>
      </dgm:t>
    </dgm:pt>
    <dgm:pt modelId="{96FCF32A-924D-4013-BFD0-48D1EF8C07CE}" type="parTrans" cxnId="{43C1462B-5E54-4451-B04F-ED6A38D5B2A4}">
      <dgm:prSet/>
      <dgm:spPr/>
    </dgm:pt>
    <dgm:pt modelId="{2238AA9B-E4B3-40DB-9616-09BD4DD4497A}" type="sibTrans" cxnId="{43C1462B-5E54-4451-B04F-ED6A38D5B2A4}">
      <dgm:prSet/>
      <dgm:spPr/>
    </dgm:pt>
    <dgm:pt modelId="{E3B9CBD9-C2C2-4284-99F4-CE992F4C0122}">
      <dgm:prSet phldr="0"/>
      <dgm:spPr/>
      <dgm:t>
        <a:bodyPr/>
        <a:lstStyle/>
        <a:p>
          <a:pPr algn="l" rtl="0"/>
          <a:r>
            <a:rPr lang="en-IN" b="0">
              <a:solidFill>
                <a:srgbClr val="343541"/>
              </a:solidFill>
              <a:latin typeface="system-ui"/>
            </a:rPr>
            <a:t>8. Temporal Aspect: Sequential data often has a temporal aspect, where the order of elements is crucial for understanding the meaning. This is particularly relevant in tasks like time series analysis and language modeling.</a:t>
          </a:r>
        </a:p>
      </dgm:t>
    </dgm:pt>
    <dgm:pt modelId="{C55B0190-DFCC-4033-A60D-6A2E67506345}" type="parTrans" cxnId="{96ACD354-F8AB-46C4-B0DF-811347F1F414}">
      <dgm:prSet/>
      <dgm:spPr/>
    </dgm:pt>
    <dgm:pt modelId="{FCF4EC53-1E2B-4F70-B0D2-FCFA6F794561}" type="sibTrans" cxnId="{96ACD354-F8AB-46C4-B0DF-811347F1F414}">
      <dgm:prSet/>
      <dgm:spPr/>
    </dgm:pt>
    <dgm:pt modelId="{33A8B12B-FEFF-4A4B-988E-2E0A309885BA}" type="pres">
      <dgm:prSet presAssocID="{38CAF228-C70E-43C4-B248-C2DCC42C6A87}" presName="linear" presStyleCnt="0">
        <dgm:presLayoutVars>
          <dgm:animLvl val="lvl"/>
          <dgm:resizeHandles val="exact"/>
        </dgm:presLayoutVars>
      </dgm:prSet>
      <dgm:spPr/>
    </dgm:pt>
    <dgm:pt modelId="{EC8A4F81-8730-4C8A-8B1E-D084246FABB4}" type="pres">
      <dgm:prSet presAssocID="{9F89138F-98D5-4F79-A2A0-75D899806149}" presName="parentText" presStyleLbl="node1" presStyleIdx="0" presStyleCnt="4">
        <dgm:presLayoutVars>
          <dgm:chMax val="0"/>
          <dgm:bulletEnabled val="1"/>
        </dgm:presLayoutVars>
      </dgm:prSet>
      <dgm:spPr/>
    </dgm:pt>
    <dgm:pt modelId="{C90ABF0C-EB15-4657-9138-8C8C1E900B1F}" type="pres">
      <dgm:prSet presAssocID="{2A6F6130-A407-427C-9BA0-E0773A480B40}" presName="spacer" presStyleCnt="0"/>
      <dgm:spPr/>
    </dgm:pt>
    <dgm:pt modelId="{6F7E710C-522C-48BA-A4F7-A7E3F393FB2A}" type="pres">
      <dgm:prSet presAssocID="{C2528918-CA1B-4FB3-A04D-E785FB1F0DE9}" presName="parentText" presStyleLbl="node1" presStyleIdx="1" presStyleCnt="4">
        <dgm:presLayoutVars>
          <dgm:chMax val="0"/>
          <dgm:bulletEnabled val="1"/>
        </dgm:presLayoutVars>
      </dgm:prSet>
      <dgm:spPr/>
    </dgm:pt>
    <dgm:pt modelId="{50DD981A-9208-4E01-9034-EDD578D9C760}" type="pres">
      <dgm:prSet presAssocID="{4E6F6CAC-B8CE-4EDA-AAF7-B0B263CC5765}" presName="spacer" presStyleCnt="0"/>
      <dgm:spPr/>
    </dgm:pt>
    <dgm:pt modelId="{7892D43F-2679-4506-8046-3547F4E9E08E}" type="pres">
      <dgm:prSet presAssocID="{CE3DF6A5-17B9-4148-897B-FE244D3E94ED}" presName="parentText" presStyleLbl="node1" presStyleIdx="2" presStyleCnt="4">
        <dgm:presLayoutVars>
          <dgm:chMax val="0"/>
          <dgm:bulletEnabled val="1"/>
        </dgm:presLayoutVars>
      </dgm:prSet>
      <dgm:spPr/>
    </dgm:pt>
    <dgm:pt modelId="{DD8BFC0B-5600-438B-840F-A2263955FF40}" type="pres">
      <dgm:prSet presAssocID="{2238AA9B-E4B3-40DB-9616-09BD4DD4497A}" presName="spacer" presStyleCnt="0"/>
      <dgm:spPr/>
    </dgm:pt>
    <dgm:pt modelId="{A1EB8917-D9FE-4611-A845-FEA1794B0C51}" type="pres">
      <dgm:prSet presAssocID="{E3B9CBD9-C2C2-4284-99F4-CE992F4C0122}" presName="parentText" presStyleLbl="node1" presStyleIdx="3" presStyleCnt="4">
        <dgm:presLayoutVars>
          <dgm:chMax val="0"/>
          <dgm:bulletEnabled val="1"/>
        </dgm:presLayoutVars>
      </dgm:prSet>
      <dgm:spPr/>
    </dgm:pt>
  </dgm:ptLst>
  <dgm:cxnLst>
    <dgm:cxn modelId="{9CB6DE15-3111-417A-B88E-AC83E37CCFD8}" srcId="{38CAF228-C70E-43C4-B248-C2DCC42C6A87}" destId="{9F89138F-98D5-4F79-A2A0-75D899806149}" srcOrd="0" destOrd="0" parTransId="{BD9B9E05-F51C-4146-A36F-E9764CAB9F38}" sibTransId="{2A6F6130-A407-427C-9BA0-E0773A480B40}"/>
    <dgm:cxn modelId="{5C99A825-DDF6-4E96-8F07-CEEBB640342C}" type="presOf" srcId="{E3B9CBD9-C2C2-4284-99F4-CE992F4C0122}" destId="{A1EB8917-D9FE-4611-A845-FEA1794B0C51}" srcOrd="0" destOrd="0" presId="urn:microsoft.com/office/officeart/2005/8/layout/vList2"/>
    <dgm:cxn modelId="{43C1462B-5E54-4451-B04F-ED6A38D5B2A4}" srcId="{38CAF228-C70E-43C4-B248-C2DCC42C6A87}" destId="{CE3DF6A5-17B9-4148-897B-FE244D3E94ED}" srcOrd="2" destOrd="0" parTransId="{96FCF32A-924D-4013-BFD0-48D1EF8C07CE}" sibTransId="{2238AA9B-E4B3-40DB-9616-09BD4DD4497A}"/>
    <dgm:cxn modelId="{64AA1052-5BC6-4ACF-97E4-12490253C4AE}" type="presOf" srcId="{CE3DF6A5-17B9-4148-897B-FE244D3E94ED}" destId="{7892D43F-2679-4506-8046-3547F4E9E08E}" srcOrd="0" destOrd="0" presId="urn:microsoft.com/office/officeart/2005/8/layout/vList2"/>
    <dgm:cxn modelId="{96ACD354-F8AB-46C4-B0DF-811347F1F414}" srcId="{38CAF228-C70E-43C4-B248-C2DCC42C6A87}" destId="{E3B9CBD9-C2C2-4284-99F4-CE992F4C0122}" srcOrd="3" destOrd="0" parTransId="{C55B0190-DFCC-4033-A60D-6A2E67506345}" sibTransId="{FCF4EC53-1E2B-4F70-B0D2-FCFA6F794561}"/>
    <dgm:cxn modelId="{02E3DE9E-6E68-4A04-8CED-95FDBCE6B550}" type="presOf" srcId="{9F89138F-98D5-4F79-A2A0-75D899806149}" destId="{EC8A4F81-8730-4C8A-8B1E-D084246FABB4}" srcOrd="0" destOrd="0" presId="urn:microsoft.com/office/officeart/2005/8/layout/vList2"/>
    <dgm:cxn modelId="{2B7562A0-BC1C-4CD9-9D4F-6321B02B0A66}" type="presOf" srcId="{C2528918-CA1B-4FB3-A04D-E785FB1F0DE9}" destId="{6F7E710C-522C-48BA-A4F7-A7E3F393FB2A}" srcOrd="0" destOrd="0" presId="urn:microsoft.com/office/officeart/2005/8/layout/vList2"/>
    <dgm:cxn modelId="{CB2DA3C7-FDDA-4C3E-A97D-0AE5BD88C818}" srcId="{38CAF228-C70E-43C4-B248-C2DCC42C6A87}" destId="{C2528918-CA1B-4FB3-A04D-E785FB1F0DE9}" srcOrd="1" destOrd="0" parTransId="{27139B97-4B3B-4A3E-876C-22CD8CAD9745}" sibTransId="{4E6F6CAC-B8CE-4EDA-AAF7-B0B263CC5765}"/>
    <dgm:cxn modelId="{C2B42FE5-1F02-4DCD-A335-C7C120C6B5D0}" type="presOf" srcId="{38CAF228-C70E-43C4-B248-C2DCC42C6A87}" destId="{33A8B12B-FEFF-4A4B-988E-2E0A309885BA}" srcOrd="0" destOrd="0" presId="urn:microsoft.com/office/officeart/2005/8/layout/vList2"/>
    <dgm:cxn modelId="{00F7B6F9-0937-4056-AB23-1CF3CCB8EDBC}" type="presParOf" srcId="{33A8B12B-FEFF-4A4B-988E-2E0A309885BA}" destId="{EC8A4F81-8730-4C8A-8B1E-D084246FABB4}" srcOrd="0" destOrd="0" presId="urn:microsoft.com/office/officeart/2005/8/layout/vList2"/>
    <dgm:cxn modelId="{D7C79512-5F80-403F-8B12-62EEC43A8880}" type="presParOf" srcId="{33A8B12B-FEFF-4A4B-988E-2E0A309885BA}" destId="{C90ABF0C-EB15-4657-9138-8C8C1E900B1F}" srcOrd="1" destOrd="0" presId="urn:microsoft.com/office/officeart/2005/8/layout/vList2"/>
    <dgm:cxn modelId="{83958A3A-428E-41B7-9B63-F5525BE0B27D}" type="presParOf" srcId="{33A8B12B-FEFF-4A4B-988E-2E0A309885BA}" destId="{6F7E710C-522C-48BA-A4F7-A7E3F393FB2A}" srcOrd="2" destOrd="0" presId="urn:microsoft.com/office/officeart/2005/8/layout/vList2"/>
    <dgm:cxn modelId="{27981DFD-D584-45E5-969F-4082E81A23DE}" type="presParOf" srcId="{33A8B12B-FEFF-4A4B-988E-2E0A309885BA}" destId="{50DD981A-9208-4E01-9034-EDD578D9C760}" srcOrd="3" destOrd="0" presId="urn:microsoft.com/office/officeart/2005/8/layout/vList2"/>
    <dgm:cxn modelId="{DC846824-9F18-46ED-98C2-C058FE217A03}" type="presParOf" srcId="{33A8B12B-FEFF-4A4B-988E-2E0A309885BA}" destId="{7892D43F-2679-4506-8046-3547F4E9E08E}" srcOrd="4" destOrd="0" presId="urn:microsoft.com/office/officeart/2005/8/layout/vList2"/>
    <dgm:cxn modelId="{C7AB473A-F0B5-4D83-ACCE-1F5951A326C2}" type="presParOf" srcId="{33A8B12B-FEFF-4A4B-988E-2E0A309885BA}" destId="{DD8BFC0B-5600-438B-840F-A2263955FF40}" srcOrd="5" destOrd="0" presId="urn:microsoft.com/office/officeart/2005/8/layout/vList2"/>
    <dgm:cxn modelId="{6752EF00-6B75-4E20-8E95-CF6684FA2624}" type="presParOf" srcId="{33A8B12B-FEFF-4A4B-988E-2E0A309885BA}" destId="{A1EB8917-D9FE-4611-A845-FEA1794B0C51}"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rtl="0"/>
          <a:r>
            <a:rPr lang="en-IN">
              <a:solidFill>
                <a:srgbClr val="343541"/>
              </a:solidFill>
              <a:latin typeface="system-ui"/>
            </a:rPr>
            <a:t>Sequence Models in Natural Language Processing (NLP) are a class of machine learning models designed to handle sequences of data, especially in the context of language. </a:t>
          </a: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C167FA97-186E-42E5-8F5B-AFF0B37399FA}">
      <dgm:prSet phldr="0"/>
      <dgm:spPr/>
      <dgm:t>
        <a:bodyPr/>
        <a:lstStyle/>
        <a:p>
          <a:pPr rtl="0"/>
          <a:r>
            <a:rPr lang="en-IN">
              <a:solidFill>
                <a:srgbClr val="343541"/>
              </a:solidFill>
              <a:latin typeface="system-ui"/>
            </a:rPr>
            <a:t>These models are crucial for tasks where the order of the elements matters, such as predicting the next word in a sentence, language translation, sentiment analysis, and named entity recognition.</a:t>
          </a:r>
          <a:r>
            <a:rPr lang="en-IN">
              <a:latin typeface="system-ui"/>
            </a:rPr>
            <a:t> </a:t>
          </a:r>
          <a:endParaRPr lang="en-US">
            <a:latin typeface="Calibri"/>
            <a:ea typeface="Calibri"/>
            <a:cs typeface="Calibri"/>
          </a:endParaRPr>
        </a:p>
      </dgm:t>
    </dgm:pt>
    <dgm:pt modelId="{EA70807A-B046-4AA7-8F77-1422C376D1FB}" type="parTrans" cxnId="{0E701894-223F-4251-86E8-F2B407596BC3}">
      <dgm:prSet/>
      <dgm:spPr/>
    </dgm:pt>
    <dgm:pt modelId="{996E61A2-D900-45F5-A651-0B1DC5695C0B}" type="sibTrans" cxnId="{0E701894-223F-4251-86E8-F2B407596BC3}">
      <dgm:prSet/>
      <dgm:spPr/>
    </dgm:pt>
    <dgm:pt modelId="{6A2D2D58-FE6B-45C8-8959-F53888D7B63E}">
      <dgm:prSet phldr="0"/>
      <dgm:spPr/>
      <dgm:t>
        <a:bodyPr/>
        <a:lstStyle/>
        <a:p>
          <a:r>
            <a:rPr lang="en-IN">
              <a:solidFill>
                <a:srgbClr val="343541"/>
              </a:solidFill>
              <a:latin typeface="system-ui"/>
            </a:rPr>
            <a:t>Two prominent types of sequence models used in NLP are Recurrent Neural Networks (RNNs) and LSTM.</a:t>
          </a:r>
          <a:endParaRPr lang="en-US"/>
        </a:p>
      </dgm:t>
    </dgm:pt>
    <dgm:pt modelId="{EE7983C5-05C4-44B2-B935-6977CFD3A979}" type="parTrans" cxnId="{90F53108-4952-4BFD-9B32-899DB1D2F51E}">
      <dgm:prSet/>
      <dgm:spPr/>
    </dgm:pt>
    <dgm:pt modelId="{9D571997-7D55-48E0-B9A5-08A2E258E017}" type="sibTrans" cxnId="{90F53108-4952-4BFD-9B32-899DB1D2F51E}">
      <dgm:prSet/>
      <dgm:spPr/>
    </dgm:pt>
    <dgm:pt modelId="{710885B5-3D13-4359-92E6-1FBE20A0CEFB}">
      <dgm:prSet phldr="0"/>
      <dgm:spPr/>
      <dgm:t>
        <a:bodyPr/>
        <a:lstStyle/>
        <a:p>
          <a:pPr rtl="0"/>
          <a:r>
            <a:rPr lang="en-IN">
              <a:solidFill>
                <a:srgbClr val="343541"/>
              </a:solidFill>
              <a:latin typeface="system-ui"/>
            </a:rPr>
            <a:t>In summary, Sequence Models, including RNNs and LSTM, play a pivotal role in NLP tasks by capturing dependencies and patterns in sequential data. </a:t>
          </a:r>
        </a:p>
      </dgm:t>
    </dgm:pt>
    <dgm:pt modelId="{9803E92B-41AA-4194-8685-569D173B6056}" type="parTrans" cxnId="{D3D14976-06B3-4433-8EFE-4DA7E93FFFB7}">
      <dgm:prSet/>
      <dgm:spPr/>
    </dgm:pt>
    <dgm:pt modelId="{0D1F9FD0-E32B-406C-A5F8-DC0807A486B7}" type="sibTrans" cxnId="{D3D14976-06B3-4433-8EFE-4DA7E93FFFB7}">
      <dgm:prSet/>
      <dgm:spPr/>
    </dgm:pt>
    <dgm:pt modelId="{6DC009C0-BEBE-4D44-97FD-C31179E4CA75}">
      <dgm:prSet phldr="0"/>
      <dgm:spPr/>
      <dgm:t>
        <a:bodyPr/>
        <a:lstStyle/>
        <a:p>
          <a:r>
            <a:rPr lang="en-IN">
              <a:solidFill>
                <a:srgbClr val="343541"/>
              </a:solidFill>
              <a:latin typeface="system-ui"/>
            </a:rPr>
            <a:t>They have significantly advanced the state of the art in various language-related applications and continue to be a focal point of research and development in the field of NLP.</a:t>
          </a:r>
          <a:endParaRPr lang="en-US"/>
        </a:p>
      </dgm:t>
    </dgm:pt>
    <dgm:pt modelId="{AC6806F5-4FCA-4A78-B48A-F82717155D5E}" type="parTrans" cxnId="{DCBB8152-0256-4CAA-A4E5-ED87CEA51E2F}">
      <dgm:prSet/>
      <dgm:spPr/>
    </dgm:pt>
    <dgm:pt modelId="{AA3CA713-71E6-4B66-8858-B88091198B48}" type="sibTrans" cxnId="{DCBB8152-0256-4CAA-A4E5-ED87CEA51E2F}">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5">
        <dgm:presLayoutVars>
          <dgm:chMax val="0"/>
          <dgm:bulletEnabled val="1"/>
        </dgm:presLayoutVars>
      </dgm:prSet>
      <dgm:spPr/>
    </dgm:pt>
    <dgm:pt modelId="{BE63E3A1-EDA9-439B-A7FC-576F288375C5}" type="pres">
      <dgm:prSet presAssocID="{22F22127-0EFB-47E7-991D-546FE985192A}" presName="spacer" presStyleCnt="0"/>
      <dgm:spPr/>
    </dgm:pt>
    <dgm:pt modelId="{D91F8285-3F32-4BCC-A2AF-3EF55F1E5452}" type="pres">
      <dgm:prSet presAssocID="{C167FA97-186E-42E5-8F5B-AFF0B37399FA}" presName="parentText" presStyleLbl="node1" presStyleIdx="1" presStyleCnt="5">
        <dgm:presLayoutVars>
          <dgm:chMax val="0"/>
          <dgm:bulletEnabled val="1"/>
        </dgm:presLayoutVars>
      </dgm:prSet>
      <dgm:spPr/>
    </dgm:pt>
    <dgm:pt modelId="{CBEAC3DF-3541-4396-80BE-88BCD19997F6}" type="pres">
      <dgm:prSet presAssocID="{996E61A2-D900-45F5-A651-0B1DC5695C0B}" presName="spacer" presStyleCnt="0"/>
      <dgm:spPr/>
    </dgm:pt>
    <dgm:pt modelId="{EE820FEE-884C-4016-9AF2-084AD9C7F2CD}" type="pres">
      <dgm:prSet presAssocID="{6A2D2D58-FE6B-45C8-8959-F53888D7B63E}" presName="parentText" presStyleLbl="node1" presStyleIdx="2" presStyleCnt="5">
        <dgm:presLayoutVars>
          <dgm:chMax val="0"/>
          <dgm:bulletEnabled val="1"/>
        </dgm:presLayoutVars>
      </dgm:prSet>
      <dgm:spPr/>
    </dgm:pt>
    <dgm:pt modelId="{79B4E318-C8F2-46BC-B017-FC7BDBA5A737}" type="pres">
      <dgm:prSet presAssocID="{9D571997-7D55-48E0-B9A5-08A2E258E017}" presName="spacer" presStyleCnt="0"/>
      <dgm:spPr/>
    </dgm:pt>
    <dgm:pt modelId="{A03E6B2C-AC36-47F4-B59F-C6C5FEFB52D3}" type="pres">
      <dgm:prSet presAssocID="{710885B5-3D13-4359-92E6-1FBE20A0CEFB}" presName="parentText" presStyleLbl="node1" presStyleIdx="3" presStyleCnt="5">
        <dgm:presLayoutVars>
          <dgm:chMax val="0"/>
          <dgm:bulletEnabled val="1"/>
        </dgm:presLayoutVars>
      </dgm:prSet>
      <dgm:spPr/>
    </dgm:pt>
    <dgm:pt modelId="{2EEB1D5C-2CFC-447A-BAD7-F8C9C09DD7F4}" type="pres">
      <dgm:prSet presAssocID="{0D1F9FD0-E32B-406C-A5F8-DC0807A486B7}" presName="spacer" presStyleCnt="0"/>
      <dgm:spPr/>
    </dgm:pt>
    <dgm:pt modelId="{1452D83E-4767-4F30-BA10-28CDC6FDA9DA}" type="pres">
      <dgm:prSet presAssocID="{6DC009C0-BEBE-4D44-97FD-C31179E4CA75}" presName="parentText" presStyleLbl="node1" presStyleIdx="4" presStyleCnt="5">
        <dgm:presLayoutVars>
          <dgm:chMax val="0"/>
          <dgm:bulletEnabled val="1"/>
        </dgm:presLayoutVars>
      </dgm:prSet>
      <dgm:spPr/>
    </dgm:pt>
  </dgm:ptLst>
  <dgm:cxnLst>
    <dgm:cxn modelId="{90F53108-4952-4BFD-9B32-899DB1D2F51E}" srcId="{38CAF228-C70E-43C4-B248-C2DCC42C6A87}" destId="{6A2D2D58-FE6B-45C8-8959-F53888D7B63E}" srcOrd="2" destOrd="0" parTransId="{EE7983C5-05C4-44B2-B935-6977CFD3A979}" sibTransId="{9D571997-7D55-48E0-B9A5-08A2E258E017}"/>
    <dgm:cxn modelId="{C8954F09-2EA6-4E61-9A16-B76AC3B42662}" type="presOf" srcId="{6DC009C0-BEBE-4D44-97FD-C31179E4CA75}" destId="{1452D83E-4767-4F30-BA10-28CDC6FDA9DA}" srcOrd="0" destOrd="0" presId="urn:microsoft.com/office/officeart/2005/8/layout/vList2"/>
    <dgm:cxn modelId="{5D561A0D-B873-416C-A868-90DCA863E698}" srcId="{38CAF228-C70E-43C4-B248-C2DCC42C6A87}" destId="{49BD279B-5107-4DEA-BC07-123CC51F30E9}" srcOrd="0" destOrd="0" parTransId="{13C22562-716F-4D3C-8425-030582DE48BE}" sibTransId="{22F22127-0EFB-47E7-991D-546FE985192A}"/>
    <dgm:cxn modelId="{64F46B30-6CBF-4474-A6D6-9272959E5A48}" type="presOf" srcId="{6A2D2D58-FE6B-45C8-8959-F53888D7B63E}" destId="{EE820FEE-884C-4016-9AF2-084AD9C7F2CD}" srcOrd="0" destOrd="0" presId="urn:microsoft.com/office/officeart/2005/8/layout/vList2"/>
    <dgm:cxn modelId="{19AAFA6A-D0EA-432E-8F88-914A89625A91}" type="presOf" srcId="{C167FA97-186E-42E5-8F5B-AFF0B37399FA}" destId="{D91F8285-3F32-4BCC-A2AF-3EF55F1E5452}" srcOrd="0" destOrd="0" presId="urn:microsoft.com/office/officeart/2005/8/layout/vList2"/>
    <dgm:cxn modelId="{DCBB8152-0256-4CAA-A4E5-ED87CEA51E2F}" srcId="{38CAF228-C70E-43C4-B248-C2DCC42C6A87}" destId="{6DC009C0-BEBE-4D44-97FD-C31179E4CA75}" srcOrd="4" destOrd="0" parTransId="{AC6806F5-4FCA-4A78-B48A-F82717155D5E}" sibTransId="{AA3CA713-71E6-4B66-8858-B88091198B48}"/>
    <dgm:cxn modelId="{D3D14976-06B3-4433-8EFE-4DA7E93FFFB7}" srcId="{38CAF228-C70E-43C4-B248-C2DCC42C6A87}" destId="{710885B5-3D13-4359-92E6-1FBE20A0CEFB}" srcOrd="3" destOrd="0" parTransId="{9803E92B-41AA-4194-8685-569D173B6056}" sibTransId="{0D1F9FD0-E32B-406C-A5F8-DC0807A486B7}"/>
    <dgm:cxn modelId="{0E701894-223F-4251-86E8-F2B407596BC3}" srcId="{38CAF228-C70E-43C4-B248-C2DCC42C6A87}" destId="{C167FA97-186E-42E5-8F5B-AFF0B37399FA}" srcOrd="1" destOrd="0" parTransId="{EA70807A-B046-4AA7-8F77-1422C376D1FB}" sibTransId="{996E61A2-D900-45F5-A651-0B1DC5695C0B}"/>
    <dgm:cxn modelId="{D58330B1-04CB-4968-BA10-E7E4901E7A50}" type="presOf" srcId="{49BD279B-5107-4DEA-BC07-123CC51F30E9}" destId="{09F7F36D-C0E7-40B5-8537-A50273CE2246}" srcOrd="0" destOrd="0" presId="urn:microsoft.com/office/officeart/2005/8/layout/vList2"/>
    <dgm:cxn modelId="{F62DADDE-607D-41C5-8DA9-A13E5143A53B}" type="presOf" srcId="{710885B5-3D13-4359-92E6-1FBE20A0CEFB}" destId="{A03E6B2C-AC36-47F4-B59F-C6C5FEFB52D3}"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220A4C60-5308-471B-9A96-70352288408D}" type="presParOf" srcId="{33A8B12B-FEFF-4A4B-988E-2E0A309885BA}" destId="{09F7F36D-C0E7-40B5-8537-A50273CE2246}" srcOrd="0" destOrd="0" presId="urn:microsoft.com/office/officeart/2005/8/layout/vList2"/>
    <dgm:cxn modelId="{10B0454A-749E-4AD6-8618-07993328DF7F}" type="presParOf" srcId="{33A8B12B-FEFF-4A4B-988E-2E0A309885BA}" destId="{BE63E3A1-EDA9-439B-A7FC-576F288375C5}" srcOrd="1" destOrd="0" presId="urn:microsoft.com/office/officeart/2005/8/layout/vList2"/>
    <dgm:cxn modelId="{E2DF2224-5607-4469-A9EB-A3BAEDEAA69A}" type="presParOf" srcId="{33A8B12B-FEFF-4A4B-988E-2E0A309885BA}" destId="{D91F8285-3F32-4BCC-A2AF-3EF55F1E5452}" srcOrd="2" destOrd="0" presId="urn:microsoft.com/office/officeart/2005/8/layout/vList2"/>
    <dgm:cxn modelId="{614C91C4-E51C-4E72-8D7C-58EEBB7992F2}" type="presParOf" srcId="{33A8B12B-FEFF-4A4B-988E-2E0A309885BA}" destId="{CBEAC3DF-3541-4396-80BE-88BCD19997F6}" srcOrd="3" destOrd="0" presId="urn:microsoft.com/office/officeart/2005/8/layout/vList2"/>
    <dgm:cxn modelId="{88F0E373-3EC1-4529-B991-75ADF91BED9C}" type="presParOf" srcId="{33A8B12B-FEFF-4A4B-988E-2E0A309885BA}" destId="{EE820FEE-884C-4016-9AF2-084AD9C7F2CD}" srcOrd="4" destOrd="0" presId="urn:microsoft.com/office/officeart/2005/8/layout/vList2"/>
    <dgm:cxn modelId="{1893A782-8B04-4C35-86AB-D26106D867E4}" type="presParOf" srcId="{33A8B12B-FEFF-4A4B-988E-2E0A309885BA}" destId="{79B4E318-C8F2-46BC-B017-FC7BDBA5A737}" srcOrd="5" destOrd="0" presId="urn:microsoft.com/office/officeart/2005/8/layout/vList2"/>
    <dgm:cxn modelId="{FE02B3E8-C625-473E-9C77-D5EED30F4659}" type="presParOf" srcId="{33A8B12B-FEFF-4A4B-988E-2E0A309885BA}" destId="{A03E6B2C-AC36-47F4-B59F-C6C5FEFB52D3}" srcOrd="6" destOrd="0" presId="urn:microsoft.com/office/officeart/2005/8/layout/vList2"/>
    <dgm:cxn modelId="{11ADCC68-3645-4576-850C-CC5801C1D2E5}" type="presParOf" srcId="{33A8B12B-FEFF-4A4B-988E-2E0A309885BA}" destId="{2EEB1D5C-2CFC-447A-BAD7-F8C9C09DD7F4}" srcOrd="7" destOrd="0" presId="urn:microsoft.com/office/officeart/2005/8/layout/vList2"/>
    <dgm:cxn modelId="{74796667-38A9-4329-9ED7-229D055933CB}" type="presParOf" srcId="{33A8B12B-FEFF-4A4B-988E-2E0A309885BA}" destId="{1452D83E-4767-4F30-BA10-28CDC6FDA9DA}"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algn="l" rtl="0"/>
          <a:r>
            <a:rPr lang="en-IN">
              <a:solidFill>
                <a:srgbClr val="343541"/>
              </a:solidFill>
              <a:latin typeface="system-ui"/>
            </a:rPr>
            <a:t>1. Language </a:t>
          </a:r>
          <a:r>
            <a:rPr lang="en-IN" err="1">
              <a:solidFill>
                <a:srgbClr val="343541"/>
              </a:solidFill>
              <a:latin typeface="system-ui"/>
            </a:rPr>
            <a:t>Modeling</a:t>
          </a:r>
          <a:r>
            <a:rPr lang="en-IN">
              <a:solidFill>
                <a:srgbClr val="343541"/>
              </a:solidFill>
              <a:latin typeface="system-ui"/>
            </a:rPr>
            <a:t>: Predicting the next word in a sequence of words, which is fundamental for understanding and generating human-like text.</a:t>
          </a: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D24D8434-BE6A-4803-8744-7FFE0F2EFFA1}">
      <dgm:prSet phldr="0"/>
      <dgm:spPr/>
      <dgm:t>
        <a:bodyPr/>
        <a:lstStyle/>
        <a:p>
          <a:pPr algn="l" rtl="0"/>
          <a:r>
            <a:rPr lang="en-IN">
              <a:solidFill>
                <a:srgbClr val="343541"/>
              </a:solidFill>
              <a:latin typeface="system-ui"/>
            </a:rPr>
            <a:t>2. Machine Translation: Translating text from one language to another by capturing the relationships between words in the source and target languages. </a:t>
          </a:r>
        </a:p>
      </dgm:t>
    </dgm:pt>
    <dgm:pt modelId="{35F27A76-44AD-45E2-B28D-55CA373EC812}" type="parTrans" cxnId="{2484BB1E-AADA-465D-82A9-0B7B6CC87F9A}">
      <dgm:prSet/>
      <dgm:spPr/>
    </dgm:pt>
    <dgm:pt modelId="{28B0A852-8F4D-49D3-A8C6-CD87621EEC3D}" type="sibTrans" cxnId="{2484BB1E-AADA-465D-82A9-0B7B6CC87F9A}">
      <dgm:prSet/>
      <dgm:spPr/>
    </dgm:pt>
    <dgm:pt modelId="{099D9131-488A-4F04-AC46-3FAF8361C274}">
      <dgm:prSet phldr="0"/>
      <dgm:spPr/>
      <dgm:t>
        <a:bodyPr/>
        <a:lstStyle/>
        <a:p>
          <a:pPr algn="l" rtl="0"/>
          <a:r>
            <a:rPr lang="en-IN">
              <a:solidFill>
                <a:srgbClr val="343541"/>
              </a:solidFill>
              <a:latin typeface="system-ui"/>
            </a:rPr>
            <a:t>3. Named Entity Recognition (NER): Identifying and classifying entities (such as persons, organizations, and locations) in a text.</a:t>
          </a:r>
        </a:p>
      </dgm:t>
    </dgm:pt>
    <dgm:pt modelId="{13AC278C-88DD-4AAC-9EF7-59BF54C038AF}" type="parTrans" cxnId="{390622F7-427E-4A95-9623-64E6F0A7446B}">
      <dgm:prSet/>
      <dgm:spPr/>
    </dgm:pt>
    <dgm:pt modelId="{CA470B19-2519-406F-9C8F-58F659B76180}" type="sibTrans" cxnId="{390622F7-427E-4A95-9623-64E6F0A7446B}">
      <dgm:prSet/>
      <dgm:spPr/>
    </dgm:pt>
    <dgm:pt modelId="{219D0EC1-D3DC-4256-9848-65EC0290E770}">
      <dgm:prSet phldr="0"/>
      <dgm:spPr/>
      <dgm:t>
        <a:bodyPr/>
        <a:lstStyle/>
        <a:p>
          <a:pPr algn="l" rtl="0"/>
          <a:r>
            <a:rPr lang="en-IN">
              <a:solidFill>
                <a:srgbClr val="343541"/>
              </a:solidFill>
              <a:latin typeface="system-ui"/>
            </a:rPr>
            <a:t>4. Sentiment Analysis: Determining the sentiment expressed in a piece of text, whether it is positive, negative, or neutral.</a:t>
          </a:r>
        </a:p>
      </dgm:t>
    </dgm:pt>
    <dgm:pt modelId="{05E216C4-29B6-4E25-9F09-C9D3253CF5DF}" type="parTrans" cxnId="{5BB4F781-4396-4BE1-89BC-44687F23BA2A}">
      <dgm:prSet/>
      <dgm:spPr/>
    </dgm:pt>
    <dgm:pt modelId="{01720828-1B24-487E-9BB8-1D1BB67BA0C8}" type="sibTrans" cxnId="{5BB4F781-4396-4BE1-89BC-44687F23BA2A}">
      <dgm:prSet/>
      <dgm:spPr/>
    </dgm:pt>
    <dgm:pt modelId="{0ABCA5A8-C797-4E57-9620-EB14B6E0FA61}">
      <dgm:prSet phldr="0"/>
      <dgm:spPr/>
      <dgm:t>
        <a:bodyPr/>
        <a:lstStyle/>
        <a:p>
          <a:pPr algn="l" rtl="0"/>
          <a:r>
            <a:rPr lang="en-IN">
              <a:solidFill>
                <a:srgbClr val="343541"/>
              </a:solidFill>
              <a:latin typeface="system-ui"/>
            </a:rPr>
            <a:t>5. Speech Recognition: Converting spoken language into written text by modeling the sequential patterns in audio data.</a:t>
          </a:r>
          <a:endParaRPr lang="en-US">
            <a:solidFill>
              <a:srgbClr val="343541"/>
            </a:solidFill>
            <a:latin typeface="Calibri"/>
            <a:ea typeface="Calibri"/>
            <a:cs typeface="Calibri"/>
          </a:endParaRPr>
        </a:p>
      </dgm:t>
    </dgm:pt>
    <dgm:pt modelId="{C40F93F8-8FC7-489C-8D9C-45FCDA5A5885}" type="parTrans" cxnId="{AE7678FD-32E4-4F8A-A11B-10C06A3EB911}">
      <dgm:prSet/>
      <dgm:spPr/>
    </dgm:pt>
    <dgm:pt modelId="{5F8C3808-3C65-40C9-9A9B-778AB3744EEB}" type="sibTrans" cxnId="{AE7678FD-32E4-4F8A-A11B-10C06A3EB911}">
      <dgm:prSet/>
      <dgm:spPr/>
    </dgm:pt>
    <dgm:pt modelId="{528A4D2B-C2CC-4154-B5E2-9F7B9776ACEF}">
      <dgm:prSet phldr="0"/>
      <dgm:spPr/>
      <dgm:t>
        <a:bodyPr/>
        <a:lstStyle/>
        <a:p>
          <a:pPr algn="l" rtl="0"/>
          <a:r>
            <a:rPr lang="en-IN">
              <a:solidFill>
                <a:srgbClr val="343541"/>
              </a:solidFill>
              <a:latin typeface="system-ui"/>
            </a:rPr>
            <a:t>6. Text Generation: Generating coherent and contextually relevant text, which is useful for chatbots, content creation, and creative writing.</a:t>
          </a:r>
        </a:p>
      </dgm:t>
    </dgm:pt>
    <dgm:pt modelId="{9CB288FE-1B8C-4703-8007-1C41F6EBEFFA}" type="parTrans" cxnId="{DDA2C6F9-6C3B-43DA-AC86-36735312B5ED}">
      <dgm:prSet/>
      <dgm:spPr/>
    </dgm:pt>
    <dgm:pt modelId="{8FAD2748-98FB-4E08-9AA8-75AA0A922DE7}" type="sibTrans" cxnId="{DDA2C6F9-6C3B-43DA-AC86-36735312B5ED}">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6">
        <dgm:presLayoutVars>
          <dgm:chMax val="0"/>
          <dgm:bulletEnabled val="1"/>
        </dgm:presLayoutVars>
      </dgm:prSet>
      <dgm:spPr/>
    </dgm:pt>
    <dgm:pt modelId="{BE63E3A1-EDA9-439B-A7FC-576F288375C5}" type="pres">
      <dgm:prSet presAssocID="{22F22127-0EFB-47E7-991D-546FE985192A}" presName="spacer" presStyleCnt="0"/>
      <dgm:spPr/>
    </dgm:pt>
    <dgm:pt modelId="{2578F86D-8A91-4F11-BD3D-1BD979CF4C87}" type="pres">
      <dgm:prSet presAssocID="{D24D8434-BE6A-4803-8744-7FFE0F2EFFA1}" presName="parentText" presStyleLbl="node1" presStyleIdx="1" presStyleCnt="6">
        <dgm:presLayoutVars>
          <dgm:chMax val="0"/>
          <dgm:bulletEnabled val="1"/>
        </dgm:presLayoutVars>
      </dgm:prSet>
      <dgm:spPr/>
    </dgm:pt>
    <dgm:pt modelId="{609949EA-9C07-4015-B3D2-D277CCA762D8}" type="pres">
      <dgm:prSet presAssocID="{28B0A852-8F4D-49D3-A8C6-CD87621EEC3D}" presName="spacer" presStyleCnt="0"/>
      <dgm:spPr/>
    </dgm:pt>
    <dgm:pt modelId="{DD31EEC7-877C-4B10-8590-6DF1C38D0DC5}" type="pres">
      <dgm:prSet presAssocID="{099D9131-488A-4F04-AC46-3FAF8361C274}" presName="parentText" presStyleLbl="node1" presStyleIdx="2" presStyleCnt="6">
        <dgm:presLayoutVars>
          <dgm:chMax val="0"/>
          <dgm:bulletEnabled val="1"/>
        </dgm:presLayoutVars>
      </dgm:prSet>
      <dgm:spPr/>
    </dgm:pt>
    <dgm:pt modelId="{F757AE45-6D4D-4E60-8469-C3A643D776EF}" type="pres">
      <dgm:prSet presAssocID="{CA470B19-2519-406F-9C8F-58F659B76180}" presName="spacer" presStyleCnt="0"/>
      <dgm:spPr/>
    </dgm:pt>
    <dgm:pt modelId="{7BE665C5-D16D-4B55-A266-DE3D056B01B4}" type="pres">
      <dgm:prSet presAssocID="{219D0EC1-D3DC-4256-9848-65EC0290E770}" presName="parentText" presStyleLbl="node1" presStyleIdx="3" presStyleCnt="6">
        <dgm:presLayoutVars>
          <dgm:chMax val="0"/>
          <dgm:bulletEnabled val="1"/>
        </dgm:presLayoutVars>
      </dgm:prSet>
      <dgm:spPr/>
    </dgm:pt>
    <dgm:pt modelId="{861C9210-0BF6-4E84-A52C-041B558162B8}" type="pres">
      <dgm:prSet presAssocID="{01720828-1B24-487E-9BB8-1D1BB67BA0C8}" presName="spacer" presStyleCnt="0"/>
      <dgm:spPr/>
    </dgm:pt>
    <dgm:pt modelId="{4F1E16EF-F886-42A1-9B36-28D21455FFDB}" type="pres">
      <dgm:prSet presAssocID="{0ABCA5A8-C797-4E57-9620-EB14B6E0FA61}" presName="parentText" presStyleLbl="node1" presStyleIdx="4" presStyleCnt="6">
        <dgm:presLayoutVars>
          <dgm:chMax val="0"/>
          <dgm:bulletEnabled val="1"/>
        </dgm:presLayoutVars>
      </dgm:prSet>
      <dgm:spPr/>
    </dgm:pt>
    <dgm:pt modelId="{E2F2272F-7FF5-4001-9FF8-FA22A4317DF7}" type="pres">
      <dgm:prSet presAssocID="{5F8C3808-3C65-40C9-9A9B-778AB3744EEB}" presName="spacer" presStyleCnt="0"/>
      <dgm:spPr/>
    </dgm:pt>
    <dgm:pt modelId="{400FD874-410C-4B4D-935E-1E40A728D163}" type="pres">
      <dgm:prSet presAssocID="{528A4D2B-C2CC-4154-B5E2-9F7B9776ACEF}" presName="parentText" presStyleLbl="node1" presStyleIdx="5" presStyleCnt="6">
        <dgm:presLayoutVars>
          <dgm:chMax val="0"/>
          <dgm:bulletEnabled val="1"/>
        </dgm:presLayoutVars>
      </dgm:prSet>
      <dgm:spPr/>
    </dgm:pt>
  </dgm:ptLst>
  <dgm:cxnLst>
    <dgm:cxn modelId="{5D561A0D-B873-416C-A868-90DCA863E698}" srcId="{38CAF228-C70E-43C4-B248-C2DCC42C6A87}" destId="{49BD279B-5107-4DEA-BC07-123CC51F30E9}" srcOrd="0" destOrd="0" parTransId="{13C22562-716F-4D3C-8425-030582DE48BE}" sibTransId="{22F22127-0EFB-47E7-991D-546FE985192A}"/>
    <dgm:cxn modelId="{7D313216-F454-41B8-9F72-4AE3FE04AD57}" type="presOf" srcId="{0ABCA5A8-C797-4E57-9620-EB14B6E0FA61}" destId="{4F1E16EF-F886-42A1-9B36-28D21455FFDB}" srcOrd="0" destOrd="0" presId="urn:microsoft.com/office/officeart/2005/8/layout/vList2"/>
    <dgm:cxn modelId="{2484BB1E-AADA-465D-82A9-0B7B6CC87F9A}" srcId="{38CAF228-C70E-43C4-B248-C2DCC42C6A87}" destId="{D24D8434-BE6A-4803-8744-7FFE0F2EFFA1}" srcOrd="1" destOrd="0" parTransId="{35F27A76-44AD-45E2-B28D-55CA373EC812}" sibTransId="{28B0A852-8F4D-49D3-A8C6-CD87621EEC3D}"/>
    <dgm:cxn modelId="{BD526823-E465-4703-87DE-9371B4F80DE1}" type="presOf" srcId="{D24D8434-BE6A-4803-8744-7FFE0F2EFFA1}" destId="{2578F86D-8A91-4F11-BD3D-1BD979CF4C87}" srcOrd="0" destOrd="0" presId="urn:microsoft.com/office/officeart/2005/8/layout/vList2"/>
    <dgm:cxn modelId="{DD00273E-1504-4D71-9D71-0F7E09141C10}" type="presOf" srcId="{528A4D2B-C2CC-4154-B5E2-9F7B9776ACEF}" destId="{400FD874-410C-4B4D-935E-1E40A728D163}" srcOrd="0" destOrd="0" presId="urn:microsoft.com/office/officeart/2005/8/layout/vList2"/>
    <dgm:cxn modelId="{5BB4F781-4396-4BE1-89BC-44687F23BA2A}" srcId="{38CAF228-C70E-43C4-B248-C2DCC42C6A87}" destId="{219D0EC1-D3DC-4256-9848-65EC0290E770}" srcOrd="3" destOrd="0" parTransId="{05E216C4-29B6-4E25-9F09-C9D3253CF5DF}" sibTransId="{01720828-1B24-487E-9BB8-1D1BB67BA0C8}"/>
    <dgm:cxn modelId="{C37A0E84-ADCC-4D4B-A518-526D7F61E96F}" type="presOf" srcId="{099D9131-488A-4F04-AC46-3FAF8361C274}" destId="{DD31EEC7-877C-4B10-8590-6DF1C38D0DC5}" srcOrd="0" destOrd="0" presId="urn:microsoft.com/office/officeart/2005/8/layout/vList2"/>
    <dgm:cxn modelId="{463A1DD1-238B-4919-8574-5C293320820B}" type="presOf" srcId="{219D0EC1-D3DC-4256-9848-65EC0290E770}" destId="{7BE665C5-D16D-4B55-A266-DE3D056B01B4}"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390622F7-427E-4A95-9623-64E6F0A7446B}" srcId="{38CAF228-C70E-43C4-B248-C2DCC42C6A87}" destId="{099D9131-488A-4F04-AC46-3FAF8361C274}" srcOrd="2" destOrd="0" parTransId="{13AC278C-88DD-4AAC-9EF7-59BF54C038AF}" sibTransId="{CA470B19-2519-406F-9C8F-58F659B76180}"/>
    <dgm:cxn modelId="{D5E3ABF9-F2CE-44BA-A202-6AD54D8DA95B}" type="presOf" srcId="{49BD279B-5107-4DEA-BC07-123CC51F30E9}" destId="{09F7F36D-C0E7-40B5-8537-A50273CE2246}" srcOrd="0" destOrd="0" presId="urn:microsoft.com/office/officeart/2005/8/layout/vList2"/>
    <dgm:cxn modelId="{DDA2C6F9-6C3B-43DA-AC86-36735312B5ED}" srcId="{38CAF228-C70E-43C4-B248-C2DCC42C6A87}" destId="{528A4D2B-C2CC-4154-B5E2-9F7B9776ACEF}" srcOrd="5" destOrd="0" parTransId="{9CB288FE-1B8C-4703-8007-1C41F6EBEFFA}" sibTransId="{8FAD2748-98FB-4E08-9AA8-75AA0A922DE7}"/>
    <dgm:cxn modelId="{AE7678FD-32E4-4F8A-A11B-10C06A3EB911}" srcId="{38CAF228-C70E-43C4-B248-C2DCC42C6A87}" destId="{0ABCA5A8-C797-4E57-9620-EB14B6E0FA61}" srcOrd="4" destOrd="0" parTransId="{C40F93F8-8FC7-489C-8D9C-45FCDA5A5885}" sibTransId="{5F8C3808-3C65-40C9-9A9B-778AB3744EEB}"/>
    <dgm:cxn modelId="{547149D0-732A-4242-A4DA-B23DAD679A6A}" type="presParOf" srcId="{33A8B12B-FEFF-4A4B-988E-2E0A309885BA}" destId="{09F7F36D-C0E7-40B5-8537-A50273CE2246}" srcOrd="0" destOrd="0" presId="urn:microsoft.com/office/officeart/2005/8/layout/vList2"/>
    <dgm:cxn modelId="{9416DC67-FF49-4AB6-AD73-B4544ACA9554}" type="presParOf" srcId="{33A8B12B-FEFF-4A4B-988E-2E0A309885BA}" destId="{BE63E3A1-EDA9-439B-A7FC-576F288375C5}" srcOrd="1" destOrd="0" presId="urn:microsoft.com/office/officeart/2005/8/layout/vList2"/>
    <dgm:cxn modelId="{28521B47-73A7-4F87-BD84-CF89A6710307}" type="presParOf" srcId="{33A8B12B-FEFF-4A4B-988E-2E0A309885BA}" destId="{2578F86D-8A91-4F11-BD3D-1BD979CF4C87}" srcOrd="2" destOrd="0" presId="urn:microsoft.com/office/officeart/2005/8/layout/vList2"/>
    <dgm:cxn modelId="{2DFA22FA-7BAB-4A13-B4F1-F8083B63B840}" type="presParOf" srcId="{33A8B12B-FEFF-4A4B-988E-2E0A309885BA}" destId="{609949EA-9C07-4015-B3D2-D277CCA762D8}" srcOrd="3" destOrd="0" presId="urn:microsoft.com/office/officeart/2005/8/layout/vList2"/>
    <dgm:cxn modelId="{214E50D3-B7C6-42F3-82DC-893D077475DF}" type="presParOf" srcId="{33A8B12B-FEFF-4A4B-988E-2E0A309885BA}" destId="{DD31EEC7-877C-4B10-8590-6DF1C38D0DC5}" srcOrd="4" destOrd="0" presId="urn:microsoft.com/office/officeart/2005/8/layout/vList2"/>
    <dgm:cxn modelId="{1699EBB8-F8CD-48BD-ADF7-6B62812EF5CD}" type="presParOf" srcId="{33A8B12B-FEFF-4A4B-988E-2E0A309885BA}" destId="{F757AE45-6D4D-4E60-8469-C3A643D776EF}" srcOrd="5" destOrd="0" presId="urn:microsoft.com/office/officeart/2005/8/layout/vList2"/>
    <dgm:cxn modelId="{54DECA10-9E12-4018-B89B-824F1DF96F58}" type="presParOf" srcId="{33A8B12B-FEFF-4A4B-988E-2E0A309885BA}" destId="{7BE665C5-D16D-4B55-A266-DE3D056B01B4}" srcOrd="6" destOrd="0" presId="urn:microsoft.com/office/officeart/2005/8/layout/vList2"/>
    <dgm:cxn modelId="{3AC0BC84-4677-4E45-AC86-F58B181A3C1E}" type="presParOf" srcId="{33A8B12B-FEFF-4A4B-988E-2E0A309885BA}" destId="{861C9210-0BF6-4E84-A52C-041B558162B8}" srcOrd="7" destOrd="0" presId="urn:microsoft.com/office/officeart/2005/8/layout/vList2"/>
    <dgm:cxn modelId="{90C40966-A3EB-4CD7-A309-EDBAEAE257C6}" type="presParOf" srcId="{33A8B12B-FEFF-4A4B-988E-2E0A309885BA}" destId="{4F1E16EF-F886-42A1-9B36-28D21455FFDB}" srcOrd="8" destOrd="0" presId="urn:microsoft.com/office/officeart/2005/8/layout/vList2"/>
    <dgm:cxn modelId="{1238E18A-7F60-47FD-986A-99DFE5DF6129}" type="presParOf" srcId="{33A8B12B-FEFF-4A4B-988E-2E0A309885BA}" destId="{E2F2272F-7FF5-4001-9FF8-FA22A4317DF7}" srcOrd="9" destOrd="0" presId="urn:microsoft.com/office/officeart/2005/8/layout/vList2"/>
    <dgm:cxn modelId="{0B3A2919-3D3B-4B75-B363-8B4835438C7B}" type="presParOf" srcId="{33A8B12B-FEFF-4A4B-988E-2E0A309885BA}" destId="{400FD874-410C-4B4D-935E-1E40A728D163}"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rtl="0"/>
          <a:r>
            <a:rPr lang="en-IN">
              <a:solidFill>
                <a:srgbClr val="343541"/>
              </a:solidFill>
              <a:latin typeface="system-ui"/>
            </a:rPr>
            <a:t>Recurrent Neural Networks (RNNs) are a type of sequence model widely used in Natural Language Processing (NLP) to handle sequential data, such as text. </a:t>
          </a:r>
          <a:endParaRPr lang="en-IN">
            <a:solidFill>
              <a:srgbClr val="343541"/>
            </a:solidFill>
            <a:latin typeface="Calibri"/>
            <a:ea typeface="Calibri"/>
            <a:cs typeface="Calibri"/>
          </a:endParaRP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D315AA31-EA8A-425B-A515-B75EE36DC7B9}">
      <dgm:prSet phldr="0"/>
      <dgm:spPr/>
      <dgm:t>
        <a:bodyPr/>
        <a:lstStyle/>
        <a:p>
          <a:r>
            <a:rPr lang="en-IN">
              <a:solidFill>
                <a:srgbClr val="343541"/>
              </a:solidFill>
              <a:latin typeface="system-ui"/>
            </a:rPr>
            <a:t>RNNs are designed to capture dependencies and patterns in sequences, making them suitable for tasks where the order of elements matters, like language modeling, machine translation, sentiment analysis, and more.</a:t>
          </a:r>
          <a:endParaRPr lang="en-US"/>
        </a:p>
      </dgm:t>
    </dgm:pt>
    <dgm:pt modelId="{2CA5A1A2-5810-49E4-A97D-D3F693149B43}" type="parTrans" cxnId="{55C588F5-44CC-490B-8FA4-C8E706DE724C}">
      <dgm:prSet/>
      <dgm:spPr/>
    </dgm:pt>
    <dgm:pt modelId="{9EACC784-F089-421E-9225-280F539A3741}" type="sibTrans" cxnId="{55C588F5-44CC-490B-8FA4-C8E706DE724C}">
      <dgm:prSet/>
      <dgm:spPr/>
    </dgm:pt>
    <dgm:pt modelId="{C2B80BF2-50F2-4CE5-B4E9-2B5B8CC62068}">
      <dgm:prSet phldr="0"/>
      <dgm:spPr/>
      <dgm:t>
        <a:bodyPr/>
        <a:lstStyle/>
        <a:p>
          <a:pPr rtl="0"/>
          <a:r>
            <a:rPr lang="en-IN">
              <a:solidFill>
                <a:srgbClr val="343541"/>
              </a:solidFill>
              <a:latin typeface="system-ui"/>
            </a:rPr>
            <a:t>RNNs have played a significant role in advancing the field of NLP. </a:t>
          </a:r>
          <a:endParaRPr lang="en-IN">
            <a:latin typeface="system-ui"/>
          </a:endParaRPr>
        </a:p>
      </dgm:t>
    </dgm:pt>
    <dgm:pt modelId="{CAEA47D4-968C-46A2-9418-272430DC648E}" type="parTrans" cxnId="{CD5B35C8-9C3D-47D5-9961-719E1D334612}">
      <dgm:prSet/>
      <dgm:spPr/>
    </dgm:pt>
    <dgm:pt modelId="{61250FEE-9735-4991-9466-06864E718252}" type="sibTrans" cxnId="{CD5B35C8-9C3D-47D5-9961-719E1D334612}">
      <dgm:prSet/>
      <dgm:spPr/>
    </dgm:pt>
    <dgm:pt modelId="{4FABFD30-84CF-48F0-B68A-9ED8CD381B57}">
      <dgm:prSet phldr="0"/>
      <dgm:spPr/>
      <dgm:t>
        <a:bodyPr/>
        <a:lstStyle/>
        <a:p>
          <a:r>
            <a:rPr lang="en-IN">
              <a:solidFill>
                <a:srgbClr val="343541"/>
              </a:solidFill>
              <a:latin typeface="system-ui"/>
            </a:rPr>
            <a:t>They form the foundation for more complex architectures and continue to be used in certain applications where sequential processing is essential.</a:t>
          </a:r>
          <a:endParaRPr lang="en-US"/>
        </a:p>
      </dgm:t>
    </dgm:pt>
    <dgm:pt modelId="{D48AB85D-F19F-44CB-90C3-675A2B37BBDC}" type="parTrans" cxnId="{F91605E3-00B2-4281-B1FE-26A62CE56672}">
      <dgm:prSet/>
      <dgm:spPr/>
    </dgm:pt>
    <dgm:pt modelId="{5EB0A0DF-3D2D-4944-B6A1-8939BBDD4009}" type="sibTrans" cxnId="{F91605E3-00B2-4281-B1FE-26A62CE56672}">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4">
        <dgm:presLayoutVars>
          <dgm:chMax val="0"/>
          <dgm:bulletEnabled val="1"/>
        </dgm:presLayoutVars>
      </dgm:prSet>
      <dgm:spPr/>
    </dgm:pt>
    <dgm:pt modelId="{F8B840AD-FE25-44EF-BF91-83A775D2BECD}" type="pres">
      <dgm:prSet presAssocID="{22F22127-0EFB-47E7-991D-546FE985192A}" presName="spacer" presStyleCnt="0"/>
      <dgm:spPr/>
    </dgm:pt>
    <dgm:pt modelId="{C1A14245-D223-419C-846C-BDCFCAABE972}" type="pres">
      <dgm:prSet presAssocID="{D315AA31-EA8A-425B-A515-B75EE36DC7B9}" presName="parentText" presStyleLbl="node1" presStyleIdx="1" presStyleCnt="4">
        <dgm:presLayoutVars>
          <dgm:chMax val="0"/>
          <dgm:bulletEnabled val="1"/>
        </dgm:presLayoutVars>
      </dgm:prSet>
      <dgm:spPr/>
    </dgm:pt>
    <dgm:pt modelId="{1EE210F9-A1AD-4CE0-AE49-EE141E580610}" type="pres">
      <dgm:prSet presAssocID="{9EACC784-F089-421E-9225-280F539A3741}" presName="spacer" presStyleCnt="0"/>
      <dgm:spPr/>
    </dgm:pt>
    <dgm:pt modelId="{9FBD4F76-C230-4781-9200-57DA9B7D5798}" type="pres">
      <dgm:prSet presAssocID="{C2B80BF2-50F2-4CE5-B4E9-2B5B8CC62068}" presName="parentText" presStyleLbl="node1" presStyleIdx="2" presStyleCnt="4">
        <dgm:presLayoutVars>
          <dgm:chMax val="0"/>
          <dgm:bulletEnabled val="1"/>
        </dgm:presLayoutVars>
      </dgm:prSet>
      <dgm:spPr/>
    </dgm:pt>
    <dgm:pt modelId="{7262E693-031A-4ED9-AA05-3A0A0BB9F49B}" type="pres">
      <dgm:prSet presAssocID="{61250FEE-9735-4991-9466-06864E718252}" presName="spacer" presStyleCnt="0"/>
      <dgm:spPr/>
    </dgm:pt>
    <dgm:pt modelId="{0AD7B250-DDC7-4548-8B84-F811657ED51A}" type="pres">
      <dgm:prSet presAssocID="{4FABFD30-84CF-48F0-B68A-9ED8CD381B57}" presName="parentText" presStyleLbl="node1" presStyleIdx="3" presStyleCnt="4">
        <dgm:presLayoutVars>
          <dgm:chMax val="0"/>
          <dgm:bulletEnabled val="1"/>
        </dgm:presLayoutVars>
      </dgm:prSet>
      <dgm:spPr/>
    </dgm:pt>
  </dgm:ptLst>
  <dgm:cxnLst>
    <dgm:cxn modelId="{5D561A0D-B873-416C-A868-90DCA863E698}" srcId="{38CAF228-C70E-43C4-B248-C2DCC42C6A87}" destId="{49BD279B-5107-4DEA-BC07-123CC51F30E9}" srcOrd="0" destOrd="0" parTransId="{13C22562-716F-4D3C-8425-030582DE48BE}" sibTransId="{22F22127-0EFB-47E7-991D-546FE985192A}"/>
    <dgm:cxn modelId="{DC437F3B-94A9-4A15-B873-BAB58AF4C7B9}" type="presOf" srcId="{C2B80BF2-50F2-4CE5-B4E9-2B5B8CC62068}" destId="{9FBD4F76-C230-4781-9200-57DA9B7D5798}" srcOrd="0" destOrd="0" presId="urn:microsoft.com/office/officeart/2005/8/layout/vList2"/>
    <dgm:cxn modelId="{8A4E2C60-85E7-4458-9D77-7CE5C8247443}" type="presOf" srcId="{4FABFD30-84CF-48F0-B68A-9ED8CD381B57}" destId="{0AD7B250-DDC7-4548-8B84-F811657ED51A}" srcOrd="0" destOrd="0" presId="urn:microsoft.com/office/officeart/2005/8/layout/vList2"/>
    <dgm:cxn modelId="{2241129D-7853-4D1C-A24A-986EE040DE04}" type="presOf" srcId="{49BD279B-5107-4DEA-BC07-123CC51F30E9}" destId="{09F7F36D-C0E7-40B5-8537-A50273CE2246}" srcOrd="0" destOrd="0" presId="urn:microsoft.com/office/officeart/2005/8/layout/vList2"/>
    <dgm:cxn modelId="{CD5B35C8-9C3D-47D5-9961-719E1D334612}" srcId="{38CAF228-C70E-43C4-B248-C2DCC42C6A87}" destId="{C2B80BF2-50F2-4CE5-B4E9-2B5B8CC62068}" srcOrd="2" destOrd="0" parTransId="{CAEA47D4-968C-46A2-9418-272430DC648E}" sibTransId="{61250FEE-9735-4991-9466-06864E718252}"/>
    <dgm:cxn modelId="{F91605E3-00B2-4281-B1FE-26A62CE56672}" srcId="{38CAF228-C70E-43C4-B248-C2DCC42C6A87}" destId="{4FABFD30-84CF-48F0-B68A-9ED8CD381B57}" srcOrd="3" destOrd="0" parTransId="{D48AB85D-F19F-44CB-90C3-675A2B37BBDC}" sibTransId="{5EB0A0DF-3D2D-4944-B6A1-8939BBDD4009}"/>
    <dgm:cxn modelId="{C2B42FE5-1F02-4DCD-A335-C7C120C6B5D0}" type="presOf" srcId="{38CAF228-C70E-43C4-B248-C2DCC42C6A87}" destId="{33A8B12B-FEFF-4A4B-988E-2E0A309885BA}" srcOrd="0" destOrd="0" presId="urn:microsoft.com/office/officeart/2005/8/layout/vList2"/>
    <dgm:cxn modelId="{98FE66EC-0043-4161-AD20-449A8CC6F79C}" type="presOf" srcId="{D315AA31-EA8A-425B-A515-B75EE36DC7B9}" destId="{C1A14245-D223-419C-846C-BDCFCAABE972}" srcOrd="0" destOrd="0" presId="urn:microsoft.com/office/officeart/2005/8/layout/vList2"/>
    <dgm:cxn modelId="{55C588F5-44CC-490B-8FA4-C8E706DE724C}" srcId="{38CAF228-C70E-43C4-B248-C2DCC42C6A87}" destId="{D315AA31-EA8A-425B-A515-B75EE36DC7B9}" srcOrd="1" destOrd="0" parTransId="{2CA5A1A2-5810-49E4-A97D-D3F693149B43}" sibTransId="{9EACC784-F089-421E-9225-280F539A3741}"/>
    <dgm:cxn modelId="{D0AC6E2B-3591-434A-AAE8-3A64C22E1A78}" type="presParOf" srcId="{33A8B12B-FEFF-4A4B-988E-2E0A309885BA}" destId="{09F7F36D-C0E7-40B5-8537-A50273CE2246}" srcOrd="0" destOrd="0" presId="urn:microsoft.com/office/officeart/2005/8/layout/vList2"/>
    <dgm:cxn modelId="{18E3A108-0C27-4EDD-B711-36EA95F4B1F6}" type="presParOf" srcId="{33A8B12B-FEFF-4A4B-988E-2E0A309885BA}" destId="{F8B840AD-FE25-44EF-BF91-83A775D2BECD}" srcOrd="1" destOrd="0" presId="urn:microsoft.com/office/officeart/2005/8/layout/vList2"/>
    <dgm:cxn modelId="{80FD3D3F-C43E-4B7F-91C0-AF587DF27740}" type="presParOf" srcId="{33A8B12B-FEFF-4A4B-988E-2E0A309885BA}" destId="{C1A14245-D223-419C-846C-BDCFCAABE972}" srcOrd="2" destOrd="0" presId="urn:microsoft.com/office/officeart/2005/8/layout/vList2"/>
    <dgm:cxn modelId="{9177F42F-F984-4DFA-8D09-8F3FF852B6E4}" type="presParOf" srcId="{33A8B12B-FEFF-4A4B-988E-2E0A309885BA}" destId="{1EE210F9-A1AD-4CE0-AE49-EE141E580610}" srcOrd="3" destOrd="0" presId="urn:microsoft.com/office/officeart/2005/8/layout/vList2"/>
    <dgm:cxn modelId="{3E41F159-56D6-484B-8968-3CF02EDA57CC}" type="presParOf" srcId="{33A8B12B-FEFF-4A4B-988E-2E0A309885BA}" destId="{9FBD4F76-C230-4781-9200-57DA9B7D5798}" srcOrd="4" destOrd="0" presId="urn:microsoft.com/office/officeart/2005/8/layout/vList2"/>
    <dgm:cxn modelId="{BC491BC3-D896-48A6-ACA0-A4ADA8F7928F}" type="presParOf" srcId="{33A8B12B-FEFF-4A4B-988E-2E0A309885BA}" destId="{7262E693-031A-4ED9-AA05-3A0A0BB9F49B}" srcOrd="5" destOrd="0" presId="urn:microsoft.com/office/officeart/2005/8/layout/vList2"/>
    <dgm:cxn modelId="{BD7E4FB3-2249-4824-B749-9D6F63DD433E}" type="presParOf" srcId="{33A8B12B-FEFF-4A4B-988E-2E0A309885BA}" destId="{0AD7B250-DDC7-4548-8B84-F811657ED51A}"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rtl="0"/>
          <a:r>
            <a:rPr lang="en-IN">
              <a:solidFill>
                <a:srgbClr val="343541"/>
              </a:solidFill>
              <a:latin typeface="system-ui"/>
            </a:rPr>
            <a:t>Long Short-Term Memory (LSTM) is a specialized type of recurrent neural network (RNN) architecture designed to address the vanishing gradient problem in traditional RNNs.</a:t>
          </a:r>
          <a:endParaRPr lang="en-IN">
            <a:solidFill>
              <a:srgbClr val="343541"/>
            </a:solidFill>
            <a:latin typeface="Calibri"/>
            <a:ea typeface="Calibri"/>
            <a:cs typeface="Calibri"/>
          </a:endParaRP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FB7B24E5-65EC-4A31-9F8A-D6CD88A7E112}">
      <dgm:prSet phldr="0"/>
      <dgm:spPr/>
      <dgm:t>
        <a:bodyPr/>
        <a:lstStyle/>
        <a:p>
          <a:r>
            <a:rPr lang="en-IN">
              <a:solidFill>
                <a:srgbClr val="343541"/>
              </a:solidFill>
              <a:latin typeface="system-ui"/>
            </a:rPr>
            <a:t>LSTMs are particularly effective in capturing long-term dependencies in sequential data, making them well-suited for Natural Language Processing (NLP) tasks.</a:t>
          </a:r>
          <a:endParaRPr lang="en-US"/>
        </a:p>
      </dgm:t>
    </dgm:pt>
    <dgm:pt modelId="{8E9D9AFC-2228-428E-B10B-50D45CFD635A}" type="parTrans" cxnId="{4D58FFDE-C9A4-46D3-BE4A-09F827B245BE}">
      <dgm:prSet/>
      <dgm:spPr/>
    </dgm:pt>
    <dgm:pt modelId="{6C64AF6E-7331-476F-9F13-99337AD4A4BE}" type="sibTrans" cxnId="{4D58FFDE-C9A4-46D3-BE4A-09F827B245BE}">
      <dgm:prSet/>
      <dgm:spPr/>
    </dgm:pt>
    <dgm:pt modelId="{43AA1607-32B8-4F81-9CFE-C0DBB8A1BDDA}">
      <dgm:prSet phldr="0"/>
      <dgm:spPr/>
      <dgm:t>
        <a:bodyPr/>
        <a:lstStyle/>
        <a:p>
          <a:pPr rtl="0"/>
          <a:r>
            <a:rPr lang="en-IN">
              <a:solidFill>
                <a:srgbClr val="343541"/>
              </a:solidFill>
              <a:latin typeface="system-ui"/>
            </a:rPr>
            <a:t>In summary, LSTMs are a key advancement in the field of NLP, providing an effective solution for modeling and learning from sequential data with long-term dependencies. </a:t>
          </a:r>
        </a:p>
      </dgm:t>
    </dgm:pt>
    <dgm:pt modelId="{0B69896B-F2EC-450A-AF15-1C9EFDAC7D58}" type="parTrans" cxnId="{1DDBB0FA-FFC1-41F8-A54C-7664132C7717}">
      <dgm:prSet/>
      <dgm:spPr/>
    </dgm:pt>
    <dgm:pt modelId="{05DF6C33-D0F0-4B42-96E8-0B4B937BC568}" type="sibTrans" cxnId="{1DDBB0FA-FFC1-41F8-A54C-7664132C7717}">
      <dgm:prSet/>
      <dgm:spPr/>
    </dgm:pt>
    <dgm:pt modelId="{0ECD6E89-E33F-4670-9489-DFC73C2BF5C4}">
      <dgm:prSet phldr="0"/>
      <dgm:spPr/>
      <dgm:t>
        <a:bodyPr/>
        <a:lstStyle/>
        <a:p>
          <a:r>
            <a:rPr lang="en-IN">
              <a:solidFill>
                <a:srgbClr val="343541"/>
              </a:solidFill>
              <a:latin typeface="system-ui"/>
            </a:rPr>
            <a:t>Their ability to capture context and relationships in language has contributed significantly to the success of various NLP applications.</a:t>
          </a:r>
          <a:endParaRPr lang="en-US"/>
        </a:p>
      </dgm:t>
    </dgm:pt>
    <dgm:pt modelId="{72B4A42F-6C7A-45B2-B62F-CAF245BD267B}" type="parTrans" cxnId="{42074934-5D61-46D4-AE82-520DBD8A5692}">
      <dgm:prSet/>
      <dgm:spPr/>
    </dgm:pt>
    <dgm:pt modelId="{EF9A0B42-50A9-4D0F-BFD2-EF16A6F21F94}" type="sibTrans" cxnId="{42074934-5D61-46D4-AE82-520DBD8A5692}">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4">
        <dgm:presLayoutVars>
          <dgm:chMax val="0"/>
          <dgm:bulletEnabled val="1"/>
        </dgm:presLayoutVars>
      </dgm:prSet>
      <dgm:spPr/>
    </dgm:pt>
    <dgm:pt modelId="{F735EA20-EF26-4E4E-BB62-75FE6710B33B}" type="pres">
      <dgm:prSet presAssocID="{22F22127-0EFB-47E7-991D-546FE985192A}" presName="spacer" presStyleCnt="0"/>
      <dgm:spPr/>
    </dgm:pt>
    <dgm:pt modelId="{FB2CAFE6-E2B0-434F-9D91-E5B710403431}" type="pres">
      <dgm:prSet presAssocID="{FB7B24E5-65EC-4A31-9F8A-D6CD88A7E112}" presName="parentText" presStyleLbl="node1" presStyleIdx="1" presStyleCnt="4">
        <dgm:presLayoutVars>
          <dgm:chMax val="0"/>
          <dgm:bulletEnabled val="1"/>
        </dgm:presLayoutVars>
      </dgm:prSet>
      <dgm:spPr/>
    </dgm:pt>
    <dgm:pt modelId="{B970FE26-C131-453B-A35E-C3B66552929D}" type="pres">
      <dgm:prSet presAssocID="{6C64AF6E-7331-476F-9F13-99337AD4A4BE}" presName="spacer" presStyleCnt="0"/>
      <dgm:spPr/>
    </dgm:pt>
    <dgm:pt modelId="{74718EE5-1716-4E8A-AFFF-B5AC7B148CE4}" type="pres">
      <dgm:prSet presAssocID="{43AA1607-32B8-4F81-9CFE-C0DBB8A1BDDA}" presName="parentText" presStyleLbl="node1" presStyleIdx="2" presStyleCnt="4">
        <dgm:presLayoutVars>
          <dgm:chMax val="0"/>
          <dgm:bulletEnabled val="1"/>
        </dgm:presLayoutVars>
      </dgm:prSet>
      <dgm:spPr/>
    </dgm:pt>
    <dgm:pt modelId="{BF2FEE4E-2A93-42EF-B04F-DA488452CBE8}" type="pres">
      <dgm:prSet presAssocID="{05DF6C33-D0F0-4B42-96E8-0B4B937BC568}" presName="spacer" presStyleCnt="0"/>
      <dgm:spPr/>
    </dgm:pt>
    <dgm:pt modelId="{E2FF7460-B30C-44C9-B102-A00E569AB601}" type="pres">
      <dgm:prSet presAssocID="{0ECD6E89-E33F-4670-9489-DFC73C2BF5C4}" presName="parentText" presStyleLbl="node1" presStyleIdx="3" presStyleCnt="4">
        <dgm:presLayoutVars>
          <dgm:chMax val="0"/>
          <dgm:bulletEnabled val="1"/>
        </dgm:presLayoutVars>
      </dgm:prSet>
      <dgm:spPr/>
    </dgm:pt>
  </dgm:ptLst>
  <dgm:cxnLst>
    <dgm:cxn modelId="{5D561A0D-B873-416C-A868-90DCA863E698}" srcId="{38CAF228-C70E-43C4-B248-C2DCC42C6A87}" destId="{49BD279B-5107-4DEA-BC07-123CC51F30E9}" srcOrd="0" destOrd="0" parTransId="{13C22562-716F-4D3C-8425-030582DE48BE}" sibTransId="{22F22127-0EFB-47E7-991D-546FE985192A}"/>
    <dgm:cxn modelId="{42074934-5D61-46D4-AE82-520DBD8A5692}" srcId="{38CAF228-C70E-43C4-B248-C2DCC42C6A87}" destId="{0ECD6E89-E33F-4670-9489-DFC73C2BF5C4}" srcOrd="3" destOrd="0" parTransId="{72B4A42F-6C7A-45B2-B62F-CAF245BD267B}" sibTransId="{EF9A0B42-50A9-4D0F-BFD2-EF16A6F21F94}"/>
    <dgm:cxn modelId="{6B891E8D-BE12-40B0-974C-04BAEA5DCAFE}" type="presOf" srcId="{0ECD6E89-E33F-4670-9489-DFC73C2BF5C4}" destId="{E2FF7460-B30C-44C9-B102-A00E569AB601}" srcOrd="0" destOrd="0" presId="urn:microsoft.com/office/officeart/2005/8/layout/vList2"/>
    <dgm:cxn modelId="{28573B9F-BC0D-423D-8A45-1E102604BC63}" type="presOf" srcId="{FB7B24E5-65EC-4A31-9F8A-D6CD88A7E112}" destId="{FB2CAFE6-E2B0-434F-9D91-E5B710403431}" srcOrd="0" destOrd="0" presId="urn:microsoft.com/office/officeart/2005/8/layout/vList2"/>
    <dgm:cxn modelId="{C74EB2BC-ED1A-48AC-B49C-BE5231D5F778}" type="presOf" srcId="{49BD279B-5107-4DEA-BC07-123CC51F30E9}" destId="{09F7F36D-C0E7-40B5-8537-A50273CE2246}" srcOrd="0" destOrd="0" presId="urn:microsoft.com/office/officeart/2005/8/layout/vList2"/>
    <dgm:cxn modelId="{4D58FFDE-C9A4-46D3-BE4A-09F827B245BE}" srcId="{38CAF228-C70E-43C4-B248-C2DCC42C6A87}" destId="{FB7B24E5-65EC-4A31-9F8A-D6CD88A7E112}" srcOrd="1" destOrd="0" parTransId="{8E9D9AFC-2228-428E-B10B-50D45CFD635A}" sibTransId="{6C64AF6E-7331-476F-9F13-99337AD4A4BE}"/>
    <dgm:cxn modelId="{C2B42FE5-1F02-4DCD-A335-C7C120C6B5D0}" type="presOf" srcId="{38CAF228-C70E-43C4-B248-C2DCC42C6A87}" destId="{33A8B12B-FEFF-4A4B-988E-2E0A309885BA}" srcOrd="0" destOrd="0" presId="urn:microsoft.com/office/officeart/2005/8/layout/vList2"/>
    <dgm:cxn modelId="{EB44DEEE-DC0C-472D-8FD1-C0E8F8E5F9A1}" type="presOf" srcId="{43AA1607-32B8-4F81-9CFE-C0DBB8A1BDDA}" destId="{74718EE5-1716-4E8A-AFFF-B5AC7B148CE4}" srcOrd="0" destOrd="0" presId="urn:microsoft.com/office/officeart/2005/8/layout/vList2"/>
    <dgm:cxn modelId="{1DDBB0FA-FFC1-41F8-A54C-7664132C7717}" srcId="{38CAF228-C70E-43C4-B248-C2DCC42C6A87}" destId="{43AA1607-32B8-4F81-9CFE-C0DBB8A1BDDA}" srcOrd="2" destOrd="0" parTransId="{0B69896B-F2EC-450A-AF15-1C9EFDAC7D58}" sibTransId="{05DF6C33-D0F0-4B42-96E8-0B4B937BC568}"/>
    <dgm:cxn modelId="{D2BDDCE5-451A-43B0-A111-5E4E7A90DEF3}" type="presParOf" srcId="{33A8B12B-FEFF-4A4B-988E-2E0A309885BA}" destId="{09F7F36D-C0E7-40B5-8537-A50273CE2246}" srcOrd="0" destOrd="0" presId="urn:microsoft.com/office/officeart/2005/8/layout/vList2"/>
    <dgm:cxn modelId="{995AF79F-E514-477A-9D93-C0A33AA5E42E}" type="presParOf" srcId="{33A8B12B-FEFF-4A4B-988E-2E0A309885BA}" destId="{F735EA20-EF26-4E4E-BB62-75FE6710B33B}" srcOrd="1" destOrd="0" presId="urn:microsoft.com/office/officeart/2005/8/layout/vList2"/>
    <dgm:cxn modelId="{E3A68750-FC70-4490-A96D-C67149F39097}" type="presParOf" srcId="{33A8B12B-FEFF-4A4B-988E-2E0A309885BA}" destId="{FB2CAFE6-E2B0-434F-9D91-E5B710403431}" srcOrd="2" destOrd="0" presId="urn:microsoft.com/office/officeart/2005/8/layout/vList2"/>
    <dgm:cxn modelId="{BDA9915B-331D-4AC8-BD19-9E65EF40DE7E}" type="presParOf" srcId="{33A8B12B-FEFF-4A4B-988E-2E0A309885BA}" destId="{B970FE26-C131-453B-A35E-C3B66552929D}" srcOrd="3" destOrd="0" presId="urn:microsoft.com/office/officeart/2005/8/layout/vList2"/>
    <dgm:cxn modelId="{B85F0CD0-3492-4DA4-BBEB-9F9F5F7D1FB9}" type="presParOf" srcId="{33A8B12B-FEFF-4A4B-988E-2E0A309885BA}" destId="{74718EE5-1716-4E8A-AFFF-B5AC7B148CE4}" srcOrd="4" destOrd="0" presId="urn:microsoft.com/office/officeart/2005/8/layout/vList2"/>
    <dgm:cxn modelId="{DFBCF68B-54ED-487F-9830-B18F13664A52}" type="presParOf" srcId="{33A8B12B-FEFF-4A4B-988E-2E0A309885BA}" destId="{BF2FEE4E-2A93-42EF-B04F-DA488452CBE8}" srcOrd="5" destOrd="0" presId="urn:microsoft.com/office/officeart/2005/8/layout/vList2"/>
    <dgm:cxn modelId="{A6C21427-31EB-4777-BA4F-789762BA0258}" type="presParOf" srcId="{33A8B12B-FEFF-4A4B-988E-2E0A309885BA}" destId="{E2FF7460-B30C-44C9-B102-A00E569AB601}"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rtl="0"/>
          <a:r>
            <a:rPr lang="en-IN">
              <a:solidFill>
                <a:srgbClr val="343541"/>
              </a:solidFill>
              <a:latin typeface="system-ui"/>
            </a:rPr>
            <a:t>Attention Mechanism is a fundamental concept in Natural Language Processing (NLP) that enhances the ability of models to focus on different parts of input sequences when making predictions or generating outputs. </a:t>
          </a:r>
          <a:endParaRPr lang="en-IN">
            <a:solidFill>
              <a:srgbClr val="343541"/>
            </a:solidFill>
            <a:latin typeface="Calibri"/>
            <a:ea typeface="Calibri"/>
            <a:cs typeface="Calibri"/>
          </a:endParaRP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8447F96F-135C-469B-81F8-B54D2516739C}">
      <dgm:prSet phldr="0"/>
      <dgm:spPr/>
      <dgm:t>
        <a:bodyPr/>
        <a:lstStyle/>
        <a:p>
          <a:pPr rtl="0"/>
          <a:r>
            <a:rPr lang="en-IN">
              <a:solidFill>
                <a:srgbClr val="343541"/>
              </a:solidFill>
              <a:latin typeface="system-ui"/>
              <a:ea typeface="Calibri"/>
              <a:cs typeface="Calibri"/>
            </a:rPr>
            <a:t>In summary, the attention mechanism in NLP allows models to selectively focus on different parts of the input sequence, enhancing their ability to capture dependencies and relationships. </a:t>
          </a:r>
        </a:p>
      </dgm:t>
    </dgm:pt>
    <dgm:pt modelId="{913F2C36-0B21-42F7-9B7C-F08C77ED110D}" type="parTrans" cxnId="{729A26F5-DBBC-4D77-AB52-4D917326D079}">
      <dgm:prSet/>
      <dgm:spPr/>
    </dgm:pt>
    <dgm:pt modelId="{6B12FE44-6084-4CD1-B225-BD9985F47D7A}" type="sibTrans" cxnId="{729A26F5-DBBC-4D77-AB52-4D917326D079}">
      <dgm:prSet/>
      <dgm:spPr/>
    </dgm:pt>
    <dgm:pt modelId="{8961EA9B-CEDD-4130-8936-F69DB78F75E6}">
      <dgm:prSet phldr="0"/>
      <dgm:spPr/>
      <dgm:t>
        <a:bodyPr/>
        <a:lstStyle/>
        <a:p>
          <a:pPr rtl="0"/>
          <a:r>
            <a:rPr lang="en-IN">
              <a:solidFill>
                <a:srgbClr val="343541"/>
              </a:solidFill>
              <a:latin typeface="system-ui"/>
            </a:rPr>
            <a:t>It allows models to selectively attend to relevant information, giving them the capacity to handle long-range dependencies and capture intricate patterns in the data.</a:t>
          </a:r>
          <a:endParaRPr lang="en-US">
            <a:latin typeface="Calibri"/>
            <a:ea typeface="Calibri"/>
            <a:cs typeface="Calibri"/>
          </a:endParaRPr>
        </a:p>
      </dgm:t>
    </dgm:pt>
    <dgm:pt modelId="{31CEE57A-0453-42B9-9329-1467D8C272CB}" type="parTrans" cxnId="{0B916D91-CB6A-48E3-9D3C-C60965A2604A}">
      <dgm:prSet/>
      <dgm:spPr/>
    </dgm:pt>
    <dgm:pt modelId="{00A4268F-B67F-46B6-BD42-205EFD36AFEB}" type="sibTrans" cxnId="{0B916D91-CB6A-48E3-9D3C-C60965A2604A}">
      <dgm:prSet/>
      <dgm:spPr/>
    </dgm:pt>
    <dgm:pt modelId="{8BD30DF4-0613-400F-A95F-055EEF6249D6}">
      <dgm:prSet phldr="0"/>
      <dgm:spPr/>
      <dgm:t>
        <a:bodyPr/>
        <a:lstStyle/>
        <a:p>
          <a:r>
            <a:rPr lang="en-IN">
              <a:solidFill>
                <a:srgbClr val="343541"/>
              </a:solidFill>
              <a:latin typeface="system-ui"/>
            </a:rPr>
            <a:t>The attention mechanism has been particularly influential in the success of transformer-based models.</a:t>
          </a:r>
          <a:r>
            <a:rPr lang="en-IN">
              <a:latin typeface="system-ui"/>
            </a:rPr>
            <a:t> </a:t>
          </a:r>
          <a:endParaRPr lang="en-US"/>
        </a:p>
      </dgm:t>
    </dgm:pt>
    <dgm:pt modelId="{74F1B564-9F02-4A29-812F-986773A3B176}" type="parTrans" cxnId="{6735AE40-8587-4CF1-9B65-6F15CE3BC3B5}">
      <dgm:prSet/>
      <dgm:spPr/>
    </dgm:pt>
    <dgm:pt modelId="{50155D2C-5D96-4968-9D00-04E708E8B004}" type="sibTrans" cxnId="{6735AE40-8587-4CF1-9B65-6F15CE3BC3B5}">
      <dgm:prSet/>
      <dgm:spPr/>
    </dgm:pt>
    <dgm:pt modelId="{C38F5421-AFB8-4950-A5CB-0539583B800A}">
      <dgm:prSet phldr="0"/>
      <dgm:spPr/>
      <dgm:t>
        <a:bodyPr/>
        <a:lstStyle/>
        <a:p>
          <a:r>
            <a:rPr lang="en-IN">
              <a:solidFill>
                <a:srgbClr val="343541"/>
              </a:solidFill>
              <a:latin typeface="system-ui"/>
              <a:ea typeface="Calibri"/>
              <a:cs typeface="Calibri"/>
            </a:rPr>
            <a:t>It has become a key building block in modern NLP architectures, enabling the development of highly effective and context-aware models.</a:t>
          </a:r>
          <a:endParaRPr lang="en-US"/>
        </a:p>
      </dgm:t>
    </dgm:pt>
    <dgm:pt modelId="{5459BA65-DF0B-48B7-AC54-442E0BC2005E}" type="parTrans" cxnId="{5630668A-4D7F-4F5B-AF82-E1D46905E8A6}">
      <dgm:prSet/>
      <dgm:spPr/>
    </dgm:pt>
    <dgm:pt modelId="{A6AEA7A2-9B51-4A41-A592-8D2B175EBF66}" type="sibTrans" cxnId="{5630668A-4D7F-4F5B-AF82-E1D46905E8A6}">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5">
        <dgm:presLayoutVars>
          <dgm:chMax val="0"/>
          <dgm:bulletEnabled val="1"/>
        </dgm:presLayoutVars>
      </dgm:prSet>
      <dgm:spPr/>
    </dgm:pt>
    <dgm:pt modelId="{99134D81-6F52-434A-B709-34B9840C6C0B}" type="pres">
      <dgm:prSet presAssocID="{22F22127-0EFB-47E7-991D-546FE985192A}" presName="spacer" presStyleCnt="0"/>
      <dgm:spPr/>
    </dgm:pt>
    <dgm:pt modelId="{250044D7-A3B4-4187-92BC-EFB0F6624464}" type="pres">
      <dgm:prSet presAssocID="{8961EA9B-CEDD-4130-8936-F69DB78F75E6}" presName="parentText" presStyleLbl="node1" presStyleIdx="1" presStyleCnt="5">
        <dgm:presLayoutVars>
          <dgm:chMax val="0"/>
          <dgm:bulletEnabled val="1"/>
        </dgm:presLayoutVars>
      </dgm:prSet>
      <dgm:spPr/>
    </dgm:pt>
    <dgm:pt modelId="{CD23F546-1C26-4B88-B242-E7B2283F6E45}" type="pres">
      <dgm:prSet presAssocID="{00A4268F-B67F-46B6-BD42-205EFD36AFEB}" presName="spacer" presStyleCnt="0"/>
      <dgm:spPr/>
    </dgm:pt>
    <dgm:pt modelId="{49DEC606-468F-4783-908F-9B9A76447370}" type="pres">
      <dgm:prSet presAssocID="{8BD30DF4-0613-400F-A95F-055EEF6249D6}" presName="parentText" presStyleLbl="node1" presStyleIdx="2" presStyleCnt="5">
        <dgm:presLayoutVars>
          <dgm:chMax val="0"/>
          <dgm:bulletEnabled val="1"/>
        </dgm:presLayoutVars>
      </dgm:prSet>
      <dgm:spPr/>
    </dgm:pt>
    <dgm:pt modelId="{A21D64A9-AD46-404B-92BD-06B77171B8A6}" type="pres">
      <dgm:prSet presAssocID="{50155D2C-5D96-4968-9D00-04E708E8B004}" presName="spacer" presStyleCnt="0"/>
      <dgm:spPr/>
    </dgm:pt>
    <dgm:pt modelId="{F355120A-BC1F-4F77-BAD8-4B6F02D37A74}" type="pres">
      <dgm:prSet presAssocID="{8447F96F-135C-469B-81F8-B54D2516739C}" presName="parentText" presStyleLbl="node1" presStyleIdx="3" presStyleCnt="5">
        <dgm:presLayoutVars>
          <dgm:chMax val="0"/>
          <dgm:bulletEnabled val="1"/>
        </dgm:presLayoutVars>
      </dgm:prSet>
      <dgm:spPr/>
    </dgm:pt>
    <dgm:pt modelId="{3FBFDFB3-6148-4A21-B92F-87F515531262}" type="pres">
      <dgm:prSet presAssocID="{6B12FE44-6084-4CD1-B225-BD9985F47D7A}" presName="spacer" presStyleCnt="0"/>
      <dgm:spPr/>
    </dgm:pt>
    <dgm:pt modelId="{533CC2FB-D528-42D3-861B-39207C14C45D}" type="pres">
      <dgm:prSet presAssocID="{C38F5421-AFB8-4950-A5CB-0539583B800A}" presName="parentText" presStyleLbl="node1" presStyleIdx="4" presStyleCnt="5">
        <dgm:presLayoutVars>
          <dgm:chMax val="0"/>
          <dgm:bulletEnabled val="1"/>
        </dgm:presLayoutVars>
      </dgm:prSet>
      <dgm:spPr/>
    </dgm:pt>
  </dgm:ptLst>
  <dgm:cxnLst>
    <dgm:cxn modelId="{A8BA6A0A-D172-410F-8305-9FDE43BFA2F1}" type="presOf" srcId="{8961EA9B-CEDD-4130-8936-F69DB78F75E6}" destId="{250044D7-A3B4-4187-92BC-EFB0F6624464}" srcOrd="0" destOrd="0" presId="urn:microsoft.com/office/officeart/2005/8/layout/vList2"/>
    <dgm:cxn modelId="{5D561A0D-B873-416C-A868-90DCA863E698}" srcId="{38CAF228-C70E-43C4-B248-C2DCC42C6A87}" destId="{49BD279B-5107-4DEA-BC07-123CC51F30E9}" srcOrd="0" destOrd="0" parTransId="{13C22562-716F-4D3C-8425-030582DE48BE}" sibTransId="{22F22127-0EFB-47E7-991D-546FE985192A}"/>
    <dgm:cxn modelId="{6735AE40-8587-4CF1-9B65-6F15CE3BC3B5}" srcId="{38CAF228-C70E-43C4-B248-C2DCC42C6A87}" destId="{8BD30DF4-0613-400F-A95F-055EEF6249D6}" srcOrd="2" destOrd="0" parTransId="{74F1B564-9F02-4A29-812F-986773A3B176}" sibTransId="{50155D2C-5D96-4968-9D00-04E708E8B004}"/>
    <dgm:cxn modelId="{5F949F45-36E8-43DE-BBD4-ECE9F70F5C7E}" type="presOf" srcId="{C38F5421-AFB8-4950-A5CB-0539583B800A}" destId="{533CC2FB-D528-42D3-861B-39207C14C45D}" srcOrd="0" destOrd="0" presId="urn:microsoft.com/office/officeart/2005/8/layout/vList2"/>
    <dgm:cxn modelId="{01DE907A-BFAA-4C05-9A0D-686702C348DA}" type="presOf" srcId="{49BD279B-5107-4DEA-BC07-123CC51F30E9}" destId="{09F7F36D-C0E7-40B5-8537-A50273CE2246}" srcOrd="0" destOrd="0" presId="urn:microsoft.com/office/officeart/2005/8/layout/vList2"/>
    <dgm:cxn modelId="{5630668A-4D7F-4F5B-AF82-E1D46905E8A6}" srcId="{38CAF228-C70E-43C4-B248-C2DCC42C6A87}" destId="{C38F5421-AFB8-4950-A5CB-0539583B800A}" srcOrd="4" destOrd="0" parTransId="{5459BA65-DF0B-48B7-AC54-442E0BC2005E}" sibTransId="{A6AEA7A2-9B51-4A41-A592-8D2B175EBF66}"/>
    <dgm:cxn modelId="{24E90F8F-052A-447E-BC83-7D7ADAAF8613}" type="presOf" srcId="{8BD30DF4-0613-400F-A95F-055EEF6249D6}" destId="{49DEC606-468F-4783-908F-9B9A76447370}" srcOrd="0" destOrd="0" presId="urn:microsoft.com/office/officeart/2005/8/layout/vList2"/>
    <dgm:cxn modelId="{0B916D91-CB6A-48E3-9D3C-C60965A2604A}" srcId="{38CAF228-C70E-43C4-B248-C2DCC42C6A87}" destId="{8961EA9B-CEDD-4130-8936-F69DB78F75E6}" srcOrd="1" destOrd="0" parTransId="{31CEE57A-0453-42B9-9329-1467D8C272CB}" sibTransId="{00A4268F-B67F-46B6-BD42-205EFD36AFEB}"/>
    <dgm:cxn modelId="{077C08A0-31D9-4908-8C10-98EEDAD64E59}" type="presOf" srcId="{8447F96F-135C-469B-81F8-B54D2516739C}" destId="{F355120A-BC1F-4F77-BAD8-4B6F02D37A74}"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729A26F5-DBBC-4D77-AB52-4D917326D079}" srcId="{38CAF228-C70E-43C4-B248-C2DCC42C6A87}" destId="{8447F96F-135C-469B-81F8-B54D2516739C}" srcOrd="3" destOrd="0" parTransId="{913F2C36-0B21-42F7-9B7C-F08C77ED110D}" sibTransId="{6B12FE44-6084-4CD1-B225-BD9985F47D7A}"/>
    <dgm:cxn modelId="{53E408A7-2C2E-4587-A400-6E52979FB25D}" type="presParOf" srcId="{33A8B12B-FEFF-4A4B-988E-2E0A309885BA}" destId="{09F7F36D-C0E7-40B5-8537-A50273CE2246}" srcOrd="0" destOrd="0" presId="urn:microsoft.com/office/officeart/2005/8/layout/vList2"/>
    <dgm:cxn modelId="{13582345-01FF-454E-AA8F-88169EA6DB4A}" type="presParOf" srcId="{33A8B12B-FEFF-4A4B-988E-2E0A309885BA}" destId="{99134D81-6F52-434A-B709-34B9840C6C0B}" srcOrd="1" destOrd="0" presId="urn:microsoft.com/office/officeart/2005/8/layout/vList2"/>
    <dgm:cxn modelId="{2730E4B1-0180-4C84-8AD7-F7BA09E41D14}" type="presParOf" srcId="{33A8B12B-FEFF-4A4B-988E-2E0A309885BA}" destId="{250044D7-A3B4-4187-92BC-EFB0F6624464}" srcOrd="2" destOrd="0" presId="urn:microsoft.com/office/officeart/2005/8/layout/vList2"/>
    <dgm:cxn modelId="{D0B789DD-C1B5-48B5-A5AF-3A87669D3E4F}" type="presParOf" srcId="{33A8B12B-FEFF-4A4B-988E-2E0A309885BA}" destId="{CD23F546-1C26-4B88-B242-E7B2283F6E45}" srcOrd="3" destOrd="0" presId="urn:microsoft.com/office/officeart/2005/8/layout/vList2"/>
    <dgm:cxn modelId="{2E67669A-2EED-48F5-8224-8D2C422821A0}" type="presParOf" srcId="{33A8B12B-FEFF-4A4B-988E-2E0A309885BA}" destId="{49DEC606-468F-4783-908F-9B9A76447370}" srcOrd="4" destOrd="0" presId="urn:microsoft.com/office/officeart/2005/8/layout/vList2"/>
    <dgm:cxn modelId="{CBE1834F-62D5-4A3C-AE02-6E76B894B2C0}" type="presParOf" srcId="{33A8B12B-FEFF-4A4B-988E-2E0A309885BA}" destId="{A21D64A9-AD46-404B-92BD-06B77171B8A6}" srcOrd="5" destOrd="0" presId="urn:microsoft.com/office/officeart/2005/8/layout/vList2"/>
    <dgm:cxn modelId="{8A091EAD-1F19-4E9E-8662-98D7C91C39B5}" type="presParOf" srcId="{33A8B12B-FEFF-4A4B-988E-2E0A309885BA}" destId="{F355120A-BC1F-4F77-BAD8-4B6F02D37A74}" srcOrd="6" destOrd="0" presId="urn:microsoft.com/office/officeart/2005/8/layout/vList2"/>
    <dgm:cxn modelId="{7E59C8BC-7B0C-455A-BD8C-EA2EC3AB8CA6}" type="presParOf" srcId="{33A8B12B-FEFF-4A4B-988E-2E0A309885BA}" destId="{3FBFDFB3-6148-4A21-B92F-87F515531262}" srcOrd="7" destOrd="0" presId="urn:microsoft.com/office/officeart/2005/8/layout/vList2"/>
    <dgm:cxn modelId="{1A7CEDCE-14C0-46A6-A9AE-8DA17AAF39F1}" type="presParOf" srcId="{33A8B12B-FEFF-4A4B-988E-2E0A309885BA}" destId="{533CC2FB-D528-42D3-861B-39207C14C45D}"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rtl="0"/>
          <a:r>
            <a:rPr lang="en-IN">
              <a:solidFill>
                <a:srgbClr val="343541"/>
              </a:solidFill>
              <a:latin typeface="system-ui"/>
            </a:rPr>
            <a:t>The Transformer is a groundbreaking architecture in Natural Language Processing (NLP) that was introduced in the paper "Attention is All You Need" by Vaswani et al. in 2017.</a:t>
          </a: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1B673B7F-4FF2-4B83-A7BC-DCAF6A0F39B3}">
      <dgm:prSet phldr="0"/>
      <dgm:spPr/>
      <dgm:t>
        <a:bodyPr/>
        <a:lstStyle/>
        <a:p>
          <a:pPr rtl="0"/>
          <a:r>
            <a:rPr lang="en-IN">
              <a:solidFill>
                <a:srgbClr val="343541"/>
              </a:solidFill>
              <a:latin typeface="system-ui"/>
              <a:ea typeface="Calibri"/>
              <a:cs typeface="Calibri"/>
            </a:rPr>
            <a:t>The Transformer architecture has had a transformative impact on NLP, leading to the development of highly efficient and powerful models. </a:t>
          </a:r>
        </a:p>
      </dgm:t>
    </dgm:pt>
    <dgm:pt modelId="{DCDB7318-240B-4C87-9AD6-A5EA196BD67D}" type="parTrans" cxnId="{26E0A4E5-D04A-461C-BF6E-D9F3401C975A}">
      <dgm:prSet/>
      <dgm:spPr/>
    </dgm:pt>
    <dgm:pt modelId="{0A1FBB9F-63A8-4583-9067-74366715E3A6}" type="sibTrans" cxnId="{26E0A4E5-D04A-461C-BF6E-D9F3401C975A}">
      <dgm:prSet/>
      <dgm:spPr/>
    </dgm:pt>
    <dgm:pt modelId="{D24D8BB7-4217-4E92-BEBE-EEE1F41EBE71}">
      <dgm:prSet phldr="0"/>
      <dgm:spPr/>
      <dgm:t>
        <a:bodyPr/>
        <a:lstStyle/>
        <a:p>
          <a:pPr rtl="0"/>
          <a:r>
            <a:rPr lang="en-IN">
              <a:solidFill>
                <a:srgbClr val="343541"/>
              </a:solidFill>
              <a:latin typeface="system-ui"/>
            </a:rPr>
            <a:t>It has since become the foundation for numerous</a:t>
          </a:r>
          <a:r>
            <a:rPr lang="en-IN">
              <a:solidFill>
                <a:srgbClr val="343541"/>
              </a:solidFill>
              <a:latin typeface="system-ui"/>
              <a:ea typeface="Calibri"/>
              <a:cs typeface="Calibri"/>
            </a:rPr>
            <a:t> state-of-the-art </a:t>
          </a:r>
          <a:r>
            <a:rPr lang="en-IN">
              <a:solidFill>
                <a:srgbClr val="343541"/>
              </a:solidFill>
              <a:latin typeface="system-ui"/>
            </a:rPr>
            <a:t>models </a:t>
          </a:r>
          <a:r>
            <a:rPr lang="en-IN">
              <a:solidFill>
                <a:srgbClr val="343541"/>
              </a:solidFill>
              <a:latin typeface="system-ui"/>
              <a:ea typeface="Calibri"/>
              <a:cs typeface="Calibri"/>
            </a:rPr>
            <a:t>in NLP due </a:t>
          </a:r>
          <a:r>
            <a:rPr lang="en-IN">
              <a:solidFill>
                <a:srgbClr val="343541"/>
              </a:solidFill>
              <a:latin typeface="system-ui"/>
            </a:rPr>
            <a:t>to </a:t>
          </a:r>
          <a:r>
            <a:rPr lang="en-IN">
              <a:solidFill>
                <a:srgbClr val="343541"/>
              </a:solidFill>
              <a:latin typeface="system-ui"/>
              <a:ea typeface="Calibri"/>
              <a:cs typeface="Calibri"/>
            </a:rPr>
            <a:t>its ability </a:t>
          </a:r>
          <a:r>
            <a:rPr lang="en-IN">
              <a:solidFill>
                <a:srgbClr val="343541"/>
              </a:solidFill>
              <a:latin typeface="system-ui"/>
            </a:rPr>
            <a:t>to capture long-range dependencies efficiently and parallelize computations.</a:t>
          </a:r>
          <a:r>
            <a:rPr lang="en-IN">
              <a:solidFill>
                <a:srgbClr val="343541"/>
              </a:solidFill>
              <a:latin typeface="system-ui"/>
              <a:ea typeface="Calibri"/>
              <a:cs typeface="Calibri"/>
            </a:rPr>
            <a:t> </a:t>
          </a:r>
          <a:endParaRPr lang="en-US">
            <a:latin typeface="Calibri"/>
            <a:ea typeface="Calibri"/>
            <a:cs typeface="Calibri"/>
          </a:endParaRPr>
        </a:p>
      </dgm:t>
    </dgm:pt>
    <dgm:pt modelId="{20FF63AA-80F0-4A7B-8294-83C9C2DA0DF7}" type="parTrans" cxnId="{F55E066C-6783-485A-A80D-A11D3AF84261}">
      <dgm:prSet/>
      <dgm:spPr/>
    </dgm:pt>
    <dgm:pt modelId="{7499DCBD-3F82-4BAE-9907-3F057E91E3E9}" type="sibTrans" cxnId="{F55E066C-6783-485A-A80D-A11D3AF84261}">
      <dgm:prSet/>
      <dgm:spPr/>
    </dgm:pt>
    <dgm:pt modelId="{15CA70EE-CFF4-4D9D-BB91-A793A2CE9A38}">
      <dgm:prSet phldr="0"/>
      <dgm:spPr/>
      <dgm:t>
        <a:bodyPr/>
        <a:lstStyle/>
        <a:p>
          <a:r>
            <a:rPr lang="en-IN">
              <a:solidFill>
                <a:srgbClr val="343541"/>
              </a:solidFill>
              <a:latin typeface="system-ui"/>
            </a:rPr>
            <a:t>The Transformer architecture is particularly</a:t>
          </a:r>
          <a:r>
            <a:rPr lang="en-IN">
              <a:solidFill>
                <a:srgbClr val="343541"/>
              </a:solidFill>
              <a:latin typeface="system-ui"/>
              <a:ea typeface="Calibri"/>
              <a:cs typeface="Calibri"/>
            </a:rPr>
            <a:t> known for its </a:t>
          </a:r>
          <a:r>
            <a:rPr lang="en-IN">
              <a:solidFill>
                <a:srgbClr val="343541"/>
              </a:solidFill>
              <a:latin typeface="system-ui"/>
            </a:rPr>
            <a:t>attention mechanism </a:t>
          </a:r>
          <a:r>
            <a:rPr lang="en-IN">
              <a:solidFill>
                <a:srgbClr val="343541"/>
              </a:solidFill>
              <a:latin typeface="system-ui"/>
              <a:ea typeface="Calibri"/>
              <a:cs typeface="Calibri"/>
            </a:rPr>
            <a:t>and self-attention mechanism, which allow models to focus on different parts of input sequences selectively. </a:t>
          </a:r>
          <a:endParaRPr lang="en-US"/>
        </a:p>
      </dgm:t>
    </dgm:pt>
    <dgm:pt modelId="{DC341475-8D87-4B6C-99AC-E2087B3D44A3}" type="parTrans" cxnId="{B696AA4A-8EB2-4DE5-A30F-E5E565DF0D94}">
      <dgm:prSet/>
      <dgm:spPr/>
    </dgm:pt>
    <dgm:pt modelId="{15E9121C-66B4-4583-AFA1-31287ECFE8A3}" type="sibTrans" cxnId="{B696AA4A-8EB2-4DE5-A30F-E5E565DF0D94}">
      <dgm:prSet/>
      <dgm:spPr/>
    </dgm:pt>
    <dgm:pt modelId="{60E63AFD-06C8-4A35-A63B-0FA4BC27A0A9}">
      <dgm:prSet phldr="0"/>
      <dgm:spPr/>
      <dgm:t>
        <a:bodyPr/>
        <a:lstStyle/>
        <a:p>
          <a:r>
            <a:rPr lang="en-IN">
              <a:solidFill>
                <a:srgbClr val="343541"/>
              </a:solidFill>
              <a:latin typeface="system-ui"/>
              <a:ea typeface="Calibri"/>
              <a:cs typeface="Calibri"/>
            </a:rPr>
            <a:t>Its attention mechanism and self-attention mechanism have become integral components in many subsequent architectures, making it a cornerstone in the evolution of deep learning in natural language understanding and generation tasks.</a:t>
          </a:r>
          <a:endParaRPr lang="en-US"/>
        </a:p>
      </dgm:t>
    </dgm:pt>
    <dgm:pt modelId="{4C1C4D2F-45F8-4ADA-81D6-0855D6125556}" type="parTrans" cxnId="{04176688-E982-4856-8B2E-05255B5F731D}">
      <dgm:prSet/>
      <dgm:spPr/>
    </dgm:pt>
    <dgm:pt modelId="{DA05690C-2456-42A1-BA20-E05D564F0FA5}" type="sibTrans" cxnId="{04176688-E982-4856-8B2E-05255B5F731D}">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5">
        <dgm:presLayoutVars>
          <dgm:chMax val="0"/>
          <dgm:bulletEnabled val="1"/>
        </dgm:presLayoutVars>
      </dgm:prSet>
      <dgm:spPr/>
    </dgm:pt>
    <dgm:pt modelId="{069BF9DA-D33E-4386-A6E2-2CD10483342D}" type="pres">
      <dgm:prSet presAssocID="{22F22127-0EFB-47E7-991D-546FE985192A}" presName="spacer" presStyleCnt="0"/>
      <dgm:spPr/>
    </dgm:pt>
    <dgm:pt modelId="{4DE96C75-46F9-4A91-A630-7F7ED75AA60F}" type="pres">
      <dgm:prSet presAssocID="{D24D8BB7-4217-4E92-BEBE-EEE1F41EBE71}" presName="parentText" presStyleLbl="node1" presStyleIdx="1" presStyleCnt="5">
        <dgm:presLayoutVars>
          <dgm:chMax val="0"/>
          <dgm:bulletEnabled val="1"/>
        </dgm:presLayoutVars>
      </dgm:prSet>
      <dgm:spPr/>
    </dgm:pt>
    <dgm:pt modelId="{8DDA1C59-8BAC-40F0-A208-914BB1F4D3AC}" type="pres">
      <dgm:prSet presAssocID="{7499DCBD-3F82-4BAE-9907-3F057E91E3E9}" presName="spacer" presStyleCnt="0"/>
      <dgm:spPr/>
    </dgm:pt>
    <dgm:pt modelId="{D424C491-C8ED-40E0-865B-C4712E62EB3D}" type="pres">
      <dgm:prSet presAssocID="{15CA70EE-CFF4-4D9D-BB91-A793A2CE9A38}" presName="parentText" presStyleLbl="node1" presStyleIdx="2" presStyleCnt="5">
        <dgm:presLayoutVars>
          <dgm:chMax val="0"/>
          <dgm:bulletEnabled val="1"/>
        </dgm:presLayoutVars>
      </dgm:prSet>
      <dgm:spPr/>
    </dgm:pt>
    <dgm:pt modelId="{E967AA3F-9014-4FFE-BD1C-7656A9094989}" type="pres">
      <dgm:prSet presAssocID="{15E9121C-66B4-4583-AFA1-31287ECFE8A3}" presName="spacer" presStyleCnt="0"/>
      <dgm:spPr/>
    </dgm:pt>
    <dgm:pt modelId="{64EFC812-88C8-4651-8317-D13719795FD8}" type="pres">
      <dgm:prSet presAssocID="{1B673B7F-4FF2-4B83-A7BC-DCAF6A0F39B3}" presName="parentText" presStyleLbl="node1" presStyleIdx="3" presStyleCnt="5">
        <dgm:presLayoutVars>
          <dgm:chMax val="0"/>
          <dgm:bulletEnabled val="1"/>
        </dgm:presLayoutVars>
      </dgm:prSet>
      <dgm:spPr/>
    </dgm:pt>
    <dgm:pt modelId="{0BA4F3F1-9772-4326-9B0D-934EEC996397}" type="pres">
      <dgm:prSet presAssocID="{0A1FBB9F-63A8-4583-9067-74366715E3A6}" presName="spacer" presStyleCnt="0"/>
      <dgm:spPr/>
    </dgm:pt>
    <dgm:pt modelId="{E5DE602F-DDCA-46A3-942C-A3531064B547}" type="pres">
      <dgm:prSet presAssocID="{60E63AFD-06C8-4A35-A63B-0FA4BC27A0A9}" presName="parentText" presStyleLbl="node1" presStyleIdx="4" presStyleCnt="5">
        <dgm:presLayoutVars>
          <dgm:chMax val="0"/>
          <dgm:bulletEnabled val="1"/>
        </dgm:presLayoutVars>
      </dgm:prSet>
      <dgm:spPr/>
    </dgm:pt>
  </dgm:ptLst>
  <dgm:cxnLst>
    <dgm:cxn modelId="{5D561A0D-B873-416C-A868-90DCA863E698}" srcId="{38CAF228-C70E-43C4-B248-C2DCC42C6A87}" destId="{49BD279B-5107-4DEA-BC07-123CC51F30E9}" srcOrd="0" destOrd="0" parTransId="{13C22562-716F-4D3C-8425-030582DE48BE}" sibTransId="{22F22127-0EFB-47E7-991D-546FE985192A}"/>
    <dgm:cxn modelId="{72BD4011-49A3-4FC4-95C1-105C6B256F74}" type="presOf" srcId="{1B673B7F-4FF2-4B83-A7BC-DCAF6A0F39B3}" destId="{64EFC812-88C8-4651-8317-D13719795FD8}" srcOrd="0" destOrd="0" presId="urn:microsoft.com/office/officeart/2005/8/layout/vList2"/>
    <dgm:cxn modelId="{BC91F965-D91B-4951-AF2D-C5A34040C5D3}" type="presOf" srcId="{D24D8BB7-4217-4E92-BEBE-EEE1F41EBE71}" destId="{4DE96C75-46F9-4A91-A630-7F7ED75AA60F}" srcOrd="0" destOrd="0" presId="urn:microsoft.com/office/officeart/2005/8/layout/vList2"/>
    <dgm:cxn modelId="{B696AA4A-8EB2-4DE5-A30F-E5E565DF0D94}" srcId="{38CAF228-C70E-43C4-B248-C2DCC42C6A87}" destId="{15CA70EE-CFF4-4D9D-BB91-A793A2CE9A38}" srcOrd="2" destOrd="0" parTransId="{DC341475-8D87-4B6C-99AC-E2087B3D44A3}" sibTransId="{15E9121C-66B4-4583-AFA1-31287ECFE8A3}"/>
    <dgm:cxn modelId="{F55E066C-6783-485A-A80D-A11D3AF84261}" srcId="{38CAF228-C70E-43C4-B248-C2DCC42C6A87}" destId="{D24D8BB7-4217-4E92-BEBE-EEE1F41EBE71}" srcOrd="1" destOrd="0" parTransId="{20FF63AA-80F0-4A7B-8294-83C9C2DA0DF7}" sibTransId="{7499DCBD-3F82-4BAE-9907-3F057E91E3E9}"/>
    <dgm:cxn modelId="{70029F51-6C3E-4ACD-AC5A-D070D76577E1}" type="presOf" srcId="{15CA70EE-CFF4-4D9D-BB91-A793A2CE9A38}" destId="{D424C491-C8ED-40E0-865B-C4712E62EB3D}" srcOrd="0" destOrd="0" presId="urn:microsoft.com/office/officeart/2005/8/layout/vList2"/>
    <dgm:cxn modelId="{229BF576-8451-4127-A8FD-1F0F82F2B207}" type="presOf" srcId="{60E63AFD-06C8-4A35-A63B-0FA4BC27A0A9}" destId="{E5DE602F-DDCA-46A3-942C-A3531064B547}" srcOrd="0" destOrd="0" presId="urn:microsoft.com/office/officeart/2005/8/layout/vList2"/>
    <dgm:cxn modelId="{04176688-E982-4856-8B2E-05255B5F731D}" srcId="{38CAF228-C70E-43C4-B248-C2DCC42C6A87}" destId="{60E63AFD-06C8-4A35-A63B-0FA4BC27A0A9}" srcOrd="4" destOrd="0" parTransId="{4C1C4D2F-45F8-4ADA-81D6-0855D6125556}" sibTransId="{DA05690C-2456-42A1-BA20-E05D564F0FA5}"/>
    <dgm:cxn modelId="{C2B42FE5-1F02-4DCD-A335-C7C120C6B5D0}" type="presOf" srcId="{38CAF228-C70E-43C4-B248-C2DCC42C6A87}" destId="{33A8B12B-FEFF-4A4B-988E-2E0A309885BA}" srcOrd="0" destOrd="0" presId="urn:microsoft.com/office/officeart/2005/8/layout/vList2"/>
    <dgm:cxn modelId="{26E0A4E5-D04A-461C-BF6E-D9F3401C975A}" srcId="{38CAF228-C70E-43C4-B248-C2DCC42C6A87}" destId="{1B673B7F-4FF2-4B83-A7BC-DCAF6A0F39B3}" srcOrd="3" destOrd="0" parTransId="{DCDB7318-240B-4C87-9AD6-A5EA196BD67D}" sibTransId="{0A1FBB9F-63A8-4583-9067-74366715E3A6}"/>
    <dgm:cxn modelId="{C976F9F0-4CB7-49BE-B301-1F215E025B3E}" type="presOf" srcId="{49BD279B-5107-4DEA-BC07-123CC51F30E9}" destId="{09F7F36D-C0E7-40B5-8537-A50273CE2246}" srcOrd="0" destOrd="0" presId="urn:microsoft.com/office/officeart/2005/8/layout/vList2"/>
    <dgm:cxn modelId="{48587C6E-9890-4B04-83FD-3B7C5A864509}" type="presParOf" srcId="{33A8B12B-FEFF-4A4B-988E-2E0A309885BA}" destId="{09F7F36D-C0E7-40B5-8537-A50273CE2246}" srcOrd="0" destOrd="0" presId="urn:microsoft.com/office/officeart/2005/8/layout/vList2"/>
    <dgm:cxn modelId="{635F8F15-D807-4069-88B5-CA871B20F42B}" type="presParOf" srcId="{33A8B12B-FEFF-4A4B-988E-2E0A309885BA}" destId="{069BF9DA-D33E-4386-A6E2-2CD10483342D}" srcOrd="1" destOrd="0" presId="urn:microsoft.com/office/officeart/2005/8/layout/vList2"/>
    <dgm:cxn modelId="{44022A1C-FE52-4F5C-A5B8-368DFEF3FB47}" type="presParOf" srcId="{33A8B12B-FEFF-4A4B-988E-2E0A309885BA}" destId="{4DE96C75-46F9-4A91-A630-7F7ED75AA60F}" srcOrd="2" destOrd="0" presId="urn:microsoft.com/office/officeart/2005/8/layout/vList2"/>
    <dgm:cxn modelId="{720B40A6-9373-4425-92D7-A334C359D0AF}" type="presParOf" srcId="{33A8B12B-FEFF-4A4B-988E-2E0A309885BA}" destId="{8DDA1C59-8BAC-40F0-A208-914BB1F4D3AC}" srcOrd="3" destOrd="0" presId="urn:microsoft.com/office/officeart/2005/8/layout/vList2"/>
    <dgm:cxn modelId="{45475B73-206D-4AF9-B8FE-B6B9408E8711}" type="presParOf" srcId="{33A8B12B-FEFF-4A4B-988E-2E0A309885BA}" destId="{D424C491-C8ED-40E0-865B-C4712E62EB3D}" srcOrd="4" destOrd="0" presId="urn:microsoft.com/office/officeart/2005/8/layout/vList2"/>
    <dgm:cxn modelId="{E707E0A7-E0F5-459B-8C9D-E1467AFF9FBF}" type="presParOf" srcId="{33A8B12B-FEFF-4A4B-988E-2E0A309885BA}" destId="{E967AA3F-9014-4FFE-BD1C-7656A9094989}" srcOrd="5" destOrd="0" presId="urn:microsoft.com/office/officeart/2005/8/layout/vList2"/>
    <dgm:cxn modelId="{A53FB5B4-0E9B-43A9-A908-B78A1F4AEDF8}" type="presParOf" srcId="{33A8B12B-FEFF-4A4B-988E-2E0A309885BA}" destId="{64EFC812-88C8-4651-8317-D13719795FD8}" srcOrd="6" destOrd="0" presId="urn:microsoft.com/office/officeart/2005/8/layout/vList2"/>
    <dgm:cxn modelId="{2D85B19D-6B3F-452C-91AD-5C1F078FEE34}" type="presParOf" srcId="{33A8B12B-FEFF-4A4B-988E-2E0A309885BA}" destId="{0BA4F3F1-9772-4326-9B0D-934EEC996397}" srcOrd="7" destOrd="0" presId="urn:microsoft.com/office/officeart/2005/8/layout/vList2"/>
    <dgm:cxn modelId="{F62477E1-B5CF-4128-9E22-3E0DA32B34C6}" type="presParOf" srcId="{33A8B12B-FEFF-4A4B-988E-2E0A309885BA}" destId="{E5DE602F-DDCA-46A3-942C-A3531064B547}"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1B673B7F-4FF2-4B83-A7BC-DCAF6A0F39B3}">
      <dgm:prSet phldr="0"/>
      <dgm:spPr/>
      <dgm:t>
        <a:bodyPr/>
        <a:lstStyle/>
        <a:p>
          <a:pPr algn="l" rtl="0"/>
          <a:r>
            <a:rPr lang="en-IN">
              <a:solidFill>
                <a:srgbClr val="343541"/>
              </a:solidFill>
              <a:latin typeface="system-ui"/>
              <a:ea typeface="Calibri"/>
              <a:cs typeface="Calibri"/>
            </a:rPr>
            <a:t>5. Language Understanding: Transformers have been widely adopted for tasks that require a deep understanding of language, such as sentiment analysis and natural language inference.</a:t>
          </a:r>
        </a:p>
      </dgm:t>
    </dgm:pt>
    <dgm:pt modelId="{DCDB7318-240B-4C87-9AD6-A5EA196BD67D}" type="parTrans" cxnId="{26E0A4E5-D04A-461C-BF6E-D9F3401C975A}">
      <dgm:prSet/>
      <dgm:spPr/>
    </dgm:pt>
    <dgm:pt modelId="{0A1FBB9F-63A8-4583-9067-74366715E3A6}" type="sibTrans" cxnId="{26E0A4E5-D04A-461C-BF6E-D9F3401C975A}">
      <dgm:prSet/>
      <dgm:spPr/>
    </dgm:pt>
    <dgm:pt modelId="{84693C36-6C68-4103-9EB2-0C33CD21ACD7}">
      <dgm:prSet phldr="0"/>
      <dgm:spPr/>
      <dgm:t>
        <a:bodyPr/>
        <a:lstStyle/>
        <a:p>
          <a:pPr algn="l" rtl="0"/>
          <a:r>
            <a:rPr lang="en-IN">
              <a:solidFill>
                <a:srgbClr val="343541"/>
              </a:solidFill>
              <a:latin typeface="system-ui"/>
            </a:rPr>
            <a:t>1. BERT (Bidirectional Encoder Representations from Transformers): BERT is a pre-trained transformer model that has set benchmarks in various NLP tasks, including question answering, sentiment analysis, and named entity recognition.</a:t>
          </a:r>
        </a:p>
      </dgm:t>
    </dgm:pt>
    <dgm:pt modelId="{FBA7B976-F8AB-44FF-A77D-E65348CCFCAE}" type="parTrans" cxnId="{1B336E3D-FDD4-43B0-98D8-F07BE89FB5AB}">
      <dgm:prSet/>
      <dgm:spPr/>
    </dgm:pt>
    <dgm:pt modelId="{F3384D75-EF4C-4D6A-91F3-500BA55C8C6C}" type="sibTrans" cxnId="{1B336E3D-FDD4-43B0-98D8-F07BE89FB5AB}">
      <dgm:prSet/>
      <dgm:spPr/>
    </dgm:pt>
    <dgm:pt modelId="{39B0B70F-6CDF-46C2-B0C7-1CE4F035588D}">
      <dgm:prSet phldr="0"/>
      <dgm:spPr/>
      <dgm:t>
        <a:bodyPr/>
        <a:lstStyle/>
        <a:p>
          <a:pPr algn="l" rtl="0"/>
          <a:r>
            <a:rPr lang="en-IN">
              <a:solidFill>
                <a:srgbClr val="343541"/>
              </a:solidFill>
              <a:latin typeface="system-ui"/>
            </a:rPr>
            <a:t>2. GPT (</a:t>
          </a:r>
          <a:r>
            <a:rPr lang="en-IN">
              <a:solidFill>
                <a:srgbClr val="343541"/>
              </a:solidFill>
              <a:latin typeface="system-ui"/>
              <a:ea typeface="Calibri"/>
              <a:cs typeface="Calibri"/>
            </a:rPr>
            <a:t>Generative </a:t>
          </a:r>
          <a:r>
            <a:rPr lang="en-IN">
              <a:solidFill>
                <a:srgbClr val="343541"/>
              </a:solidFill>
              <a:latin typeface="system-ui"/>
            </a:rPr>
            <a:t>Pre-trained </a:t>
          </a:r>
          <a:r>
            <a:rPr lang="en-IN">
              <a:solidFill>
                <a:srgbClr val="343541"/>
              </a:solidFill>
              <a:latin typeface="system-ui"/>
              <a:ea typeface="Calibri"/>
              <a:cs typeface="Calibri"/>
            </a:rPr>
            <a:t>Transformer): GPT is a </a:t>
          </a:r>
          <a:r>
            <a:rPr lang="en-IN">
              <a:solidFill>
                <a:srgbClr val="343541"/>
              </a:solidFill>
              <a:latin typeface="system-ui"/>
            </a:rPr>
            <a:t>series of transformer-based language models that excel at generating coherent</a:t>
          </a:r>
          <a:r>
            <a:rPr lang="en-IN">
              <a:solidFill>
                <a:srgbClr val="343541"/>
              </a:solidFill>
              <a:latin typeface="system-ui"/>
              <a:ea typeface="Calibri"/>
              <a:cs typeface="Calibri"/>
            </a:rPr>
            <a:t> </a:t>
          </a:r>
          <a:r>
            <a:rPr lang="en-IN">
              <a:solidFill>
                <a:srgbClr val="343541"/>
              </a:solidFill>
              <a:latin typeface="system-ui"/>
            </a:rPr>
            <a:t>and contextually relevant text.</a:t>
          </a:r>
          <a:endParaRPr lang="en-IN">
            <a:solidFill>
              <a:srgbClr val="343541"/>
            </a:solidFill>
            <a:latin typeface="system-ui"/>
            <a:ea typeface="Calibri"/>
            <a:cs typeface="Calibri"/>
          </a:endParaRPr>
        </a:p>
      </dgm:t>
    </dgm:pt>
    <dgm:pt modelId="{73032755-8216-43ED-9594-C6FAAAE60B41}" type="parTrans" cxnId="{42A5BD22-5789-44F9-9D08-A70107BBA0A4}">
      <dgm:prSet/>
      <dgm:spPr/>
    </dgm:pt>
    <dgm:pt modelId="{B1A06099-71A7-4778-A4B1-8BCEDB32616C}" type="sibTrans" cxnId="{42A5BD22-5789-44F9-9D08-A70107BBA0A4}">
      <dgm:prSet/>
      <dgm:spPr/>
    </dgm:pt>
    <dgm:pt modelId="{0D787611-38C9-49DE-A186-18ACE12151EA}">
      <dgm:prSet phldr="0"/>
      <dgm:spPr/>
      <dgm:t>
        <a:bodyPr/>
        <a:lstStyle/>
        <a:p>
          <a:pPr algn="l" rtl="0"/>
          <a:r>
            <a:rPr lang="en-IN">
              <a:solidFill>
                <a:srgbClr val="343541"/>
              </a:solidFill>
              <a:latin typeface="system-ui"/>
            </a:rPr>
            <a:t>3. </a:t>
          </a:r>
          <a:r>
            <a:rPr lang="en-IN">
              <a:solidFill>
                <a:srgbClr val="343541"/>
              </a:solidFill>
              <a:latin typeface="system-ui"/>
              <a:ea typeface="Calibri"/>
              <a:cs typeface="Calibri"/>
            </a:rPr>
            <a:t>Transformer-based </a:t>
          </a:r>
          <a:r>
            <a:rPr lang="en-IN">
              <a:solidFill>
                <a:srgbClr val="343541"/>
              </a:solidFill>
              <a:latin typeface="system-ui"/>
            </a:rPr>
            <a:t>Models </a:t>
          </a:r>
          <a:r>
            <a:rPr lang="en-IN">
              <a:solidFill>
                <a:srgbClr val="343541"/>
              </a:solidFill>
              <a:latin typeface="system-ui"/>
              <a:ea typeface="Calibri"/>
              <a:cs typeface="Calibri"/>
            </a:rPr>
            <a:t>in </a:t>
          </a:r>
          <a:r>
            <a:rPr lang="en-IN">
              <a:solidFill>
                <a:srgbClr val="343541"/>
              </a:solidFill>
              <a:latin typeface="system-ui"/>
            </a:rPr>
            <a:t>Machine </a:t>
          </a:r>
          <a:r>
            <a:rPr lang="en-IN">
              <a:solidFill>
                <a:srgbClr val="343541"/>
              </a:solidFill>
              <a:latin typeface="system-ui"/>
              <a:ea typeface="Calibri"/>
              <a:cs typeface="Calibri"/>
            </a:rPr>
            <a:t>Translation: The transformer's ability </a:t>
          </a:r>
          <a:r>
            <a:rPr lang="en-IN">
              <a:solidFill>
                <a:srgbClr val="343541"/>
              </a:solidFill>
              <a:latin typeface="system-ui"/>
            </a:rPr>
            <a:t>to capture long-range dependencies </a:t>
          </a:r>
          <a:r>
            <a:rPr lang="en-IN">
              <a:solidFill>
                <a:srgbClr val="343541"/>
              </a:solidFill>
              <a:latin typeface="system-ui"/>
              <a:ea typeface="Calibri"/>
              <a:cs typeface="Calibri"/>
            </a:rPr>
            <a:t>has significantly improved the quality of machine translation models.</a:t>
          </a:r>
        </a:p>
      </dgm:t>
    </dgm:pt>
    <dgm:pt modelId="{1C3E8CEF-4D6E-4F87-BEC0-0E5AEEEF7D76}" type="parTrans" cxnId="{33D221F6-FFCC-4D0F-A4BF-6E42237C4244}">
      <dgm:prSet/>
      <dgm:spPr/>
    </dgm:pt>
    <dgm:pt modelId="{ED37B2D1-8A0E-4533-A3ED-70C52C90797B}" type="sibTrans" cxnId="{33D221F6-FFCC-4D0F-A4BF-6E42237C4244}">
      <dgm:prSet/>
      <dgm:spPr/>
    </dgm:pt>
    <dgm:pt modelId="{2C24CB8A-2520-436C-8244-531BA1C2CB5B}">
      <dgm:prSet phldr="0"/>
      <dgm:spPr/>
      <dgm:t>
        <a:bodyPr/>
        <a:lstStyle/>
        <a:p>
          <a:pPr algn="l" rtl="0"/>
          <a:r>
            <a:rPr lang="en-IN">
              <a:solidFill>
                <a:srgbClr val="343541"/>
              </a:solidFill>
              <a:latin typeface="system-ui"/>
              <a:ea typeface="Calibri"/>
              <a:cs typeface="Calibri"/>
            </a:rPr>
            <a:t>4</a:t>
          </a:r>
          <a:r>
            <a:rPr lang="en-IN">
              <a:solidFill>
                <a:srgbClr val="343541"/>
              </a:solidFill>
              <a:latin typeface="system-ui"/>
            </a:rPr>
            <a:t>.</a:t>
          </a:r>
          <a:r>
            <a:rPr lang="en-IN">
              <a:solidFill>
                <a:srgbClr val="343541"/>
              </a:solidFill>
              <a:latin typeface="system-ui"/>
              <a:ea typeface="Calibri"/>
              <a:cs typeface="Calibri"/>
            </a:rPr>
            <a:t> Text Summarization: Transformers are effective in summarizing long documents by attending to important parts of the input text.</a:t>
          </a:r>
        </a:p>
      </dgm:t>
    </dgm:pt>
    <dgm:pt modelId="{ADCF1EF9-8B8C-45A4-A947-C41B05CB218F}" type="parTrans" cxnId="{5B72295B-51D0-4EE2-8D0F-7D29A506B407}">
      <dgm:prSet/>
      <dgm:spPr/>
    </dgm:pt>
    <dgm:pt modelId="{03FFF324-543D-4728-92CC-B4AD9B1BE780}" type="sibTrans" cxnId="{5B72295B-51D0-4EE2-8D0F-7D29A506B407}">
      <dgm:prSet/>
      <dgm:spPr/>
    </dgm:pt>
    <dgm:pt modelId="{33A8B12B-FEFF-4A4B-988E-2E0A309885BA}" type="pres">
      <dgm:prSet presAssocID="{38CAF228-C70E-43C4-B248-C2DCC42C6A87}" presName="linear" presStyleCnt="0">
        <dgm:presLayoutVars>
          <dgm:animLvl val="lvl"/>
          <dgm:resizeHandles val="exact"/>
        </dgm:presLayoutVars>
      </dgm:prSet>
      <dgm:spPr/>
    </dgm:pt>
    <dgm:pt modelId="{FFA7B59A-3827-4D73-9EDB-5997A16B8291}" type="pres">
      <dgm:prSet presAssocID="{84693C36-6C68-4103-9EB2-0C33CD21ACD7}" presName="parentText" presStyleLbl="node1" presStyleIdx="0" presStyleCnt="5">
        <dgm:presLayoutVars>
          <dgm:chMax val="0"/>
          <dgm:bulletEnabled val="1"/>
        </dgm:presLayoutVars>
      </dgm:prSet>
      <dgm:spPr/>
    </dgm:pt>
    <dgm:pt modelId="{49F0C262-A413-40DC-835A-6524578C4103}" type="pres">
      <dgm:prSet presAssocID="{F3384D75-EF4C-4D6A-91F3-500BA55C8C6C}" presName="spacer" presStyleCnt="0"/>
      <dgm:spPr/>
    </dgm:pt>
    <dgm:pt modelId="{60CE0E74-B5A4-47EC-B099-5D9B8A4269C4}" type="pres">
      <dgm:prSet presAssocID="{39B0B70F-6CDF-46C2-B0C7-1CE4F035588D}" presName="parentText" presStyleLbl="node1" presStyleIdx="1" presStyleCnt="5">
        <dgm:presLayoutVars>
          <dgm:chMax val="0"/>
          <dgm:bulletEnabled val="1"/>
        </dgm:presLayoutVars>
      </dgm:prSet>
      <dgm:spPr/>
    </dgm:pt>
    <dgm:pt modelId="{9ABD4D5F-7D3B-4700-B7FF-89F814073F8B}" type="pres">
      <dgm:prSet presAssocID="{B1A06099-71A7-4778-A4B1-8BCEDB32616C}" presName="spacer" presStyleCnt="0"/>
      <dgm:spPr/>
    </dgm:pt>
    <dgm:pt modelId="{B01031BA-9B14-498B-BE7F-F451633F1CB3}" type="pres">
      <dgm:prSet presAssocID="{0D787611-38C9-49DE-A186-18ACE12151EA}" presName="parentText" presStyleLbl="node1" presStyleIdx="2" presStyleCnt="5">
        <dgm:presLayoutVars>
          <dgm:chMax val="0"/>
          <dgm:bulletEnabled val="1"/>
        </dgm:presLayoutVars>
      </dgm:prSet>
      <dgm:spPr/>
    </dgm:pt>
    <dgm:pt modelId="{FFFE869B-94FD-4260-8F93-F155D27D5C9A}" type="pres">
      <dgm:prSet presAssocID="{ED37B2D1-8A0E-4533-A3ED-70C52C90797B}" presName="spacer" presStyleCnt="0"/>
      <dgm:spPr/>
    </dgm:pt>
    <dgm:pt modelId="{812B8D91-8F44-4E5E-8C49-EB2EE7E12854}" type="pres">
      <dgm:prSet presAssocID="{2C24CB8A-2520-436C-8244-531BA1C2CB5B}" presName="parentText" presStyleLbl="node1" presStyleIdx="3" presStyleCnt="5">
        <dgm:presLayoutVars>
          <dgm:chMax val="0"/>
          <dgm:bulletEnabled val="1"/>
        </dgm:presLayoutVars>
      </dgm:prSet>
      <dgm:spPr/>
    </dgm:pt>
    <dgm:pt modelId="{46767079-2579-4D69-956C-442C5F695B23}" type="pres">
      <dgm:prSet presAssocID="{03FFF324-543D-4728-92CC-B4AD9B1BE780}" presName="spacer" presStyleCnt="0"/>
      <dgm:spPr/>
    </dgm:pt>
    <dgm:pt modelId="{64EFC812-88C8-4651-8317-D13719795FD8}" type="pres">
      <dgm:prSet presAssocID="{1B673B7F-4FF2-4B83-A7BC-DCAF6A0F39B3}" presName="parentText" presStyleLbl="node1" presStyleIdx="4" presStyleCnt="5">
        <dgm:presLayoutVars>
          <dgm:chMax val="0"/>
          <dgm:bulletEnabled val="1"/>
        </dgm:presLayoutVars>
      </dgm:prSet>
      <dgm:spPr/>
    </dgm:pt>
  </dgm:ptLst>
  <dgm:cxnLst>
    <dgm:cxn modelId="{42A5BD22-5789-44F9-9D08-A70107BBA0A4}" srcId="{38CAF228-C70E-43C4-B248-C2DCC42C6A87}" destId="{39B0B70F-6CDF-46C2-B0C7-1CE4F035588D}" srcOrd="1" destOrd="0" parTransId="{73032755-8216-43ED-9594-C6FAAAE60B41}" sibTransId="{B1A06099-71A7-4778-A4B1-8BCEDB32616C}"/>
    <dgm:cxn modelId="{1B336E3D-FDD4-43B0-98D8-F07BE89FB5AB}" srcId="{38CAF228-C70E-43C4-B248-C2DCC42C6A87}" destId="{84693C36-6C68-4103-9EB2-0C33CD21ACD7}" srcOrd="0" destOrd="0" parTransId="{FBA7B976-F8AB-44FF-A77D-E65348CCFCAE}" sibTransId="{F3384D75-EF4C-4D6A-91F3-500BA55C8C6C}"/>
    <dgm:cxn modelId="{5B72295B-51D0-4EE2-8D0F-7D29A506B407}" srcId="{38CAF228-C70E-43C4-B248-C2DCC42C6A87}" destId="{2C24CB8A-2520-436C-8244-531BA1C2CB5B}" srcOrd="3" destOrd="0" parTransId="{ADCF1EF9-8B8C-45A4-A947-C41B05CB218F}" sibTransId="{03FFF324-543D-4728-92CC-B4AD9B1BE780}"/>
    <dgm:cxn modelId="{8596E849-B265-441C-B077-CC3232BB913A}" type="presOf" srcId="{2C24CB8A-2520-436C-8244-531BA1C2CB5B}" destId="{812B8D91-8F44-4E5E-8C49-EB2EE7E12854}" srcOrd="0" destOrd="0" presId="urn:microsoft.com/office/officeart/2005/8/layout/vList2"/>
    <dgm:cxn modelId="{C56C7C85-2DA5-475A-AC4F-5EA1E4EF2968}" type="presOf" srcId="{39B0B70F-6CDF-46C2-B0C7-1CE4F035588D}" destId="{60CE0E74-B5A4-47EC-B099-5D9B8A4269C4}" srcOrd="0" destOrd="0" presId="urn:microsoft.com/office/officeart/2005/8/layout/vList2"/>
    <dgm:cxn modelId="{4D2F6492-F899-4302-AE5C-580DCAD76481}" type="presOf" srcId="{84693C36-6C68-4103-9EB2-0C33CD21ACD7}" destId="{FFA7B59A-3827-4D73-9EDB-5997A16B8291}" srcOrd="0" destOrd="0" presId="urn:microsoft.com/office/officeart/2005/8/layout/vList2"/>
    <dgm:cxn modelId="{ECF343C4-E227-4820-84FE-DB185F9E6F7D}" type="presOf" srcId="{1B673B7F-4FF2-4B83-A7BC-DCAF6A0F39B3}" destId="{64EFC812-88C8-4651-8317-D13719795FD8}" srcOrd="0" destOrd="0" presId="urn:microsoft.com/office/officeart/2005/8/layout/vList2"/>
    <dgm:cxn modelId="{1F8BB5D6-1EB1-4B9B-B2A2-FB0774680985}" type="presOf" srcId="{0D787611-38C9-49DE-A186-18ACE12151EA}" destId="{B01031BA-9B14-498B-BE7F-F451633F1CB3}"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26E0A4E5-D04A-461C-BF6E-D9F3401C975A}" srcId="{38CAF228-C70E-43C4-B248-C2DCC42C6A87}" destId="{1B673B7F-4FF2-4B83-A7BC-DCAF6A0F39B3}" srcOrd="4" destOrd="0" parTransId="{DCDB7318-240B-4C87-9AD6-A5EA196BD67D}" sibTransId="{0A1FBB9F-63A8-4583-9067-74366715E3A6}"/>
    <dgm:cxn modelId="{33D221F6-FFCC-4D0F-A4BF-6E42237C4244}" srcId="{38CAF228-C70E-43C4-B248-C2DCC42C6A87}" destId="{0D787611-38C9-49DE-A186-18ACE12151EA}" srcOrd="2" destOrd="0" parTransId="{1C3E8CEF-4D6E-4F87-BEC0-0E5AEEEF7D76}" sibTransId="{ED37B2D1-8A0E-4533-A3ED-70C52C90797B}"/>
    <dgm:cxn modelId="{D861C3E5-CFCB-470D-AE6E-384263BBBEFA}" type="presParOf" srcId="{33A8B12B-FEFF-4A4B-988E-2E0A309885BA}" destId="{FFA7B59A-3827-4D73-9EDB-5997A16B8291}" srcOrd="0" destOrd="0" presId="urn:microsoft.com/office/officeart/2005/8/layout/vList2"/>
    <dgm:cxn modelId="{E112E3D3-4C01-4B35-A923-13DD7090DA31}" type="presParOf" srcId="{33A8B12B-FEFF-4A4B-988E-2E0A309885BA}" destId="{49F0C262-A413-40DC-835A-6524578C4103}" srcOrd="1" destOrd="0" presId="urn:microsoft.com/office/officeart/2005/8/layout/vList2"/>
    <dgm:cxn modelId="{93B7482E-D7B7-4075-ADD9-EE6739F3A86A}" type="presParOf" srcId="{33A8B12B-FEFF-4A4B-988E-2E0A309885BA}" destId="{60CE0E74-B5A4-47EC-B099-5D9B8A4269C4}" srcOrd="2" destOrd="0" presId="urn:microsoft.com/office/officeart/2005/8/layout/vList2"/>
    <dgm:cxn modelId="{4F587B42-1C3B-47B1-B8F3-FB4E3C3DDC89}" type="presParOf" srcId="{33A8B12B-FEFF-4A4B-988E-2E0A309885BA}" destId="{9ABD4D5F-7D3B-4700-B7FF-89F814073F8B}" srcOrd="3" destOrd="0" presId="urn:microsoft.com/office/officeart/2005/8/layout/vList2"/>
    <dgm:cxn modelId="{9F103EA3-8249-4618-9DB5-C8B36A7D8A91}" type="presParOf" srcId="{33A8B12B-FEFF-4A4B-988E-2E0A309885BA}" destId="{B01031BA-9B14-498B-BE7F-F451633F1CB3}" srcOrd="4" destOrd="0" presId="urn:microsoft.com/office/officeart/2005/8/layout/vList2"/>
    <dgm:cxn modelId="{8D871836-1900-4176-AA6F-EE8CFEE1FCF2}" type="presParOf" srcId="{33A8B12B-FEFF-4A4B-988E-2E0A309885BA}" destId="{FFFE869B-94FD-4260-8F93-F155D27D5C9A}" srcOrd="5" destOrd="0" presId="urn:microsoft.com/office/officeart/2005/8/layout/vList2"/>
    <dgm:cxn modelId="{887B550E-7DEE-41C6-B2E5-5D91A5BF0186}" type="presParOf" srcId="{33A8B12B-FEFF-4A4B-988E-2E0A309885BA}" destId="{812B8D91-8F44-4E5E-8C49-EB2EE7E12854}" srcOrd="6" destOrd="0" presId="urn:microsoft.com/office/officeart/2005/8/layout/vList2"/>
    <dgm:cxn modelId="{4B9D7665-FAE5-442A-AF99-07ECD4DBB47C}" type="presParOf" srcId="{33A8B12B-FEFF-4A4B-988E-2E0A309885BA}" destId="{46767079-2579-4D69-956C-442C5F695B23}" srcOrd="7" destOrd="0" presId="urn:microsoft.com/office/officeart/2005/8/layout/vList2"/>
    <dgm:cxn modelId="{264CB220-86A0-42CE-BCAB-E5D00C7C0330}" type="presParOf" srcId="{33A8B12B-FEFF-4A4B-988E-2E0A309885BA}" destId="{64EFC812-88C8-4651-8317-D13719795FD8}"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rtl="0"/>
          <a:r>
            <a:rPr lang="en-IN">
              <a:solidFill>
                <a:srgbClr val="343541"/>
              </a:solidFill>
              <a:latin typeface="system-ui"/>
            </a:rPr>
            <a:t>Transformer-based</a:t>
          </a:r>
          <a:r>
            <a:rPr lang="en-IN">
              <a:solidFill>
                <a:srgbClr val="343541"/>
              </a:solidFill>
              <a:latin typeface="system-ui"/>
              <a:ea typeface="Calibri"/>
              <a:cs typeface="Calibri"/>
            </a:rPr>
            <a:t> Models represent </a:t>
          </a:r>
          <a:r>
            <a:rPr lang="en-IN">
              <a:solidFill>
                <a:srgbClr val="343541"/>
              </a:solidFill>
              <a:latin typeface="system-ui"/>
            </a:rPr>
            <a:t>a </a:t>
          </a:r>
          <a:r>
            <a:rPr lang="en-IN">
              <a:solidFill>
                <a:srgbClr val="343541"/>
              </a:solidFill>
              <a:latin typeface="system-ui"/>
              <a:ea typeface="Calibri"/>
              <a:cs typeface="Calibri"/>
            </a:rPr>
            <a:t>family of neural network architectures that have revolutionized </a:t>
          </a:r>
          <a:r>
            <a:rPr lang="en-IN">
              <a:solidFill>
                <a:srgbClr val="343541"/>
              </a:solidFill>
              <a:latin typeface="system-ui"/>
            </a:rPr>
            <a:t>Natural Language Processing (NLP</a:t>
          </a:r>
          <a:r>
            <a:rPr lang="en-IN">
              <a:solidFill>
                <a:srgbClr val="343541"/>
              </a:solidFill>
              <a:latin typeface="system-ui"/>
              <a:ea typeface="Calibri"/>
              <a:cs typeface="Calibri"/>
            </a:rPr>
            <a:t>).</a:t>
          </a:r>
          <a:endParaRPr lang="en-IN">
            <a:solidFill>
              <a:srgbClr val="343541"/>
            </a:solidFill>
            <a:latin typeface="Calibri"/>
            <a:ea typeface="Calibri"/>
            <a:cs typeface="Calibri"/>
          </a:endParaRP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FBA80371-B0CF-4617-AFBE-8CB650FF42E1}">
      <dgm:prSet phldr="0"/>
      <dgm:spPr/>
      <dgm:t>
        <a:bodyPr/>
        <a:lstStyle/>
        <a:p>
          <a:pPr rtl="0"/>
          <a:r>
            <a:rPr lang="en-IN">
              <a:solidFill>
                <a:srgbClr val="343541"/>
              </a:solidFill>
              <a:latin typeface="system-ui"/>
            </a:rPr>
            <a:t>In summary, transformer-based models have had a transformative impact on NLP, pushing the boundaries of performance on a wide range of tasks. </a:t>
          </a:r>
        </a:p>
      </dgm:t>
    </dgm:pt>
    <dgm:pt modelId="{DF73FAF5-7A03-4C24-9E8D-949320A19053}" type="parTrans" cxnId="{38675065-D4EE-4834-9C49-85C9F0F83859}">
      <dgm:prSet/>
      <dgm:spPr/>
    </dgm:pt>
    <dgm:pt modelId="{4773A598-57FC-4820-A8E4-8CEBA9B8C2A1}" type="sibTrans" cxnId="{38675065-D4EE-4834-9C49-85C9F0F83859}">
      <dgm:prSet/>
      <dgm:spPr/>
    </dgm:pt>
    <dgm:pt modelId="{64752497-9511-4CBA-A8FE-530626F4AF9B}">
      <dgm:prSet phldr="0"/>
      <dgm:spPr/>
      <dgm:t>
        <a:bodyPr/>
        <a:lstStyle/>
        <a:p>
          <a:pPr rtl="0"/>
          <a:r>
            <a:rPr lang="en-IN">
              <a:solidFill>
                <a:srgbClr val="343541"/>
              </a:solidFill>
              <a:latin typeface="system-ui"/>
              <a:ea typeface="Calibri"/>
              <a:cs typeface="Calibri"/>
            </a:rPr>
            <a:t>Introduced by Vaswani et al. </a:t>
          </a:r>
          <a:r>
            <a:rPr lang="en-IN">
              <a:solidFill>
                <a:srgbClr val="343541"/>
              </a:solidFill>
              <a:latin typeface="system-ui"/>
            </a:rPr>
            <a:t>in the paper "Attention is All You Need" in 2017</a:t>
          </a:r>
          <a:r>
            <a:rPr lang="en-IN">
              <a:solidFill>
                <a:srgbClr val="343541"/>
              </a:solidFill>
              <a:latin typeface="system-ui"/>
              <a:ea typeface="Calibri"/>
              <a:cs typeface="Calibri"/>
            </a:rPr>
            <a:t>, the Transformer architecture </a:t>
          </a:r>
          <a:r>
            <a:rPr lang="en-IN">
              <a:solidFill>
                <a:srgbClr val="343541"/>
              </a:solidFill>
              <a:latin typeface="system-ui"/>
            </a:rPr>
            <a:t>has become the </a:t>
          </a:r>
          <a:r>
            <a:rPr lang="en-IN">
              <a:solidFill>
                <a:srgbClr val="343541"/>
              </a:solidFill>
              <a:latin typeface="system-ui"/>
              <a:ea typeface="Calibri"/>
              <a:cs typeface="Calibri"/>
            </a:rPr>
            <a:t>basis </a:t>
          </a:r>
          <a:r>
            <a:rPr lang="en-IN">
              <a:solidFill>
                <a:srgbClr val="343541"/>
              </a:solidFill>
              <a:latin typeface="system-ui"/>
            </a:rPr>
            <a:t>for </a:t>
          </a:r>
          <a:r>
            <a:rPr lang="en-IN">
              <a:solidFill>
                <a:srgbClr val="343541"/>
              </a:solidFill>
              <a:latin typeface="system-ui"/>
              <a:ea typeface="Calibri"/>
              <a:cs typeface="Calibri"/>
            </a:rPr>
            <a:t>various state-of-the-art </a:t>
          </a:r>
          <a:r>
            <a:rPr lang="en-IN">
              <a:solidFill>
                <a:srgbClr val="343541"/>
              </a:solidFill>
              <a:latin typeface="system-ui"/>
            </a:rPr>
            <a:t>models</a:t>
          </a:r>
          <a:r>
            <a:rPr lang="en-IN">
              <a:solidFill>
                <a:srgbClr val="343541"/>
              </a:solidFill>
              <a:latin typeface="system-ui"/>
              <a:ea typeface="Calibri"/>
              <a:cs typeface="Calibri"/>
            </a:rPr>
            <a:t>. </a:t>
          </a:r>
          <a:endParaRPr lang="en-US">
            <a:latin typeface="Calibri"/>
            <a:ea typeface="Calibri"/>
            <a:cs typeface="Calibri"/>
          </a:endParaRPr>
        </a:p>
      </dgm:t>
    </dgm:pt>
    <dgm:pt modelId="{9C1C9219-750C-4094-A553-4B9DC62D952B}" type="parTrans" cxnId="{E1CF17B4-E088-45DE-B130-2612DDC82C26}">
      <dgm:prSet/>
      <dgm:spPr/>
    </dgm:pt>
    <dgm:pt modelId="{E1BD188A-AE4B-4ED2-8ED6-29F1CDAD0208}" type="sibTrans" cxnId="{E1CF17B4-E088-45DE-B130-2612DDC82C26}">
      <dgm:prSet/>
      <dgm:spPr/>
    </dgm:pt>
    <dgm:pt modelId="{CFE1FCAB-CA02-46B5-94C4-C35E03C14E41}">
      <dgm:prSet phldr="0"/>
      <dgm:spPr/>
      <dgm:t>
        <a:bodyPr/>
        <a:lstStyle/>
        <a:p>
          <a:r>
            <a:rPr lang="en-IN">
              <a:solidFill>
                <a:srgbClr val="343541"/>
              </a:solidFill>
              <a:latin typeface="system-ui"/>
              <a:ea typeface="Calibri"/>
              <a:cs typeface="Calibri"/>
            </a:rPr>
            <a:t>Transformer-based models leverage self-attention mechanisms </a:t>
          </a:r>
          <a:r>
            <a:rPr lang="en-IN">
              <a:solidFill>
                <a:srgbClr val="343541"/>
              </a:solidFill>
              <a:latin typeface="system-ui"/>
            </a:rPr>
            <a:t>to capture </a:t>
          </a:r>
          <a:r>
            <a:rPr lang="en-IN">
              <a:solidFill>
                <a:srgbClr val="343541"/>
              </a:solidFill>
              <a:latin typeface="system-ui"/>
              <a:ea typeface="Calibri"/>
              <a:cs typeface="Calibri"/>
            </a:rPr>
            <a:t>contextual information effectively, allowing them to model dependencies across long sequences efficiently.</a:t>
          </a:r>
          <a:endParaRPr lang="en-US"/>
        </a:p>
      </dgm:t>
    </dgm:pt>
    <dgm:pt modelId="{95151197-E05D-49B2-8A17-16C7C52510BB}" type="parTrans" cxnId="{6E676D96-DA30-487F-A782-4AF26C8FD662}">
      <dgm:prSet/>
      <dgm:spPr/>
    </dgm:pt>
    <dgm:pt modelId="{E2ABECF6-3A6A-422C-809C-4D0BD04F6754}" type="sibTrans" cxnId="{6E676D96-DA30-487F-A782-4AF26C8FD662}">
      <dgm:prSet/>
      <dgm:spPr/>
    </dgm:pt>
    <dgm:pt modelId="{731B1C0A-BDA1-45C8-8B8B-4128CA1D34A6}">
      <dgm:prSet phldr="0"/>
      <dgm:spPr/>
      <dgm:t>
        <a:bodyPr/>
        <a:lstStyle/>
        <a:p>
          <a:r>
            <a:rPr lang="en-IN">
              <a:solidFill>
                <a:srgbClr val="343541"/>
              </a:solidFill>
              <a:latin typeface="system-ui"/>
            </a:rPr>
            <a:t>Their ability to capture context and dependencies efficiently has made them the go-to architecture for various applications, and they continue to be a focal point of research and development in the field of natural language understanding and generation.</a:t>
          </a:r>
          <a:endParaRPr lang="en-US"/>
        </a:p>
      </dgm:t>
    </dgm:pt>
    <dgm:pt modelId="{E5A2F723-D749-48C4-AFB8-2D9E99F41D77}" type="parTrans" cxnId="{378B4CF1-CFAC-4368-AE26-3B1FA2D4C60E}">
      <dgm:prSet/>
      <dgm:spPr/>
    </dgm:pt>
    <dgm:pt modelId="{D6EE2473-91A9-443E-BF26-837044CFFB36}" type="sibTrans" cxnId="{378B4CF1-CFAC-4368-AE26-3B1FA2D4C60E}">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5">
        <dgm:presLayoutVars>
          <dgm:chMax val="0"/>
          <dgm:bulletEnabled val="1"/>
        </dgm:presLayoutVars>
      </dgm:prSet>
      <dgm:spPr/>
    </dgm:pt>
    <dgm:pt modelId="{7291F53F-F98D-49A5-AA61-376E3F0E4137}" type="pres">
      <dgm:prSet presAssocID="{22F22127-0EFB-47E7-991D-546FE985192A}" presName="spacer" presStyleCnt="0"/>
      <dgm:spPr/>
    </dgm:pt>
    <dgm:pt modelId="{DC908C99-35E6-44F5-B144-983771974BE2}" type="pres">
      <dgm:prSet presAssocID="{64752497-9511-4CBA-A8FE-530626F4AF9B}" presName="parentText" presStyleLbl="node1" presStyleIdx="1" presStyleCnt="5">
        <dgm:presLayoutVars>
          <dgm:chMax val="0"/>
          <dgm:bulletEnabled val="1"/>
        </dgm:presLayoutVars>
      </dgm:prSet>
      <dgm:spPr/>
    </dgm:pt>
    <dgm:pt modelId="{DA058584-62F4-4C33-A81F-566C5D8F8FBF}" type="pres">
      <dgm:prSet presAssocID="{E1BD188A-AE4B-4ED2-8ED6-29F1CDAD0208}" presName="spacer" presStyleCnt="0"/>
      <dgm:spPr/>
    </dgm:pt>
    <dgm:pt modelId="{B3358C70-3FE0-4302-A62E-BF7C03464D5A}" type="pres">
      <dgm:prSet presAssocID="{CFE1FCAB-CA02-46B5-94C4-C35E03C14E41}" presName="parentText" presStyleLbl="node1" presStyleIdx="2" presStyleCnt="5">
        <dgm:presLayoutVars>
          <dgm:chMax val="0"/>
          <dgm:bulletEnabled val="1"/>
        </dgm:presLayoutVars>
      </dgm:prSet>
      <dgm:spPr/>
    </dgm:pt>
    <dgm:pt modelId="{0EDAD895-E197-4575-92A7-6F4039F00914}" type="pres">
      <dgm:prSet presAssocID="{E2ABECF6-3A6A-422C-809C-4D0BD04F6754}" presName="spacer" presStyleCnt="0"/>
      <dgm:spPr/>
    </dgm:pt>
    <dgm:pt modelId="{D73EAC58-AC85-4065-8329-33D0F039D910}" type="pres">
      <dgm:prSet presAssocID="{FBA80371-B0CF-4617-AFBE-8CB650FF42E1}" presName="parentText" presStyleLbl="node1" presStyleIdx="3" presStyleCnt="5">
        <dgm:presLayoutVars>
          <dgm:chMax val="0"/>
          <dgm:bulletEnabled val="1"/>
        </dgm:presLayoutVars>
      </dgm:prSet>
      <dgm:spPr/>
    </dgm:pt>
    <dgm:pt modelId="{4E2DC3FE-F30E-4FEE-8811-C11E8385CFFE}" type="pres">
      <dgm:prSet presAssocID="{4773A598-57FC-4820-A8E4-8CEBA9B8C2A1}" presName="spacer" presStyleCnt="0"/>
      <dgm:spPr/>
    </dgm:pt>
    <dgm:pt modelId="{50EA7FEF-14D3-4C7D-8A81-696A7D928C89}" type="pres">
      <dgm:prSet presAssocID="{731B1C0A-BDA1-45C8-8B8B-4128CA1D34A6}" presName="parentText" presStyleLbl="node1" presStyleIdx="4" presStyleCnt="5">
        <dgm:presLayoutVars>
          <dgm:chMax val="0"/>
          <dgm:bulletEnabled val="1"/>
        </dgm:presLayoutVars>
      </dgm:prSet>
      <dgm:spPr/>
    </dgm:pt>
  </dgm:ptLst>
  <dgm:cxnLst>
    <dgm:cxn modelId="{A95A8D05-F9B6-4941-9F6A-A9015CBE44A8}" type="presOf" srcId="{49BD279B-5107-4DEA-BC07-123CC51F30E9}" destId="{09F7F36D-C0E7-40B5-8537-A50273CE2246}" srcOrd="0" destOrd="0" presId="urn:microsoft.com/office/officeart/2005/8/layout/vList2"/>
    <dgm:cxn modelId="{5D561A0D-B873-416C-A868-90DCA863E698}" srcId="{38CAF228-C70E-43C4-B248-C2DCC42C6A87}" destId="{49BD279B-5107-4DEA-BC07-123CC51F30E9}" srcOrd="0" destOrd="0" parTransId="{13C22562-716F-4D3C-8425-030582DE48BE}" sibTransId="{22F22127-0EFB-47E7-991D-546FE985192A}"/>
    <dgm:cxn modelId="{38675065-D4EE-4834-9C49-85C9F0F83859}" srcId="{38CAF228-C70E-43C4-B248-C2DCC42C6A87}" destId="{FBA80371-B0CF-4617-AFBE-8CB650FF42E1}" srcOrd="3" destOrd="0" parTransId="{DF73FAF5-7A03-4C24-9E8D-949320A19053}" sibTransId="{4773A598-57FC-4820-A8E4-8CEBA9B8C2A1}"/>
    <dgm:cxn modelId="{FBA45E5A-7C2B-4B6C-B485-EC2DF7E0E807}" type="presOf" srcId="{FBA80371-B0CF-4617-AFBE-8CB650FF42E1}" destId="{D73EAC58-AC85-4065-8329-33D0F039D910}" srcOrd="0" destOrd="0" presId="urn:microsoft.com/office/officeart/2005/8/layout/vList2"/>
    <dgm:cxn modelId="{3486497A-9428-4C76-A250-3E49E6A45D67}" type="presOf" srcId="{731B1C0A-BDA1-45C8-8B8B-4128CA1D34A6}" destId="{50EA7FEF-14D3-4C7D-8A81-696A7D928C89}" srcOrd="0" destOrd="0" presId="urn:microsoft.com/office/officeart/2005/8/layout/vList2"/>
    <dgm:cxn modelId="{29BD138D-E0F7-4F75-8BB1-16EFD3BB666B}" type="presOf" srcId="{64752497-9511-4CBA-A8FE-530626F4AF9B}" destId="{DC908C99-35E6-44F5-B144-983771974BE2}" srcOrd="0" destOrd="0" presId="urn:microsoft.com/office/officeart/2005/8/layout/vList2"/>
    <dgm:cxn modelId="{6E676D96-DA30-487F-A782-4AF26C8FD662}" srcId="{38CAF228-C70E-43C4-B248-C2DCC42C6A87}" destId="{CFE1FCAB-CA02-46B5-94C4-C35E03C14E41}" srcOrd="2" destOrd="0" parTransId="{95151197-E05D-49B2-8A17-16C7C52510BB}" sibTransId="{E2ABECF6-3A6A-422C-809C-4D0BD04F6754}"/>
    <dgm:cxn modelId="{E1CF17B4-E088-45DE-B130-2612DDC82C26}" srcId="{38CAF228-C70E-43C4-B248-C2DCC42C6A87}" destId="{64752497-9511-4CBA-A8FE-530626F4AF9B}" srcOrd="1" destOrd="0" parTransId="{9C1C9219-750C-4094-A553-4B9DC62D952B}" sibTransId="{E1BD188A-AE4B-4ED2-8ED6-29F1CDAD0208}"/>
    <dgm:cxn modelId="{C2B42FE5-1F02-4DCD-A335-C7C120C6B5D0}" type="presOf" srcId="{38CAF228-C70E-43C4-B248-C2DCC42C6A87}" destId="{33A8B12B-FEFF-4A4B-988E-2E0A309885BA}" srcOrd="0" destOrd="0" presId="urn:microsoft.com/office/officeart/2005/8/layout/vList2"/>
    <dgm:cxn modelId="{14611DED-F874-4994-BF77-85F5BE2414CB}" type="presOf" srcId="{CFE1FCAB-CA02-46B5-94C4-C35E03C14E41}" destId="{B3358C70-3FE0-4302-A62E-BF7C03464D5A}" srcOrd="0" destOrd="0" presId="urn:microsoft.com/office/officeart/2005/8/layout/vList2"/>
    <dgm:cxn modelId="{378B4CF1-CFAC-4368-AE26-3B1FA2D4C60E}" srcId="{38CAF228-C70E-43C4-B248-C2DCC42C6A87}" destId="{731B1C0A-BDA1-45C8-8B8B-4128CA1D34A6}" srcOrd="4" destOrd="0" parTransId="{E5A2F723-D749-48C4-AFB8-2D9E99F41D77}" sibTransId="{D6EE2473-91A9-443E-BF26-837044CFFB36}"/>
    <dgm:cxn modelId="{379F09C3-714B-41D4-942D-F87D7EDF9D33}" type="presParOf" srcId="{33A8B12B-FEFF-4A4B-988E-2E0A309885BA}" destId="{09F7F36D-C0E7-40B5-8537-A50273CE2246}" srcOrd="0" destOrd="0" presId="urn:microsoft.com/office/officeart/2005/8/layout/vList2"/>
    <dgm:cxn modelId="{5B8A42BE-FAD5-4E64-B898-FEA43A7962AC}" type="presParOf" srcId="{33A8B12B-FEFF-4A4B-988E-2E0A309885BA}" destId="{7291F53F-F98D-49A5-AA61-376E3F0E4137}" srcOrd="1" destOrd="0" presId="urn:microsoft.com/office/officeart/2005/8/layout/vList2"/>
    <dgm:cxn modelId="{8E6AF5FF-C690-4BA9-8AA4-6BE3C182EDD5}" type="presParOf" srcId="{33A8B12B-FEFF-4A4B-988E-2E0A309885BA}" destId="{DC908C99-35E6-44F5-B144-983771974BE2}" srcOrd="2" destOrd="0" presId="urn:microsoft.com/office/officeart/2005/8/layout/vList2"/>
    <dgm:cxn modelId="{2FACFBD0-2946-4761-862D-9698F95B3BD4}" type="presParOf" srcId="{33A8B12B-FEFF-4A4B-988E-2E0A309885BA}" destId="{DA058584-62F4-4C33-A81F-566C5D8F8FBF}" srcOrd="3" destOrd="0" presId="urn:microsoft.com/office/officeart/2005/8/layout/vList2"/>
    <dgm:cxn modelId="{7FC8EABA-6AEF-4FFA-921D-B9F7D01C43CA}" type="presParOf" srcId="{33A8B12B-FEFF-4A4B-988E-2E0A309885BA}" destId="{B3358C70-3FE0-4302-A62E-BF7C03464D5A}" srcOrd="4" destOrd="0" presId="urn:microsoft.com/office/officeart/2005/8/layout/vList2"/>
    <dgm:cxn modelId="{86A122A2-6CB7-48ED-8775-2B20D1FE6B4D}" type="presParOf" srcId="{33A8B12B-FEFF-4A4B-988E-2E0A309885BA}" destId="{0EDAD895-E197-4575-92A7-6F4039F00914}" srcOrd="5" destOrd="0" presId="urn:microsoft.com/office/officeart/2005/8/layout/vList2"/>
    <dgm:cxn modelId="{B7350AB1-3CAC-4ACB-B7C7-A50A0A88468A}" type="presParOf" srcId="{33A8B12B-FEFF-4A4B-988E-2E0A309885BA}" destId="{D73EAC58-AC85-4065-8329-33D0F039D910}" srcOrd="6" destOrd="0" presId="urn:microsoft.com/office/officeart/2005/8/layout/vList2"/>
    <dgm:cxn modelId="{2DE55C1A-1884-4DB7-8613-BB0ED58E890B}" type="presParOf" srcId="{33A8B12B-FEFF-4A4B-988E-2E0A309885BA}" destId="{4E2DC3FE-F30E-4FEE-8811-C11E8385CFFE}" srcOrd="7" destOrd="0" presId="urn:microsoft.com/office/officeart/2005/8/layout/vList2"/>
    <dgm:cxn modelId="{6F1E0C2F-F16A-4546-A17C-A64E9F84D0AF}" type="presParOf" srcId="{33A8B12B-FEFF-4A4B-988E-2E0A309885BA}" destId="{50EA7FEF-14D3-4C7D-8A81-696A7D928C89}"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49BD279B-5107-4DEA-BC07-123CC51F30E9}">
      <dgm:prSet/>
      <dgm:spPr/>
      <dgm:t>
        <a:bodyPr/>
        <a:lstStyle/>
        <a:p>
          <a:pPr algn="l"/>
          <a:r>
            <a:rPr lang="en-IN">
              <a:solidFill>
                <a:srgbClr val="343541"/>
              </a:solidFill>
              <a:latin typeface="system-ui"/>
            </a:rPr>
            <a:t>1. Self-Attention Mechanism: The self-attention mechanism enables models to weigh different parts </a:t>
          </a:r>
          <a:r>
            <a:rPr lang="en-IN">
              <a:solidFill>
                <a:srgbClr val="343541"/>
              </a:solidFill>
              <a:latin typeface="system-ui"/>
              <a:ea typeface="Calibri"/>
              <a:cs typeface="Calibri"/>
            </a:rPr>
            <a:t>of the input sequence differently, capturing long-range dependencies. It computes attention scores for each element </a:t>
          </a:r>
          <a:r>
            <a:rPr lang="en-IN">
              <a:solidFill>
                <a:srgbClr val="343541"/>
              </a:solidFill>
              <a:latin typeface="system-ui"/>
            </a:rPr>
            <a:t>in the sequence based on its relationship with a query vector, allowing the model to focus on relevant information.</a:t>
          </a:r>
        </a:p>
      </dgm:t>
    </dgm:pt>
    <dgm:pt modelId="{13C22562-716F-4D3C-8425-030582DE48BE}" type="parTrans" cxnId="{5D561A0D-B873-416C-A868-90DCA863E698}">
      <dgm:prSet/>
      <dgm:spPr/>
      <dgm:t>
        <a:bodyPr/>
        <a:lstStyle/>
        <a:p>
          <a:endParaRPr lang="en-US"/>
        </a:p>
      </dgm:t>
    </dgm:pt>
    <dgm:pt modelId="{22F22127-0EFB-47E7-991D-546FE985192A}" type="sibTrans" cxnId="{5D561A0D-B873-416C-A868-90DCA863E698}">
      <dgm:prSet/>
      <dgm:spPr/>
      <dgm:t>
        <a:bodyPr/>
        <a:lstStyle/>
        <a:p>
          <a:endParaRPr lang="en-US"/>
        </a:p>
      </dgm:t>
    </dgm:pt>
    <dgm:pt modelId="{64752497-9511-4CBA-A8FE-530626F4AF9B}">
      <dgm:prSet phldr="0"/>
      <dgm:spPr/>
      <dgm:t>
        <a:bodyPr/>
        <a:lstStyle/>
        <a:p>
          <a:pPr algn="l" rtl="0"/>
          <a:r>
            <a:rPr lang="en-IN">
              <a:solidFill>
                <a:srgbClr val="343541"/>
              </a:solidFill>
              <a:latin typeface="system-ui"/>
            </a:rPr>
            <a:t>2. Multi-Head Attention: To capture different aspects of the input, attention is computed in parallel with multiple sets of query, key, and value vectors</a:t>
          </a:r>
          <a:r>
            <a:rPr lang="en-IN">
              <a:solidFill>
                <a:srgbClr val="343541"/>
              </a:solidFill>
              <a:latin typeface="system-ui"/>
              <a:ea typeface="Calibri"/>
              <a:cs typeface="Calibri"/>
            </a:rPr>
            <a:t>, known as attention heads. The results from multiple heads are concatenated and linearly transformed to produce the final output of the attention layer.</a:t>
          </a:r>
        </a:p>
      </dgm:t>
    </dgm:pt>
    <dgm:pt modelId="{9C1C9219-750C-4094-A553-4B9DC62D952B}" type="parTrans" cxnId="{E1CF17B4-E088-45DE-B130-2612DDC82C26}">
      <dgm:prSet/>
      <dgm:spPr/>
    </dgm:pt>
    <dgm:pt modelId="{E1BD188A-AE4B-4ED2-8ED6-29F1CDAD0208}" type="sibTrans" cxnId="{E1CF17B4-E088-45DE-B130-2612DDC82C26}">
      <dgm:prSet/>
      <dgm:spPr/>
    </dgm:pt>
    <dgm:pt modelId="{731B1C0A-BDA1-45C8-8B8B-4128CA1D34A6}">
      <dgm:prSet phldr="0"/>
      <dgm:spPr/>
      <dgm:t>
        <a:bodyPr/>
        <a:lstStyle/>
        <a:p>
          <a:pPr algn="l" rtl="0"/>
          <a:r>
            <a:rPr lang="en-IN">
              <a:solidFill>
                <a:srgbClr val="343541"/>
              </a:solidFill>
              <a:latin typeface="system-ui"/>
            </a:rPr>
            <a:t>7. Layer Normalization and Residual Connections: Each sub-layer (attention, feedforward) in the transformer block is followed by layer normalization and a residual connection. These components contribute to the stability and training efficiency of the model.</a:t>
          </a:r>
        </a:p>
      </dgm:t>
    </dgm:pt>
    <dgm:pt modelId="{E5A2F723-D749-48C4-AFB8-2D9E99F41D77}" type="parTrans" cxnId="{378B4CF1-CFAC-4368-AE26-3B1FA2D4C60E}">
      <dgm:prSet/>
      <dgm:spPr/>
    </dgm:pt>
    <dgm:pt modelId="{D6EE2473-91A9-443E-BF26-837044CFFB36}" type="sibTrans" cxnId="{378B4CF1-CFAC-4368-AE26-3B1FA2D4C60E}">
      <dgm:prSet/>
      <dgm:spPr/>
    </dgm:pt>
    <dgm:pt modelId="{FBAC6595-C92C-4040-B12E-11B8A393DB8F}">
      <dgm:prSet phldr="0"/>
      <dgm:spPr/>
      <dgm:t>
        <a:bodyPr/>
        <a:lstStyle/>
        <a:p>
          <a:pPr algn="l" rtl="0"/>
          <a:r>
            <a:rPr lang="en-IN">
              <a:solidFill>
                <a:srgbClr val="343541"/>
              </a:solidFill>
              <a:latin typeface="system-ui"/>
              <a:ea typeface="Calibri"/>
              <a:cs typeface="Calibri"/>
            </a:rPr>
            <a:t>3. Positional Encoding: Transformers do not inherently understand the order of elements in a sequence since they operate independently of position. Positional encoding is added to the input embeddings to provide information about the position of each element in </a:t>
          </a:r>
          <a:r>
            <a:rPr lang="en-IN">
              <a:solidFill>
                <a:srgbClr val="343541"/>
              </a:solidFill>
              <a:latin typeface="system-ui"/>
            </a:rPr>
            <a:t>the </a:t>
          </a:r>
          <a:r>
            <a:rPr lang="en-IN">
              <a:solidFill>
                <a:srgbClr val="343541"/>
              </a:solidFill>
              <a:latin typeface="system-ui"/>
              <a:ea typeface="Calibri"/>
              <a:cs typeface="Calibri"/>
            </a:rPr>
            <a:t>sequence.</a:t>
          </a:r>
          <a:endParaRPr lang="en-US">
            <a:solidFill>
              <a:srgbClr val="343541"/>
            </a:solidFill>
            <a:latin typeface="Calibri"/>
            <a:ea typeface="Calibri"/>
            <a:cs typeface="Calibri"/>
          </a:endParaRPr>
        </a:p>
      </dgm:t>
    </dgm:pt>
    <dgm:pt modelId="{3E3954D3-DBA8-4206-9AE9-382FCB5EF439}" type="parTrans" cxnId="{F888C03B-9361-4F5E-8FC1-FEDFB0A1DE2E}">
      <dgm:prSet/>
      <dgm:spPr/>
    </dgm:pt>
    <dgm:pt modelId="{A27DE9CE-2D62-495C-9E65-761F0D684E1E}" type="sibTrans" cxnId="{F888C03B-9361-4F5E-8FC1-FEDFB0A1DE2E}">
      <dgm:prSet/>
      <dgm:spPr/>
    </dgm:pt>
    <dgm:pt modelId="{5B081CB0-6CC9-42CC-BBD8-E8E20BC96842}">
      <dgm:prSet phldr="0"/>
      <dgm:spPr/>
      <dgm:t>
        <a:bodyPr/>
        <a:lstStyle/>
        <a:p>
          <a:pPr algn="l" rtl="0"/>
          <a:r>
            <a:rPr lang="en-IN">
              <a:solidFill>
                <a:srgbClr val="343541"/>
              </a:solidFill>
              <a:latin typeface="system-ui"/>
              <a:ea typeface="Calibri"/>
              <a:cs typeface="Calibri"/>
            </a:rPr>
            <a:t>4. Encoder and Decoder Stacks</a:t>
          </a:r>
          <a:r>
            <a:rPr lang="en-IN">
              <a:solidFill>
                <a:srgbClr val="343541"/>
              </a:solidFill>
              <a:latin typeface="system-ui"/>
              <a:cs typeface="Calibri"/>
            </a:rPr>
            <a:t>:</a:t>
          </a:r>
          <a:r>
            <a:rPr lang="en-IN">
              <a:solidFill>
                <a:srgbClr val="343541"/>
              </a:solidFill>
              <a:latin typeface="system-ui"/>
              <a:ea typeface="Calibri"/>
              <a:cs typeface="Calibri"/>
            </a:rPr>
            <a:t> Transformer-based models typically consist of an encoder stack and a decoder stack. The encoder processes the input sequence, and the decoder generates the output sequence. The decoder stack includes an additional cross-attention layer, allowing it to attend to the encoder's output.</a:t>
          </a:r>
          <a:endParaRPr lang="en-IN">
            <a:solidFill>
              <a:srgbClr val="343541"/>
            </a:solidFill>
            <a:latin typeface="system-ui"/>
            <a:cs typeface="Calibri"/>
          </a:endParaRPr>
        </a:p>
      </dgm:t>
    </dgm:pt>
    <dgm:pt modelId="{0D48EBD8-4BC1-4F3B-81AD-DD4BAF641B38}" type="parTrans" cxnId="{B4502DA7-70EA-407A-AEB2-A3B8BEB02861}">
      <dgm:prSet/>
      <dgm:spPr/>
    </dgm:pt>
    <dgm:pt modelId="{AB3BE5B9-B94D-4471-BD8D-E568E09052A8}" type="sibTrans" cxnId="{B4502DA7-70EA-407A-AEB2-A3B8BEB02861}">
      <dgm:prSet/>
      <dgm:spPr/>
    </dgm:pt>
    <dgm:pt modelId="{7534E932-19C4-4723-9D7F-B621469E2C64}">
      <dgm:prSet phldr="0"/>
      <dgm:spPr/>
      <dgm:t>
        <a:bodyPr/>
        <a:lstStyle/>
        <a:p>
          <a:pPr algn="l" rtl="0"/>
          <a:r>
            <a:rPr lang="en-IN">
              <a:solidFill>
                <a:srgbClr val="343541"/>
              </a:solidFill>
              <a:latin typeface="system-ui"/>
              <a:ea typeface="Calibri"/>
              <a:cs typeface="Calibri"/>
            </a:rPr>
            <a:t>5. Attention Isolation: Transformers allow each position in the input sequence to attend to all positions simultaneously, capturing global dependencies efficiently.</a:t>
          </a:r>
          <a:r>
            <a:rPr lang="en-IN">
              <a:solidFill>
                <a:srgbClr val="343541"/>
              </a:solidFill>
              <a:latin typeface="system-ui"/>
              <a:cs typeface="Calibri"/>
            </a:rPr>
            <a:t> </a:t>
          </a:r>
          <a:r>
            <a:rPr lang="en-IN">
              <a:solidFill>
                <a:srgbClr val="343541"/>
              </a:solidFill>
              <a:latin typeface="system-ui"/>
            </a:rPr>
            <a:t>This is in contrast to traditional sequential models like RNNs, where dependencies are captured sequentially.</a:t>
          </a:r>
          <a:endParaRPr lang="en-IN">
            <a:solidFill>
              <a:srgbClr val="343541"/>
            </a:solidFill>
            <a:latin typeface="system-ui"/>
            <a:ea typeface="Calibri"/>
            <a:cs typeface="Calibri"/>
          </a:endParaRPr>
        </a:p>
      </dgm:t>
    </dgm:pt>
    <dgm:pt modelId="{F284479E-C4B7-49B8-A1C0-FAB2E74C9250}" type="parTrans" cxnId="{031E06EC-12CB-4F45-BF8E-159C08B4F5F8}">
      <dgm:prSet/>
      <dgm:spPr/>
    </dgm:pt>
    <dgm:pt modelId="{D157F89A-1DBC-48D2-86C8-0DE564A411F9}" type="sibTrans" cxnId="{031E06EC-12CB-4F45-BF8E-159C08B4F5F8}">
      <dgm:prSet/>
      <dgm:spPr/>
    </dgm:pt>
    <dgm:pt modelId="{02F51A39-8850-46D6-80D7-DEECBCAAE004}">
      <dgm:prSet phldr="0"/>
      <dgm:spPr/>
      <dgm:t>
        <a:bodyPr/>
        <a:lstStyle/>
        <a:p>
          <a:pPr algn="l" rtl="0"/>
          <a:r>
            <a:rPr lang="en-IN">
              <a:solidFill>
                <a:srgbClr val="343541"/>
              </a:solidFill>
              <a:latin typeface="system-ui"/>
            </a:rPr>
            <a:t>6. Feedforward Neural Network: Each attention layer in the transformer is followed by a feedforward neural network that processes the attended information independently. The feedforward network typically consists of fully connected layers with a non-linear activation function.</a:t>
          </a:r>
        </a:p>
      </dgm:t>
    </dgm:pt>
    <dgm:pt modelId="{08ACB802-56FE-46C5-8FE5-3ABA066E98AC}" type="parTrans" cxnId="{06C6FFE6-28F4-4C39-A77B-8E5FF0A89050}">
      <dgm:prSet/>
      <dgm:spPr/>
    </dgm:pt>
    <dgm:pt modelId="{90DF0A91-C3A1-4C04-B83E-852AF9A6EB86}" type="sibTrans" cxnId="{06C6FFE6-28F4-4C39-A77B-8E5FF0A89050}">
      <dgm:prSet/>
      <dgm:spPr/>
    </dgm:pt>
    <dgm:pt modelId="{33A8B12B-FEFF-4A4B-988E-2E0A309885BA}" type="pres">
      <dgm:prSet presAssocID="{38CAF228-C70E-43C4-B248-C2DCC42C6A87}" presName="linear" presStyleCnt="0">
        <dgm:presLayoutVars>
          <dgm:animLvl val="lvl"/>
          <dgm:resizeHandles val="exact"/>
        </dgm:presLayoutVars>
      </dgm:prSet>
      <dgm:spPr/>
    </dgm:pt>
    <dgm:pt modelId="{09F7F36D-C0E7-40B5-8537-A50273CE2246}" type="pres">
      <dgm:prSet presAssocID="{49BD279B-5107-4DEA-BC07-123CC51F30E9}" presName="parentText" presStyleLbl="node1" presStyleIdx="0" presStyleCnt="7">
        <dgm:presLayoutVars>
          <dgm:chMax val="0"/>
          <dgm:bulletEnabled val="1"/>
        </dgm:presLayoutVars>
      </dgm:prSet>
      <dgm:spPr/>
    </dgm:pt>
    <dgm:pt modelId="{7291F53F-F98D-49A5-AA61-376E3F0E4137}" type="pres">
      <dgm:prSet presAssocID="{22F22127-0EFB-47E7-991D-546FE985192A}" presName="spacer" presStyleCnt="0"/>
      <dgm:spPr/>
    </dgm:pt>
    <dgm:pt modelId="{DC908C99-35E6-44F5-B144-983771974BE2}" type="pres">
      <dgm:prSet presAssocID="{64752497-9511-4CBA-A8FE-530626F4AF9B}" presName="parentText" presStyleLbl="node1" presStyleIdx="1" presStyleCnt="7">
        <dgm:presLayoutVars>
          <dgm:chMax val="0"/>
          <dgm:bulletEnabled val="1"/>
        </dgm:presLayoutVars>
      </dgm:prSet>
      <dgm:spPr/>
    </dgm:pt>
    <dgm:pt modelId="{DA058584-62F4-4C33-A81F-566C5D8F8FBF}" type="pres">
      <dgm:prSet presAssocID="{E1BD188A-AE4B-4ED2-8ED6-29F1CDAD0208}" presName="spacer" presStyleCnt="0"/>
      <dgm:spPr/>
    </dgm:pt>
    <dgm:pt modelId="{7E75524B-EACF-4D97-BC83-1C50F1491947}" type="pres">
      <dgm:prSet presAssocID="{FBAC6595-C92C-4040-B12E-11B8A393DB8F}" presName="parentText" presStyleLbl="node1" presStyleIdx="2" presStyleCnt="7">
        <dgm:presLayoutVars>
          <dgm:chMax val="0"/>
          <dgm:bulletEnabled val="1"/>
        </dgm:presLayoutVars>
      </dgm:prSet>
      <dgm:spPr/>
    </dgm:pt>
    <dgm:pt modelId="{643B0EA4-B361-4AAF-9931-474B85335803}" type="pres">
      <dgm:prSet presAssocID="{A27DE9CE-2D62-495C-9E65-761F0D684E1E}" presName="spacer" presStyleCnt="0"/>
      <dgm:spPr/>
    </dgm:pt>
    <dgm:pt modelId="{1BE87FAC-CFB7-4207-A5F8-CD801884EC15}" type="pres">
      <dgm:prSet presAssocID="{5B081CB0-6CC9-42CC-BBD8-E8E20BC96842}" presName="parentText" presStyleLbl="node1" presStyleIdx="3" presStyleCnt="7">
        <dgm:presLayoutVars>
          <dgm:chMax val="0"/>
          <dgm:bulletEnabled val="1"/>
        </dgm:presLayoutVars>
      </dgm:prSet>
      <dgm:spPr/>
    </dgm:pt>
    <dgm:pt modelId="{CF7BE392-7CAC-4AB9-9DFD-43134203D25D}" type="pres">
      <dgm:prSet presAssocID="{AB3BE5B9-B94D-4471-BD8D-E568E09052A8}" presName="spacer" presStyleCnt="0"/>
      <dgm:spPr/>
    </dgm:pt>
    <dgm:pt modelId="{131E3152-6D5B-4AF3-8F45-C550F86BE255}" type="pres">
      <dgm:prSet presAssocID="{7534E932-19C4-4723-9D7F-B621469E2C64}" presName="parentText" presStyleLbl="node1" presStyleIdx="4" presStyleCnt="7">
        <dgm:presLayoutVars>
          <dgm:chMax val="0"/>
          <dgm:bulletEnabled val="1"/>
        </dgm:presLayoutVars>
      </dgm:prSet>
      <dgm:spPr/>
    </dgm:pt>
    <dgm:pt modelId="{3AE2B230-A06D-4D8C-BFE7-A64B910ED7D4}" type="pres">
      <dgm:prSet presAssocID="{D157F89A-1DBC-48D2-86C8-0DE564A411F9}" presName="spacer" presStyleCnt="0"/>
      <dgm:spPr/>
    </dgm:pt>
    <dgm:pt modelId="{8F8F955C-C415-4358-A4CB-5894FD9BAD66}" type="pres">
      <dgm:prSet presAssocID="{02F51A39-8850-46D6-80D7-DEECBCAAE004}" presName="parentText" presStyleLbl="node1" presStyleIdx="5" presStyleCnt="7">
        <dgm:presLayoutVars>
          <dgm:chMax val="0"/>
          <dgm:bulletEnabled val="1"/>
        </dgm:presLayoutVars>
      </dgm:prSet>
      <dgm:spPr/>
    </dgm:pt>
    <dgm:pt modelId="{746963C7-9E12-4A08-896E-2F8F08673C5D}" type="pres">
      <dgm:prSet presAssocID="{90DF0A91-C3A1-4C04-B83E-852AF9A6EB86}" presName="spacer" presStyleCnt="0"/>
      <dgm:spPr/>
    </dgm:pt>
    <dgm:pt modelId="{50EA7FEF-14D3-4C7D-8A81-696A7D928C89}" type="pres">
      <dgm:prSet presAssocID="{731B1C0A-BDA1-45C8-8B8B-4128CA1D34A6}" presName="parentText" presStyleLbl="node1" presStyleIdx="6" presStyleCnt="7">
        <dgm:presLayoutVars>
          <dgm:chMax val="0"/>
          <dgm:bulletEnabled val="1"/>
        </dgm:presLayoutVars>
      </dgm:prSet>
      <dgm:spPr/>
    </dgm:pt>
  </dgm:ptLst>
  <dgm:cxnLst>
    <dgm:cxn modelId="{5D561A0D-B873-416C-A868-90DCA863E698}" srcId="{38CAF228-C70E-43C4-B248-C2DCC42C6A87}" destId="{49BD279B-5107-4DEA-BC07-123CC51F30E9}" srcOrd="0" destOrd="0" parTransId="{13C22562-716F-4D3C-8425-030582DE48BE}" sibTransId="{22F22127-0EFB-47E7-991D-546FE985192A}"/>
    <dgm:cxn modelId="{DC83D80E-DFE7-47C9-9733-97B767E357D8}" type="presOf" srcId="{7534E932-19C4-4723-9D7F-B621469E2C64}" destId="{131E3152-6D5B-4AF3-8F45-C550F86BE255}" srcOrd="0" destOrd="0" presId="urn:microsoft.com/office/officeart/2005/8/layout/vList2"/>
    <dgm:cxn modelId="{F1FE2C17-1AB4-4FAC-AED2-2B014C067C61}" type="presOf" srcId="{64752497-9511-4CBA-A8FE-530626F4AF9B}" destId="{DC908C99-35E6-44F5-B144-983771974BE2}" srcOrd="0" destOrd="0" presId="urn:microsoft.com/office/officeart/2005/8/layout/vList2"/>
    <dgm:cxn modelId="{D73ECA27-D33D-4401-9A39-D437A8F204EC}" type="presOf" srcId="{02F51A39-8850-46D6-80D7-DEECBCAAE004}" destId="{8F8F955C-C415-4358-A4CB-5894FD9BAD66}" srcOrd="0" destOrd="0" presId="urn:microsoft.com/office/officeart/2005/8/layout/vList2"/>
    <dgm:cxn modelId="{F888C03B-9361-4F5E-8FC1-FEDFB0A1DE2E}" srcId="{38CAF228-C70E-43C4-B248-C2DCC42C6A87}" destId="{FBAC6595-C92C-4040-B12E-11B8A393DB8F}" srcOrd="2" destOrd="0" parTransId="{3E3954D3-DBA8-4206-9AE9-382FCB5EF439}" sibTransId="{A27DE9CE-2D62-495C-9E65-761F0D684E1E}"/>
    <dgm:cxn modelId="{5523C24C-0B2E-4080-9BFA-C74D4CC13620}" type="presOf" srcId="{731B1C0A-BDA1-45C8-8B8B-4128CA1D34A6}" destId="{50EA7FEF-14D3-4C7D-8A81-696A7D928C89}" srcOrd="0" destOrd="0" presId="urn:microsoft.com/office/officeart/2005/8/layout/vList2"/>
    <dgm:cxn modelId="{923FAB97-F5AD-4ADE-A5A3-D60AAACD5B36}" type="presOf" srcId="{5B081CB0-6CC9-42CC-BBD8-E8E20BC96842}" destId="{1BE87FAC-CFB7-4207-A5F8-CD801884EC15}" srcOrd="0" destOrd="0" presId="urn:microsoft.com/office/officeart/2005/8/layout/vList2"/>
    <dgm:cxn modelId="{B4502DA7-70EA-407A-AEB2-A3B8BEB02861}" srcId="{38CAF228-C70E-43C4-B248-C2DCC42C6A87}" destId="{5B081CB0-6CC9-42CC-BBD8-E8E20BC96842}" srcOrd="3" destOrd="0" parTransId="{0D48EBD8-4BC1-4F3B-81AD-DD4BAF641B38}" sibTransId="{AB3BE5B9-B94D-4471-BD8D-E568E09052A8}"/>
    <dgm:cxn modelId="{E1CF17B4-E088-45DE-B130-2612DDC82C26}" srcId="{38CAF228-C70E-43C4-B248-C2DCC42C6A87}" destId="{64752497-9511-4CBA-A8FE-530626F4AF9B}" srcOrd="1" destOrd="0" parTransId="{9C1C9219-750C-4094-A553-4B9DC62D952B}" sibTransId="{E1BD188A-AE4B-4ED2-8ED6-29F1CDAD0208}"/>
    <dgm:cxn modelId="{A96392C6-A435-4C6C-8DAB-ED78FAAF6CE2}" type="presOf" srcId="{FBAC6595-C92C-4040-B12E-11B8A393DB8F}" destId="{7E75524B-EACF-4D97-BC83-1C50F1491947}"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06C6FFE6-28F4-4C39-A77B-8E5FF0A89050}" srcId="{38CAF228-C70E-43C4-B248-C2DCC42C6A87}" destId="{02F51A39-8850-46D6-80D7-DEECBCAAE004}" srcOrd="5" destOrd="0" parTransId="{08ACB802-56FE-46C5-8FE5-3ABA066E98AC}" sibTransId="{90DF0A91-C3A1-4C04-B83E-852AF9A6EB86}"/>
    <dgm:cxn modelId="{031E06EC-12CB-4F45-BF8E-159C08B4F5F8}" srcId="{38CAF228-C70E-43C4-B248-C2DCC42C6A87}" destId="{7534E932-19C4-4723-9D7F-B621469E2C64}" srcOrd="4" destOrd="0" parTransId="{F284479E-C4B7-49B8-A1C0-FAB2E74C9250}" sibTransId="{D157F89A-1DBC-48D2-86C8-0DE564A411F9}"/>
    <dgm:cxn modelId="{1B6718F0-0DFC-4C16-9397-DC082539E02C}" type="presOf" srcId="{49BD279B-5107-4DEA-BC07-123CC51F30E9}" destId="{09F7F36D-C0E7-40B5-8537-A50273CE2246}" srcOrd="0" destOrd="0" presId="urn:microsoft.com/office/officeart/2005/8/layout/vList2"/>
    <dgm:cxn modelId="{378B4CF1-CFAC-4368-AE26-3B1FA2D4C60E}" srcId="{38CAF228-C70E-43C4-B248-C2DCC42C6A87}" destId="{731B1C0A-BDA1-45C8-8B8B-4128CA1D34A6}" srcOrd="6" destOrd="0" parTransId="{E5A2F723-D749-48C4-AFB8-2D9E99F41D77}" sibTransId="{D6EE2473-91A9-443E-BF26-837044CFFB36}"/>
    <dgm:cxn modelId="{975CE36E-FBFD-408D-B6B6-A20CC2F5F623}" type="presParOf" srcId="{33A8B12B-FEFF-4A4B-988E-2E0A309885BA}" destId="{09F7F36D-C0E7-40B5-8537-A50273CE2246}" srcOrd="0" destOrd="0" presId="urn:microsoft.com/office/officeart/2005/8/layout/vList2"/>
    <dgm:cxn modelId="{D0EDF8C0-0E8B-47AC-BF5F-B9A60B667597}" type="presParOf" srcId="{33A8B12B-FEFF-4A4B-988E-2E0A309885BA}" destId="{7291F53F-F98D-49A5-AA61-376E3F0E4137}" srcOrd="1" destOrd="0" presId="urn:microsoft.com/office/officeart/2005/8/layout/vList2"/>
    <dgm:cxn modelId="{D6DB8C3B-365D-49BA-ABE8-D78F4B61E5A0}" type="presParOf" srcId="{33A8B12B-FEFF-4A4B-988E-2E0A309885BA}" destId="{DC908C99-35E6-44F5-B144-983771974BE2}" srcOrd="2" destOrd="0" presId="urn:microsoft.com/office/officeart/2005/8/layout/vList2"/>
    <dgm:cxn modelId="{3EFD0FA3-E7AD-45BC-87F0-5BF5A1509388}" type="presParOf" srcId="{33A8B12B-FEFF-4A4B-988E-2E0A309885BA}" destId="{DA058584-62F4-4C33-A81F-566C5D8F8FBF}" srcOrd="3" destOrd="0" presId="urn:microsoft.com/office/officeart/2005/8/layout/vList2"/>
    <dgm:cxn modelId="{D4B25AAC-ACE6-4BF5-A2BB-9CD71CAE0D61}" type="presParOf" srcId="{33A8B12B-FEFF-4A4B-988E-2E0A309885BA}" destId="{7E75524B-EACF-4D97-BC83-1C50F1491947}" srcOrd="4" destOrd="0" presId="urn:microsoft.com/office/officeart/2005/8/layout/vList2"/>
    <dgm:cxn modelId="{4CD32612-4C1B-460F-AC2F-2BFC1F7EF280}" type="presParOf" srcId="{33A8B12B-FEFF-4A4B-988E-2E0A309885BA}" destId="{643B0EA4-B361-4AAF-9931-474B85335803}" srcOrd="5" destOrd="0" presId="urn:microsoft.com/office/officeart/2005/8/layout/vList2"/>
    <dgm:cxn modelId="{8C295B1D-AB7C-4655-B9C5-D36919233592}" type="presParOf" srcId="{33A8B12B-FEFF-4A4B-988E-2E0A309885BA}" destId="{1BE87FAC-CFB7-4207-A5F8-CD801884EC15}" srcOrd="6" destOrd="0" presId="urn:microsoft.com/office/officeart/2005/8/layout/vList2"/>
    <dgm:cxn modelId="{478798B1-96F0-4282-90A7-DBF91DA7A64E}" type="presParOf" srcId="{33A8B12B-FEFF-4A4B-988E-2E0A309885BA}" destId="{CF7BE392-7CAC-4AB9-9DFD-43134203D25D}" srcOrd="7" destOrd="0" presId="urn:microsoft.com/office/officeart/2005/8/layout/vList2"/>
    <dgm:cxn modelId="{4273CC3E-A57F-4BDF-812C-01D838F650B0}" type="presParOf" srcId="{33A8B12B-FEFF-4A4B-988E-2E0A309885BA}" destId="{131E3152-6D5B-4AF3-8F45-C550F86BE255}" srcOrd="8" destOrd="0" presId="urn:microsoft.com/office/officeart/2005/8/layout/vList2"/>
    <dgm:cxn modelId="{8224DDA6-D32B-48C5-976C-59BF7419ECB6}" type="presParOf" srcId="{33A8B12B-FEFF-4A4B-988E-2E0A309885BA}" destId="{3AE2B230-A06D-4D8C-BFE7-A64B910ED7D4}" srcOrd="9" destOrd="0" presId="urn:microsoft.com/office/officeart/2005/8/layout/vList2"/>
    <dgm:cxn modelId="{CFE71916-5D67-4E3C-82ED-327E5B30300B}" type="presParOf" srcId="{33A8B12B-FEFF-4A4B-988E-2E0A309885BA}" destId="{8F8F955C-C415-4358-A4CB-5894FD9BAD66}" srcOrd="10" destOrd="0" presId="urn:microsoft.com/office/officeart/2005/8/layout/vList2"/>
    <dgm:cxn modelId="{C740CADC-65D3-4C05-ACF2-D4E53E9D38E3}" type="presParOf" srcId="{33A8B12B-FEFF-4A4B-988E-2E0A309885BA}" destId="{746963C7-9E12-4A08-896E-2F8F08673C5D}" srcOrd="11" destOrd="0" presId="urn:microsoft.com/office/officeart/2005/8/layout/vList2"/>
    <dgm:cxn modelId="{68CAEBB1-410C-4DE0-A34E-9EC6679C3D90}" type="presParOf" srcId="{33A8B12B-FEFF-4A4B-988E-2E0A309885BA}" destId="{50EA7FEF-14D3-4C7D-8A81-696A7D928C89}" srcOrd="1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64752497-9511-4CBA-A8FE-530626F4AF9B}">
      <dgm:prSet phldr="0"/>
      <dgm:spPr/>
      <dgm:t>
        <a:bodyPr/>
        <a:lstStyle/>
        <a:p>
          <a:pPr algn="l" rtl="0"/>
          <a:r>
            <a:rPr lang="en-IN">
              <a:solidFill>
                <a:srgbClr val="343541"/>
              </a:solidFill>
              <a:latin typeface="system-ui"/>
            </a:rPr>
            <a:t>BERT (Bidirectional Encoder Representations </a:t>
          </a:r>
          <a:r>
            <a:rPr lang="en-IN">
              <a:solidFill>
                <a:srgbClr val="343541"/>
              </a:solidFill>
              <a:latin typeface="system-ui"/>
              <a:ea typeface="Calibri"/>
              <a:cs typeface="Calibri"/>
            </a:rPr>
            <a:t>from Transformers) is a revolutionary transformer-based model in Natural Language Processing (NLP). </a:t>
          </a:r>
          <a:endParaRPr lang="en-IN">
            <a:latin typeface="Calibri"/>
            <a:cs typeface="Calibri"/>
          </a:endParaRPr>
        </a:p>
      </dgm:t>
    </dgm:pt>
    <dgm:pt modelId="{9C1C9219-750C-4094-A553-4B9DC62D952B}" type="parTrans" cxnId="{E1CF17B4-E088-45DE-B130-2612DDC82C26}">
      <dgm:prSet/>
      <dgm:spPr/>
    </dgm:pt>
    <dgm:pt modelId="{E1BD188A-AE4B-4ED2-8ED6-29F1CDAD0208}" type="sibTrans" cxnId="{E1CF17B4-E088-45DE-B130-2612DDC82C26}">
      <dgm:prSet/>
      <dgm:spPr/>
    </dgm:pt>
    <dgm:pt modelId="{795C06BC-37F0-4CDD-AE75-27C12DAA1D23}">
      <dgm:prSet phldr="0"/>
      <dgm:spPr/>
      <dgm:t>
        <a:bodyPr/>
        <a:lstStyle/>
        <a:p>
          <a:pPr algn="l" rtl="0"/>
          <a:r>
            <a:rPr lang="en-IN">
              <a:solidFill>
                <a:srgbClr val="343541"/>
              </a:solidFill>
              <a:latin typeface="system-ui"/>
            </a:rPr>
            <a:t>BERT has significantly advanced the field of NLP, and its success has led to the development of various transformer-based models for language understanding and generation. </a:t>
          </a:r>
        </a:p>
      </dgm:t>
    </dgm:pt>
    <dgm:pt modelId="{3713FEF9-DE0D-4ABE-A44A-4A756350F39A}" type="parTrans" cxnId="{CCCA92CF-046E-440E-BC3A-4E0A468E1CA5}">
      <dgm:prSet/>
      <dgm:spPr/>
    </dgm:pt>
    <dgm:pt modelId="{38AADAC2-4AE4-4FF7-8DC5-FB69ABE12471}" type="sibTrans" cxnId="{CCCA92CF-046E-440E-BC3A-4E0A468E1CA5}">
      <dgm:prSet/>
      <dgm:spPr/>
    </dgm:pt>
    <dgm:pt modelId="{B6E1D772-291C-46B4-A3C3-766E5A4CA3F2}">
      <dgm:prSet phldr="0"/>
      <dgm:spPr/>
      <dgm:t>
        <a:bodyPr/>
        <a:lstStyle/>
        <a:p>
          <a:pPr rtl="0"/>
          <a:r>
            <a:rPr lang="en-IN">
              <a:solidFill>
                <a:srgbClr val="343541"/>
              </a:solidFill>
              <a:latin typeface="system-ui"/>
              <a:ea typeface="Calibri"/>
              <a:cs typeface="Calibri"/>
            </a:rPr>
            <a:t>It was introduced by researchers at Google in </a:t>
          </a:r>
          <a:r>
            <a:rPr lang="en-IN">
              <a:solidFill>
                <a:srgbClr val="343541"/>
              </a:solidFill>
              <a:latin typeface="system-ui"/>
            </a:rPr>
            <a:t>the </a:t>
          </a:r>
          <a:r>
            <a:rPr lang="en-IN">
              <a:solidFill>
                <a:srgbClr val="343541"/>
              </a:solidFill>
              <a:latin typeface="system-ui"/>
              <a:cs typeface="Calibri"/>
            </a:rPr>
            <a:t>paper "BERT:</a:t>
          </a:r>
          <a:r>
            <a:rPr lang="en-IN">
              <a:solidFill>
                <a:srgbClr val="343541"/>
              </a:solidFill>
              <a:latin typeface="system-ui"/>
              <a:ea typeface="Calibri"/>
              <a:cs typeface="Calibri"/>
            </a:rPr>
            <a:t> Pre-training of Deep Bidirectional Transformers </a:t>
          </a:r>
          <a:r>
            <a:rPr lang="en-IN">
              <a:solidFill>
                <a:srgbClr val="343541"/>
              </a:solidFill>
              <a:latin typeface="system-ui"/>
              <a:cs typeface="Calibri"/>
            </a:rPr>
            <a:t>for Language Understanding" </a:t>
          </a:r>
          <a:r>
            <a:rPr lang="en-IN">
              <a:solidFill>
                <a:srgbClr val="343541"/>
              </a:solidFill>
              <a:latin typeface="system-ui"/>
            </a:rPr>
            <a:t>in 2018. </a:t>
          </a:r>
          <a:endParaRPr lang="en-US">
            <a:latin typeface="Calibri"/>
            <a:cs typeface="Calibri"/>
          </a:endParaRPr>
        </a:p>
      </dgm:t>
    </dgm:pt>
    <dgm:pt modelId="{45B27E19-0E51-44DB-95D2-A2DE76A3B284}" type="parTrans" cxnId="{066206D0-9AF6-4EDE-9442-4768DFC60B97}">
      <dgm:prSet/>
      <dgm:spPr/>
    </dgm:pt>
    <dgm:pt modelId="{D96DD9BB-6FD7-403F-BBC9-64B2A886EFCD}" type="sibTrans" cxnId="{066206D0-9AF6-4EDE-9442-4768DFC60B97}">
      <dgm:prSet/>
      <dgm:spPr/>
    </dgm:pt>
    <dgm:pt modelId="{ADA737B0-F521-4D5D-8781-C61B39EEDCC5}">
      <dgm:prSet phldr="0"/>
      <dgm:spPr/>
      <dgm:t>
        <a:bodyPr/>
        <a:lstStyle/>
        <a:p>
          <a:r>
            <a:rPr lang="en-IN">
              <a:solidFill>
                <a:srgbClr val="343541"/>
              </a:solidFill>
              <a:latin typeface="system-ui"/>
            </a:rPr>
            <a:t>BERT has set new benchmarks in various NLP tasks by learning contextualized word representations in a bidirectional manner.</a:t>
          </a:r>
          <a:r>
            <a:rPr lang="en-IN">
              <a:latin typeface="system-ui"/>
            </a:rPr>
            <a:t> </a:t>
          </a:r>
          <a:endParaRPr lang="en-US"/>
        </a:p>
      </dgm:t>
    </dgm:pt>
    <dgm:pt modelId="{7A0CA7E7-3F03-4C12-8571-E0F58BB8FE44}" type="parTrans" cxnId="{7D83DAE9-818A-47C2-8029-A56B8E2E51E0}">
      <dgm:prSet/>
      <dgm:spPr/>
    </dgm:pt>
    <dgm:pt modelId="{CD7B4FE6-F5B8-4EB0-9EDE-6E6329BD1E7E}" type="sibTrans" cxnId="{7D83DAE9-818A-47C2-8029-A56B8E2E51E0}">
      <dgm:prSet/>
      <dgm:spPr/>
    </dgm:pt>
    <dgm:pt modelId="{ADC64018-2C96-43C6-AD89-7036AD5FBC86}">
      <dgm:prSet phldr="0"/>
      <dgm:spPr/>
      <dgm:t>
        <a:bodyPr/>
        <a:lstStyle/>
        <a:p>
          <a:r>
            <a:rPr lang="en-IN">
              <a:solidFill>
                <a:srgbClr val="343541"/>
              </a:solidFill>
              <a:latin typeface="system-ui"/>
            </a:rPr>
            <a:t>Researchers continue to explore extensions and improvements to the BERT architecture, contributing to the ongoing evolution of NLP models.</a:t>
          </a:r>
          <a:endParaRPr lang="en-US"/>
        </a:p>
      </dgm:t>
    </dgm:pt>
    <dgm:pt modelId="{857C8B60-9FAD-468D-AB9D-D28A21828248}" type="parTrans" cxnId="{D83EAB3C-EA18-4FE9-80F3-F2EB3C718ADD}">
      <dgm:prSet/>
      <dgm:spPr/>
    </dgm:pt>
    <dgm:pt modelId="{7CD3CA24-A46D-49B0-A513-499C392ED3D8}" type="sibTrans" cxnId="{D83EAB3C-EA18-4FE9-80F3-F2EB3C718ADD}">
      <dgm:prSet/>
      <dgm:spPr/>
    </dgm:pt>
    <dgm:pt modelId="{33A8B12B-FEFF-4A4B-988E-2E0A309885BA}" type="pres">
      <dgm:prSet presAssocID="{38CAF228-C70E-43C4-B248-C2DCC42C6A87}" presName="linear" presStyleCnt="0">
        <dgm:presLayoutVars>
          <dgm:animLvl val="lvl"/>
          <dgm:resizeHandles val="exact"/>
        </dgm:presLayoutVars>
      </dgm:prSet>
      <dgm:spPr/>
    </dgm:pt>
    <dgm:pt modelId="{DC908C99-35E6-44F5-B144-983771974BE2}" type="pres">
      <dgm:prSet presAssocID="{64752497-9511-4CBA-A8FE-530626F4AF9B}" presName="parentText" presStyleLbl="node1" presStyleIdx="0" presStyleCnt="5">
        <dgm:presLayoutVars>
          <dgm:chMax val="0"/>
          <dgm:bulletEnabled val="1"/>
        </dgm:presLayoutVars>
      </dgm:prSet>
      <dgm:spPr/>
    </dgm:pt>
    <dgm:pt modelId="{EDDDBCFE-C734-4F05-8B5E-BD2723BD2983}" type="pres">
      <dgm:prSet presAssocID="{E1BD188A-AE4B-4ED2-8ED6-29F1CDAD0208}" presName="spacer" presStyleCnt="0"/>
      <dgm:spPr/>
    </dgm:pt>
    <dgm:pt modelId="{ABC6F283-2EC3-42C5-8930-F9716078111C}" type="pres">
      <dgm:prSet presAssocID="{B6E1D772-291C-46B4-A3C3-766E5A4CA3F2}" presName="parentText" presStyleLbl="node1" presStyleIdx="1" presStyleCnt="5">
        <dgm:presLayoutVars>
          <dgm:chMax val="0"/>
          <dgm:bulletEnabled val="1"/>
        </dgm:presLayoutVars>
      </dgm:prSet>
      <dgm:spPr/>
    </dgm:pt>
    <dgm:pt modelId="{0DCDB921-E631-4E9D-BE2B-D898CE14326D}" type="pres">
      <dgm:prSet presAssocID="{D96DD9BB-6FD7-403F-BBC9-64B2A886EFCD}" presName="spacer" presStyleCnt="0"/>
      <dgm:spPr/>
    </dgm:pt>
    <dgm:pt modelId="{AB70B32D-0367-4BEE-8914-3B5EC0F0791A}" type="pres">
      <dgm:prSet presAssocID="{ADA737B0-F521-4D5D-8781-C61B39EEDCC5}" presName="parentText" presStyleLbl="node1" presStyleIdx="2" presStyleCnt="5">
        <dgm:presLayoutVars>
          <dgm:chMax val="0"/>
          <dgm:bulletEnabled val="1"/>
        </dgm:presLayoutVars>
      </dgm:prSet>
      <dgm:spPr/>
    </dgm:pt>
    <dgm:pt modelId="{26F1D7BF-03A4-4B24-AC93-832C7C057688}" type="pres">
      <dgm:prSet presAssocID="{CD7B4FE6-F5B8-4EB0-9EDE-6E6329BD1E7E}" presName="spacer" presStyleCnt="0"/>
      <dgm:spPr/>
    </dgm:pt>
    <dgm:pt modelId="{5715D09C-F459-4982-B590-E958A62027AC}" type="pres">
      <dgm:prSet presAssocID="{795C06BC-37F0-4CDD-AE75-27C12DAA1D23}" presName="parentText" presStyleLbl="node1" presStyleIdx="3" presStyleCnt="5">
        <dgm:presLayoutVars>
          <dgm:chMax val="0"/>
          <dgm:bulletEnabled val="1"/>
        </dgm:presLayoutVars>
      </dgm:prSet>
      <dgm:spPr/>
    </dgm:pt>
    <dgm:pt modelId="{550E8991-9C22-4F79-930E-DB11272A9CD7}" type="pres">
      <dgm:prSet presAssocID="{38AADAC2-4AE4-4FF7-8DC5-FB69ABE12471}" presName="spacer" presStyleCnt="0"/>
      <dgm:spPr/>
    </dgm:pt>
    <dgm:pt modelId="{7B717AB2-7492-4275-9F4F-835358351FBB}" type="pres">
      <dgm:prSet presAssocID="{ADC64018-2C96-43C6-AD89-7036AD5FBC86}" presName="parentText" presStyleLbl="node1" presStyleIdx="4" presStyleCnt="5">
        <dgm:presLayoutVars>
          <dgm:chMax val="0"/>
          <dgm:bulletEnabled val="1"/>
        </dgm:presLayoutVars>
      </dgm:prSet>
      <dgm:spPr/>
    </dgm:pt>
  </dgm:ptLst>
  <dgm:cxnLst>
    <dgm:cxn modelId="{094A9702-6EEA-45BE-B182-91C76E2BDCD2}" type="presOf" srcId="{64752497-9511-4CBA-A8FE-530626F4AF9B}" destId="{DC908C99-35E6-44F5-B144-983771974BE2}" srcOrd="0" destOrd="0" presId="urn:microsoft.com/office/officeart/2005/8/layout/vList2"/>
    <dgm:cxn modelId="{0DD95816-0A40-41C2-8973-A4FB94A29F03}" type="presOf" srcId="{B6E1D772-291C-46B4-A3C3-766E5A4CA3F2}" destId="{ABC6F283-2EC3-42C5-8930-F9716078111C}" srcOrd="0" destOrd="0" presId="urn:microsoft.com/office/officeart/2005/8/layout/vList2"/>
    <dgm:cxn modelId="{203F7938-C77B-43ED-8C4E-6CB8AD215BA2}" type="presOf" srcId="{795C06BC-37F0-4CDD-AE75-27C12DAA1D23}" destId="{5715D09C-F459-4982-B590-E958A62027AC}" srcOrd="0" destOrd="0" presId="urn:microsoft.com/office/officeart/2005/8/layout/vList2"/>
    <dgm:cxn modelId="{D83EAB3C-EA18-4FE9-80F3-F2EB3C718ADD}" srcId="{38CAF228-C70E-43C4-B248-C2DCC42C6A87}" destId="{ADC64018-2C96-43C6-AD89-7036AD5FBC86}" srcOrd="4" destOrd="0" parTransId="{857C8B60-9FAD-468D-AB9D-D28A21828248}" sibTransId="{7CD3CA24-A46D-49B0-A513-499C392ED3D8}"/>
    <dgm:cxn modelId="{6D75324B-3729-463E-AD6B-5F0F450C4573}" type="presOf" srcId="{ADA737B0-F521-4D5D-8781-C61B39EEDCC5}" destId="{AB70B32D-0367-4BEE-8914-3B5EC0F0791A}" srcOrd="0" destOrd="0" presId="urn:microsoft.com/office/officeart/2005/8/layout/vList2"/>
    <dgm:cxn modelId="{E1CF17B4-E088-45DE-B130-2612DDC82C26}" srcId="{38CAF228-C70E-43C4-B248-C2DCC42C6A87}" destId="{64752497-9511-4CBA-A8FE-530626F4AF9B}" srcOrd="0" destOrd="0" parTransId="{9C1C9219-750C-4094-A553-4B9DC62D952B}" sibTransId="{E1BD188A-AE4B-4ED2-8ED6-29F1CDAD0208}"/>
    <dgm:cxn modelId="{CCCA92CF-046E-440E-BC3A-4E0A468E1CA5}" srcId="{38CAF228-C70E-43C4-B248-C2DCC42C6A87}" destId="{795C06BC-37F0-4CDD-AE75-27C12DAA1D23}" srcOrd="3" destOrd="0" parTransId="{3713FEF9-DE0D-4ABE-A44A-4A756350F39A}" sibTransId="{38AADAC2-4AE4-4FF7-8DC5-FB69ABE12471}"/>
    <dgm:cxn modelId="{066206D0-9AF6-4EDE-9442-4768DFC60B97}" srcId="{38CAF228-C70E-43C4-B248-C2DCC42C6A87}" destId="{B6E1D772-291C-46B4-A3C3-766E5A4CA3F2}" srcOrd="1" destOrd="0" parTransId="{45B27E19-0E51-44DB-95D2-A2DE76A3B284}" sibTransId="{D96DD9BB-6FD7-403F-BBC9-64B2A886EFCD}"/>
    <dgm:cxn modelId="{C2B42FE5-1F02-4DCD-A335-C7C120C6B5D0}" type="presOf" srcId="{38CAF228-C70E-43C4-B248-C2DCC42C6A87}" destId="{33A8B12B-FEFF-4A4B-988E-2E0A309885BA}" srcOrd="0" destOrd="0" presId="urn:microsoft.com/office/officeart/2005/8/layout/vList2"/>
    <dgm:cxn modelId="{7D83DAE9-818A-47C2-8029-A56B8E2E51E0}" srcId="{38CAF228-C70E-43C4-B248-C2DCC42C6A87}" destId="{ADA737B0-F521-4D5D-8781-C61B39EEDCC5}" srcOrd="2" destOrd="0" parTransId="{7A0CA7E7-3F03-4C12-8571-E0F58BB8FE44}" sibTransId="{CD7B4FE6-F5B8-4EB0-9EDE-6E6329BD1E7E}"/>
    <dgm:cxn modelId="{517C1EF5-C7F0-49ED-88F1-6B9843658E90}" type="presOf" srcId="{ADC64018-2C96-43C6-AD89-7036AD5FBC86}" destId="{7B717AB2-7492-4275-9F4F-835358351FBB}" srcOrd="0" destOrd="0" presId="urn:microsoft.com/office/officeart/2005/8/layout/vList2"/>
    <dgm:cxn modelId="{09B2F2CC-9DF4-43CE-BA02-7D2DF10CC678}" type="presParOf" srcId="{33A8B12B-FEFF-4A4B-988E-2E0A309885BA}" destId="{DC908C99-35E6-44F5-B144-983771974BE2}" srcOrd="0" destOrd="0" presId="urn:microsoft.com/office/officeart/2005/8/layout/vList2"/>
    <dgm:cxn modelId="{992C77F3-7EF6-4CDC-90E2-7F4DA10A95D0}" type="presParOf" srcId="{33A8B12B-FEFF-4A4B-988E-2E0A309885BA}" destId="{EDDDBCFE-C734-4F05-8B5E-BD2723BD2983}" srcOrd="1" destOrd="0" presId="urn:microsoft.com/office/officeart/2005/8/layout/vList2"/>
    <dgm:cxn modelId="{6DBA0B0C-D10C-4E58-AE29-79BC355A9EC4}" type="presParOf" srcId="{33A8B12B-FEFF-4A4B-988E-2E0A309885BA}" destId="{ABC6F283-2EC3-42C5-8930-F9716078111C}" srcOrd="2" destOrd="0" presId="urn:microsoft.com/office/officeart/2005/8/layout/vList2"/>
    <dgm:cxn modelId="{F09F27DC-4C93-4009-82BD-E23843DCF2C2}" type="presParOf" srcId="{33A8B12B-FEFF-4A4B-988E-2E0A309885BA}" destId="{0DCDB921-E631-4E9D-BE2B-D898CE14326D}" srcOrd="3" destOrd="0" presId="urn:microsoft.com/office/officeart/2005/8/layout/vList2"/>
    <dgm:cxn modelId="{15ABFA32-D1D9-47DA-A355-6C0B80AFEFCC}" type="presParOf" srcId="{33A8B12B-FEFF-4A4B-988E-2E0A309885BA}" destId="{AB70B32D-0367-4BEE-8914-3B5EC0F0791A}" srcOrd="4" destOrd="0" presId="urn:microsoft.com/office/officeart/2005/8/layout/vList2"/>
    <dgm:cxn modelId="{E908F5A0-B4BD-49B9-9674-ADCBD548AD94}" type="presParOf" srcId="{33A8B12B-FEFF-4A4B-988E-2E0A309885BA}" destId="{26F1D7BF-03A4-4B24-AC93-832C7C057688}" srcOrd="5" destOrd="0" presId="urn:microsoft.com/office/officeart/2005/8/layout/vList2"/>
    <dgm:cxn modelId="{170999DA-4AAF-40B3-B18A-E731669EFDCA}" type="presParOf" srcId="{33A8B12B-FEFF-4A4B-988E-2E0A309885BA}" destId="{5715D09C-F459-4982-B590-E958A62027AC}" srcOrd="6" destOrd="0" presId="urn:microsoft.com/office/officeart/2005/8/layout/vList2"/>
    <dgm:cxn modelId="{3067D02C-B295-44F2-BE38-94123F8BFF5A}" type="presParOf" srcId="{33A8B12B-FEFF-4A4B-988E-2E0A309885BA}" destId="{550E8991-9C22-4F79-930E-DB11272A9CD7}" srcOrd="7" destOrd="0" presId="urn:microsoft.com/office/officeart/2005/8/layout/vList2"/>
    <dgm:cxn modelId="{A97B20EC-A6D8-4EE4-A822-0C41500AA754}" type="presParOf" srcId="{33A8B12B-FEFF-4A4B-988E-2E0A309885BA}" destId="{7B717AB2-7492-4275-9F4F-835358351FBB}"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64752497-9511-4CBA-A8FE-530626F4AF9B}">
      <dgm:prSet phldr="0"/>
      <dgm:spPr/>
      <dgm:t>
        <a:bodyPr/>
        <a:lstStyle/>
        <a:p>
          <a:pPr algn="l" rtl="0"/>
          <a:r>
            <a:rPr lang="en-IN">
              <a:solidFill>
                <a:srgbClr val="343541"/>
              </a:solidFill>
              <a:latin typeface="system-ui"/>
            </a:rPr>
            <a:t>GPT</a:t>
          </a:r>
          <a:r>
            <a:rPr lang="en-IN">
              <a:solidFill>
                <a:srgbClr val="343541"/>
              </a:solidFill>
              <a:latin typeface="system-ui"/>
              <a:cs typeface="Calibri"/>
            </a:rPr>
            <a:t> </a:t>
          </a:r>
          <a:r>
            <a:rPr lang="en-IN">
              <a:solidFill>
                <a:srgbClr val="343541"/>
              </a:solidFill>
              <a:latin typeface="system-ui"/>
            </a:rPr>
            <a:t>(Generative</a:t>
          </a:r>
          <a:r>
            <a:rPr lang="en-IN">
              <a:solidFill>
                <a:srgbClr val="343541"/>
              </a:solidFill>
              <a:latin typeface="system-ui"/>
              <a:ea typeface="Calibri"/>
              <a:cs typeface="Calibri"/>
            </a:rPr>
            <a:t> </a:t>
          </a:r>
          <a:r>
            <a:rPr lang="en-IN">
              <a:solidFill>
                <a:srgbClr val="343541"/>
              </a:solidFill>
              <a:latin typeface="system-ui"/>
              <a:cs typeface="Calibri"/>
            </a:rPr>
            <a:t>Pre-trained Transformer</a:t>
          </a:r>
          <a:r>
            <a:rPr lang="en-IN">
              <a:solidFill>
                <a:srgbClr val="343541"/>
              </a:solidFill>
              <a:latin typeface="system-ui"/>
              <a:ea typeface="Calibri"/>
              <a:cs typeface="Calibri"/>
            </a:rPr>
            <a:t>) is a family of transformer-based language models in Natural Language Processing (NLP) developed by OpenAI</a:t>
          </a:r>
          <a:r>
            <a:rPr lang="en-IN">
              <a:solidFill>
                <a:srgbClr val="343541"/>
              </a:solidFill>
              <a:latin typeface="system-ui"/>
            </a:rPr>
            <a:t>. </a:t>
          </a:r>
          <a:endParaRPr lang="en-IN">
            <a:solidFill>
              <a:srgbClr val="343541"/>
            </a:solidFill>
            <a:latin typeface="Calibri"/>
            <a:cs typeface="Calibri"/>
          </a:endParaRPr>
        </a:p>
      </dgm:t>
    </dgm:pt>
    <dgm:pt modelId="{9C1C9219-750C-4094-A553-4B9DC62D952B}" type="parTrans" cxnId="{E1CF17B4-E088-45DE-B130-2612DDC82C26}">
      <dgm:prSet/>
      <dgm:spPr/>
    </dgm:pt>
    <dgm:pt modelId="{E1BD188A-AE4B-4ED2-8ED6-29F1CDAD0208}" type="sibTrans" cxnId="{E1CF17B4-E088-45DE-B130-2612DDC82C26}">
      <dgm:prSet/>
      <dgm:spPr/>
    </dgm:pt>
    <dgm:pt modelId="{F8BBCFC0-0C23-43B5-A128-03E4933514D3}">
      <dgm:prSet phldr="0"/>
      <dgm:spPr/>
      <dgm:t>
        <a:bodyPr/>
        <a:lstStyle/>
        <a:p>
          <a:pPr algn="l" rtl="0"/>
          <a:r>
            <a:rPr lang="en-IN">
              <a:solidFill>
                <a:srgbClr val="343541"/>
              </a:solidFill>
              <a:latin typeface="system-ui"/>
              <a:cs typeface="Calibri"/>
            </a:rPr>
            <a:t>GPT models have significantly advanced the capabilities of language models and have been applied in various domains.</a:t>
          </a:r>
        </a:p>
      </dgm:t>
    </dgm:pt>
    <dgm:pt modelId="{D7C0FD2D-3EE3-4258-9499-98D8842BCA6C}" type="parTrans" cxnId="{F4119503-35D3-4964-B662-F713633C3647}">
      <dgm:prSet/>
      <dgm:spPr/>
    </dgm:pt>
    <dgm:pt modelId="{CAAC6F5F-408B-407B-8AC1-15C60C22A17C}" type="sibTrans" cxnId="{F4119503-35D3-4964-B662-F713633C3647}">
      <dgm:prSet/>
      <dgm:spPr/>
    </dgm:pt>
    <dgm:pt modelId="{1E6051B3-04BF-475D-9E56-7810F793C7DB}">
      <dgm:prSet phldr="0"/>
      <dgm:spPr/>
      <dgm:t>
        <a:bodyPr/>
        <a:lstStyle/>
        <a:p>
          <a:pPr algn="l" rtl="0"/>
          <a:r>
            <a:rPr lang="en-IN">
              <a:solidFill>
                <a:srgbClr val="343541"/>
              </a:solidFill>
              <a:latin typeface="system-ui"/>
            </a:rPr>
            <a:t>The GPT models are known for their ability to generate coherent and contextually relevant text, demonstrating state-of-the-art performance in a variety of language tasks. </a:t>
          </a:r>
          <a:endParaRPr lang="en-US">
            <a:latin typeface="Calibri"/>
            <a:cs typeface="Calibri"/>
          </a:endParaRPr>
        </a:p>
      </dgm:t>
    </dgm:pt>
    <dgm:pt modelId="{6CA03C6C-F32A-469C-ABCD-0277F348217A}" type="parTrans" cxnId="{21DB6BCA-192B-4E9D-9852-90D74ACB34F5}">
      <dgm:prSet/>
      <dgm:spPr/>
    </dgm:pt>
    <dgm:pt modelId="{D5B4F600-3F78-491D-BC4E-3BA6446438A3}" type="sibTrans" cxnId="{21DB6BCA-192B-4E9D-9852-90D74ACB34F5}">
      <dgm:prSet/>
      <dgm:spPr/>
    </dgm:pt>
    <dgm:pt modelId="{069F3BCF-14DF-4090-B288-2FE1C39156B7}">
      <dgm:prSet phldr="0"/>
      <dgm:spPr/>
      <dgm:t>
        <a:bodyPr/>
        <a:lstStyle/>
        <a:p>
          <a:r>
            <a:rPr lang="en-IN">
              <a:solidFill>
                <a:srgbClr val="343541"/>
              </a:solidFill>
              <a:latin typeface="system-ui"/>
            </a:rPr>
            <a:t>The GPT architecture </a:t>
          </a:r>
          <a:r>
            <a:rPr lang="en-IN">
              <a:solidFill>
                <a:srgbClr val="343541"/>
              </a:solidFill>
              <a:latin typeface="system-ui"/>
              <a:ea typeface="Calibri"/>
              <a:cs typeface="Calibri"/>
            </a:rPr>
            <a:t>was introduced in </a:t>
          </a:r>
          <a:r>
            <a:rPr lang="en-IN">
              <a:solidFill>
                <a:srgbClr val="343541"/>
              </a:solidFill>
              <a:latin typeface="system-ui"/>
            </a:rPr>
            <a:t>a series </a:t>
          </a:r>
          <a:r>
            <a:rPr lang="en-IN">
              <a:solidFill>
                <a:srgbClr val="343541"/>
              </a:solidFill>
              <a:latin typeface="system-ui"/>
              <a:ea typeface="Calibri"/>
              <a:cs typeface="Calibri"/>
            </a:rPr>
            <a:t>of </a:t>
          </a:r>
          <a:r>
            <a:rPr lang="en-IN">
              <a:solidFill>
                <a:srgbClr val="343541"/>
              </a:solidFill>
              <a:latin typeface="system-ui"/>
            </a:rPr>
            <a:t>papers, starting with "Improving </a:t>
          </a:r>
          <a:r>
            <a:rPr lang="en-IN">
              <a:solidFill>
                <a:srgbClr val="343541"/>
              </a:solidFill>
              <a:latin typeface="system-ui"/>
              <a:cs typeface="Calibri"/>
            </a:rPr>
            <a:t>Language Understanding</a:t>
          </a:r>
          <a:r>
            <a:rPr lang="en-IN">
              <a:solidFill>
                <a:srgbClr val="343541"/>
              </a:solidFill>
              <a:latin typeface="system-ui"/>
            </a:rPr>
            <a:t> by Generative Pretraining</a:t>
          </a:r>
          <a:r>
            <a:rPr lang="en-IN">
              <a:solidFill>
                <a:srgbClr val="343541"/>
              </a:solidFill>
              <a:latin typeface="system-ui"/>
              <a:cs typeface="Calibri"/>
            </a:rPr>
            <a:t>" </a:t>
          </a:r>
          <a:r>
            <a:rPr lang="en-IN">
              <a:solidFill>
                <a:srgbClr val="343541"/>
              </a:solidFill>
              <a:latin typeface="system-ui"/>
            </a:rPr>
            <a:t>in 2018, followed by GPT-2 and GPT-3.</a:t>
          </a:r>
          <a:r>
            <a:rPr lang="en-IN">
              <a:latin typeface="system-ui"/>
            </a:rPr>
            <a:t> </a:t>
          </a:r>
          <a:endParaRPr lang="en-US"/>
        </a:p>
      </dgm:t>
    </dgm:pt>
    <dgm:pt modelId="{0B225AC1-AEF1-47F6-B823-17084C7AA6B5}" type="parTrans" cxnId="{EBD97442-5BC5-4D93-ACC4-210D27F3DBA0}">
      <dgm:prSet/>
      <dgm:spPr/>
    </dgm:pt>
    <dgm:pt modelId="{07A2F733-E279-4909-97F7-BD8B12C32473}" type="sibTrans" cxnId="{EBD97442-5BC5-4D93-ACC4-210D27F3DBA0}">
      <dgm:prSet/>
      <dgm:spPr/>
    </dgm:pt>
    <dgm:pt modelId="{2E9483ED-5D25-4583-8D61-5019568EDA79}">
      <dgm:prSet phldr="0"/>
      <dgm:spPr/>
      <dgm:t>
        <a:bodyPr/>
        <a:lstStyle/>
        <a:p>
          <a:pPr rtl="0"/>
          <a:r>
            <a:rPr lang="en-IN">
              <a:solidFill>
                <a:srgbClr val="343541"/>
              </a:solidFill>
              <a:latin typeface="system-ui"/>
              <a:cs typeface="Calibri"/>
            </a:rPr>
            <a:t>Their generative nature, combined with powerful contextual understanding, makes them versatile tools for a wide range of NLP tasks.</a:t>
          </a:r>
          <a:endParaRPr lang="en-US">
            <a:latin typeface="Calibri"/>
            <a:cs typeface="Calibri"/>
          </a:endParaRPr>
        </a:p>
      </dgm:t>
    </dgm:pt>
    <dgm:pt modelId="{B3F2CF6F-4C9A-4EAF-B661-4483A782C513}" type="parTrans" cxnId="{DFD2E68A-3D57-45B9-AEA3-A05724AE06F4}">
      <dgm:prSet/>
      <dgm:spPr/>
    </dgm:pt>
    <dgm:pt modelId="{C7228E68-595D-45F6-B529-D1C0FBD1B8FC}" type="sibTrans" cxnId="{DFD2E68A-3D57-45B9-AEA3-A05724AE06F4}">
      <dgm:prSet/>
      <dgm:spPr/>
    </dgm:pt>
    <dgm:pt modelId="{B160935F-7CDC-461F-896F-0C9A81E1C39B}">
      <dgm:prSet phldr="0"/>
      <dgm:spPr/>
      <dgm:t>
        <a:bodyPr/>
        <a:lstStyle/>
        <a:p>
          <a:r>
            <a:rPr lang="en-IN">
              <a:solidFill>
                <a:srgbClr val="343541"/>
              </a:solidFill>
              <a:latin typeface="system-ui"/>
              <a:cs typeface="Calibri"/>
            </a:rPr>
            <a:t>Ongoing research in transformer-based models continues to explore ways to enhance efficiency, reduce biases, and improve the interpretability of these models.</a:t>
          </a:r>
          <a:endParaRPr lang="en-US"/>
        </a:p>
      </dgm:t>
    </dgm:pt>
    <dgm:pt modelId="{A856B104-4B42-41B7-9EB4-FA806CF42846}" type="parTrans" cxnId="{A127066B-F30E-423C-B65F-39A5FBF9CED7}">
      <dgm:prSet/>
      <dgm:spPr/>
    </dgm:pt>
    <dgm:pt modelId="{B6B7F9D2-CEFE-4DCA-B228-AFD46A338268}" type="sibTrans" cxnId="{A127066B-F30E-423C-B65F-39A5FBF9CED7}">
      <dgm:prSet/>
      <dgm:spPr/>
    </dgm:pt>
    <dgm:pt modelId="{33A8B12B-FEFF-4A4B-988E-2E0A309885BA}" type="pres">
      <dgm:prSet presAssocID="{38CAF228-C70E-43C4-B248-C2DCC42C6A87}" presName="linear" presStyleCnt="0">
        <dgm:presLayoutVars>
          <dgm:animLvl val="lvl"/>
          <dgm:resizeHandles val="exact"/>
        </dgm:presLayoutVars>
      </dgm:prSet>
      <dgm:spPr/>
    </dgm:pt>
    <dgm:pt modelId="{DC908C99-35E6-44F5-B144-983771974BE2}" type="pres">
      <dgm:prSet presAssocID="{64752497-9511-4CBA-A8FE-530626F4AF9B}" presName="parentText" presStyleLbl="node1" presStyleIdx="0" presStyleCnt="6">
        <dgm:presLayoutVars>
          <dgm:chMax val="0"/>
          <dgm:bulletEnabled val="1"/>
        </dgm:presLayoutVars>
      </dgm:prSet>
      <dgm:spPr/>
    </dgm:pt>
    <dgm:pt modelId="{5AEC772F-73E5-465F-B0C6-2C5C17F8C158}" type="pres">
      <dgm:prSet presAssocID="{E1BD188A-AE4B-4ED2-8ED6-29F1CDAD0208}" presName="spacer" presStyleCnt="0"/>
      <dgm:spPr/>
    </dgm:pt>
    <dgm:pt modelId="{5B9DA05F-84D9-4B43-8945-A8D8C61ADCCB}" type="pres">
      <dgm:prSet presAssocID="{1E6051B3-04BF-475D-9E56-7810F793C7DB}" presName="parentText" presStyleLbl="node1" presStyleIdx="1" presStyleCnt="6">
        <dgm:presLayoutVars>
          <dgm:chMax val="0"/>
          <dgm:bulletEnabled val="1"/>
        </dgm:presLayoutVars>
      </dgm:prSet>
      <dgm:spPr/>
    </dgm:pt>
    <dgm:pt modelId="{381B3400-2789-4BFD-8F1C-5582C7B07E7E}" type="pres">
      <dgm:prSet presAssocID="{D5B4F600-3F78-491D-BC4E-3BA6446438A3}" presName="spacer" presStyleCnt="0"/>
      <dgm:spPr/>
    </dgm:pt>
    <dgm:pt modelId="{71C86306-372C-480E-898C-31A9C0F01271}" type="pres">
      <dgm:prSet presAssocID="{069F3BCF-14DF-4090-B288-2FE1C39156B7}" presName="parentText" presStyleLbl="node1" presStyleIdx="2" presStyleCnt="6">
        <dgm:presLayoutVars>
          <dgm:chMax val="0"/>
          <dgm:bulletEnabled val="1"/>
        </dgm:presLayoutVars>
      </dgm:prSet>
      <dgm:spPr/>
    </dgm:pt>
    <dgm:pt modelId="{8D6AE162-431C-4D69-BA23-3B893DBB6572}" type="pres">
      <dgm:prSet presAssocID="{07A2F733-E279-4909-97F7-BD8B12C32473}" presName="spacer" presStyleCnt="0"/>
      <dgm:spPr/>
    </dgm:pt>
    <dgm:pt modelId="{B2715692-D462-4EDF-908B-85EE020CDD82}" type="pres">
      <dgm:prSet presAssocID="{F8BBCFC0-0C23-43B5-A128-03E4933514D3}" presName="parentText" presStyleLbl="node1" presStyleIdx="3" presStyleCnt="6">
        <dgm:presLayoutVars>
          <dgm:chMax val="0"/>
          <dgm:bulletEnabled val="1"/>
        </dgm:presLayoutVars>
      </dgm:prSet>
      <dgm:spPr/>
    </dgm:pt>
    <dgm:pt modelId="{3F52BBCE-6494-45C3-80D7-3E188AB51193}" type="pres">
      <dgm:prSet presAssocID="{CAAC6F5F-408B-407B-8AC1-15C60C22A17C}" presName="spacer" presStyleCnt="0"/>
      <dgm:spPr/>
    </dgm:pt>
    <dgm:pt modelId="{3B245D8B-2839-4769-AAF6-7B4253855984}" type="pres">
      <dgm:prSet presAssocID="{2E9483ED-5D25-4583-8D61-5019568EDA79}" presName="parentText" presStyleLbl="node1" presStyleIdx="4" presStyleCnt="6">
        <dgm:presLayoutVars>
          <dgm:chMax val="0"/>
          <dgm:bulletEnabled val="1"/>
        </dgm:presLayoutVars>
      </dgm:prSet>
      <dgm:spPr/>
    </dgm:pt>
    <dgm:pt modelId="{8A0DBBDB-84C2-469A-A2D8-7460A34B938C}" type="pres">
      <dgm:prSet presAssocID="{C7228E68-595D-45F6-B529-D1C0FBD1B8FC}" presName="spacer" presStyleCnt="0"/>
      <dgm:spPr/>
    </dgm:pt>
    <dgm:pt modelId="{3F21AAD9-99A5-4115-B700-118D97671086}" type="pres">
      <dgm:prSet presAssocID="{B160935F-7CDC-461F-896F-0C9A81E1C39B}" presName="parentText" presStyleLbl="node1" presStyleIdx="5" presStyleCnt="6">
        <dgm:presLayoutVars>
          <dgm:chMax val="0"/>
          <dgm:bulletEnabled val="1"/>
        </dgm:presLayoutVars>
      </dgm:prSet>
      <dgm:spPr/>
    </dgm:pt>
  </dgm:ptLst>
  <dgm:cxnLst>
    <dgm:cxn modelId="{F4119503-35D3-4964-B662-F713633C3647}" srcId="{38CAF228-C70E-43C4-B248-C2DCC42C6A87}" destId="{F8BBCFC0-0C23-43B5-A128-03E4933514D3}" srcOrd="3" destOrd="0" parTransId="{D7C0FD2D-3EE3-4258-9499-98D8842BCA6C}" sibTransId="{CAAC6F5F-408B-407B-8AC1-15C60C22A17C}"/>
    <dgm:cxn modelId="{DBD3CD08-E50E-49F1-A07D-98ABA40CC07C}" type="presOf" srcId="{64752497-9511-4CBA-A8FE-530626F4AF9B}" destId="{DC908C99-35E6-44F5-B144-983771974BE2}" srcOrd="0" destOrd="0" presId="urn:microsoft.com/office/officeart/2005/8/layout/vList2"/>
    <dgm:cxn modelId="{5054841F-B7BD-49B7-8ABE-F6120E36DDB1}" type="presOf" srcId="{2E9483ED-5D25-4583-8D61-5019568EDA79}" destId="{3B245D8B-2839-4769-AAF6-7B4253855984}" srcOrd="0" destOrd="0" presId="urn:microsoft.com/office/officeart/2005/8/layout/vList2"/>
    <dgm:cxn modelId="{AF2D425D-9115-49ED-84AF-C9B60C18289A}" type="presOf" srcId="{B160935F-7CDC-461F-896F-0C9A81E1C39B}" destId="{3F21AAD9-99A5-4115-B700-118D97671086}" srcOrd="0" destOrd="0" presId="urn:microsoft.com/office/officeart/2005/8/layout/vList2"/>
    <dgm:cxn modelId="{A3C8AB5E-A1FC-46B1-A1C0-C8BB6BD19B07}" type="presOf" srcId="{F8BBCFC0-0C23-43B5-A128-03E4933514D3}" destId="{B2715692-D462-4EDF-908B-85EE020CDD82}" srcOrd="0" destOrd="0" presId="urn:microsoft.com/office/officeart/2005/8/layout/vList2"/>
    <dgm:cxn modelId="{EBD97442-5BC5-4D93-ACC4-210D27F3DBA0}" srcId="{38CAF228-C70E-43C4-B248-C2DCC42C6A87}" destId="{069F3BCF-14DF-4090-B288-2FE1C39156B7}" srcOrd="2" destOrd="0" parTransId="{0B225AC1-AEF1-47F6-B823-17084C7AA6B5}" sibTransId="{07A2F733-E279-4909-97F7-BD8B12C32473}"/>
    <dgm:cxn modelId="{F441AE48-C6DA-4FDF-809D-DB344F07C027}" type="presOf" srcId="{1E6051B3-04BF-475D-9E56-7810F793C7DB}" destId="{5B9DA05F-84D9-4B43-8945-A8D8C61ADCCB}" srcOrd="0" destOrd="0" presId="urn:microsoft.com/office/officeart/2005/8/layout/vList2"/>
    <dgm:cxn modelId="{A127066B-F30E-423C-B65F-39A5FBF9CED7}" srcId="{38CAF228-C70E-43C4-B248-C2DCC42C6A87}" destId="{B160935F-7CDC-461F-896F-0C9A81E1C39B}" srcOrd="5" destOrd="0" parTransId="{A856B104-4B42-41B7-9EB4-FA806CF42846}" sibTransId="{B6B7F9D2-CEFE-4DCA-B228-AFD46A338268}"/>
    <dgm:cxn modelId="{C0E58C56-6E6E-41E8-B907-56E089FC6C5A}" type="presOf" srcId="{069F3BCF-14DF-4090-B288-2FE1C39156B7}" destId="{71C86306-372C-480E-898C-31A9C0F01271}" srcOrd="0" destOrd="0" presId="urn:microsoft.com/office/officeart/2005/8/layout/vList2"/>
    <dgm:cxn modelId="{DFD2E68A-3D57-45B9-AEA3-A05724AE06F4}" srcId="{38CAF228-C70E-43C4-B248-C2DCC42C6A87}" destId="{2E9483ED-5D25-4583-8D61-5019568EDA79}" srcOrd="4" destOrd="0" parTransId="{B3F2CF6F-4C9A-4EAF-B661-4483A782C513}" sibTransId="{C7228E68-595D-45F6-B529-D1C0FBD1B8FC}"/>
    <dgm:cxn modelId="{E1CF17B4-E088-45DE-B130-2612DDC82C26}" srcId="{38CAF228-C70E-43C4-B248-C2DCC42C6A87}" destId="{64752497-9511-4CBA-A8FE-530626F4AF9B}" srcOrd="0" destOrd="0" parTransId="{9C1C9219-750C-4094-A553-4B9DC62D952B}" sibTransId="{E1BD188A-AE4B-4ED2-8ED6-29F1CDAD0208}"/>
    <dgm:cxn modelId="{21DB6BCA-192B-4E9D-9852-90D74ACB34F5}" srcId="{38CAF228-C70E-43C4-B248-C2DCC42C6A87}" destId="{1E6051B3-04BF-475D-9E56-7810F793C7DB}" srcOrd="1" destOrd="0" parTransId="{6CA03C6C-F32A-469C-ABCD-0277F348217A}" sibTransId="{D5B4F600-3F78-491D-BC4E-3BA6446438A3}"/>
    <dgm:cxn modelId="{C2B42FE5-1F02-4DCD-A335-C7C120C6B5D0}" type="presOf" srcId="{38CAF228-C70E-43C4-B248-C2DCC42C6A87}" destId="{33A8B12B-FEFF-4A4B-988E-2E0A309885BA}" srcOrd="0" destOrd="0" presId="urn:microsoft.com/office/officeart/2005/8/layout/vList2"/>
    <dgm:cxn modelId="{EBB8387F-24A0-41CD-9170-36551FD16489}" type="presParOf" srcId="{33A8B12B-FEFF-4A4B-988E-2E0A309885BA}" destId="{DC908C99-35E6-44F5-B144-983771974BE2}" srcOrd="0" destOrd="0" presId="urn:microsoft.com/office/officeart/2005/8/layout/vList2"/>
    <dgm:cxn modelId="{30E1BF52-9693-4B7B-B90D-30720E124F4C}" type="presParOf" srcId="{33A8B12B-FEFF-4A4B-988E-2E0A309885BA}" destId="{5AEC772F-73E5-465F-B0C6-2C5C17F8C158}" srcOrd="1" destOrd="0" presId="urn:microsoft.com/office/officeart/2005/8/layout/vList2"/>
    <dgm:cxn modelId="{809BC17B-DE98-495F-91E0-1E0F7AF0C9C7}" type="presParOf" srcId="{33A8B12B-FEFF-4A4B-988E-2E0A309885BA}" destId="{5B9DA05F-84D9-4B43-8945-A8D8C61ADCCB}" srcOrd="2" destOrd="0" presId="urn:microsoft.com/office/officeart/2005/8/layout/vList2"/>
    <dgm:cxn modelId="{CBBD6967-8B4F-4CA6-A634-80FE35F314ED}" type="presParOf" srcId="{33A8B12B-FEFF-4A4B-988E-2E0A309885BA}" destId="{381B3400-2789-4BFD-8F1C-5582C7B07E7E}" srcOrd="3" destOrd="0" presId="urn:microsoft.com/office/officeart/2005/8/layout/vList2"/>
    <dgm:cxn modelId="{8239E119-4AC6-4CF3-B483-74C3D7C88D36}" type="presParOf" srcId="{33A8B12B-FEFF-4A4B-988E-2E0A309885BA}" destId="{71C86306-372C-480E-898C-31A9C0F01271}" srcOrd="4" destOrd="0" presId="urn:microsoft.com/office/officeart/2005/8/layout/vList2"/>
    <dgm:cxn modelId="{EC0F45B1-D4B8-4E2E-A1E8-4F18B9101688}" type="presParOf" srcId="{33A8B12B-FEFF-4A4B-988E-2E0A309885BA}" destId="{8D6AE162-431C-4D69-BA23-3B893DBB6572}" srcOrd="5" destOrd="0" presId="urn:microsoft.com/office/officeart/2005/8/layout/vList2"/>
    <dgm:cxn modelId="{D740CF78-386B-4FBC-A2B2-519BB7EABC61}" type="presParOf" srcId="{33A8B12B-FEFF-4A4B-988E-2E0A309885BA}" destId="{B2715692-D462-4EDF-908B-85EE020CDD82}" srcOrd="6" destOrd="0" presId="urn:microsoft.com/office/officeart/2005/8/layout/vList2"/>
    <dgm:cxn modelId="{D79F6071-F5C7-484A-B99F-23F59ED50530}" type="presParOf" srcId="{33A8B12B-FEFF-4A4B-988E-2E0A309885BA}" destId="{3F52BBCE-6494-45C3-80D7-3E188AB51193}" srcOrd="7" destOrd="0" presId="urn:microsoft.com/office/officeart/2005/8/layout/vList2"/>
    <dgm:cxn modelId="{2DDD32E2-C591-4A71-A8A7-87A7A2C6AA7C}" type="presParOf" srcId="{33A8B12B-FEFF-4A4B-988E-2E0A309885BA}" destId="{3B245D8B-2839-4769-AAF6-7B4253855984}" srcOrd="8" destOrd="0" presId="urn:microsoft.com/office/officeart/2005/8/layout/vList2"/>
    <dgm:cxn modelId="{0CC77282-63CC-4E13-A8B9-65F88B5BBA06}" type="presParOf" srcId="{33A8B12B-FEFF-4A4B-988E-2E0A309885BA}" destId="{8A0DBBDB-84C2-469A-A2D8-7460A34B938C}" srcOrd="9" destOrd="0" presId="urn:microsoft.com/office/officeart/2005/8/layout/vList2"/>
    <dgm:cxn modelId="{8C1C36FA-0604-403A-AC42-EB15F12505E0}" type="presParOf" srcId="{33A8B12B-FEFF-4A4B-988E-2E0A309885BA}" destId="{3F21AAD9-99A5-4115-B700-118D97671086}"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64752497-9511-4CBA-A8FE-530626F4AF9B}">
      <dgm:prSet phldr="0"/>
      <dgm:spPr/>
      <dgm:t>
        <a:bodyPr/>
        <a:lstStyle/>
        <a:p>
          <a:pPr algn="l" rtl="0"/>
          <a:r>
            <a:rPr lang="en-IN">
              <a:solidFill>
                <a:srgbClr val="343541"/>
              </a:solidFill>
              <a:latin typeface="system-ui"/>
            </a:rPr>
            <a:t>T5</a:t>
          </a:r>
          <a:r>
            <a:rPr lang="en-IN">
              <a:solidFill>
                <a:srgbClr val="343541"/>
              </a:solidFill>
              <a:latin typeface="system-ui"/>
              <a:cs typeface="Calibri"/>
            </a:rPr>
            <a:t> </a:t>
          </a:r>
          <a:r>
            <a:rPr lang="en-IN">
              <a:solidFill>
                <a:srgbClr val="343541"/>
              </a:solidFill>
              <a:latin typeface="system-ui"/>
            </a:rPr>
            <a:t>(Text-To-Text Transfer </a:t>
          </a:r>
          <a:r>
            <a:rPr lang="en-IN">
              <a:solidFill>
                <a:srgbClr val="343541"/>
              </a:solidFill>
              <a:latin typeface="system-ui"/>
              <a:cs typeface="Calibri"/>
            </a:rPr>
            <a:t>Transformer</a:t>
          </a:r>
          <a:r>
            <a:rPr lang="en-IN">
              <a:solidFill>
                <a:srgbClr val="343541"/>
              </a:solidFill>
              <a:latin typeface="system-ui"/>
              <a:ea typeface="Calibri"/>
              <a:cs typeface="Calibri"/>
            </a:rPr>
            <a:t>) is a transformer-based model in Natural Language Processing (NLP).</a:t>
          </a:r>
          <a:endParaRPr lang="en-IN">
            <a:solidFill>
              <a:srgbClr val="343541"/>
            </a:solidFill>
            <a:latin typeface="Calibri"/>
            <a:cs typeface="Calibri"/>
          </a:endParaRPr>
        </a:p>
      </dgm:t>
    </dgm:pt>
    <dgm:pt modelId="{9C1C9219-750C-4094-A553-4B9DC62D952B}" type="parTrans" cxnId="{E1CF17B4-E088-45DE-B130-2612DDC82C26}">
      <dgm:prSet/>
      <dgm:spPr/>
    </dgm:pt>
    <dgm:pt modelId="{E1BD188A-AE4B-4ED2-8ED6-29F1CDAD0208}" type="sibTrans" cxnId="{E1CF17B4-E088-45DE-B130-2612DDC82C26}">
      <dgm:prSet/>
      <dgm:spPr/>
    </dgm:pt>
    <dgm:pt modelId="{3A241C9E-9439-48AD-B8A5-64BD21EC5FCB}">
      <dgm:prSet phldr="0"/>
      <dgm:spPr/>
      <dgm:t>
        <a:bodyPr/>
        <a:lstStyle/>
        <a:p>
          <a:pPr algn="l" rtl="0"/>
          <a:r>
            <a:rPr lang="en-IN">
              <a:solidFill>
                <a:srgbClr val="343541"/>
              </a:solidFill>
              <a:latin typeface="system-ui"/>
              <a:cs typeface="Calibri"/>
            </a:rPr>
            <a:t>T5 has demonstrated strong performance across a wide range of NLP tasks, showcasing the potential of a unified text-to-text approach. </a:t>
          </a:r>
        </a:p>
      </dgm:t>
    </dgm:pt>
    <dgm:pt modelId="{CC74B0E9-14D5-4CD0-9480-9657171BB0A2}" type="parTrans" cxnId="{C1C1C697-A5F1-4FA6-92E3-35146ABBA848}">
      <dgm:prSet/>
      <dgm:spPr/>
    </dgm:pt>
    <dgm:pt modelId="{C741C776-336F-4D8E-B83C-098125D8D6CD}" type="sibTrans" cxnId="{C1C1C697-A5F1-4FA6-92E3-35146ABBA848}">
      <dgm:prSet/>
      <dgm:spPr/>
    </dgm:pt>
    <dgm:pt modelId="{CE13772A-9112-4CA1-AB4B-A58C4CD3BE1B}">
      <dgm:prSet phldr="0"/>
      <dgm:spPr/>
      <dgm:t>
        <a:bodyPr/>
        <a:lstStyle/>
        <a:p>
          <a:pPr algn="l" rtl="0"/>
          <a:r>
            <a:rPr lang="en-IN">
              <a:solidFill>
                <a:srgbClr val="343541"/>
              </a:solidFill>
              <a:latin typeface="system-ui"/>
              <a:ea typeface="Calibri"/>
              <a:cs typeface="Calibri"/>
            </a:rPr>
            <a:t>It is introduced by researchers at Google in </a:t>
          </a:r>
          <a:r>
            <a:rPr lang="en-IN">
              <a:solidFill>
                <a:srgbClr val="343541"/>
              </a:solidFill>
              <a:latin typeface="system-ui"/>
            </a:rPr>
            <a:t>the paper "Exploring the Limits </a:t>
          </a:r>
          <a:r>
            <a:rPr lang="en-IN">
              <a:solidFill>
                <a:srgbClr val="343541"/>
              </a:solidFill>
              <a:latin typeface="system-ui"/>
              <a:ea typeface="Calibri"/>
              <a:cs typeface="Calibri"/>
            </a:rPr>
            <a:t>of </a:t>
          </a:r>
          <a:r>
            <a:rPr lang="en-IN">
              <a:solidFill>
                <a:srgbClr val="343541"/>
              </a:solidFill>
              <a:latin typeface="system-ui"/>
            </a:rPr>
            <a:t>Transfer Learning with a Unified Text-to-Text Transformer"</a:t>
          </a:r>
          <a:r>
            <a:rPr lang="en-IN">
              <a:solidFill>
                <a:srgbClr val="343541"/>
              </a:solidFill>
              <a:latin typeface="system-ui"/>
              <a:cs typeface="Calibri"/>
            </a:rPr>
            <a:t> </a:t>
          </a:r>
          <a:r>
            <a:rPr lang="en-IN">
              <a:solidFill>
                <a:srgbClr val="343541"/>
              </a:solidFill>
              <a:latin typeface="system-ui"/>
            </a:rPr>
            <a:t>in 2019. </a:t>
          </a:r>
          <a:endParaRPr lang="en-US">
            <a:latin typeface="Calibri"/>
            <a:cs typeface="Calibri"/>
          </a:endParaRPr>
        </a:p>
      </dgm:t>
    </dgm:pt>
    <dgm:pt modelId="{05E0D78C-0FD3-4D62-945D-6885A681CDC5}" type="parTrans" cxnId="{7847F49F-EBD1-4B6E-BEA6-AA2347D2A744}">
      <dgm:prSet/>
      <dgm:spPr/>
    </dgm:pt>
    <dgm:pt modelId="{CE510DC6-80B4-4AD6-B761-F66782533388}" type="sibTrans" cxnId="{7847F49F-EBD1-4B6E-BEA6-AA2347D2A744}">
      <dgm:prSet/>
      <dgm:spPr/>
    </dgm:pt>
    <dgm:pt modelId="{28F8E637-1E2C-4DE5-9D3D-A0054D5F895C}">
      <dgm:prSet phldr="0"/>
      <dgm:spPr/>
      <dgm:t>
        <a:bodyPr/>
        <a:lstStyle/>
        <a:p>
          <a:pPr rtl="0"/>
          <a:r>
            <a:rPr lang="en-IN">
              <a:solidFill>
                <a:srgbClr val="343541"/>
              </a:solidFill>
              <a:latin typeface="system-ui"/>
            </a:rPr>
            <a:t>T5 is distinctive </a:t>
          </a:r>
          <a:r>
            <a:rPr lang="en-IN">
              <a:solidFill>
                <a:srgbClr val="343541"/>
              </a:solidFill>
              <a:latin typeface="system-ui"/>
              <a:cs typeface="Calibri"/>
            </a:rPr>
            <a:t>in its approach, treating all NLP tasks as a text-to-text problem, unifying various tasks under a single framework. </a:t>
          </a:r>
          <a:endParaRPr lang="en-US">
            <a:latin typeface="Calibri"/>
            <a:cs typeface="Calibri"/>
          </a:endParaRPr>
        </a:p>
      </dgm:t>
    </dgm:pt>
    <dgm:pt modelId="{CFFAAC14-1EC3-468D-8F07-D451A60899C0}" type="parTrans" cxnId="{6B710860-4FBB-4229-9434-44297C6A967B}">
      <dgm:prSet/>
      <dgm:spPr/>
    </dgm:pt>
    <dgm:pt modelId="{0B8C3CB8-44E8-45DD-8BFA-620C6A8DA6D6}" type="sibTrans" cxnId="{6B710860-4FBB-4229-9434-44297C6A967B}">
      <dgm:prSet/>
      <dgm:spPr/>
    </dgm:pt>
    <dgm:pt modelId="{02E7EE1B-DA9F-48BD-BA7C-BCB0AA70F21C}">
      <dgm:prSet phldr="0"/>
      <dgm:spPr/>
      <dgm:t>
        <a:bodyPr/>
        <a:lstStyle/>
        <a:p>
          <a:r>
            <a:rPr lang="en-IN">
              <a:solidFill>
                <a:srgbClr val="343541"/>
              </a:solidFill>
              <a:latin typeface="system-ui"/>
              <a:cs typeface="Calibri"/>
            </a:rPr>
            <a:t>This enables T5 to seamlessly handle a wide range of NLP tasks using a consistent input-output format.</a:t>
          </a:r>
          <a:endParaRPr lang="en-US"/>
        </a:p>
      </dgm:t>
    </dgm:pt>
    <dgm:pt modelId="{A5016D6E-A429-4A8C-BA92-D4D04076A19F}" type="parTrans" cxnId="{D311A633-35D7-45BE-94AF-F4684EBAE427}">
      <dgm:prSet/>
      <dgm:spPr/>
    </dgm:pt>
    <dgm:pt modelId="{C1A0D1A8-83DE-4914-8387-157624FB1007}" type="sibTrans" cxnId="{D311A633-35D7-45BE-94AF-F4684EBAE427}">
      <dgm:prSet/>
      <dgm:spPr/>
    </dgm:pt>
    <dgm:pt modelId="{19EDD574-2A31-439D-9E7F-C21AD77370E0}">
      <dgm:prSet phldr="0"/>
      <dgm:spPr/>
      <dgm:t>
        <a:bodyPr/>
        <a:lstStyle/>
        <a:p>
          <a:r>
            <a:rPr lang="en-IN">
              <a:solidFill>
                <a:srgbClr val="343541"/>
              </a:solidFill>
              <a:latin typeface="system-ui"/>
              <a:cs typeface="Calibri"/>
            </a:rPr>
            <a:t>Its versatility and effectiveness make it a valuable tool for researchers and practitioners working on various natural language understanding and generation challenges.</a:t>
          </a:r>
          <a:endParaRPr lang="en-US"/>
        </a:p>
      </dgm:t>
    </dgm:pt>
    <dgm:pt modelId="{966297DD-C18D-4386-827C-98A0C7A99029}" type="parTrans" cxnId="{562A1803-DE08-4F8C-A6FF-066B8D9B4EE8}">
      <dgm:prSet/>
      <dgm:spPr/>
    </dgm:pt>
    <dgm:pt modelId="{3C980BEC-43C3-4CB1-BAA0-791FD1C3E407}" type="sibTrans" cxnId="{562A1803-DE08-4F8C-A6FF-066B8D9B4EE8}">
      <dgm:prSet/>
      <dgm:spPr/>
    </dgm:pt>
    <dgm:pt modelId="{33A8B12B-FEFF-4A4B-988E-2E0A309885BA}" type="pres">
      <dgm:prSet presAssocID="{38CAF228-C70E-43C4-B248-C2DCC42C6A87}" presName="linear" presStyleCnt="0">
        <dgm:presLayoutVars>
          <dgm:animLvl val="lvl"/>
          <dgm:resizeHandles val="exact"/>
        </dgm:presLayoutVars>
      </dgm:prSet>
      <dgm:spPr/>
    </dgm:pt>
    <dgm:pt modelId="{DC908C99-35E6-44F5-B144-983771974BE2}" type="pres">
      <dgm:prSet presAssocID="{64752497-9511-4CBA-A8FE-530626F4AF9B}" presName="parentText" presStyleLbl="node1" presStyleIdx="0" presStyleCnt="6">
        <dgm:presLayoutVars>
          <dgm:chMax val="0"/>
          <dgm:bulletEnabled val="1"/>
        </dgm:presLayoutVars>
      </dgm:prSet>
      <dgm:spPr/>
    </dgm:pt>
    <dgm:pt modelId="{C4845E2F-8D4C-45F8-B094-33A37D532E6C}" type="pres">
      <dgm:prSet presAssocID="{E1BD188A-AE4B-4ED2-8ED6-29F1CDAD0208}" presName="spacer" presStyleCnt="0"/>
      <dgm:spPr/>
    </dgm:pt>
    <dgm:pt modelId="{53DD5761-B08A-439F-85EA-E0351571F5E7}" type="pres">
      <dgm:prSet presAssocID="{CE13772A-9112-4CA1-AB4B-A58C4CD3BE1B}" presName="parentText" presStyleLbl="node1" presStyleIdx="1" presStyleCnt="6">
        <dgm:presLayoutVars>
          <dgm:chMax val="0"/>
          <dgm:bulletEnabled val="1"/>
        </dgm:presLayoutVars>
      </dgm:prSet>
      <dgm:spPr/>
    </dgm:pt>
    <dgm:pt modelId="{85A37402-D72E-4153-B052-52C4AD04212F}" type="pres">
      <dgm:prSet presAssocID="{CE510DC6-80B4-4AD6-B761-F66782533388}" presName="spacer" presStyleCnt="0"/>
      <dgm:spPr/>
    </dgm:pt>
    <dgm:pt modelId="{69C8FD79-3A1D-4EA2-9CD7-5DBB63AAED73}" type="pres">
      <dgm:prSet presAssocID="{28F8E637-1E2C-4DE5-9D3D-A0054D5F895C}" presName="parentText" presStyleLbl="node1" presStyleIdx="2" presStyleCnt="6">
        <dgm:presLayoutVars>
          <dgm:chMax val="0"/>
          <dgm:bulletEnabled val="1"/>
        </dgm:presLayoutVars>
      </dgm:prSet>
      <dgm:spPr/>
    </dgm:pt>
    <dgm:pt modelId="{D5838C5C-F22B-4BFC-AC3C-DC85075E8B91}" type="pres">
      <dgm:prSet presAssocID="{0B8C3CB8-44E8-45DD-8BFA-620C6A8DA6D6}" presName="spacer" presStyleCnt="0"/>
      <dgm:spPr/>
    </dgm:pt>
    <dgm:pt modelId="{768D6327-1DD3-4B26-9F47-E5171B5EBF9A}" type="pres">
      <dgm:prSet presAssocID="{02E7EE1B-DA9F-48BD-BA7C-BCB0AA70F21C}" presName="parentText" presStyleLbl="node1" presStyleIdx="3" presStyleCnt="6">
        <dgm:presLayoutVars>
          <dgm:chMax val="0"/>
          <dgm:bulletEnabled val="1"/>
        </dgm:presLayoutVars>
      </dgm:prSet>
      <dgm:spPr/>
    </dgm:pt>
    <dgm:pt modelId="{27FE1763-2123-44A7-AAD7-F1B36FCE0D8D}" type="pres">
      <dgm:prSet presAssocID="{C1A0D1A8-83DE-4914-8387-157624FB1007}" presName="spacer" presStyleCnt="0"/>
      <dgm:spPr/>
    </dgm:pt>
    <dgm:pt modelId="{EA6D346E-03AA-4E1B-9C48-D0B9C3C39566}" type="pres">
      <dgm:prSet presAssocID="{3A241C9E-9439-48AD-B8A5-64BD21EC5FCB}" presName="parentText" presStyleLbl="node1" presStyleIdx="4" presStyleCnt="6">
        <dgm:presLayoutVars>
          <dgm:chMax val="0"/>
          <dgm:bulletEnabled val="1"/>
        </dgm:presLayoutVars>
      </dgm:prSet>
      <dgm:spPr/>
    </dgm:pt>
    <dgm:pt modelId="{A103CE15-598E-451A-B745-040966072055}" type="pres">
      <dgm:prSet presAssocID="{C741C776-336F-4D8E-B83C-098125D8D6CD}" presName="spacer" presStyleCnt="0"/>
      <dgm:spPr/>
    </dgm:pt>
    <dgm:pt modelId="{152CFA50-F8C7-46F0-86C9-16E2A1E0D8F3}" type="pres">
      <dgm:prSet presAssocID="{19EDD574-2A31-439D-9E7F-C21AD77370E0}" presName="parentText" presStyleLbl="node1" presStyleIdx="5" presStyleCnt="6">
        <dgm:presLayoutVars>
          <dgm:chMax val="0"/>
          <dgm:bulletEnabled val="1"/>
        </dgm:presLayoutVars>
      </dgm:prSet>
      <dgm:spPr/>
    </dgm:pt>
  </dgm:ptLst>
  <dgm:cxnLst>
    <dgm:cxn modelId="{625E6101-9154-45E9-B40F-D357783D4243}" type="presOf" srcId="{3A241C9E-9439-48AD-B8A5-64BD21EC5FCB}" destId="{EA6D346E-03AA-4E1B-9C48-D0B9C3C39566}" srcOrd="0" destOrd="0" presId="urn:microsoft.com/office/officeart/2005/8/layout/vList2"/>
    <dgm:cxn modelId="{EFAB1802-A979-4F2C-BD22-920FE0F202F0}" type="presOf" srcId="{19EDD574-2A31-439D-9E7F-C21AD77370E0}" destId="{152CFA50-F8C7-46F0-86C9-16E2A1E0D8F3}" srcOrd="0" destOrd="0" presId="urn:microsoft.com/office/officeart/2005/8/layout/vList2"/>
    <dgm:cxn modelId="{562A1803-DE08-4F8C-A6FF-066B8D9B4EE8}" srcId="{38CAF228-C70E-43C4-B248-C2DCC42C6A87}" destId="{19EDD574-2A31-439D-9E7F-C21AD77370E0}" srcOrd="5" destOrd="0" parTransId="{966297DD-C18D-4386-827C-98A0C7A99029}" sibTransId="{3C980BEC-43C3-4CB1-BAA0-791FD1C3E407}"/>
    <dgm:cxn modelId="{32D0700C-EA77-452B-9772-292BC6737C6B}" type="presOf" srcId="{CE13772A-9112-4CA1-AB4B-A58C4CD3BE1B}" destId="{53DD5761-B08A-439F-85EA-E0351571F5E7}" srcOrd="0" destOrd="0" presId="urn:microsoft.com/office/officeart/2005/8/layout/vList2"/>
    <dgm:cxn modelId="{D311A633-35D7-45BE-94AF-F4684EBAE427}" srcId="{38CAF228-C70E-43C4-B248-C2DCC42C6A87}" destId="{02E7EE1B-DA9F-48BD-BA7C-BCB0AA70F21C}" srcOrd="3" destOrd="0" parTransId="{A5016D6E-A429-4A8C-BA92-D4D04076A19F}" sibTransId="{C1A0D1A8-83DE-4914-8387-157624FB1007}"/>
    <dgm:cxn modelId="{6B710860-4FBB-4229-9434-44297C6A967B}" srcId="{38CAF228-C70E-43C4-B248-C2DCC42C6A87}" destId="{28F8E637-1E2C-4DE5-9D3D-A0054D5F895C}" srcOrd="2" destOrd="0" parTransId="{CFFAAC14-1EC3-468D-8F07-D451A60899C0}" sibTransId="{0B8C3CB8-44E8-45DD-8BFA-620C6A8DA6D6}"/>
    <dgm:cxn modelId="{076B7D68-E791-4C83-9AD1-066D859C0B45}" type="presOf" srcId="{28F8E637-1E2C-4DE5-9D3D-A0054D5F895C}" destId="{69C8FD79-3A1D-4EA2-9CD7-5DBB63AAED73}" srcOrd="0" destOrd="0" presId="urn:microsoft.com/office/officeart/2005/8/layout/vList2"/>
    <dgm:cxn modelId="{C1C1C697-A5F1-4FA6-92E3-35146ABBA848}" srcId="{38CAF228-C70E-43C4-B248-C2DCC42C6A87}" destId="{3A241C9E-9439-48AD-B8A5-64BD21EC5FCB}" srcOrd="4" destOrd="0" parTransId="{CC74B0E9-14D5-4CD0-9480-9657171BB0A2}" sibTransId="{C741C776-336F-4D8E-B83C-098125D8D6CD}"/>
    <dgm:cxn modelId="{7847F49F-EBD1-4B6E-BEA6-AA2347D2A744}" srcId="{38CAF228-C70E-43C4-B248-C2DCC42C6A87}" destId="{CE13772A-9112-4CA1-AB4B-A58C4CD3BE1B}" srcOrd="1" destOrd="0" parTransId="{05E0D78C-0FD3-4D62-945D-6885A681CDC5}" sibTransId="{CE510DC6-80B4-4AD6-B761-F66782533388}"/>
    <dgm:cxn modelId="{AB9AB4A5-D69F-4C73-B22D-95C3637B3E3A}" type="presOf" srcId="{64752497-9511-4CBA-A8FE-530626F4AF9B}" destId="{DC908C99-35E6-44F5-B144-983771974BE2}" srcOrd="0" destOrd="0" presId="urn:microsoft.com/office/officeart/2005/8/layout/vList2"/>
    <dgm:cxn modelId="{E1CF17B4-E088-45DE-B130-2612DDC82C26}" srcId="{38CAF228-C70E-43C4-B248-C2DCC42C6A87}" destId="{64752497-9511-4CBA-A8FE-530626F4AF9B}" srcOrd="0" destOrd="0" parTransId="{9C1C9219-750C-4094-A553-4B9DC62D952B}" sibTransId="{E1BD188A-AE4B-4ED2-8ED6-29F1CDAD0208}"/>
    <dgm:cxn modelId="{C2B42FE5-1F02-4DCD-A335-C7C120C6B5D0}" type="presOf" srcId="{38CAF228-C70E-43C4-B248-C2DCC42C6A87}" destId="{33A8B12B-FEFF-4A4B-988E-2E0A309885BA}" srcOrd="0" destOrd="0" presId="urn:microsoft.com/office/officeart/2005/8/layout/vList2"/>
    <dgm:cxn modelId="{3AEABFEB-9570-461F-9F4E-B2C98ADF2B65}" type="presOf" srcId="{02E7EE1B-DA9F-48BD-BA7C-BCB0AA70F21C}" destId="{768D6327-1DD3-4B26-9F47-E5171B5EBF9A}" srcOrd="0" destOrd="0" presId="urn:microsoft.com/office/officeart/2005/8/layout/vList2"/>
    <dgm:cxn modelId="{FF9DE055-2DE2-429A-87DA-B8899C2F3FA0}" type="presParOf" srcId="{33A8B12B-FEFF-4A4B-988E-2E0A309885BA}" destId="{DC908C99-35E6-44F5-B144-983771974BE2}" srcOrd="0" destOrd="0" presId="urn:microsoft.com/office/officeart/2005/8/layout/vList2"/>
    <dgm:cxn modelId="{B38D447C-45A3-4324-96EC-927E05DF4610}" type="presParOf" srcId="{33A8B12B-FEFF-4A4B-988E-2E0A309885BA}" destId="{C4845E2F-8D4C-45F8-B094-33A37D532E6C}" srcOrd="1" destOrd="0" presId="urn:microsoft.com/office/officeart/2005/8/layout/vList2"/>
    <dgm:cxn modelId="{F50356D7-B746-4D1B-A087-66925766AA82}" type="presParOf" srcId="{33A8B12B-FEFF-4A4B-988E-2E0A309885BA}" destId="{53DD5761-B08A-439F-85EA-E0351571F5E7}" srcOrd="2" destOrd="0" presId="urn:microsoft.com/office/officeart/2005/8/layout/vList2"/>
    <dgm:cxn modelId="{76CFAE7D-3D0A-46EB-90F6-F7C7C24CD7F9}" type="presParOf" srcId="{33A8B12B-FEFF-4A4B-988E-2E0A309885BA}" destId="{85A37402-D72E-4153-B052-52C4AD04212F}" srcOrd="3" destOrd="0" presId="urn:microsoft.com/office/officeart/2005/8/layout/vList2"/>
    <dgm:cxn modelId="{D79647BA-826D-46A7-B741-3F0847ABD234}" type="presParOf" srcId="{33A8B12B-FEFF-4A4B-988E-2E0A309885BA}" destId="{69C8FD79-3A1D-4EA2-9CD7-5DBB63AAED73}" srcOrd="4" destOrd="0" presId="urn:microsoft.com/office/officeart/2005/8/layout/vList2"/>
    <dgm:cxn modelId="{FE02A454-BD15-40AA-9735-B0E0A0FC9A06}" type="presParOf" srcId="{33A8B12B-FEFF-4A4B-988E-2E0A309885BA}" destId="{D5838C5C-F22B-4BFC-AC3C-DC85075E8B91}" srcOrd="5" destOrd="0" presId="urn:microsoft.com/office/officeart/2005/8/layout/vList2"/>
    <dgm:cxn modelId="{D8CABCFB-66E6-45C8-B7EF-4F38036CEA76}" type="presParOf" srcId="{33A8B12B-FEFF-4A4B-988E-2E0A309885BA}" destId="{768D6327-1DD3-4B26-9F47-E5171B5EBF9A}" srcOrd="6" destOrd="0" presId="urn:microsoft.com/office/officeart/2005/8/layout/vList2"/>
    <dgm:cxn modelId="{A55DF461-22FA-4917-8FCA-FF2B6A54D99C}" type="presParOf" srcId="{33A8B12B-FEFF-4A4B-988E-2E0A309885BA}" destId="{27FE1763-2123-44A7-AAD7-F1B36FCE0D8D}" srcOrd="7" destOrd="0" presId="urn:microsoft.com/office/officeart/2005/8/layout/vList2"/>
    <dgm:cxn modelId="{4BE33C29-7E78-4701-B846-792569588634}" type="presParOf" srcId="{33A8B12B-FEFF-4A4B-988E-2E0A309885BA}" destId="{EA6D346E-03AA-4E1B-9C48-D0B9C3C39566}" srcOrd="8" destOrd="0" presId="urn:microsoft.com/office/officeart/2005/8/layout/vList2"/>
    <dgm:cxn modelId="{3141F900-5556-43D1-A4D1-C93175171D44}" type="presParOf" srcId="{33A8B12B-FEFF-4A4B-988E-2E0A309885BA}" destId="{A103CE15-598E-451A-B745-040966072055}" srcOrd="9" destOrd="0" presId="urn:microsoft.com/office/officeart/2005/8/layout/vList2"/>
    <dgm:cxn modelId="{68249D23-45BA-4977-9802-4177D97E2558}" type="presParOf" srcId="{33A8B12B-FEFF-4A4B-988E-2E0A309885BA}" destId="{152CFA50-F8C7-46F0-86C9-16E2A1E0D8F3}"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64752497-9511-4CBA-A8FE-530626F4AF9B}">
      <dgm:prSet phldr="0"/>
      <dgm:spPr/>
      <dgm:t>
        <a:bodyPr/>
        <a:lstStyle/>
        <a:p>
          <a:pPr algn="l" rtl="0"/>
          <a:r>
            <a:rPr lang="en-IN" dirty="0">
              <a:solidFill>
                <a:srgbClr val="343541"/>
              </a:solidFill>
              <a:latin typeface="system-ui"/>
            </a:rPr>
            <a:t>Hugging</a:t>
          </a:r>
          <a:r>
            <a:rPr lang="en-IN" dirty="0">
              <a:solidFill>
                <a:srgbClr val="343541"/>
              </a:solidFill>
              <a:latin typeface="system-ui"/>
              <a:cs typeface="Calibri"/>
            </a:rPr>
            <a:t> Face Transformers </a:t>
          </a:r>
          <a:r>
            <a:rPr lang="en-IN" dirty="0">
              <a:solidFill>
                <a:srgbClr val="343541"/>
              </a:solidFill>
              <a:latin typeface="system-ui"/>
              <a:ea typeface="Calibri"/>
              <a:cs typeface="Calibri"/>
            </a:rPr>
            <a:t>is an open-source</a:t>
          </a:r>
          <a:r>
            <a:rPr lang="en-IN" dirty="0">
              <a:solidFill>
                <a:srgbClr val="343541"/>
              </a:solidFill>
              <a:latin typeface="system-ui"/>
              <a:cs typeface="Calibri"/>
            </a:rPr>
            <a:t> library and platform that provides </a:t>
          </a:r>
          <a:r>
            <a:rPr lang="en-IN" dirty="0">
              <a:solidFill>
                <a:srgbClr val="343541"/>
              </a:solidFill>
              <a:latin typeface="system-ui"/>
              <a:ea typeface="Calibri"/>
              <a:cs typeface="Calibri"/>
            </a:rPr>
            <a:t>a </a:t>
          </a:r>
          <a:r>
            <a:rPr lang="en-IN" dirty="0">
              <a:solidFill>
                <a:srgbClr val="343541"/>
              </a:solidFill>
              <a:latin typeface="system-ui"/>
              <a:cs typeface="Calibri"/>
            </a:rPr>
            <a:t>collection of pre-trained </a:t>
          </a:r>
          <a:r>
            <a:rPr lang="en-IN" dirty="0">
              <a:solidFill>
                <a:srgbClr val="343541"/>
              </a:solidFill>
              <a:latin typeface="system-ui"/>
              <a:ea typeface="Calibri"/>
              <a:cs typeface="Calibri"/>
            </a:rPr>
            <a:t>transformer-based </a:t>
          </a:r>
          <a:r>
            <a:rPr lang="en-IN" dirty="0">
              <a:solidFill>
                <a:srgbClr val="343541"/>
              </a:solidFill>
              <a:latin typeface="system-ui"/>
              <a:cs typeface="Calibri"/>
            </a:rPr>
            <a:t>models for </a:t>
          </a:r>
          <a:r>
            <a:rPr lang="en-IN" dirty="0">
              <a:solidFill>
                <a:srgbClr val="343541"/>
              </a:solidFill>
              <a:latin typeface="system-ui"/>
              <a:ea typeface="Calibri"/>
              <a:cs typeface="Calibri"/>
            </a:rPr>
            <a:t>Natural Language Processing (NLP).</a:t>
          </a:r>
          <a:r>
            <a:rPr lang="en-IN" dirty="0">
              <a:solidFill>
                <a:srgbClr val="343541"/>
              </a:solidFill>
              <a:latin typeface="system-ui"/>
              <a:cs typeface="Calibri"/>
            </a:rPr>
            <a:t> </a:t>
          </a:r>
          <a:endParaRPr lang="en-IN" dirty="0">
            <a:solidFill>
              <a:srgbClr val="343541"/>
            </a:solidFill>
            <a:latin typeface="Calibri"/>
            <a:ea typeface="Calibri"/>
            <a:cs typeface="Calibri"/>
          </a:endParaRPr>
        </a:p>
      </dgm:t>
    </dgm:pt>
    <dgm:pt modelId="{9C1C9219-750C-4094-A553-4B9DC62D952B}" type="parTrans" cxnId="{E1CF17B4-E088-45DE-B130-2612DDC82C26}">
      <dgm:prSet/>
      <dgm:spPr/>
    </dgm:pt>
    <dgm:pt modelId="{E1BD188A-AE4B-4ED2-8ED6-29F1CDAD0208}" type="sibTrans" cxnId="{E1CF17B4-E088-45DE-B130-2612DDC82C26}">
      <dgm:prSet/>
      <dgm:spPr/>
    </dgm:pt>
    <dgm:pt modelId="{D96CD849-0108-4259-886B-56F766F3C1D9}">
      <dgm:prSet phldr="0"/>
      <dgm:spPr/>
      <dgm:t>
        <a:bodyPr/>
        <a:lstStyle/>
        <a:p>
          <a:pPr algn="l" rtl="0"/>
          <a:r>
            <a:rPr lang="en-IN" dirty="0">
              <a:solidFill>
                <a:srgbClr val="343541"/>
              </a:solidFill>
              <a:latin typeface="system-ui"/>
              <a:cs typeface="Calibri"/>
            </a:rPr>
            <a:t>Hugging Face Transformers has become a go-to resource for researchers, practitioners, and developers in the NLP community. </a:t>
          </a:r>
        </a:p>
      </dgm:t>
    </dgm:pt>
    <dgm:pt modelId="{A3C0260D-7730-488A-BEB2-79BF47D6FF6A}" type="parTrans" cxnId="{0CA05F30-7AE7-4721-B302-E694FF75B686}">
      <dgm:prSet/>
      <dgm:spPr/>
    </dgm:pt>
    <dgm:pt modelId="{E90C33EC-57E1-4A9F-83A7-ED5BB28BC957}" type="sibTrans" cxnId="{0CA05F30-7AE7-4721-B302-E694FF75B686}">
      <dgm:prSet/>
      <dgm:spPr/>
    </dgm:pt>
    <dgm:pt modelId="{671EF6D8-8373-4310-A4B1-9E807DBCBE48}">
      <dgm:prSet phldr="0"/>
      <dgm:spPr/>
      <dgm:t>
        <a:bodyPr/>
        <a:lstStyle/>
        <a:p>
          <a:pPr rtl="0"/>
          <a:r>
            <a:rPr lang="en-IN" dirty="0">
              <a:solidFill>
                <a:srgbClr val="343541"/>
              </a:solidFill>
              <a:latin typeface="system-ui"/>
              <a:ea typeface="Calibri"/>
              <a:cs typeface="Calibri"/>
            </a:rPr>
            <a:t>It is </a:t>
          </a:r>
          <a:r>
            <a:rPr lang="en-IN" dirty="0">
              <a:solidFill>
                <a:srgbClr val="343541"/>
              </a:solidFill>
              <a:latin typeface="system-ui"/>
              <a:cs typeface="Calibri"/>
            </a:rPr>
            <a:t>developed </a:t>
          </a:r>
          <a:r>
            <a:rPr lang="en-IN" dirty="0">
              <a:solidFill>
                <a:srgbClr val="343541"/>
              </a:solidFill>
              <a:latin typeface="system-ui"/>
              <a:ea typeface="Calibri"/>
              <a:cs typeface="Calibri"/>
            </a:rPr>
            <a:t>by </a:t>
          </a:r>
          <a:r>
            <a:rPr lang="en-IN" dirty="0">
              <a:solidFill>
                <a:srgbClr val="343541"/>
              </a:solidFill>
              <a:latin typeface="system-ui"/>
              <a:cs typeface="Calibri"/>
            </a:rPr>
            <a:t>Hugging Face, a company dedicated to democratizing AI and making state-of-the-art models accessible to the broader community.</a:t>
          </a:r>
          <a:r>
            <a:rPr lang="en-IN" dirty="0">
              <a:solidFill>
                <a:srgbClr val="343541"/>
              </a:solidFill>
              <a:latin typeface="system-ui"/>
            </a:rPr>
            <a:t> </a:t>
          </a:r>
          <a:endParaRPr lang="en-US" dirty="0">
            <a:latin typeface="Calibri"/>
            <a:ea typeface="Calibri"/>
            <a:cs typeface="Calibri"/>
          </a:endParaRPr>
        </a:p>
      </dgm:t>
    </dgm:pt>
    <dgm:pt modelId="{026CCC25-97D2-40A2-A4A0-79B7C997F89E}" type="parTrans" cxnId="{20F00937-B878-4BEA-9DA9-86EBCF6E91B3}">
      <dgm:prSet/>
      <dgm:spPr/>
    </dgm:pt>
    <dgm:pt modelId="{EC148274-E3F2-4C50-93BA-B295A1990AE6}" type="sibTrans" cxnId="{20F00937-B878-4BEA-9DA9-86EBCF6E91B3}">
      <dgm:prSet/>
      <dgm:spPr/>
    </dgm:pt>
    <dgm:pt modelId="{9BAC7896-219C-495B-9C73-B3694BB092BB}">
      <dgm:prSet phldr="0"/>
      <dgm:spPr/>
      <dgm:t>
        <a:bodyPr/>
        <a:lstStyle/>
        <a:p>
          <a:r>
            <a:rPr lang="en-IN" dirty="0">
              <a:solidFill>
                <a:srgbClr val="343541"/>
              </a:solidFill>
              <a:latin typeface="system-ui"/>
            </a:rPr>
            <a:t>The library serves as </a:t>
          </a:r>
          <a:r>
            <a:rPr lang="en-IN" dirty="0">
              <a:solidFill>
                <a:srgbClr val="343541"/>
              </a:solidFill>
              <a:latin typeface="system-ui"/>
              <a:cs typeface="Calibri"/>
            </a:rPr>
            <a:t>a hub for transformer models, offering a unified interface for working with various NLP tasks and architectures.</a:t>
          </a:r>
          <a:endParaRPr lang="en-US" dirty="0"/>
        </a:p>
      </dgm:t>
    </dgm:pt>
    <dgm:pt modelId="{0EA063EA-EA2C-4601-9F31-C7B26031E48E}" type="parTrans" cxnId="{57596D2C-193E-4343-ABE9-3C7642E3C5FF}">
      <dgm:prSet/>
      <dgm:spPr/>
    </dgm:pt>
    <dgm:pt modelId="{0BBB3B0D-C0C2-4734-A5FE-5625136A3CD0}" type="sibTrans" cxnId="{57596D2C-193E-4343-ABE9-3C7642E3C5FF}">
      <dgm:prSet/>
      <dgm:spPr/>
    </dgm:pt>
    <dgm:pt modelId="{8FC18D0B-D380-4536-ACCB-3BF1D72FFFE3}">
      <dgm:prSet phldr="0"/>
      <dgm:spPr/>
      <dgm:t>
        <a:bodyPr/>
        <a:lstStyle/>
        <a:p>
          <a:r>
            <a:rPr lang="en-IN" dirty="0">
              <a:solidFill>
                <a:srgbClr val="343541"/>
              </a:solidFill>
              <a:latin typeface="system-ui"/>
              <a:cs typeface="Calibri"/>
            </a:rPr>
            <a:t>Its extensive collection of pre-trained models, unified API, and active community make it a powerful tool for a wide range of NLP applications.</a:t>
          </a:r>
          <a:endParaRPr lang="en-US" dirty="0"/>
        </a:p>
      </dgm:t>
    </dgm:pt>
    <dgm:pt modelId="{C04E76B7-6965-4477-ACB4-7A25A0EE8A7C}" type="parTrans" cxnId="{8F7EA3D8-9C4C-4D7C-8A15-444443B1C48C}">
      <dgm:prSet/>
      <dgm:spPr/>
    </dgm:pt>
    <dgm:pt modelId="{31621CB5-24DC-440B-8985-629743E1DB56}" type="sibTrans" cxnId="{8F7EA3D8-9C4C-4D7C-8A15-444443B1C48C}">
      <dgm:prSet/>
      <dgm:spPr/>
    </dgm:pt>
    <dgm:pt modelId="{33A8B12B-FEFF-4A4B-988E-2E0A309885BA}" type="pres">
      <dgm:prSet presAssocID="{38CAF228-C70E-43C4-B248-C2DCC42C6A87}" presName="linear" presStyleCnt="0">
        <dgm:presLayoutVars>
          <dgm:animLvl val="lvl"/>
          <dgm:resizeHandles val="exact"/>
        </dgm:presLayoutVars>
      </dgm:prSet>
      <dgm:spPr/>
    </dgm:pt>
    <dgm:pt modelId="{DC908C99-35E6-44F5-B144-983771974BE2}" type="pres">
      <dgm:prSet presAssocID="{64752497-9511-4CBA-A8FE-530626F4AF9B}" presName="parentText" presStyleLbl="node1" presStyleIdx="0" presStyleCnt="5">
        <dgm:presLayoutVars>
          <dgm:chMax val="0"/>
          <dgm:bulletEnabled val="1"/>
        </dgm:presLayoutVars>
      </dgm:prSet>
      <dgm:spPr/>
    </dgm:pt>
    <dgm:pt modelId="{53D24C5B-93F5-4320-B59C-B2C8DEFAB9BA}" type="pres">
      <dgm:prSet presAssocID="{E1BD188A-AE4B-4ED2-8ED6-29F1CDAD0208}" presName="spacer" presStyleCnt="0"/>
      <dgm:spPr/>
    </dgm:pt>
    <dgm:pt modelId="{BD276C36-DB83-475D-A100-99B016B95ED0}" type="pres">
      <dgm:prSet presAssocID="{671EF6D8-8373-4310-A4B1-9E807DBCBE48}" presName="parentText" presStyleLbl="node1" presStyleIdx="1" presStyleCnt="5">
        <dgm:presLayoutVars>
          <dgm:chMax val="0"/>
          <dgm:bulletEnabled val="1"/>
        </dgm:presLayoutVars>
      </dgm:prSet>
      <dgm:spPr/>
    </dgm:pt>
    <dgm:pt modelId="{F86B11CE-5C4F-4AEF-BC1D-D935A21433FF}" type="pres">
      <dgm:prSet presAssocID="{EC148274-E3F2-4C50-93BA-B295A1990AE6}" presName="spacer" presStyleCnt="0"/>
      <dgm:spPr/>
    </dgm:pt>
    <dgm:pt modelId="{C1CD81D4-1909-4887-969A-4C3F71BD5462}" type="pres">
      <dgm:prSet presAssocID="{9BAC7896-219C-495B-9C73-B3694BB092BB}" presName="parentText" presStyleLbl="node1" presStyleIdx="2" presStyleCnt="5">
        <dgm:presLayoutVars>
          <dgm:chMax val="0"/>
          <dgm:bulletEnabled val="1"/>
        </dgm:presLayoutVars>
      </dgm:prSet>
      <dgm:spPr/>
    </dgm:pt>
    <dgm:pt modelId="{F42228D6-DB99-415D-8C2A-489931E17230}" type="pres">
      <dgm:prSet presAssocID="{0BBB3B0D-C0C2-4734-A5FE-5625136A3CD0}" presName="spacer" presStyleCnt="0"/>
      <dgm:spPr/>
    </dgm:pt>
    <dgm:pt modelId="{358E5BB6-2AF8-4350-A6E8-8C3E9A460471}" type="pres">
      <dgm:prSet presAssocID="{D96CD849-0108-4259-886B-56F766F3C1D9}" presName="parentText" presStyleLbl="node1" presStyleIdx="3" presStyleCnt="5">
        <dgm:presLayoutVars>
          <dgm:chMax val="0"/>
          <dgm:bulletEnabled val="1"/>
        </dgm:presLayoutVars>
      </dgm:prSet>
      <dgm:spPr/>
    </dgm:pt>
    <dgm:pt modelId="{7DE145DF-B779-42F4-8330-AD33A7F6A915}" type="pres">
      <dgm:prSet presAssocID="{E90C33EC-57E1-4A9F-83A7-ED5BB28BC957}" presName="spacer" presStyleCnt="0"/>
      <dgm:spPr/>
    </dgm:pt>
    <dgm:pt modelId="{EE0BDA3E-7DD1-43AB-8373-B56A0D95FCBD}" type="pres">
      <dgm:prSet presAssocID="{8FC18D0B-D380-4536-ACCB-3BF1D72FFFE3}" presName="parentText" presStyleLbl="node1" presStyleIdx="4" presStyleCnt="5">
        <dgm:presLayoutVars>
          <dgm:chMax val="0"/>
          <dgm:bulletEnabled val="1"/>
        </dgm:presLayoutVars>
      </dgm:prSet>
      <dgm:spPr/>
    </dgm:pt>
  </dgm:ptLst>
  <dgm:cxnLst>
    <dgm:cxn modelId="{57596D2C-193E-4343-ABE9-3C7642E3C5FF}" srcId="{38CAF228-C70E-43C4-B248-C2DCC42C6A87}" destId="{9BAC7896-219C-495B-9C73-B3694BB092BB}" srcOrd="2" destOrd="0" parTransId="{0EA063EA-EA2C-4601-9F31-C7B26031E48E}" sibTransId="{0BBB3B0D-C0C2-4734-A5FE-5625136A3CD0}"/>
    <dgm:cxn modelId="{0CA05F30-7AE7-4721-B302-E694FF75B686}" srcId="{38CAF228-C70E-43C4-B248-C2DCC42C6A87}" destId="{D96CD849-0108-4259-886B-56F766F3C1D9}" srcOrd="3" destOrd="0" parTransId="{A3C0260D-7730-488A-BEB2-79BF47D6FF6A}" sibTransId="{E90C33EC-57E1-4A9F-83A7-ED5BB28BC957}"/>
    <dgm:cxn modelId="{20F00937-B878-4BEA-9DA9-86EBCF6E91B3}" srcId="{38CAF228-C70E-43C4-B248-C2DCC42C6A87}" destId="{671EF6D8-8373-4310-A4B1-9E807DBCBE48}" srcOrd="1" destOrd="0" parTransId="{026CCC25-97D2-40A2-A4A0-79B7C997F89E}" sibTransId="{EC148274-E3F2-4C50-93BA-B295A1990AE6}"/>
    <dgm:cxn modelId="{E23A77A6-6DEE-464B-8E60-F89C6222C8DF}" type="presOf" srcId="{D96CD849-0108-4259-886B-56F766F3C1D9}" destId="{358E5BB6-2AF8-4350-A6E8-8C3E9A460471}" srcOrd="0" destOrd="0" presId="urn:microsoft.com/office/officeart/2005/8/layout/vList2"/>
    <dgm:cxn modelId="{E1CF17B4-E088-45DE-B130-2612DDC82C26}" srcId="{38CAF228-C70E-43C4-B248-C2DCC42C6A87}" destId="{64752497-9511-4CBA-A8FE-530626F4AF9B}" srcOrd="0" destOrd="0" parTransId="{9C1C9219-750C-4094-A553-4B9DC62D952B}" sibTransId="{E1BD188A-AE4B-4ED2-8ED6-29F1CDAD0208}"/>
    <dgm:cxn modelId="{A643B1BA-C017-4319-8BAD-0241539181BC}" type="presOf" srcId="{64752497-9511-4CBA-A8FE-530626F4AF9B}" destId="{DC908C99-35E6-44F5-B144-983771974BE2}" srcOrd="0" destOrd="0" presId="urn:microsoft.com/office/officeart/2005/8/layout/vList2"/>
    <dgm:cxn modelId="{5954BBC0-42C0-42A4-B4E1-4AE2A3B48D72}" type="presOf" srcId="{8FC18D0B-D380-4536-ACCB-3BF1D72FFFE3}" destId="{EE0BDA3E-7DD1-43AB-8373-B56A0D95FCBD}" srcOrd="0" destOrd="0" presId="urn:microsoft.com/office/officeart/2005/8/layout/vList2"/>
    <dgm:cxn modelId="{8F7EA3D8-9C4C-4D7C-8A15-444443B1C48C}" srcId="{38CAF228-C70E-43C4-B248-C2DCC42C6A87}" destId="{8FC18D0B-D380-4536-ACCB-3BF1D72FFFE3}" srcOrd="4" destOrd="0" parTransId="{C04E76B7-6965-4477-ACB4-7A25A0EE8A7C}" sibTransId="{31621CB5-24DC-440B-8985-629743E1DB56}"/>
    <dgm:cxn modelId="{C2B42FE5-1F02-4DCD-A335-C7C120C6B5D0}" type="presOf" srcId="{38CAF228-C70E-43C4-B248-C2DCC42C6A87}" destId="{33A8B12B-FEFF-4A4B-988E-2E0A309885BA}" srcOrd="0" destOrd="0" presId="urn:microsoft.com/office/officeart/2005/8/layout/vList2"/>
    <dgm:cxn modelId="{D30625E9-83D2-474D-A878-00D05EAA743A}" type="presOf" srcId="{671EF6D8-8373-4310-A4B1-9E807DBCBE48}" destId="{BD276C36-DB83-475D-A100-99B016B95ED0}" srcOrd="0" destOrd="0" presId="urn:microsoft.com/office/officeart/2005/8/layout/vList2"/>
    <dgm:cxn modelId="{3CA3A8F6-ECAB-4A53-9CDC-2C69950C45A2}" type="presOf" srcId="{9BAC7896-219C-495B-9C73-B3694BB092BB}" destId="{C1CD81D4-1909-4887-969A-4C3F71BD5462}" srcOrd="0" destOrd="0" presId="urn:microsoft.com/office/officeart/2005/8/layout/vList2"/>
    <dgm:cxn modelId="{ABFECAF4-091E-4356-B9C4-5DF74975196C}" type="presParOf" srcId="{33A8B12B-FEFF-4A4B-988E-2E0A309885BA}" destId="{DC908C99-35E6-44F5-B144-983771974BE2}" srcOrd="0" destOrd="0" presId="urn:microsoft.com/office/officeart/2005/8/layout/vList2"/>
    <dgm:cxn modelId="{8DD345E0-54D1-41B9-9E7B-A4868300000F}" type="presParOf" srcId="{33A8B12B-FEFF-4A4B-988E-2E0A309885BA}" destId="{53D24C5B-93F5-4320-B59C-B2C8DEFAB9BA}" srcOrd="1" destOrd="0" presId="urn:microsoft.com/office/officeart/2005/8/layout/vList2"/>
    <dgm:cxn modelId="{A35EA35F-9885-4466-9681-3EBF6145F036}" type="presParOf" srcId="{33A8B12B-FEFF-4A4B-988E-2E0A309885BA}" destId="{BD276C36-DB83-475D-A100-99B016B95ED0}" srcOrd="2" destOrd="0" presId="urn:microsoft.com/office/officeart/2005/8/layout/vList2"/>
    <dgm:cxn modelId="{4FF96FD3-5F5C-4F37-85F2-5BC373592834}" type="presParOf" srcId="{33A8B12B-FEFF-4A4B-988E-2E0A309885BA}" destId="{F86B11CE-5C4F-4AEF-BC1D-D935A21433FF}" srcOrd="3" destOrd="0" presId="urn:microsoft.com/office/officeart/2005/8/layout/vList2"/>
    <dgm:cxn modelId="{36064B15-45A1-4D3A-8165-CA4C3F97AE11}" type="presParOf" srcId="{33A8B12B-FEFF-4A4B-988E-2E0A309885BA}" destId="{C1CD81D4-1909-4887-969A-4C3F71BD5462}" srcOrd="4" destOrd="0" presId="urn:microsoft.com/office/officeart/2005/8/layout/vList2"/>
    <dgm:cxn modelId="{66A5AFE1-5FA4-45E9-BFCC-8896BA0FC3AB}" type="presParOf" srcId="{33A8B12B-FEFF-4A4B-988E-2E0A309885BA}" destId="{F42228D6-DB99-415D-8C2A-489931E17230}" srcOrd="5" destOrd="0" presId="urn:microsoft.com/office/officeart/2005/8/layout/vList2"/>
    <dgm:cxn modelId="{F2849AB1-6853-400B-B46D-1489F90EC5E5}" type="presParOf" srcId="{33A8B12B-FEFF-4A4B-988E-2E0A309885BA}" destId="{358E5BB6-2AF8-4350-A6E8-8C3E9A460471}" srcOrd="6" destOrd="0" presId="urn:microsoft.com/office/officeart/2005/8/layout/vList2"/>
    <dgm:cxn modelId="{F08BDB0C-545F-4F4E-BEAE-6D410B28828B}" type="presParOf" srcId="{33A8B12B-FEFF-4A4B-988E-2E0A309885BA}" destId="{7DE145DF-B779-42F4-8330-AD33A7F6A915}" srcOrd="7" destOrd="0" presId="urn:microsoft.com/office/officeart/2005/8/layout/vList2"/>
    <dgm:cxn modelId="{8227AF1E-BBD6-4D3E-900B-6A0DE074F2AE}" type="presParOf" srcId="{33A8B12B-FEFF-4A4B-988E-2E0A309885BA}" destId="{EE0BDA3E-7DD1-43AB-8373-B56A0D95FCBD}"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92B58748-6A21-4CC2-9AE0-AE6D928DD1E4}">
      <dgm:prSet phldr="0"/>
      <dgm:spPr/>
      <dgm:t>
        <a:bodyPr/>
        <a:lstStyle/>
        <a:p>
          <a:pPr algn="l" rtl="0"/>
          <a:r>
            <a:rPr lang="en-IN" dirty="0">
              <a:solidFill>
                <a:srgbClr val="343541"/>
              </a:solidFill>
              <a:latin typeface="system-ui"/>
            </a:rPr>
            <a:t>1. Extensive Model Hub: Hugging</a:t>
          </a:r>
          <a:r>
            <a:rPr lang="en-IN" dirty="0">
              <a:solidFill>
                <a:srgbClr val="343541"/>
              </a:solidFill>
              <a:latin typeface="system-ui"/>
              <a:cs typeface="Calibri"/>
            </a:rPr>
            <a:t> Face Transformers provides </a:t>
          </a:r>
          <a:r>
            <a:rPr lang="en-IN" dirty="0">
              <a:solidFill>
                <a:srgbClr val="343541"/>
              </a:solidFill>
              <a:latin typeface="system-ui"/>
              <a:ea typeface="Calibri"/>
              <a:cs typeface="Calibri"/>
            </a:rPr>
            <a:t>a </a:t>
          </a:r>
          <a:r>
            <a:rPr lang="en-IN" dirty="0">
              <a:solidFill>
                <a:srgbClr val="343541"/>
              </a:solidFill>
              <a:latin typeface="system-ui"/>
              <a:cs typeface="Calibri"/>
            </a:rPr>
            <a:t>model hub that hosts a wide variety of pre-trained </a:t>
          </a:r>
          <a:r>
            <a:rPr lang="en-IN" dirty="0">
              <a:solidFill>
                <a:srgbClr val="343541"/>
              </a:solidFill>
              <a:latin typeface="system-ui"/>
              <a:ea typeface="Calibri"/>
              <a:cs typeface="Calibri"/>
            </a:rPr>
            <a:t>transformer models. These </a:t>
          </a:r>
          <a:r>
            <a:rPr lang="en-IN" dirty="0">
              <a:solidFill>
                <a:srgbClr val="343541"/>
              </a:solidFill>
              <a:latin typeface="system-ui"/>
              <a:cs typeface="Calibri"/>
            </a:rPr>
            <a:t>models cover different architectures (e.g., BERT, GPT, T5) and are trained on diverse datasets for </a:t>
          </a:r>
          <a:r>
            <a:rPr lang="en-IN" dirty="0">
              <a:solidFill>
                <a:srgbClr val="343541"/>
              </a:solidFill>
              <a:latin typeface="system-ui"/>
              <a:ea typeface="Calibri"/>
              <a:cs typeface="Calibri"/>
            </a:rPr>
            <a:t>various NLP tasks.</a:t>
          </a:r>
          <a:endParaRPr lang="en-IN" dirty="0">
            <a:solidFill>
              <a:srgbClr val="343541"/>
            </a:solidFill>
            <a:latin typeface="system-ui"/>
          </a:endParaRPr>
        </a:p>
      </dgm:t>
    </dgm:pt>
    <dgm:pt modelId="{F5E60646-B5B3-4669-97C2-0261AE290C20}" type="parTrans" cxnId="{689B131D-E3E3-4A11-A5B3-F0CEC9BA5AE7}">
      <dgm:prSet/>
      <dgm:spPr/>
    </dgm:pt>
    <dgm:pt modelId="{820B0F42-7A85-4970-ACD7-E3763632F539}" type="sibTrans" cxnId="{689B131D-E3E3-4A11-A5B3-F0CEC9BA5AE7}">
      <dgm:prSet/>
      <dgm:spPr/>
    </dgm:pt>
    <dgm:pt modelId="{CA622FAC-6972-422C-83CD-12F05F2DCD31}">
      <dgm:prSet phldr="0"/>
      <dgm:spPr/>
      <dgm:t>
        <a:bodyPr/>
        <a:lstStyle/>
        <a:p>
          <a:pPr algn="l" rtl="0"/>
          <a:r>
            <a:rPr lang="en-IN" dirty="0">
              <a:solidFill>
                <a:srgbClr val="343541"/>
              </a:solidFill>
              <a:latin typeface="system-ui"/>
              <a:ea typeface="Calibri"/>
              <a:cs typeface="Calibri"/>
            </a:rPr>
            <a:t>2. Unified API: The library offers a consistent and user-friendly API that allows users to seamlessly switch between different transformer models without needing to modify their code significantly.</a:t>
          </a:r>
        </a:p>
      </dgm:t>
    </dgm:pt>
    <dgm:pt modelId="{59C15DE9-D01D-4EE3-BD92-E86BF8CFDE40}" type="parTrans" cxnId="{86EF25B2-D0C1-46E5-A2B6-63230385A341}">
      <dgm:prSet/>
      <dgm:spPr/>
    </dgm:pt>
    <dgm:pt modelId="{BC923651-1A53-45F2-A0C6-27D2F033992C}" type="sibTrans" cxnId="{86EF25B2-D0C1-46E5-A2B6-63230385A341}">
      <dgm:prSet/>
      <dgm:spPr/>
    </dgm:pt>
    <dgm:pt modelId="{8FF8D627-5079-48C4-8AD0-D127BCD444AE}">
      <dgm:prSet phldr="0"/>
      <dgm:spPr/>
      <dgm:t>
        <a:bodyPr/>
        <a:lstStyle/>
        <a:p>
          <a:pPr algn="l" rtl="0"/>
          <a:r>
            <a:rPr lang="en-IN" dirty="0">
              <a:solidFill>
                <a:srgbClr val="343541"/>
              </a:solidFill>
              <a:latin typeface="system-ui"/>
              <a:ea typeface="Calibri"/>
              <a:cs typeface="Calibri"/>
            </a:rPr>
            <a:t>3. Model Training and Fine-Tuning: </a:t>
          </a:r>
          <a:r>
            <a:rPr lang="en-IN" dirty="0">
              <a:solidFill>
                <a:srgbClr val="343541"/>
              </a:solidFill>
              <a:latin typeface="system-ui"/>
              <a:cs typeface="Calibri"/>
            </a:rPr>
            <a:t>Hugging Face Transformers supports training and fine-tuning of transformer models on custom datasets. Users can adapt pre-trained models to specific tasks or domains.</a:t>
          </a:r>
          <a:endParaRPr lang="en-US" dirty="0">
            <a:solidFill>
              <a:srgbClr val="343541"/>
            </a:solidFill>
            <a:latin typeface="system-ui"/>
          </a:endParaRPr>
        </a:p>
      </dgm:t>
    </dgm:pt>
    <dgm:pt modelId="{01DB7D0A-51BD-47A0-AEFE-E6C7CC11AF35}" type="parTrans" cxnId="{4A0B3EC0-56D6-48A9-AE8A-EC15A77CE9DD}">
      <dgm:prSet/>
      <dgm:spPr/>
    </dgm:pt>
    <dgm:pt modelId="{C3524FB0-86E3-4471-A9F2-D0CDA3E9BDDB}" type="sibTrans" cxnId="{4A0B3EC0-56D6-48A9-AE8A-EC15A77CE9DD}">
      <dgm:prSet/>
      <dgm:spPr/>
    </dgm:pt>
    <dgm:pt modelId="{65B19A83-C13E-4B4A-82FC-58A3365A9E31}">
      <dgm:prSet phldr="0"/>
      <dgm:spPr/>
      <dgm:t>
        <a:bodyPr/>
        <a:lstStyle/>
        <a:p>
          <a:pPr algn="l" rtl="0"/>
          <a:r>
            <a:rPr lang="en-IN" dirty="0">
              <a:solidFill>
                <a:srgbClr val="343541"/>
              </a:solidFill>
              <a:latin typeface="system-ui"/>
              <a:cs typeface="Calibri"/>
            </a:rPr>
            <a:t>4.</a:t>
          </a:r>
          <a:r>
            <a:rPr lang="en-IN" dirty="0">
              <a:solidFill>
                <a:srgbClr val="343541"/>
              </a:solidFill>
              <a:latin typeface="system-ui"/>
            </a:rPr>
            <a:t> </a:t>
          </a:r>
          <a:r>
            <a:rPr lang="en-IN" dirty="0">
              <a:solidFill>
                <a:srgbClr val="343541"/>
              </a:solidFill>
              <a:latin typeface="system-ui"/>
              <a:ea typeface="Calibri"/>
              <a:cs typeface="Calibri"/>
            </a:rPr>
            <a:t>Common NLP Tasks: </a:t>
          </a:r>
          <a:r>
            <a:rPr lang="en-IN" dirty="0">
              <a:solidFill>
                <a:srgbClr val="343541"/>
              </a:solidFill>
              <a:latin typeface="system-ui"/>
            </a:rPr>
            <a:t>The library is designed to handle common </a:t>
          </a:r>
          <a:r>
            <a:rPr lang="en-IN" dirty="0">
              <a:solidFill>
                <a:srgbClr val="343541"/>
              </a:solidFill>
              <a:latin typeface="system-ui"/>
              <a:cs typeface="Calibri"/>
            </a:rPr>
            <a:t>NLP tasks such as text classification, named entity recognition, question answering, text generation, translation, and more.</a:t>
          </a:r>
          <a:endParaRPr lang="en-IN" dirty="0">
            <a:solidFill>
              <a:srgbClr val="343541"/>
            </a:solidFill>
            <a:latin typeface="system-ui"/>
          </a:endParaRPr>
        </a:p>
      </dgm:t>
    </dgm:pt>
    <dgm:pt modelId="{A0C4BCD3-E94F-42D9-AB0A-9EDFC1C5E9DE}" type="parTrans" cxnId="{00CDBD44-854E-4E6A-B73E-21A4DA745328}">
      <dgm:prSet/>
      <dgm:spPr/>
    </dgm:pt>
    <dgm:pt modelId="{FFF6A00C-02EF-4BCA-9A26-5D9069B2F3A2}" type="sibTrans" cxnId="{00CDBD44-854E-4E6A-B73E-21A4DA745328}">
      <dgm:prSet/>
      <dgm:spPr/>
    </dgm:pt>
    <dgm:pt modelId="{4BAD0465-1A42-4990-8AFD-1B5B714D0388}">
      <dgm:prSet phldr="0"/>
      <dgm:spPr/>
      <dgm:t>
        <a:bodyPr/>
        <a:lstStyle/>
        <a:p>
          <a:pPr algn="l" rtl="0"/>
          <a:r>
            <a:rPr lang="en-IN" dirty="0">
              <a:solidFill>
                <a:srgbClr val="343541"/>
              </a:solidFill>
              <a:latin typeface="system-ui"/>
              <a:cs typeface="Calibri"/>
            </a:rPr>
            <a:t>5. Tokenization and Data Processing: Hugging Face Transformers provides tokenizers and data processing utilities that make it easy to prepare input data for transformer models.</a:t>
          </a:r>
        </a:p>
      </dgm:t>
    </dgm:pt>
    <dgm:pt modelId="{EB28D26C-DFA2-46EF-8158-CED63A8550C3}" type="parTrans" cxnId="{11A47450-F539-4173-A9C4-7EB811D8C7C3}">
      <dgm:prSet/>
      <dgm:spPr/>
    </dgm:pt>
    <dgm:pt modelId="{38442C2B-6C49-473A-9295-F2D0E454C419}" type="sibTrans" cxnId="{11A47450-F539-4173-A9C4-7EB811D8C7C3}">
      <dgm:prSet/>
      <dgm:spPr/>
    </dgm:pt>
    <dgm:pt modelId="{1E560B5B-FAD5-4A4D-B882-F1FC7B57E5AA}">
      <dgm:prSet phldr="0"/>
      <dgm:spPr/>
      <dgm:t>
        <a:bodyPr/>
        <a:lstStyle/>
        <a:p>
          <a:pPr algn="l" rtl="0"/>
          <a:r>
            <a:rPr lang="en-IN" dirty="0">
              <a:solidFill>
                <a:srgbClr val="343541"/>
              </a:solidFill>
              <a:latin typeface="system-ui"/>
              <a:cs typeface="Calibri"/>
            </a:rPr>
            <a:t>6. Model Pipelines: Users can leverage pre-built pipelines for various tasks, simplifying the process of using transformer models for specific applications.</a:t>
          </a:r>
        </a:p>
      </dgm:t>
    </dgm:pt>
    <dgm:pt modelId="{FB963188-85F9-4E3E-96BF-C52F28056DBA}" type="parTrans" cxnId="{8C89401D-B31F-457E-8864-6F2F06FDF831}">
      <dgm:prSet/>
      <dgm:spPr/>
    </dgm:pt>
    <dgm:pt modelId="{9112CF61-A3C5-4CC1-8FA3-1E532C0736A9}" type="sibTrans" cxnId="{8C89401D-B31F-457E-8864-6F2F06FDF831}">
      <dgm:prSet/>
      <dgm:spPr/>
    </dgm:pt>
    <dgm:pt modelId="{A9091933-05B5-45BF-BD44-4DAC2367E5CD}">
      <dgm:prSet phldr="0"/>
      <dgm:spPr/>
      <dgm:t>
        <a:bodyPr/>
        <a:lstStyle/>
        <a:p>
          <a:pPr algn="l" rtl="0"/>
          <a:r>
            <a:rPr lang="en-IN" dirty="0">
              <a:solidFill>
                <a:srgbClr val="343541"/>
              </a:solidFill>
              <a:latin typeface="system-ui"/>
              <a:cs typeface="Calibri"/>
            </a:rPr>
            <a:t>7. Community Contributions: The library benefits from a vibrant community that contributes models, scripts, and tutorials. Users can explore and build upon the collective knowledge of the community.</a:t>
          </a:r>
          <a:endParaRPr lang="en-US" dirty="0">
            <a:solidFill>
              <a:srgbClr val="343541"/>
            </a:solidFill>
            <a:latin typeface="Calibri"/>
            <a:ea typeface="Calibri"/>
          </a:endParaRPr>
        </a:p>
      </dgm:t>
    </dgm:pt>
    <dgm:pt modelId="{6F877367-158A-4BF6-86B7-3EE4A0A569E2}" type="parTrans" cxnId="{A968EC2F-7492-4A0A-9ADC-72504BF3131C}">
      <dgm:prSet/>
      <dgm:spPr/>
    </dgm:pt>
    <dgm:pt modelId="{53D49D70-996D-4D72-9F74-C879EE0F83A3}" type="sibTrans" cxnId="{A968EC2F-7492-4A0A-9ADC-72504BF3131C}">
      <dgm:prSet/>
      <dgm:spPr/>
    </dgm:pt>
    <dgm:pt modelId="{BC5E28F0-DB08-4A23-970A-BFA980789E68}">
      <dgm:prSet phldr="0"/>
      <dgm:spPr/>
      <dgm:t>
        <a:bodyPr/>
        <a:lstStyle/>
        <a:p>
          <a:pPr algn="l" rtl="0"/>
          <a:r>
            <a:rPr lang="en-IN" dirty="0">
              <a:solidFill>
                <a:srgbClr val="343541"/>
              </a:solidFill>
              <a:latin typeface="system-ui"/>
              <a:cs typeface="Calibri"/>
            </a:rPr>
            <a:t>8. Integration with Other Libraries: Hugging Face Transformers integrates seamlessly with other popular deep learning libraries such as </a:t>
          </a:r>
          <a:r>
            <a:rPr lang="en-IN" dirty="0" err="1">
              <a:solidFill>
                <a:srgbClr val="343541"/>
              </a:solidFill>
              <a:latin typeface="system-ui"/>
              <a:cs typeface="Calibri"/>
            </a:rPr>
            <a:t>PyTorch</a:t>
          </a:r>
          <a:r>
            <a:rPr lang="en-IN" dirty="0">
              <a:solidFill>
                <a:srgbClr val="343541"/>
              </a:solidFill>
              <a:latin typeface="system-ui"/>
              <a:cs typeface="Calibri"/>
            </a:rPr>
            <a:t> and TensorFlow, making it accessible to users with different preferences.</a:t>
          </a:r>
        </a:p>
      </dgm:t>
    </dgm:pt>
    <dgm:pt modelId="{05A73691-B82D-44D2-A4CB-A2EECC95F2B7}" type="parTrans" cxnId="{F098174E-3C91-441A-943F-C2A9C3EB3F6C}">
      <dgm:prSet/>
      <dgm:spPr/>
    </dgm:pt>
    <dgm:pt modelId="{3DBC1BB7-044F-4208-A407-2CE76BBDE49C}" type="sibTrans" cxnId="{F098174E-3C91-441A-943F-C2A9C3EB3F6C}">
      <dgm:prSet/>
      <dgm:spPr/>
    </dgm:pt>
    <dgm:pt modelId="{33A8B12B-FEFF-4A4B-988E-2E0A309885BA}" type="pres">
      <dgm:prSet presAssocID="{38CAF228-C70E-43C4-B248-C2DCC42C6A87}" presName="linear" presStyleCnt="0">
        <dgm:presLayoutVars>
          <dgm:animLvl val="lvl"/>
          <dgm:resizeHandles val="exact"/>
        </dgm:presLayoutVars>
      </dgm:prSet>
      <dgm:spPr/>
    </dgm:pt>
    <dgm:pt modelId="{DEF2A6C0-053C-4E3A-BAD3-F1DDDD2A783B}" type="pres">
      <dgm:prSet presAssocID="{92B58748-6A21-4CC2-9AE0-AE6D928DD1E4}" presName="parentText" presStyleLbl="node1" presStyleIdx="0" presStyleCnt="8">
        <dgm:presLayoutVars>
          <dgm:chMax val="0"/>
          <dgm:bulletEnabled val="1"/>
        </dgm:presLayoutVars>
      </dgm:prSet>
      <dgm:spPr/>
    </dgm:pt>
    <dgm:pt modelId="{0C7AB2F0-8721-451B-80A1-B0E9C62C0D0F}" type="pres">
      <dgm:prSet presAssocID="{820B0F42-7A85-4970-ACD7-E3763632F539}" presName="spacer" presStyleCnt="0"/>
      <dgm:spPr/>
    </dgm:pt>
    <dgm:pt modelId="{95D77868-1B23-4793-8A46-A908B3A3988D}" type="pres">
      <dgm:prSet presAssocID="{CA622FAC-6972-422C-83CD-12F05F2DCD31}" presName="parentText" presStyleLbl="node1" presStyleIdx="1" presStyleCnt="8">
        <dgm:presLayoutVars>
          <dgm:chMax val="0"/>
          <dgm:bulletEnabled val="1"/>
        </dgm:presLayoutVars>
      </dgm:prSet>
      <dgm:spPr/>
    </dgm:pt>
    <dgm:pt modelId="{07798A34-E475-4427-8D43-0FB6F8236F13}" type="pres">
      <dgm:prSet presAssocID="{BC923651-1A53-45F2-A0C6-27D2F033992C}" presName="spacer" presStyleCnt="0"/>
      <dgm:spPr/>
    </dgm:pt>
    <dgm:pt modelId="{BC67354E-4725-4010-BC85-8373FB63C7EA}" type="pres">
      <dgm:prSet presAssocID="{8FF8D627-5079-48C4-8AD0-D127BCD444AE}" presName="parentText" presStyleLbl="node1" presStyleIdx="2" presStyleCnt="8">
        <dgm:presLayoutVars>
          <dgm:chMax val="0"/>
          <dgm:bulletEnabled val="1"/>
        </dgm:presLayoutVars>
      </dgm:prSet>
      <dgm:spPr/>
    </dgm:pt>
    <dgm:pt modelId="{20F23667-8B24-4690-B52D-5BC65B492CD2}" type="pres">
      <dgm:prSet presAssocID="{C3524FB0-86E3-4471-A9F2-D0CDA3E9BDDB}" presName="spacer" presStyleCnt="0"/>
      <dgm:spPr/>
    </dgm:pt>
    <dgm:pt modelId="{08C66F41-3378-4C74-AD5E-1AAE00F4E474}" type="pres">
      <dgm:prSet presAssocID="{65B19A83-C13E-4B4A-82FC-58A3365A9E31}" presName="parentText" presStyleLbl="node1" presStyleIdx="3" presStyleCnt="8">
        <dgm:presLayoutVars>
          <dgm:chMax val="0"/>
          <dgm:bulletEnabled val="1"/>
        </dgm:presLayoutVars>
      </dgm:prSet>
      <dgm:spPr/>
    </dgm:pt>
    <dgm:pt modelId="{BCA0FAE0-6A17-42A2-BA9A-D3695DD1E9F5}" type="pres">
      <dgm:prSet presAssocID="{FFF6A00C-02EF-4BCA-9A26-5D9069B2F3A2}" presName="spacer" presStyleCnt="0"/>
      <dgm:spPr/>
    </dgm:pt>
    <dgm:pt modelId="{BD73D933-5F7B-4A6C-AB7A-75384A75C335}" type="pres">
      <dgm:prSet presAssocID="{4BAD0465-1A42-4990-8AFD-1B5B714D0388}" presName="parentText" presStyleLbl="node1" presStyleIdx="4" presStyleCnt="8">
        <dgm:presLayoutVars>
          <dgm:chMax val="0"/>
          <dgm:bulletEnabled val="1"/>
        </dgm:presLayoutVars>
      </dgm:prSet>
      <dgm:spPr/>
    </dgm:pt>
    <dgm:pt modelId="{6D323C83-92AE-48FB-A9F6-65AD5BBA89FC}" type="pres">
      <dgm:prSet presAssocID="{38442C2B-6C49-473A-9295-F2D0E454C419}" presName="spacer" presStyleCnt="0"/>
      <dgm:spPr/>
    </dgm:pt>
    <dgm:pt modelId="{0F3B8EBA-F43A-4D30-98DE-F5D638378946}" type="pres">
      <dgm:prSet presAssocID="{1E560B5B-FAD5-4A4D-B882-F1FC7B57E5AA}" presName="parentText" presStyleLbl="node1" presStyleIdx="5" presStyleCnt="8">
        <dgm:presLayoutVars>
          <dgm:chMax val="0"/>
          <dgm:bulletEnabled val="1"/>
        </dgm:presLayoutVars>
      </dgm:prSet>
      <dgm:spPr/>
    </dgm:pt>
    <dgm:pt modelId="{58D9CE49-BDC4-4FE4-830C-D4E6E0826B2A}" type="pres">
      <dgm:prSet presAssocID="{9112CF61-A3C5-4CC1-8FA3-1E532C0736A9}" presName="spacer" presStyleCnt="0"/>
      <dgm:spPr/>
    </dgm:pt>
    <dgm:pt modelId="{538CE27D-E682-4AE1-925D-2D95D0E7C424}" type="pres">
      <dgm:prSet presAssocID="{A9091933-05B5-45BF-BD44-4DAC2367E5CD}" presName="parentText" presStyleLbl="node1" presStyleIdx="6" presStyleCnt="8">
        <dgm:presLayoutVars>
          <dgm:chMax val="0"/>
          <dgm:bulletEnabled val="1"/>
        </dgm:presLayoutVars>
      </dgm:prSet>
      <dgm:spPr/>
    </dgm:pt>
    <dgm:pt modelId="{21624D6F-FFF0-43B3-BC87-C17D004FF6D2}" type="pres">
      <dgm:prSet presAssocID="{53D49D70-996D-4D72-9F74-C879EE0F83A3}" presName="spacer" presStyleCnt="0"/>
      <dgm:spPr/>
    </dgm:pt>
    <dgm:pt modelId="{4F5696D3-56FC-489A-B440-A624309B2C6C}" type="pres">
      <dgm:prSet presAssocID="{BC5E28F0-DB08-4A23-970A-BFA980789E68}" presName="parentText" presStyleLbl="node1" presStyleIdx="7" presStyleCnt="8">
        <dgm:presLayoutVars>
          <dgm:chMax val="0"/>
          <dgm:bulletEnabled val="1"/>
        </dgm:presLayoutVars>
      </dgm:prSet>
      <dgm:spPr/>
    </dgm:pt>
  </dgm:ptLst>
  <dgm:cxnLst>
    <dgm:cxn modelId="{CBF4C103-B731-4AD2-86FF-40B2903CB01A}" type="presOf" srcId="{8FF8D627-5079-48C4-8AD0-D127BCD444AE}" destId="{BC67354E-4725-4010-BC85-8373FB63C7EA}" srcOrd="0" destOrd="0" presId="urn:microsoft.com/office/officeart/2005/8/layout/vList2"/>
    <dgm:cxn modelId="{8144C018-5F03-4CDA-BC9D-0F7237B4FDF5}" type="presOf" srcId="{65B19A83-C13E-4B4A-82FC-58A3365A9E31}" destId="{08C66F41-3378-4C74-AD5E-1AAE00F4E474}" srcOrd="0" destOrd="0" presId="urn:microsoft.com/office/officeart/2005/8/layout/vList2"/>
    <dgm:cxn modelId="{689B131D-E3E3-4A11-A5B3-F0CEC9BA5AE7}" srcId="{38CAF228-C70E-43C4-B248-C2DCC42C6A87}" destId="{92B58748-6A21-4CC2-9AE0-AE6D928DD1E4}" srcOrd="0" destOrd="0" parTransId="{F5E60646-B5B3-4669-97C2-0261AE290C20}" sibTransId="{820B0F42-7A85-4970-ACD7-E3763632F539}"/>
    <dgm:cxn modelId="{8C89401D-B31F-457E-8864-6F2F06FDF831}" srcId="{38CAF228-C70E-43C4-B248-C2DCC42C6A87}" destId="{1E560B5B-FAD5-4A4D-B882-F1FC7B57E5AA}" srcOrd="5" destOrd="0" parTransId="{FB963188-85F9-4E3E-96BF-C52F28056DBA}" sibTransId="{9112CF61-A3C5-4CC1-8FA3-1E532C0736A9}"/>
    <dgm:cxn modelId="{A968EC2F-7492-4A0A-9ADC-72504BF3131C}" srcId="{38CAF228-C70E-43C4-B248-C2DCC42C6A87}" destId="{A9091933-05B5-45BF-BD44-4DAC2367E5CD}" srcOrd="6" destOrd="0" parTransId="{6F877367-158A-4BF6-86B7-3EE4A0A569E2}" sibTransId="{53D49D70-996D-4D72-9F74-C879EE0F83A3}"/>
    <dgm:cxn modelId="{62F06C37-0AC3-49A0-AC94-E34923DB0B96}" type="presOf" srcId="{CA622FAC-6972-422C-83CD-12F05F2DCD31}" destId="{95D77868-1B23-4793-8A46-A908B3A3988D}" srcOrd="0" destOrd="0" presId="urn:microsoft.com/office/officeart/2005/8/layout/vList2"/>
    <dgm:cxn modelId="{8F583F5D-BAA5-427D-825C-97F5D1B9FBDF}" type="presOf" srcId="{A9091933-05B5-45BF-BD44-4DAC2367E5CD}" destId="{538CE27D-E682-4AE1-925D-2D95D0E7C424}" srcOrd="0" destOrd="0" presId="urn:microsoft.com/office/officeart/2005/8/layout/vList2"/>
    <dgm:cxn modelId="{00CDBD44-854E-4E6A-B73E-21A4DA745328}" srcId="{38CAF228-C70E-43C4-B248-C2DCC42C6A87}" destId="{65B19A83-C13E-4B4A-82FC-58A3365A9E31}" srcOrd="3" destOrd="0" parTransId="{A0C4BCD3-E94F-42D9-AB0A-9EDFC1C5E9DE}" sibTransId="{FFF6A00C-02EF-4BCA-9A26-5D9069B2F3A2}"/>
    <dgm:cxn modelId="{F098174E-3C91-441A-943F-C2A9C3EB3F6C}" srcId="{38CAF228-C70E-43C4-B248-C2DCC42C6A87}" destId="{BC5E28F0-DB08-4A23-970A-BFA980789E68}" srcOrd="7" destOrd="0" parTransId="{05A73691-B82D-44D2-A4CB-A2EECC95F2B7}" sibTransId="{3DBC1BB7-044F-4208-A407-2CE76BBDE49C}"/>
    <dgm:cxn modelId="{11A47450-F539-4173-A9C4-7EB811D8C7C3}" srcId="{38CAF228-C70E-43C4-B248-C2DCC42C6A87}" destId="{4BAD0465-1A42-4990-8AFD-1B5B714D0388}" srcOrd="4" destOrd="0" parTransId="{EB28D26C-DFA2-46EF-8158-CED63A8550C3}" sibTransId="{38442C2B-6C49-473A-9295-F2D0E454C419}"/>
    <dgm:cxn modelId="{960F2C82-6A13-4AB3-9AB9-83867F2A90D5}" type="presOf" srcId="{92B58748-6A21-4CC2-9AE0-AE6D928DD1E4}" destId="{DEF2A6C0-053C-4E3A-BAD3-F1DDDD2A783B}" srcOrd="0" destOrd="0" presId="urn:microsoft.com/office/officeart/2005/8/layout/vList2"/>
    <dgm:cxn modelId="{86EF25B2-D0C1-46E5-A2B6-63230385A341}" srcId="{38CAF228-C70E-43C4-B248-C2DCC42C6A87}" destId="{CA622FAC-6972-422C-83CD-12F05F2DCD31}" srcOrd="1" destOrd="0" parTransId="{59C15DE9-D01D-4EE3-BD92-E86BF8CFDE40}" sibTransId="{BC923651-1A53-45F2-A0C6-27D2F033992C}"/>
    <dgm:cxn modelId="{646B18BE-7995-4D06-B7B5-4D56C781ACB2}" type="presOf" srcId="{BC5E28F0-DB08-4A23-970A-BFA980789E68}" destId="{4F5696D3-56FC-489A-B440-A624309B2C6C}" srcOrd="0" destOrd="0" presId="urn:microsoft.com/office/officeart/2005/8/layout/vList2"/>
    <dgm:cxn modelId="{4A0B3EC0-56D6-48A9-AE8A-EC15A77CE9DD}" srcId="{38CAF228-C70E-43C4-B248-C2DCC42C6A87}" destId="{8FF8D627-5079-48C4-8AD0-D127BCD444AE}" srcOrd="2" destOrd="0" parTransId="{01DB7D0A-51BD-47A0-AEFE-E6C7CC11AF35}" sibTransId="{C3524FB0-86E3-4471-A9F2-D0CDA3E9BDDB}"/>
    <dgm:cxn modelId="{CF9C31E0-D579-4D91-929C-10AAF6CB4E8D}" type="presOf" srcId="{1E560B5B-FAD5-4A4D-B882-F1FC7B57E5AA}" destId="{0F3B8EBA-F43A-4D30-98DE-F5D638378946}"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660AA4FB-69DA-428A-A987-AB017E79190A}" type="presOf" srcId="{4BAD0465-1A42-4990-8AFD-1B5B714D0388}" destId="{BD73D933-5F7B-4A6C-AB7A-75384A75C335}" srcOrd="0" destOrd="0" presId="urn:microsoft.com/office/officeart/2005/8/layout/vList2"/>
    <dgm:cxn modelId="{793639BF-6B97-4242-B917-A12996917690}" type="presParOf" srcId="{33A8B12B-FEFF-4A4B-988E-2E0A309885BA}" destId="{DEF2A6C0-053C-4E3A-BAD3-F1DDDD2A783B}" srcOrd="0" destOrd="0" presId="urn:microsoft.com/office/officeart/2005/8/layout/vList2"/>
    <dgm:cxn modelId="{89458CC2-B734-45AC-85E9-1DD8CBA2C5B2}" type="presParOf" srcId="{33A8B12B-FEFF-4A4B-988E-2E0A309885BA}" destId="{0C7AB2F0-8721-451B-80A1-B0E9C62C0D0F}" srcOrd="1" destOrd="0" presId="urn:microsoft.com/office/officeart/2005/8/layout/vList2"/>
    <dgm:cxn modelId="{1E4DEAC5-3EE4-4300-98BD-D49488EF3152}" type="presParOf" srcId="{33A8B12B-FEFF-4A4B-988E-2E0A309885BA}" destId="{95D77868-1B23-4793-8A46-A908B3A3988D}" srcOrd="2" destOrd="0" presId="urn:microsoft.com/office/officeart/2005/8/layout/vList2"/>
    <dgm:cxn modelId="{4715743F-BB08-4656-8323-E9F10A7A325D}" type="presParOf" srcId="{33A8B12B-FEFF-4A4B-988E-2E0A309885BA}" destId="{07798A34-E475-4427-8D43-0FB6F8236F13}" srcOrd="3" destOrd="0" presId="urn:microsoft.com/office/officeart/2005/8/layout/vList2"/>
    <dgm:cxn modelId="{68C1F6EA-2199-46A9-8D60-E6F4347BADA7}" type="presParOf" srcId="{33A8B12B-FEFF-4A4B-988E-2E0A309885BA}" destId="{BC67354E-4725-4010-BC85-8373FB63C7EA}" srcOrd="4" destOrd="0" presId="urn:microsoft.com/office/officeart/2005/8/layout/vList2"/>
    <dgm:cxn modelId="{93E0D6BF-E095-4D11-9B1A-8E80AD75EEAB}" type="presParOf" srcId="{33A8B12B-FEFF-4A4B-988E-2E0A309885BA}" destId="{20F23667-8B24-4690-B52D-5BC65B492CD2}" srcOrd="5" destOrd="0" presId="urn:microsoft.com/office/officeart/2005/8/layout/vList2"/>
    <dgm:cxn modelId="{38AAE9E3-87D1-43A3-B8B1-2FBABE2AB691}" type="presParOf" srcId="{33A8B12B-FEFF-4A4B-988E-2E0A309885BA}" destId="{08C66F41-3378-4C74-AD5E-1AAE00F4E474}" srcOrd="6" destOrd="0" presId="urn:microsoft.com/office/officeart/2005/8/layout/vList2"/>
    <dgm:cxn modelId="{39A4ADEF-C4BB-4920-9EF0-CD2733DE8A02}" type="presParOf" srcId="{33A8B12B-FEFF-4A4B-988E-2E0A309885BA}" destId="{BCA0FAE0-6A17-42A2-BA9A-D3695DD1E9F5}" srcOrd="7" destOrd="0" presId="urn:microsoft.com/office/officeart/2005/8/layout/vList2"/>
    <dgm:cxn modelId="{EC1BB584-B625-4A04-B5ED-FF3071226699}" type="presParOf" srcId="{33A8B12B-FEFF-4A4B-988E-2E0A309885BA}" destId="{BD73D933-5F7B-4A6C-AB7A-75384A75C335}" srcOrd="8" destOrd="0" presId="urn:microsoft.com/office/officeart/2005/8/layout/vList2"/>
    <dgm:cxn modelId="{87B55BD1-7047-4954-ACBA-204EFB914EE1}" type="presParOf" srcId="{33A8B12B-FEFF-4A4B-988E-2E0A309885BA}" destId="{6D323C83-92AE-48FB-A9F6-65AD5BBA89FC}" srcOrd="9" destOrd="0" presId="urn:microsoft.com/office/officeart/2005/8/layout/vList2"/>
    <dgm:cxn modelId="{5A847CA2-75B0-4965-96E0-B9EC8BF09BE8}" type="presParOf" srcId="{33A8B12B-FEFF-4A4B-988E-2E0A309885BA}" destId="{0F3B8EBA-F43A-4D30-98DE-F5D638378946}" srcOrd="10" destOrd="0" presId="urn:microsoft.com/office/officeart/2005/8/layout/vList2"/>
    <dgm:cxn modelId="{73429276-68C8-4E3F-A99E-1A2CBDED3759}" type="presParOf" srcId="{33A8B12B-FEFF-4A4B-988E-2E0A309885BA}" destId="{58D9CE49-BDC4-4FE4-830C-D4E6E0826B2A}" srcOrd="11" destOrd="0" presId="urn:microsoft.com/office/officeart/2005/8/layout/vList2"/>
    <dgm:cxn modelId="{5FA6A080-A9E1-4715-BD47-E8CA5430AF57}" type="presParOf" srcId="{33A8B12B-FEFF-4A4B-988E-2E0A309885BA}" destId="{538CE27D-E682-4AE1-925D-2D95D0E7C424}" srcOrd="12" destOrd="0" presId="urn:microsoft.com/office/officeart/2005/8/layout/vList2"/>
    <dgm:cxn modelId="{163884D5-8E2D-45D8-B791-610ECBF043B4}" type="presParOf" srcId="{33A8B12B-FEFF-4A4B-988E-2E0A309885BA}" destId="{21624D6F-FFF0-43B3-BC87-C17D004FF6D2}" srcOrd="13" destOrd="0" presId="urn:microsoft.com/office/officeart/2005/8/layout/vList2"/>
    <dgm:cxn modelId="{AB789DC0-1157-4856-B99B-8B04D7C9DE1F}" type="presParOf" srcId="{33A8B12B-FEFF-4A4B-988E-2E0A309885BA}" destId="{4F5696D3-56FC-489A-B440-A624309B2C6C}" srcOrd="1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8CAF228-C70E-43C4-B248-C2DCC42C6A8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92B58748-6A21-4CC2-9AE0-AE6D928DD1E4}">
      <dgm:prSet phldr="0"/>
      <dgm:spPr/>
      <dgm:t>
        <a:bodyPr/>
        <a:lstStyle/>
        <a:p>
          <a:pPr algn="l" rtl="0"/>
          <a:r>
            <a:rPr lang="en-IN" dirty="0">
              <a:solidFill>
                <a:srgbClr val="343541"/>
              </a:solidFill>
              <a:latin typeface="system-ui"/>
            </a:rPr>
            <a:t>1. </a:t>
          </a:r>
          <a:r>
            <a:rPr lang="en-IN" dirty="0">
              <a:solidFill>
                <a:srgbClr val="343541"/>
              </a:solidFill>
              <a:latin typeface="system-ui"/>
              <a:cs typeface="Calibri"/>
            </a:rPr>
            <a:t>Install the </a:t>
          </a:r>
          <a:r>
            <a:rPr lang="en-IN" dirty="0">
              <a:solidFill>
                <a:srgbClr val="343541"/>
              </a:solidFill>
              <a:latin typeface="system-ui"/>
            </a:rPr>
            <a:t>Library</a:t>
          </a:r>
          <a:r>
            <a:rPr lang="en-IN" dirty="0">
              <a:solidFill>
                <a:srgbClr val="343541"/>
              </a:solidFill>
              <a:latin typeface="system-ui"/>
              <a:ea typeface="Calibri"/>
              <a:cs typeface="Calibri"/>
            </a:rPr>
            <a:t>: Users can</a:t>
          </a:r>
          <a:r>
            <a:rPr lang="en-IN" dirty="0">
              <a:solidFill>
                <a:srgbClr val="343541"/>
              </a:solidFill>
              <a:latin typeface="system-ui"/>
            </a:rPr>
            <a:t> install the Hugging</a:t>
          </a:r>
          <a:r>
            <a:rPr lang="en-IN" dirty="0">
              <a:solidFill>
                <a:srgbClr val="343541"/>
              </a:solidFill>
              <a:latin typeface="system-ui"/>
              <a:cs typeface="Calibri"/>
            </a:rPr>
            <a:t> Face Transformers library using pip: `pip install transformers`.</a:t>
          </a:r>
          <a:endParaRPr lang="en-IN" dirty="0">
            <a:solidFill>
              <a:srgbClr val="343541"/>
            </a:solidFill>
            <a:latin typeface="system-ui"/>
            <a:ea typeface="Calibri"/>
            <a:cs typeface="Calibri"/>
          </a:endParaRPr>
        </a:p>
      </dgm:t>
    </dgm:pt>
    <dgm:pt modelId="{F5E60646-B5B3-4669-97C2-0261AE290C20}" type="parTrans" cxnId="{689B131D-E3E3-4A11-A5B3-F0CEC9BA5AE7}">
      <dgm:prSet/>
      <dgm:spPr/>
    </dgm:pt>
    <dgm:pt modelId="{820B0F42-7A85-4970-ACD7-E3763632F539}" type="sibTrans" cxnId="{689B131D-E3E3-4A11-A5B3-F0CEC9BA5AE7}">
      <dgm:prSet/>
      <dgm:spPr/>
    </dgm:pt>
    <dgm:pt modelId="{CA622FAC-6972-422C-83CD-12F05F2DCD31}">
      <dgm:prSet phldr="0"/>
      <dgm:spPr/>
      <dgm:t>
        <a:bodyPr/>
        <a:lstStyle/>
        <a:p>
          <a:pPr algn="l" rtl="0"/>
          <a:r>
            <a:rPr lang="en-IN" dirty="0">
              <a:solidFill>
                <a:srgbClr val="343541"/>
              </a:solidFill>
              <a:latin typeface="system-ui"/>
              <a:cs typeface="Calibri"/>
            </a:rPr>
            <a:t>3</a:t>
          </a:r>
          <a:r>
            <a:rPr lang="en-IN" dirty="0">
              <a:solidFill>
                <a:srgbClr val="343541"/>
              </a:solidFill>
              <a:latin typeface="system-ui"/>
              <a:ea typeface="Calibri"/>
              <a:cs typeface="Calibri"/>
            </a:rPr>
            <a:t>. </a:t>
          </a:r>
          <a:r>
            <a:rPr lang="en-IN" dirty="0">
              <a:solidFill>
                <a:srgbClr val="343541"/>
              </a:solidFill>
              <a:latin typeface="system-ui"/>
              <a:cs typeface="Calibri"/>
            </a:rPr>
            <a:t>Tokenization and Input Preparation: Tokenize and prepare input data using the provided tokenizers </a:t>
          </a:r>
          <a:r>
            <a:rPr lang="en-IN" dirty="0">
              <a:solidFill>
                <a:srgbClr val="343541"/>
              </a:solidFill>
              <a:latin typeface="system-ui"/>
              <a:ea typeface="Calibri"/>
              <a:cs typeface="Calibri"/>
            </a:rPr>
            <a:t>and </a:t>
          </a:r>
          <a:r>
            <a:rPr lang="en-IN" dirty="0">
              <a:solidFill>
                <a:srgbClr val="343541"/>
              </a:solidFill>
              <a:latin typeface="system-ui"/>
              <a:cs typeface="Calibri"/>
            </a:rPr>
            <a:t>utilities. These ensure </a:t>
          </a:r>
          <a:r>
            <a:rPr lang="en-IN" dirty="0">
              <a:solidFill>
                <a:srgbClr val="343541"/>
              </a:solidFill>
              <a:latin typeface="system-ui"/>
              <a:ea typeface="Calibri"/>
              <a:cs typeface="Calibri"/>
            </a:rPr>
            <a:t>that </a:t>
          </a:r>
          <a:r>
            <a:rPr lang="en-IN" dirty="0">
              <a:solidFill>
                <a:srgbClr val="343541"/>
              </a:solidFill>
              <a:latin typeface="system-ui"/>
              <a:cs typeface="Calibri"/>
            </a:rPr>
            <a:t>the input is compatible with the chosen </a:t>
          </a:r>
          <a:r>
            <a:rPr lang="en-IN" dirty="0">
              <a:solidFill>
                <a:srgbClr val="343541"/>
              </a:solidFill>
              <a:latin typeface="system-ui"/>
              <a:ea typeface="Calibri"/>
              <a:cs typeface="Calibri"/>
            </a:rPr>
            <a:t>transformer </a:t>
          </a:r>
          <a:r>
            <a:rPr lang="en-IN" dirty="0">
              <a:solidFill>
                <a:srgbClr val="343541"/>
              </a:solidFill>
              <a:latin typeface="system-ui"/>
              <a:cs typeface="Calibri"/>
            </a:rPr>
            <a:t>model</a:t>
          </a:r>
          <a:r>
            <a:rPr lang="en-IN" dirty="0">
              <a:solidFill>
                <a:srgbClr val="343541"/>
              </a:solidFill>
              <a:latin typeface="system-ui"/>
              <a:ea typeface="Calibri"/>
              <a:cs typeface="Calibri"/>
            </a:rPr>
            <a:t>.</a:t>
          </a:r>
          <a:endParaRPr lang="en-US" dirty="0">
            <a:solidFill>
              <a:srgbClr val="343541"/>
            </a:solidFill>
            <a:latin typeface="Calibri"/>
            <a:ea typeface="Calibri"/>
            <a:cs typeface="Calibri"/>
          </a:endParaRPr>
        </a:p>
      </dgm:t>
    </dgm:pt>
    <dgm:pt modelId="{59C15DE9-D01D-4EE3-BD92-E86BF8CFDE40}" type="parTrans" cxnId="{86EF25B2-D0C1-46E5-A2B6-63230385A341}">
      <dgm:prSet/>
      <dgm:spPr/>
    </dgm:pt>
    <dgm:pt modelId="{BC923651-1A53-45F2-A0C6-27D2F033992C}" type="sibTrans" cxnId="{86EF25B2-D0C1-46E5-A2B6-63230385A341}">
      <dgm:prSet/>
      <dgm:spPr/>
    </dgm:pt>
    <dgm:pt modelId="{8FF8D627-5079-48C4-8AD0-D127BCD444AE}">
      <dgm:prSet phldr="0"/>
      <dgm:spPr/>
      <dgm:t>
        <a:bodyPr/>
        <a:lstStyle/>
        <a:p>
          <a:pPr algn="l" rtl="0"/>
          <a:r>
            <a:rPr lang="en-IN" dirty="0">
              <a:solidFill>
                <a:srgbClr val="343541"/>
              </a:solidFill>
              <a:latin typeface="system-ui"/>
              <a:cs typeface="Calibri"/>
            </a:rPr>
            <a:t>4</a:t>
          </a:r>
          <a:r>
            <a:rPr lang="en-IN" dirty="0">
              <a:solidFill>
                <a:srgbClr val="343541"/>
              </a:solidFill>
              <a:latin typeface="system-ui"/>
              <a:ea typeface="Calibri"/>
              <a:cs typeface="Calibri"/>
            </a:rPr>
            <a:t>. </a:t>
          </a:r>
          <a:r>
            <a:rPr lang="en-IN" dirty="0">
              <a:solidFill>
                <a:srgbClr val="343541"/>
              </a:solidFill>
              <a:latin typeface="system-ui"/>
              <a:cs typeface="Calibri"/>
            </a:rPr>
            <a:t>Instantiate the </a:t>
          </a:r>
          <a:r>
            <a:rPr lang="en-IN" dirty="0">
              <a:solidFill>
                <a:srgbClr val="343541"/>
              </a:solidFill>
              <a:latin typeface="system-ui"/>
              <a:ea typeface="Calibri"/>
              <a:cs typeface="Calibri"/>
            </a:rPr>
            <a:t>Model</a:t>
          </a:r>
          <a:r>
            <a:rPr lang="en-IN" dirty="0">
              <a:solidFill>
                <a:srgbClr val="343541"/>
              </a:solidFill>
              <a:latin typeface="system-ui"/>
              <a:cs typeface="Calibri"/>
            </a:rPr>
            <a:t>: Instantiate the selected model using the Hugging Face Transformers API. Models are loaded with pre-trained weights.</a:t>
          </a:r>
        </a:p>
      </dgm:t>
    </dgm:pt>
    <dgm:pt modelId="{01DB7D0A-51BD-47A0-AEFE-E6C7CC11AF35}" type="parTrans" cxnId="{4A0B3EC0-56D6-48A9-AE8A-EC15A77CE9DD}">
      <dgm:prSet/>
      <dgm:spPr/>
    </dgm:pt>
    <dgm:pt modelId="{C3524FB0-86E3-4471-A9F2-D0CDA3E9BDDB}" type="sibTrans" cxnId="{4A0B3EC0-56D6-48A9-AE8A-EC15A77CE9DD}">
      <dgm:prSet/>
      <dgm:spPr/>
    </dgm:pt>
    <dgm:pt modelId="{4BAD0465-1A42-4990-8AFD-1B5B714D0388}">
      <dgm:prSet phldr="0"/>
      <dgm:spPr/>
      <dgm:t>
        <a:bodyPr/>
        <a:lstStyle/>
        <a:p>
          <a:pPr algn="l" rtl="0"/>
          <a:r>
            <a:rPr lang="en-IN" dirty="0">
              <a:solidFill>
                <a:srgbClr val="343541"/>
              </a:solidFill>
              <a:latin typeface="system-ui"/>
              <a:cs typeface="Calibri"/>
            </a:rPr>
            <a:t>5. Inference and Fine-Tuning: Use the model for inference on new data or fine-tune it on custom datasets for specific tasks. </a:t>
          </a:r>
          <a:endParaRPr lang="en-US" dirty="0">
            <a:solidFill>
              <a:srgbClr val="343541"/>
            </a:solidFill>
            <a:latin typeface="Calibri"/>
            <a:ea typeface="Calibri"/>
            <a:cs typeface="Calibri"/>
          </a:endParaRPr>
        </a:p>
      </dgm:t>
    </dgm:pt>
    <dgm:pt modelId="{EB28D26C-DFA2-46EF-8158-CED63A8550C3}" type="parTrans" cxnId="{11A47450-F539-4173-A9C4-7EB811D8C7C3}">
      <dgm:prSet/>
      <dgm:spPr/>
    </dgm:pt>
    <dgm:pt modelId="{38442C2B-6C49-473A-9295-F2D0E454C419}" type="sibTrans" cxnId="{11A47450-F539-4173-A9C4-7EB811D8C7C3}">
      <dgm:prSet/>
      <dgm:spPr/>
    </dgm:pt>
    <dgm:pt modelId="{1E560B5B-FAD5-4A4D-B882-F1FC7B57E5AA}">
      <dgm:prSet phldr="0"/>
      <dgm:spPr/>
      <dgm:t>
        <a:bodyPr/>
        <a:lstStyle/>
        <a:p>
          <a:pPr algn="l" rtl="0"/>
          <a:r>
            <a:rPr lang="en-IN" dirty="0">
              <a:solidFill>
                <a:srgbClr val="343541"/>
              </a:solidFill>
              <a:latin typeface="system-ui"/>
              <a:cs typeface="Calibri"/>
            </a:rPr>
            <a:t>6. Model Evaluation: Evaluate the model's performance on task-specific metrics. Hugging Face Transformers often includes metrics functions for common NLP tasks.</a:t>
          </a:r>
        </a:p>
      </dgm:t>
    </dgm:pt>
    <dgm:pt modelId="{FB963188-85F9-4E3E-96BF-C52F28056DBA}" type="parTrans" cxnId="{8C89401D-B31F-457E-8864-6F2F06FDF831}">
      <dgm:prSet/>
      <dgm:spPr/>
    </dgm:pt>
    <dgm:pt modelId="{9112CF61-A3C5-4CC1-8FA3-1E532C0736A9}" type="sibTrans" cxnId="{8C89401D-B31F-457E-8864-6F2F06FDF831}">
      <dgm:prSet/>
      <dgm:spPr/>
    </dgm:pt>
    <dgm:pt modelId="{513C921E-DB14-4115-8CDD-DE090B2E8C27}">
      <dgm:prSet phldr="0"/>
      <dgm:spPr/>
      <dgm:t>
        <a:bodyPr/>
        <a:lstStyle/>
        <a:p>
          <a:pPr algn="l" rtl="0"/>
          <a:r>
            <a:rPr lang="en-IN" dirty="0">
              <a:solidFill>
                <a:srgbClr val="343541"/>
              </a:solidFill>
              <a:latin typeface="system-ui"/>
              <a:cs typeface="Calibri"/>
            </a:rPr>
            <a:t>2. Choose a Model: Select </a:t>
          </a:r>
          <a:r>
            <a:rPr lang="en-IN" dirty="0">
              <a:solidFill>
                <a:srgbClr val="343541"/>
              </a:solidFill>
              <a:latin typeface="system-ui"/>
              <a:ea typeface="Calibri"/>
              <a:cs typeface="Calibri"/>
            </a:rPr>
            <a:t>a </a:t>
          </a:r>
          <a:r>
            <a:rPr lang="en-IN" dirty="0">
              <a:solidFill>
                <a:srgbClr val="343541"/>
              </a:solidFill>
              <a:latin typeface="system-ui"/>
              <a:cs typeface="Calibri"/>
            </a:rPr>
            <a:t>pre-trained model suitable for the task at hand from the model hub</a:t>
          </a:r>
          <a:r>
            <a:rPr lang="en-IN" dirty="0">
              <a:solidFill>
                <a:srgbClr val="343541"/>
              </a:solidFill>
              <a:latin typeface="system-ui"/>
              <a:ea typeface="Calibri"/>
              <a:cs typeface="Calibri"/>
            </a:rPr>
            <a:t>. </a:t>
          </a:r>
          <a:r>
            <a:rPr lang="en-IN" dirty="0">
              <a:solidFill>
                <a:srgbClr val="343541"/>
              </a:solidFill>
              <a:latin typeface="system-ui"/>
              <a:cs typeface="Calibri"/>
            </a:rPr>
            <a:t>Models are available for </a:t>
          </a:r>
          <a:r>
            <a:rPr lang="en-IN" dirty="0">
              <a:solidFill>
                <a:srgbClr val="343541"/>
              </a:solidFill>
              <a:latin typeface="system-ui"/>
              <a:ea typeface="Calibri"/>
              <a:cs typeface="Calibri"/>
            </a:rPr>
            <a:t>various </a:t>
          </a:r>
          <a:r>
            <a:rPr lang="en-IN" dirty="0">
              <a:solidFill>
                <a:srgbClr val="343541"/>
              </a:solidFill>
              <a:latin typeface="system-ui"/>
              <a:cs typeface="Calibri"/>
            </a:rPr>
            <a:t>architectures and </a:t>
          </a:r>
          <a:r>
            <a:rPr lang="en-IN" dirty="0">
              <a:solidFill>
                <a:srgbClr val="343541"/>
              </a:solidFill>
              <a:latin typeface="system-ui"/>
              <a:ea typeface="Calibri"/>
              <a:cs typeface="Calibri"/>
            </a:rPr>
            <a:t>tasks.</a:t>
          </a:r>
          <a:endParaRPr lang="en-IN" dirty="0">
            <a:solidFill>
              <a:srgbClr val="343541"/>
            </a:solidFill>
            <a:latin typeface="system-ui"/>
            <a:cs typeface="Calibri"/>
          </a:endParaRPr>
        </a:p>
      </dgm:t>
    </dgm:pt>
    <dgm:pt modelId="{B96239AB-CD80-4ADB-94A7-459513CC8512}" type="parTrans" cxnId="{C5D822F8-E87F-48F3-8D06-D39B8F0FE7D5}">
      <dgm:prSet/>
      <dgm:spPr/>
    </dgm:pt>
    <dgm:pt modelId="{7D2925F7-6B54-4439-B038-71D41F4F2EE0}" type="sibTrans" cxnId="{C5D822F8-E87F-48F3-8D06-D39B8F0FE7D5}">
      <dgm:prSet/>
      <dgm:spPr/>
    </dgm:pt>
    <dgm:pt modelId="{33A8B12B-FEFF-4A4B-988E-2E0A309885BA}" type="pres">
      <dgm:prSet presAssocID="{38CAF228-C70E-43C4-B248-C2DCC42C6A87}" presName="linear" presStyleCnt="0">
        <dgm:presLayoutVars>
          <dgm:animLvl val="lvl"/>
          <dgm:resizeHandles val="exact"/>
        </dgm:presLayoutVars>
      </dgm:prSet>
      <dgm:spPr/>
    </dgm:pt>
    <dgm:pt modelId="{DEF2A6C0-053C-4E3A-BAD3-F1DDDD2A783B}" type="pres">
      <dgm:prSet presAssocID="{92B58748-6A21-4CC2-9AE0-AE6D928DD1E4}" presName="parentText" presStyleLbl="node1" presStyleIdx="0" presStyleCnt="6">
        <dgm:presLayoutVars>
          <dgm:chMax val="0"/>
          <dgm:bulletEnabled val="1"/>
        </dgm:presLayoutVars>
      </dgm:prSet>
      <dgm:spPr/>
    </dgm:pt>
    <dgm:pt modelId="{0C7AB2F0-8721-451B-80A1-B0E9C62C0D0F}" type="pres">
      <dgm:prSet presAssocID="{820B0F42-7A85-4970-ACD7-E3763632F539}" presName="spacer" presStyleCnt="0"/>
      <dgm:spPr/>
    </dgm:pt>
    <dgm:pt modelId="{0726FB27-8D79-4EF7-81F1-C2532EF5A839}" type="pres">
      <dgm:prSet presAssocID="{513C921E-DB14-4115-8CDD-DE090B2E8C27}" presName="parentText" presStyleLbl="node1" presStyleIdx="1" presStyleCnt="6">
        <dgm:presLayoutVars>
          <dgm:chMax val="0"/>
          <dgm:bulletEnabled val="1"/>
        </dgm:presLayoutVars>
      </dgm:prSet>
      <dgm:spPr/>
    </dgm:pt>
    <dgm:pt modelId="{60A36943-FDC7-4200-AEA1-8A423400E93C}" type="pres">
      <dgm:prSet presAssocID="{7D2925F7-6B54-4439-B038-71D41F4F2EE0}" presName="spacer" presStyleCnt="0"/>
      <dgm:spPr/>
    </dgm:pt>
    <dgm:pt modelId="{95D77868-1B23-4793-8A46-A908B3A3988D}" type="pres">
      <dgm:prSet presAssocID="{CA622FAC-6972-422C-83CD-12F05F2DCD31}" presName="parentText" presStyleLbl="node1" presStyleIdx="2" presStyleCnt="6">
        <dgm:presLayoutVars>
          <dgm:chMax val="0"/>
          <dgm:bulletEnabled val="1"/>
        </dgm:presLayoutVars>
      </dgm:prSet>
      <dgm:spPr/>
    </dgm:pt>
    <dgm:pt modelId="{07798A34-E475-4427-8D43-0FB6F8236F13}" type="pres">
      <dgm:prSet presAssocID="{BC923651-1A53-45F2-A0C6-27D2F033992C}" presName="spacer" presStyleCnt="0"/>
      <dgm:spPr/>
    </dgm:pt>
    <dgm:pt modelId="{BC67354E-4725-4010-BC85-8373FB63C7EA}" type="pres">
      <dgm:prSet presAssocID="{8FF8D627-5079-48C4-8AD0-D127BCD444AE}" presName="parentText" presStyleLbl="node1" presStyleIdx="3" presStyleCnt="6">
        <dgm:presLayoutVars>
          <dgm:chMax val="0"/>
          <dgm:bulletEnabled val="1"/>
        </dgm:presLayoutVars>
      </dgm:prSet>
      <dgm:spPr/>
    </dgm:pt>
    <dgm:pt modelId="{20F23667-8B24-4690-B52D-5BC65B492CD2}" type="pres">
      <dgm:prSet presAssocID="{C3524FB0-86E3-4471-A9F2-D0CDA3E9BDDB}" presName="spacer" presStyleCnt="0"/>
      <dgm:spPr/>
    </dgm:pt>
    <dgm:pt modelId="{BD73D933-5F7B-4A6C-AB7A-75384A75C335}" type="pres">
      <dgm:prSet presAssocID="{4BAD0465-1A42-4990-8AFD-1B5B714D0388}" presName="parentText" presStyleLbl="node1" presStyleIdx="4" presStyleCnt="6">
        <dgm:presLayoutVars>
          <dgm:chMax val="0"/>
          <dgm:bulletEnabled val="1"/>
        </dgm:presLayoutVars>
      </dgm:prSet>
      <dgm:spPr/>
    </dgm:pt>
    <dgm:pt modelId="{6D323C83-92AE-48FB-A9F6-65AD5BBA89FC}" type="pres">
      <dgm:prSet presAssocID="{38442C2B-6C49-473A-9295-F2D0E454C419}" presName="spacer" presStyleCnt="0"/>
      <dgm:spPr/>
    </dgm:pt>
    <dgm:pt modelId="{0F3B8EBA-F43A-4D30-98DE-F5D638378946}" type="pres">
      <dgm:prSet presAssocID="{1E560B5B-FAD5-4A4D-B882-F1FC7B57E5AA}" presName="parentText" presStyleLbl="node1" presStyleIdx="5" presStyleCnt="6">
        <dgm:presLayoutVars>
          <dgm:chMax val="0"/>
          <dgm:bulletEnabled val="1"/>
        </dgm:presLayoutVars>
      </dgm:prSet>
      <dgm:spPr/>
    </dgm:pt>
  </dgm:ptLst>
  <dgm:cxnLst>
    <dgm:cxn modelId="{689B131D-E3E3-4A11-A5B3-F0CEC9BA5AE7}" srcId="{38CAF228-C70E-43C4-B248-C2DCC42C6A87}" destId="{92B58748-6A21-4CC2-9AE0-AE6D928DD1E4}" srcOrd="0" destOrd="0" parTransId="{F5E60646-B5B3-4669-97C2-0261AE290C20}" sibTransId="{820B0F42-7A85-4970-ACD7-E3763632F539}"/>
    <dgm:cxn modelId="{8C89401D-B31F-457E-8864-6F2F06FDF831}" srcId="{38CAF228-C70E-43C4-B248-C2DCC42C6A87}" destId="{1E560B5B-FAD5-4A4D-B882-F1FC7B57E5AA}" srcOrd="5" destOrd="0" parTransId="{FB963188-85F9-4E3E-96BF-C52F28056DBA}" sibTransId="{9112CF61-A3C5-4CC1-8FA3-1E532C0736A9}"/>
    <dgm:cxn modelId="{BA74FF5E-03BB-42D7-9BDF-4E8E47A99EE9}" type="presOf" srcId="{92B58748-6A21-4CC2-9AE0-AE6D928DD1E4}" destId="{DEF2A6C0-053C-4E3A-BAD3-F1DDDD2A783B}" srcOrd="0" destOrd="0" presId="urn:microsoft.com/office/officeart/2005/8/layout/vList2"/>
    <dgm:cxn modelId="{11A47450-F539-4173-A9C4-7EB811D8C7C3}" srcId="{38CAF228-C70E-43C4-B248-C2DCC42C6A87}" destId="{4BAD0465-1A42-4990-8AFD-1B5B714D0388}" srcOrd="4" destOrd="0" parTransId="{EB28D26C-DFA2-46EF-8158-CED63A8550C3}" sibTransId="{38442C2B-6C49-473A-9295-F2D0E454C419}"/>
    <dgm:cxn modelId="{3D07F256-79FE-4027-BC94-A2D3BA05FED7}" type="presOf" srcId="{1E560B5B-FAD5-4A4D-B882-F1FC7B57E5AA}" destId="{0F3B8EBA-F43A-4D30-98DE-F5D638378946}" srcOrd="0" destOrd="0" presId="urn:microsoft.com/office/officeart/2005/8/layout/vList2"/>
    <dgm:cxn modelId="{2A235583-6F0B-4E46-AF8C-1B1B0F2F66CC}" type="presOf" srcId="{4BAD0465-1A42-4990-8AFD-1B5B714D0388}" destId="{BD73D933-5F7B-4A6C-AB7A-75384A75C335}" srcOrd="0" destOrd="0" presId="urn:microsoft.com/office/officeart/2005/8/layout/vList2"/>
    <dgm:cxn modelId="{35F2D588-D6B9-48C2-AA7E-610E62B00521}" type="presOf" srcId="{CA622FAC-6972-422C-83CD-12F05F2DCD31}" destId="{95D77868-1B23-4793-8A46-A908B3A3988D}" srcOrd="0" destOrd="0" presId="urn:microsoft.com/office/officeart/2005/8/layout/vList2"/>
    <dgm:cxn modelId="{86EF25B2-D0C1-46E5-A2B6-63230385A341}" srcId="{38CAF228-C70E-43C4-B248-C2DCC42C6A87}" destId="{CA622FAC-6972-422C-83CD-12F05F2DCD31}" srcOrd="2" destOrd="0" parTransId="{59C15DE9-D01D-4EE3-BD92-E86BF8CFDE40}" sibTransId="{BC923651-1A53-45F2-A0C6-27D2F033992C}"/>
    <dgm:cxn modelId="{4A0B3EC0-56D6-48A9-AE8A-EC15A77CE9DD}" srcId="{38CAF228-C70E-43C4-B248-C2DCC42C6A87}" destId="{8FF8D627-5079-48C4-8AD0-D127BCD444AE}" srcOrd="3" destOrd="0" parTransId="{01DB7D0A-51BD-47A0-AEFE-E6C7CC11AF35}" sibTransId="{C3524FB0-86E3-4471-A9F2-D0CDA3E9BDDB}"/>
    <dgm:cxn modelId="{BD5565CA-ADFF-4D8A-BBCF-3B32E098F419}" type="presOf" srcId="{8FF8D627-5079-48C4-8AD0-D127BCD444AE}" destId="{BC67354E-4725-4010-BC85-8373FB63C7EA}" srcOrd="0" destOrd="0" presId="urn:microsoft.com/office/officeart/2005/8/layout/vList2"/>
    <dgm:cxn modelId="{D9C64FD0-7378-49E4-A0AC-15EB9F9E1BE5}" type="presOf" srcId="{513C921E-DB14-4115-8CDD-DE090B2E8C27}" destId="{0726FB27-8D79-4EF7-81F1-C2532EF5A839}" srcOrd="0" destOrd="0" presId="urn:microsoft.com/office/officeart/2005/8/layout/vList2"/>
    <dgm:cxn modelId="{C2B42FE5-1F02-4DCD-A335-C7C120C6B5D0}" type="presOf" srcId="{38CAF228-C70E-43C4-B248-C2DCC42C6A87}" destId="{33A8B12B-FEFF-4A4B-988E-2E0A309885BA}" srcOrd="0" destOrd="0" presId="urn:microsoft.com/office/officeart/2005/8/layout/vList2"/>
    <dgm:cxn modelId="{C5D822F8-E87F-48F3-8D06-D39B8F0FE7D5}" srcId="{38CAF228-C70E-43C4-B248-C2DCC42C6A87}" destId="{513C921E-DB14-4115-8CDD-DE090B2E8C27}" srcOrd="1" destOrd="0" parTransId="{B96239AB-CD80-4ADB-94A7-459513CC8512}" sibTransId="{7D2925F7-6B54-4439-B038-71D41F4F2EE0}"/>
    <dgm:cxn modelId="{766DB89D-762D-4E3B-8FA5-AA031646CE34}" type="presParOf" srcId="{33A8B12B-FEFF-4A4B-988E-2E0A309885BA}" destId="{DEF2A6C0-053C-4E3A-BAD3-F1DDDD2A783B}" srcOrd="0" destOrd="0" presId="urn:microsoft.com/office/officeart/2005/8/layout/vList2"/>
    <dgm:cxn modelId="{F7B1C1CE-0575-4AD7-876A-E6941FE409B4}" type="presParOf" srcId="{33A8B12B-FEFF-4A4B-988E-2E0A309885BA}" destId="{0C7AB2F0-8721-451B-80A1-B0E9C62C0D0F}" srcOrd="1" destOrd="0" presId="urn:microsoft.com/office/officeart/2005/8/layout/vList2"/>
    <dgm:cxn modelId="{0F6DCB6B-70B9-4933-8A5C-E0CB0CBD32E6}" type="presParOf" srcId="{33A8B12B-FEFF-4A4B-988E-2E0A309885BA}" destId="{0726FB27-8D79-4EF7-81F1-C2532EF5A839}" srcOrd="2" destOrd="0" presId="urn:microsoft.com/office/officeart/2005/8/layout/vList2"/>
    <dgm:cxn modelId="{36875AB8-BF9E-450A-9727-2AC01FEBCBEB}" type="presParOf" srcId="{33A8B12B-FEFF-4A4B-988E-2E0A309885BA}" destId="{60A36943-FDC7-4200-AEA1-8A423400E93C}" srcOrd="3" destOrd="0" presId="urn:microsoft.com/office/officeart/2005/8/layout/vList2"/>
    <dgm:cxn modelId="{3120D15C-E5AC-42DC-9E98-EA67629D0C93}" type="presParOf" srcId="{33A8B12B-FEFF-4A4B-988E-2E0A309885BA}" destId="{95D77868-1B23-4793-8A46-A908B3A3988D}" srcOrd="4" destOrd="0" presId="urn:microsoft.com/office/officeart/2005/8/layout/vList2"/>
    <dgm:cxn modelId="{A969E001-EF68-42A6-B867-E06CA7461D18}" type="presParOf" srcId="{33A8B12B-FEFF-4A4B-988E-2E0A309885BA}" destId="{07798A34-E475-4427-8D43-0FB6F8236F13}" srcOrd="5" destOrd="0" presId="urn:microsoft.com/office/officeart/2005/8/layout/vList2"/>
    <dgm:cxn modelId="{053F83AA-E020-4953-AE58-73A8DD01321F}" type="presParOf" srcId="{33A8B12B-FEFF-4A4B-988E-2E0A309885BA}" destId="{BC67354E-4725-4010-BC85-8373FB63C7EA}" srcOrd="6" destOrd="0" presId="urn:microsoft.com/office/officeart/2005/8/layout/vList2"/>
    <dgm:cxn modelId="{8DDE975D-536E-406A-A402-F4283D40346C}" type="presParOf" srcId="{33A8B12B-FEFF-4A4B-988E-2E0A309885BA}" destId="{20F23667-8B24-4690-B52D-5BC65B492CD2}" srcOrd="7" destOrd="0" presId="urn:microsoft.com/office/officeart/2005/8/layout/vList2"/>
    <dgm:cxn modelId="{D169F835-3C3F-4682-95D1-962B71B5A8B8}" type="presParOf" srcId="{33A8B12B-FEFF-4A4B-988E-2E0A309885BA}" destId="{BD73D933-5F7B-4A6C-AB7A-75384A75C335}" srcOrd="8" destOrd="0" presId="urn:microsoft.com/office/officeart/2005/8/layout/vList2"/>
    <dgm:cxn modelId="{0BEB98A3-9648-455B-BB39-F54FA4D635B3}" type="presParOf" srcId="{33A8B12B-FEFF-4A4B-988E-2E0A309885BA}" destId="{6D323C83-92AE-48FB-A9F6-65AD5BBA89FC}" srcOrd="9" destOrd="0" presId="urn:microsoft.com/office/officeart/2005/8/layout/vList2"/>
    <dgm:cxn modelId="{B1944294-4FE9-456D-AEF7-DDC8FE2C3B89}" type="presParOf" srcId="{33A8B12B-FEFF-4A4B-988E-2E0A309885BA}" destId="{0F3B8EBA-F43A-4D30-98DE-F5D638378946}"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094B42-DE61-4013-A691-8BC7A1058ADF}">
      <dsp:nvSpPr>
        <dsp:cNvPr id="0" name=""/>
        <dsp:cNvSpPr/>
      </dsp:nvSpPr>
      <dsp:spPr>
        <a:xfrm>
          <a:off x="0" y="33146"/>
          <a:ext cx="7879842" cy="81549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Programming Skills, </a:t>
          </a:r>
        </a:p>
      </dsp:txBody>
      <dsp:txXfrm>
        <a:off x="39809" y="72955"/>
        <a:ext cx="7800224" cy="735872"/>
      </dsp:txXfrm>
    </dsp:sp>
    <dsp:sp modelId="{0D726924-1EF3-46AD-A2F0-649908CFB024}">
      <dsp:nvSpPr>
        <dsp:cNvPr id="0" name=""/>
        <dsp:cNvSpPr/>
      </dsp:nvSpPr>
      <dsp:spPr>
        <a:xfrm>
          <a:off x="0" y="946556"/>
          <a:ext cx="7879842" cy="815490"/>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Data Structures, </a:t>
          </a:r>
        </a:p>
      </dsp:txBody>
      <dsp:txXfrm>
        <a:off x="39809" y="986365"/>
        <a:ext cx="7800224" cy="735872"/>
      </dsp:txXfrm>
    </dsp:sp>
    <dsp:sp modelId="{083E6DF9-FF45-474B-B9B1-C36D0BCB4DAE}">
      <dsp:nvSpPr>
        <dsp:cNvPr id="0" name=""/>
        <dsp:cNvSpPr/>
      </dsp:nvSpPr>
      <dsp:spPr>
        <a:xfrm>
          <a:off x="0" y="1859967"/>
          <a:ext cx="7879842" cy="815490"/>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Algorithms, </a:t>
          </a:r>
        </a:p>
      </dsp:txBody>
      <dsp:txXfrm>
        <a:off x="39809" y="1899776"/>
        <a:ext cx="7800224" cy="735872"/>
      </dsp:txXfrm>
    </dsp:sp>
    <dsp:sp modelId="{A639AE38-BDEB-4C8E-B0E9-03E676AF7926}">
      <dsp:nvSpPr>
        <dsp:cNvPr id="0" name=""/>
        <dsp:cNvSpPr/>
      </dsp:nvSpPr>
      <dsp:spPr>
        <a:xfrm>
          <a:off x="0" y="2773377"/>
          <a:ext cx="7879842" cy="815490"/>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Probability and Statistics, </a:t>
          </a:r>
        </a:p>
      </dsp:txBody>
      <dsp:txXfrm>
        <a:off x="39809" y="2813186"/>
        <a:ext cx="7800224" cy="735872"/>
      </dsp:txXfrm>
    </dsp:sp>
    <dsp:sp modelId="{1EC13922-A5FD-459A-BC53-B96D19311172}">
      <dsp:nvSpPr>
        <dsp:cNvPr id="0" name=""/>
        <dsp:cNvSpPr/>
      </dsp:nvSpPr>
      <dsp:spPr>
        <a:xfrm>
          <a:off x="0" y="3686787"/>
          <a:ext cx="7879842" cy="81549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Machine Learning.</a:t>
          </a:r>
        </a:p>
      </dsp:txBody>
      <dsp:txXfrm>
        <a:off x="39809" y="3726596"/>
        <a:ext cx="7800224" cy="7358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624830"/>
          <a:ext cx="7879842" cy="516427"/>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rtl="0">
            <a:lnSpc>
              <a:spcPct val="90000"/>
            </a:lnSpc>
            <a:spcBef>
              <a:spcPct val="0"/>
            </a:spcBef>
            <a:spcAft>
              <a:spcPct val="35000"/>
            </a:spcAft>
            <a:buNone/>
          </a:pPr>
          <a:r>
            <a:rPr lang="en-IN" sz="1300" kern="1200">
              <a:solidFill>
                <a:srgbClr val="343541"/>
              </a:solidFill>
              <a:latin typeface="system-ui"/>
            </a:rPr>
            <a:t>Sequential Data in Natural Language Processing (NLP) refers to data that has an inherent order or sequence.</a:t>
          </a:r>
          <a:endParaRPr lang="en-US" sz="1300" kern="1200">
            <a:solidFill>
              <a:srgbClr val="343541"/>
            </a:solidFill>
            <a:latin typeface="system-ui"/>
          </a:endParaRPr>
        </a:p>
      </dsp:txBody>
      <dsp:txXfrm>
        <a:off x="25210" y="650040"/>
        <a:ext cx="7829422" cy="466007"/>
      </dsp:txXfrm>
    </dsp:sp>
    <dsp:sp modelId="{978BED8F-555E-4229-AD97-18AC6EE5D14F}">
      <dsp:nvSpPr>
        <dsp:cNvPr id="0" name=""/>
        <dsp:cNvSpPr/>
      </dsp:nvSpPr>
      <dsp:spPr>
        <a:xfrm>
          <a:off x="0" y="1178697"/>
          <a:ext cx="7879842" cy="516427"/>
        </a:xfrm>
        <a:prstGeom prst="roundRect">
          <a:avLst/>
        </a:prstGeom>
        <a:solidFill>
          <a:schemeClr val="accent2">
            <a:hueOff val="936304"/>
            <a:satOff val="-1168"/>
            <a:lumOff val="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rtl="0">
            <a:lnSpc>
              <a:spcPct val="90000"/>
            </a:lnSpc>
            <a:spcBef>
              <a:spcPct val="0"/>
            </a:spcBef>
            <a:spcAft>
              <a:spcPct val="35000"/>
            </a:spcAft>
            <a:buNone/>
          </a:pPr>
          <a:r>
            <a:rPr lang="en-IN" sz="1300" kern="1200">
              <a:solidFill>
                <a:srgbClr val="343541"/>
              </a:solidFill>
              <a:latin typeface="system-ui"/>
            </a:rPr>
            <a:t>This order is crucial for understanding the context and meaning of the data. </a:t>
          </a:r>
          <a:endParaRPr lang="en-US" sz="1300" kern="1200">
            <a:latin typeface="Calibri"/>
            <a:ea typeface="Calibri"/>
            <a:cs typeface="Calibri"/>
          </a:endParaRPr>
        </a:p>
      </dsp:txBody>
      <dsp:txXfrm>
        <a:off x="25210" y="1203907"/>
        <a:ext cx="7829422" cy="466007"/>
      </dsp:txXfrm>
    </dsp:sp>
    <dsp:sp modelId="{218C3983-FD6B-4A71-BB80-B25337AA39C3}">
      <dsp:nvSpPr>
        <dsp:cNvPr id="0" name=""/>
        <dsp:cNvSpPr/>
      </dsp:nvSpPr>
      <dsp:spPr>
        <a:xfrm>
          <a:off x="0" y="1732564"/>
          <a:ext cx="7879842" cy="516427"/>
        </a:xfrm>
        <a:prstGeom prst="roundRect">
          <a:avLst/>
        </a:prstGeom>
        <a:solidFill>
          <a:schemeClr val="accent2">
            <a:hueOff val="1872608"/>
            <a:satOff val="-233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rtl="0">
            <a:lnSpc>
              <a:spcPct val="90000"/>
            </a:lnSpc>
            <a:spcBef>
              <a:spcPct val="0"/>
            </a:spcBef>
            <a:spcAft>
              <a:spcPct val="35000"/>
            </a:spcAft>
            <a:buNone/>
          </a:pPr>
          <a:r>
            <a:rPr lang="en-IN" sz="1300" kern="1200">
              <a:solidFill>
                <a:srgbClr val="343541"/>
              </a:solidFill>
              <a:latin typeface="system-ui"/>
            </a:rPr>
            <a:t>In the context of NLP, sequential data often refers to sequences of words or characters in a text.</a:t>
          </a:r>
          <a:endParaRPr lang="en-US" sz="1300" kern="1200">
            <a:latin typeface="Calibri"/>
            <a:ea typeface="Calibri"/>
            <a:cs typeface="Calibri"/>
          </a:endParaRPr>
        </a:p>
      </dsp:txBody>
      <dsp:txXfrm>
        <a:off x="25210" y="1757774"/>
        <a:ext cx="7829422" cy="466007"/>
      </dsp:txXfrm>
    </dsp:sp>
    <dsp:sp modelId="{0A13CC24-33F8-42E5-BDD0-3B8A9C99AD48}">
      <dsp:nvSpPr>
        <dsp:cNvPr id="0" name=""/>
        <dsp:cNvSpPr/>
      </dsp:nvSpPr>
      <dsp:spPr>
        <a:xfrm>
          <a:off x="0" y="2286431"/>
          <a:ext cx="7879842" cy="516427"/>
        </a:xfrm>
        <a:prstGeom prst="roundRect">
          <a:avLst/>
        </a:prstGeom>
        <a:solidFill>
          <a:schemeClr val="accent2">
            <a:hueOff val="2808911"/>
            <a:satOff val="-3503"/>
            <a:lumOff val="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kern="1200">
              <a:solidFill>
                <a:srgbClr val="343541"/>
              </a:solidFill>
              <a:latin typeface="system-ui"/>
            </a:rPr>
            <a:t>Understanding and modeling the sequential nature of language is essential for tasks such as language modeling, machine translation, text generation, sentiment analysis, and named entity recognition, among others.</a:t>
          </a:r>
          <a:endParaRPr lang="en-US" sz="1300" kern="1200"/>
        </a:p>
      </dsp:txBody>
      <dsp:txXfrm>
        <a:off x="25210" y="2311641"/>
        <a:ext cx="7829422" cy="466007"/>
      </dsp:txXfrm>
    </dsp:sp>
    <dsp:sp modelId="{3877730F-CC71-4D33-B81A-4D64D275BD63}">
      <dsp:nvSpPr>
        <dsp:cNvPr id="0" name=""/>
        <dsp:cNvSpPr/>
      </dsp:nvSpPr>
      <dsp:spPr>
        <a:xfrm>
          <a:off x="0" y="2840299"/>
          <a:ext cx="7879842" cy="516427"/>
        </a:xfrm>
        <a:prstGeom prst="roundRect">
          <a:avLst/>
        </a:prstGeom>
        <a:solidFill>
          <a:schemeClr val="accent2">
            <a:hueOff val="3745215"/>
            <a:satOff val="-4671"/>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rtl="0">
            <a:lnSpc>
              <a:spcPct val="90000"/>
            </a:lnSpc>
            <a:spcBef>
              <a:spcPct val="0"/>
            </a:spcBef>
            <a:spcAft>
              <a:spcPct val="35000"/>
            </a:spcAft>
            <a:buNone/>
          </a:pPr>
          <a:r>
            <a:rPr lang="en-IN" sz="1300" kern="1200">
              <a:solidFill>
                <a:srgbClr val="343541"/>
              </a:solidFill>
              <a:latin typeface="system-ui"/>
            </a:rPr>
            <a:t>In summary, Sequential Data in NLP is a fundamental aspect that requires specialized techniques to capture and leverage the inherent order and dependencies within the data.</a:t>
          </a:r>
        </a:p>
      </dsp:txBody>
      <dsp:txXfrm>
        <a:off x="25210" y="2865509"/>
        <a:ext cx="7829422" cy="466007"/>
      </dsp:txXfrm>
    </dsp:sp>
    <dsp:sp modelId="{7782DE15-62A2-43E2-A6AD-1066C32E778B}">
      <dsp:nvSpPr>
        <dsp:cNvPr id="0" name=""/>
        <dsp:cNvSpPr/>
      </dsp:nvSpPr>
      <dsp:spPr>
        <a:xfrm>
          <a:off x="0" y="3394166"/>
          <a:ext cx="7879842" cy="516427"/>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IN" sz="1300" kern="1200">
              <a:solidFill>
                <a:srgbClr val="343541"/>
              </a:solidFill>
              <a:latin typeface="system-ui"/>
            </a:rPr>
            <a:t>Models and Architectures designed for sequential processing, such as RNNs, LSTMs, GRUs, attention mechanisms, and transformer models, play a crucial role in extracting meaningful information from sequences of text.</a:t>
          </a:r>
          <a:endParaRPr lang="en-US" sz="1300" kern="1200"/>
        </a:p>
      </dsp:txBody>
      <dsp:txXfrm>
        <a:off x="25210" y="3419376"/>
        <a:ext cx="7829422" cy="4660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8A4F81-8730-4C8A-8B1E-D084246FABB4}">
      <dsp:nvSpPr>
        <dsp:cNvPr id="0" name=""/>
        <dsp:cNvSpPr/>
      </dsp:nvSpPr>
      <dsp:spPr>
        <a:xfrm>
          <a:off x="0" y="379697"/>
          <a:ext cx="7879842" cy="915927"/>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rtl="0">
            <a:lnSpc>
              <a:spcPct val="90000"/>
            </a:lnSpc>
            <a:spcBef>
              <a:spcPct val="0"/>
            </a:spcBef>
            <a:spcAft>
              <a:spcPct val="35000"/>
            </a:spcAft>
            <a:buNone/>
          </a:pPr>
          <a:r>
            <a:rPr lang="en-IN" sz="1300" b="0" kern="1200">
              <a:solidFill>
                <a:srgbClr val="343541"/>
              </a:solidFill>
              <a:latin typeface="system-ui"/>
            </a:rPr>
            <a:t>1. Tokenization: Tokenization is </a:t>
          </a:r>
          <a:r>
            <a:rPr lang="en-IN" sz="1300" kern="1200">
              <a:solidFill>
                <a:srgbClr val="343541"/>
              </a:solidFill>
              <a:latin typeface="system-ui"/>
            </a:rPr>
            <a:t>the process of breaking down a sequence of text into individual units, or tokens. In the case of language, tokens are often words or subwords. For</a:t>
          </a:r>
          <a:r>
            <a:rPr lang="en-IN" sz="1300" b="0" kern="1200">
              <a:solidFill>
                <a:srgbClr val="343541"/>
              </a:solidFill>
              <a:latin typeface="system-ui"/>
            </a:rPr>
            <a:t> example, the sentence "I love natural language processing" would be tokenized into the following tokens: ["I", "love", "natural", "language", "processing"].</a:t>
          </a:r>
        </a:p>
      </dsp:txBody>
      <dsp:txXfrm>
        <a:off x="44712" y="424409"/>
        <a:ext cx="7790418" cy="826503"/>
      </dsp:txXfrm>
    </dsp:sp>
    <dsp:sp modelId="{27E1F966-CFD0-422C-B0C5-6AFEFC709A78}">
      <dsp:nvSpPr>
        <dsp:cNvPr id="0" name=""/>
        <dsp:cNvSpPr/>
      </dsp:nvSpPr>
      <dsp:spPr>
        <a:xfrm>
          <a:off x="0" y="1333064"/>
          <a:ext cx="7879842" cy="915927"/>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rtl="0">
            <a:lnSpc>
              <a:spcPct val="90000"/>
            </a:lnSpc>
            <a:spcBef>
              <a:spcPct val="0"/>
            </a:spcBef>
            <a:spcAft>
              <a:spcPct val="35000"/>
            </a:spcAft>
            <a:buNone/>
          </a:pPr>
          <a:r>
            <a:rPr lang="en-IN" sz="1300" b="0" kern="1200">
              <a:solidFill>
                <a:srgbClr val="343541"/>
              </a:solidFill>
              <a:latin typeface="system-ui"/>
            </a:rPr>
            <a:t>2. Sequence Representation: Once tokenized, the sequential data needs to be represented in a format that can be processed by machine learning models. Common representations include numerical vectors or embeddings for each token. Embeddings capture semantic relationships between words and are used to represent words in a continuous vector space.</a:t>
          </a:r>
        </a:p>
      </dsp:txBody>
      <dsp:txXfrm>
        <a:off x="44712" y="1377776"/>
        <a:ext cx="7790418" cy="826503"/>
      </dsp:txXfrm>
    </dsp:sp>
    <dsp:sp modelId="{6F7E710C-522C-48BA-A4F7-A7E3F393FB2A}">
      <dsp:nvSpPr>
        <dsp:cNvPr id="0" name=""/>
        <dsp:cNvSpPr/>
      </dsp:nvSpPr>
      <dsp:spPr>
        <a:xfrm>
          <a:off x="0" y="2286431"/>
          <a:ext cx="7879842" cy="915927"/>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rtl="0">
            <a:lnSpc>
              <a:spcPct val="90000"/>
            </a:lnSpc>
            <a:spcBef>
              <a:spcPct val="0"/>
            </a:spcBef>
            <a:spcAft>
              <a:spcPct val="35000"/>
            </a:spcAft>
            <a:buNone/>
          </a:pPr>
          <a:r>
            <a:rPr lang="en-IN" sz="1300" b="0" kern="1200">
              <a:solidFill>
                <a:srgbClr val="343541"/>
              </a:solidFill>
              <a:latin typeface="system-ui"/>
            </a:rPr>
            <a:t>3. Recurrent Neural Networks (RNNs): RNNs are a class of neural networks designed to work with sequential data. They maintain an internal state that is updated with each new input, allowing them to capture dependencies and relationships between elements in a sequence. Each time step in an RNN processes a new token in the sequence, and the hidden state is updated accordingly.</a:t>
          </a:r>
        </a:p>
      </dsp:txBody>
      <dsp:txXfrm>
        <a:off x="44712" y="2331143"/>
        <a:ext cx="7790418" cy="826503"/>
      </dsp:txXfrm>
    </dsp:sp>
    <dsp:sp modelId="{B3D4BB53-4FC3-4A18-ABA1-723BE2397BD7}">
      <dsp:nvSpPr>
        <dsp:cNvPr id="0" name=""/>
        <dsp:cNvSpPr/>
      </dsp:nvSpPr>
      <dsp:spPr>
        <a:xfrm>
          <a:off x="0" y="3239799"/>
          <a:ext cx="7879842" cy="915927"/>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rtl="0">
            <a:lnSpc>
              <a:spcPct val="90000"/>
            </a:lnSpc>
            <a:spcBef>
              <a:spcPct val="0"/>
            </a:spcBef>
            <a:spcAft>
              <a:spcPct val="35000"/>
            </a:spcAft>
            <a:buNone/>
          </a:pPr>
          <a:r>
            <a:rPr lang="en-IN" sz="1300" b="0" kern="1200">
              <a:solidFill>
                <a:srgbClr val="343541"/>
              </a:solidFill>
              <a:latin typeface="system-ui"/>
            </a:rPr>
            <a:t>4. Long Short-Term Memory (LSTM) and Gated Recurrent Unit (GRU): Traditional RNNs can struggle with capturing long-term dependencies. LSTM and GRU are variants of RNNs designed to address this issue by introducing mechanisms to selectively remember or forget information. LSTMs and GRUs are better at handling vanishing or exploding gradient problems, making them more effective for modeling long sequences.</a:t>
          </a:r>
        </a:p>
      </dsp:txBody>
      <dsp:txXfrm>
        <a:off x="44712" y="3284511"/>
        <a:ext cx="7790418" cy="8265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8A4F81-8730-4C8A-8B1E-D084246FABB4}">
      <dsp:nvSpPr>
        <dsp:cNvPr id="0" name=""/>
        <dsp:cNvSpPr/>
      </dsp:nvSpPr>
      <dsp:spPr>
        <a:xfrm>
          <a:off x="0" y="355931"/>
          <a:ext cx="7879842" cy="92781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rtl="0">
            <a:lnSpc>
              <a:spcPct val="90000"/>
            </a:lnSpc>
            <a:spcBef>
              <a:spcPct val="0"/>
            </a:spcBef>
            <a:spcAft>
              <a:spcPct val="35000"/>
            </a:spcAft>
            <a:buNone/>
          </a:pPr>
          <a:r>
            <a:rPr lang="en-IN" sz="1300" b="0" kern="1200">
              <a:solidFill>
                <a:srgbClr val="343541"/>
              </a:solidFill>
              <a:latin typeface="system-ui"/>
            </a:rPr>
            <a:t>5. Attention Mechanisms: Attention mechanisms </a:t>
          </a:r>
          <a:r>
            <a:rPr lang="en-IN" sz="1300" kern="1200">
              <a:solidFill>
                <a:srgbClr val="343541"/>
              </a:solidFill>
              <a:latin typeface="system-ui"/>
            </a:rPr>
            <a:t>enable models to focus on specific parts of the input sequence when making predictions. This is especially useful when dealing with long sequences</a:t>
          </a:r>
          <a:r>
            <a:rPr lang="en-IN" sz="1300" b="0" kern="1200">
              <a:solidFill>
                <a:srgbClr val="343541"/>
              </a:solidFill>
              <a:latin typeface="system-ui"/>
            </a:rPr>
            <a:t>, as it allows the model to weigh the importance of different elements dynamically. Transformer models, which have gained prominence in NLP, rely heavily on attention mechanisms. </a:t>
          </a:r>
        </a:p>
      </dsp:txBody>
      <dsp:txXfrm>
        <a:off x="45292" y="401223"/>
        <a:ext cx="7789258" cy="837226"/>
      </dsp:txXfrm>
    </dsp:sp>
    <dsp:sp modelId="{6F7E710C-522C-48BA-A4F7-A7E3F393FB2A}">
      <dsp:nvSpPr>
        <dsp:cNvPr id="0" name=""/>
        <dsp:cNvSpPr/>
      </dsp:nvSpPr>
      <dsp:spPr>
        <a:xfrm>
          <a:off x="0" y="1321181"/>
          <a:ext cx="7879842" cy="927810"/>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rtl="0">
            <a:lnSpc>
              <a:spcPct val="90000"/>
            </a:lnSpc>
            <a:spcBef>
              <a:spcPct val="0"/>
            </a:spcBef>
            <a:spcAft>
              <a:spcPct val="35000"/>
            </a:spcAft>
            <a:buNone/>
          </a:pPr>
          <a:r>
            <a:rPr lang="en-IN" sz="1300" b="0" kern="1200">
              <a:solidFill>
                <a:srgbClr val="343541"/>
              </a:solidFill>
              <a:latin typeface="system-ui"/>
            </a:rPr>
            <a:t>6. Transformer Models: Transformers are a type of neural network architecture that has proven highly effective for sequential data in NLP. They use self-attention mechanisms to capture global dependencies in a sequence. Models like BERT (Bidirectional Encoder Representations from Transformers) and GPT (Generative Pre-trained Transformer) are based on the transformer architecture and have set state-of-the-art benchmarks in various NLP tasks.</a:t>
          </a:r>
        </a:p>
      </dsp:txBody>
      <dsp:txXfrm>
        <a:off x="45292" y="1366473"/>
        <a:ext cx="7789258" cy="837226"/>
      </dsp:txXfrm>
    </dsp:sp>
    <dsp:sp modelId="{7892D43F-2679-4506-8046-3547F4E9E08E}">
      <dsp:nvSpPr>
        <dsp:cNvPr id="0" name=""/>
        <dsp:cNvSpPr/>
      </dsp:nvSpPr>
      <dsp:spPr>
        <a:xfrm>
          <a:off x="0" y="2286431"/>
          <a:ext cx="7879842" cy="927810"/>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rtl="0">
            <a:lnSpc>
              <a:spcPct val="90000"/>
            </a:lnSpc>
            <a:spcBef>
              <a:spcPct val="0"/>
            </a:spcBef>
            <a:spcAft>
              <a:spcPct val="35000"/>
            </a:spcAft>
            <a:buNone/>
          </a:pPr>
          <a:r>
            <a:rPr lang="en-IN" sz="1300" b="0" kern="1200">
              <a:solidFill>
                <a:srgbClr val="343541"/>
              </a:solidFill>
              <a:latin typeface="system-ui"/>
            </a:rPr>
            <a:t>7. Sequence </a:t>
          </a:r>
          <a:r>
            <a:rPr lang="en-IN" sz="1300" b="0" kern="1200" err="1">
              <a:solidFill>
                <a:srgbClr val="343541"/>
              </a:solidFill>
              <a:latin typeface="system-ui"/>
            </a:rPr>
            <a:t>Labeling</a:t>
          </a:r>
          <a:r>
            <a:rPr lang="en-IN" sz="1300" b="0" kern="1200">
              <a:solidFill>
                <a:srgbClr val="343541"/>
              </a:solidFill>
              <a:latin typeface="system-ui"/>
            </a:rPr>
            <a:t>: In many NLP applications, the goal is to assign labels to each element in a sequence. For example, named entity recognition involves labeling each word in a sentence with its corresponding entity type (e.g., person, organization, location). Conditional Random Fields (CRFs) and more recently, neural network-based approaches, are commonly used for sequence </a:t>
          </a:r>
          <a:r>
            <a:rPr lang="en-IN" sz="1300" b="0" kern="1200" err="1">
              <a:solidFill>
                <a:srgbClr val="343541"/>
              </a:solidFill>
              <a:latin typeface="system-ui"/>
            </a:rPr>
            <a:t>labeling</a:t>
          </a:r>
          <a:r>
            <a:rPr lang="en-IN" sz="1300" b="0" kern="1200">
              <a:solidFill>
                <a:srgbClr val="343541"/>
              </a:solidFill>
              <a:latin typeface="system-ui"/>
            </a:rPr>
            <a:t> tasks.</a:t>
          </a:r>
          <a:endParaRPr lang="en-US" sz="1300" b="0" kern="1200">
            <a:solidFill>
              <a:srgbClr val="343541"/>
            </a:solidFill>
            <a:latin typeface="Calibri"/>
            <a:ea typeface="Calibri"/>
            <a:cs typeface="Calibri"/>
          </a:endParaRPr>
        </a:p>
      </dsp:txBody>
      <dsp:txXfrm>
        <a:off x="45292" y="2331723"/>
        <a:ext cx="7789258" cy="837226"/>
      </dsp:txXfrm>
    </dsp:sp>
    <dsp:sp modelId="{A1EB8917-D9FE-4611-A845-FEA1794B0C51}">
      <dsp:nvSpPr>
        <dsp:cNvPr id="0" name=""/>
        <dsp:cNvSpPr/>
      </dsp:nvSpPr>
      <dsp:spPr>
        <a:xfrm>
          <a:off x="0" y="3251682"/>
          <a:ext cx="7879842" cy="92781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rtl="0">
            <a:lnSpc>
              <a:spcPct val="90000"/>
            </a:lnSpc>
            <a:spcBef>
              <a:spcPct val="0"/>
            </a:spcBef>
            <a:spcAft>
              <a:spcPct val="35000"/>
            </a:spcAft>
            <a:buNone/>
          </a:pPr>
          <a:r>
            <a:rPr lang="en-IN" sz="1300" b="0" kern="1200">
              <a:solidFill>
                <a:srgbClr val="343541"/>
              </a:solidFill>
              <a:latin typeface="system-ui"/>
            </a:rPr>
            <a:t>8. Temporal Aspect: Sequential data often has a temporal aspect, where the order of elements is crucial for understanding the meaning. This is particularly relevant in tasks like time series analysis and language modeling.</a:t>
          </a:r>
        </a:p>
      </dsp:txBody>
      <dsp:txXfrm>
        <a:off x="45292" y="3296974"/>
        <a:ext cx="7789258" cy="83722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689561"/>
          <a:ext cx="7879842" cy="59670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kern="1200">
              <a:solidFill>
                <a:srgbClr val="343541"/>
              </a:solidFill>
              <a:latin typeface="system-ui"/>
            </a:rPr>
            <a:t>Sequence Models in Natural Language Processing (NLP) are a class of machine learning models designed to handle sequences of data, especially in the context of language. </a:t>
          </a:r>
        </a:p>
      </dsp:txBody>
      <dsp:txXfrm>
        <a:off x="29128" y="718689"/>
        <a:ext cx="7821586" cy="538444"/>
      </dsp:txXfrm>
    </dsp:sp>
    <dsp:sp modelId="{D91F8285-3F32-4BCC-A2AF-3EF55F1E5452}">
      <dsp:nvSpPr>
        <dsp:cNvPr id="0" name=""/>
        <dsp:cNvSpPr/>
      </dsp:nvSpPr>
      <dsp:spPr>
        <a:xfrm>
          <a:off x="0" y="1329461"/>
          <a:ext cx="7879842" cy="596700"/>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kern="1200">
              <a:solidFill>
                <a:srgbClr val="343541"/>
              </a:solidFill>
              <a:latin typeface="system-ui"/>
            </a:rPr>
            <a:t>These models are crucial for tasks where the order of the elements matters, such as predicting the next word in a sentence, language translation, sentiment analysis, and named entity recognition.</a:t>
          </a:r>
          <a:r>
            <a:rPr lang="en-IN" sz="1500" kern="1200">
              <a:latin typeface="system-ui"/>
            </a:rPr>
            <a:t> </a:t>
          </a:r>
          <a:endParaRPr lang="en-US" sz="1500" kern="1200">
            <a:latin typeface="Calibri"/>
            <a:ea typeface="Calibri"/>
            <a:cs typeface="Calibri"/>
          </a:endParaRPr>
        </a:p>
      </dsp:txBody>
      <dsp:txXfrm>
        <a:off x="29128" y="1358589"/>
        <a:ext cx="7821586" cy="538444"/>
      </dsp:txXfrm>
    </dsp:sp>
    <dsp:sp modelId="{EE820FEE-884C-4016-9AF2-084AD9C7F2CD}">
      <dsp:nvSpPr>
        <dsp:cNvPr id="0" name=""/>
        <dsp:cNvSpPr/>
      </dsp:nvSpPr>
      <dsp:spPr>
        <a:xfrm>
          <a:off x="0" y="1969361"/>
          <a:ext cx="7879842" cy="596700"/>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kern="1200">
              <a:solidFill>
                <a:srgbClr val="343541"/>
              </a:solidFill>
              <a:latin typeface="system-ui"/>
            </a:rPr>
            <a:t>Two prominent types of sequence models used in NLP are Recurrent Neural Networks (RNNs) and LSTM.</a:t>
          </a:r>
          <a:endParaRPr lang="en-US" sz="1500" kern="1200"/>
        </a:p>
      </dsp:txBody>
      <dsp:txXfrm>
        <a:off x="29128" y="1998489"/>
        <a:ext cx="7821586" cy="538444"/>
      </dsp:txXfrm>
    </dsp:sp>
    <dsp:sp modelId="{A03E6B2C-AC36-47F4-B59F-C6C5FEFB52D3}">
      <dsp:nvSpPr>
        <dsp:cNvPr id="0" name=""/>
        <dsp:cNvSpPr/>
      </dsp:nvSpPr>
      <dsp:spPr>
        <a:xfrm>
          <a:off x="0" y="2609262"/>
          <a:ext cx="7879842" cy="596700"/>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kern="1200">
              <a:solidFill>
                <a:srgbClr val="343541"/>
              </a:solidFill>
              <a:latin typeface="system-ui"/>
            </a:rPr>
            <a:t>In summary, Sequence Models, including RNNs and LSTM, play a pivotal role in NLP tasks by capturing dependencies and patterns in sequential data. </a:t>
          </a:r>
        </a:p>
      </dsp:txBody>
      <dsp:txXfrm>
        <a:off x="29128" y="2638390"/>
        <a:ext cx="7821586" cy="538444"/>
      </dsp:txXfrm>
    </dsp:sp>
    <dsp:sp modelId="{1452D83E-4767-4F30-BA10-28CDC6FDA9DA}">
      <dsp:nvSpPr>
        <dsp:cNvPr id="0" name=""/>
        <dsp:cNvSpPr/>
      </dsp:nvSpPr>
      <dsp:spPr>
        <a:xfrm>
          <a:off x="0" y="3249162"/>
          <a:ext cx="7879842" cy="59670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kern="1200">
              <a:solidFill>
                <a:srgbClr val="343541"/>
              </a:solidFill>
              <a:latin typeface="system-ui"/>
            </a:rPr>
            <a:t>They have significantly advanced the state of the art in various language-related applications and continue to be a focal point of research and development in the field of NLP.</a:t>
          </a:r>
          <a:endParaRPr lang="en-US" sz="1500" kern="1200"/>
        </a:p>
      </dsp:txBody>
      <dsp:txXfrm>
        <a:off x="29128" y="3278290"/>
        <a:ext cx="7821586" cy="53844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116532"/>
          <a:ext cx="7879842" cy="67626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IN" sz="1700" kern="1200">
              <a:solidFill>
                <a:srgbClr val="343541"/>
              </a:solidFill>
              <a:latin typeface="system-ui"/>
            </a:rPr>
            <a:t>1. Language </a:t>
          </a:r>
          <a:r>
            <a:rPr lang="en-IN" sz="1700" kern="1200" err="1">
              <a:solidFill>
                <a:srgbClr val="343541"/>
              </a:solidFill>
              <a:latin typeface="system-ui"/>
            </a:rPr>
            <a:t>Modeling</a:t>
          </a:r>
          <a:r>
            <a:rPr lang="en-IN" sz="1700" kern="1200">
              <a:solidFill>
                <a:srgbClr val="343541"/>
              </a:solidFill>
              <a:latin typeface="system-ui"/>
            </a:rPr>
            <a:t>: Predicting the next word in a sequence of words, which is fundamental for understanding and generating human-like text.</a:t>
          </a:r>
        </a:p>
      </dsp:txBody>
      <dsp:txXfrm>
        <a:off x="33012" y="149544"/>
        <a:ext cx="7813818" cy="610236"/>
      </dsp:txXfrm>
    </dsp:sp>
    <dsp:sp modelId="{2578F86D-8A91-4F11-BD3D-1BD979CF4C87}">
      <dsp:nvSpPr>
        <dsp:cNvPr id="0" name=""/>
        <dsp:cNvSpPr/>
      </dsp:nvSpPr>
      <dsp:spPr>
        <a:xfrm>
          <a:off x="0" y="841752"/>
          <a:ext cx="7879842" cy="676260"/>
        </a:xfrm>
        <a:prstGeom prst="roundRect">
          <a:avLst/>
        </a:prstGeom>
        <a:solidFill>
          <a:schemeClr val="accent2">
            <a:hueOff val="936304"/>
            <a:satOff val="-1168"/>
            <a:lumOff val="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IN" sz="1700" kern="1200">
              <a:solidFill>
                <a:srgbClr val="343541"/>
              </a:solidFill>
              <a:latin typeface="system-ui"/>
            </a:rPr>
            <a:t>2. Machine Translation: Translating text from one language to another by capturing the relationships between words in the source and target languages. </a:t>
          </a:r>
        </a:p>
      </dsp:txBody>
      <dsp:txXfrm>
        <a:off x="33012" y="874764"/>
        <a:ext cx="7813818" cy="610236"/>
      </dsp:txXfrm>
    </dsp:sp>
    <dsp:sp modelId="{DD31EEC7-877C-4B10-8590-6DF1C38D0DC5}">
      <dsp:nvSpPr>
        <dsp:cNvPr id="0" name=""/>
        <dsp:cNvSpPr/>
      </dsp:nvSpPr>
      <dsp:spPr>
        <a:xfrm>
          <a:off x="0" y="1566972"/>
          <a:ext cx="7879842" cy="676260"/>
        </a:xfrm>
        <a:prstGeom prst="roundRect">
          <a:avLst/>
        </a:prstGeom>
        <a:solidFill>
          <a:schemeClr val="accent2">
            <a:hueOff val="1872608"/>
            <a:satOff val="-233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IN" sz="1700" kern="1200">
              <a:solidFill>
                <a:srgbClr val="343541"/>
              </a:solidFill>
              <a:latin typeface="system-ui"/>
            </a:rPr>
            <a:t>3. Named Entity Recognition (NER): Identifying and classifying entities (such as persons, organizations, and locations) in a text.</a:t>
          </a:r>
        </a:p>
      </dsp:txBody>
      <dsp:txXfrm>
        <a:off x="33012" y="1599984"/>
        <a:ext cx="7813818" cy="610236"/>
      </dsp:txXfrm>
    </dsp:sp>
    <dsp:sp modelId="{7BE665C5-D16D-4B55-A266-DE3D056B01B4}">
      <dsp:nvSpPr>
        <dsp:cNvPr id="0" name=""/>
        <dsp:cNvSpPr/>
      </dsp:nvSpPr>
      <dsp:spPr>
        <a:xfrm>
          <a:off x="0" y="2292192"/>
          <a:ext cx="7879842" cy="676260"/>
        </a:xfrm>
        <a:prstGeom prst="roundRect">
          <a:avLst/>
        </a:prstGeom>
        <a:solidFill>
          <a:schemeClr val="accent2">
            <a:hueOff val="2808911"/>
            <a:satOff val="-3503"/>
            <a:lumOff val="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IN" sz="1700" kern="1200">
              <a:solidFill>
                <a:srgbClr val="343541"/>
              </a:solidFill>
              <a:latin typeface="system-ui"/>
            </a:rPr>
            <a:t>4. Sentiment Analysis: Determining the sentiment expressed in a piece of text, whether it is positive, negative, or neutral.</a:t>
          </a:r>
        </a:p>
      </dsp:txBody>
      <dsp:txXfrm>
        <a:off x="33012" y="2325204"/>
        <a:ext cx="7813818" cy="610236"/>
      </dsp:txXfrm>
    </dsp:sp>
    <dsp:sp modelId="{4F1E16EF-F886-42A1-9B36-28D21455FFDB}">
      <dsp:nvSpPr>
        <dsp:cNvPr id="0" name=""/>
        <dsp:cNvSpPr/>
      </dsp:nvSpPr>
      <dsp:spPr>
        <a:xfrm>
          <a:off x="0" y="3017412"/>
          <a:ext cx="7879842" cy="676260"/>
        </a:xfrm>
        <a:prstGeom prst="roundRect">
          <a:avLst/>
        </a:prstGeom>
        <a:solidFill>
          <a:schemeClr val="accent2">
            <a:hueOff val="3745215"/>
            <a:satOff val="-4671"/>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IN" sz="1700" kern="1200">
              <a:solidFill>
                <a:srgbClr val="343541"/>
              </a:solidFill>
              <a:latin typeface="system-ui"/>
            </a:rPr>
            <a:t>5. Speech Recognition: Converting spoken language into written text by modeling the sequential patterns in audio data.</a:t>
          </a:r>
          <a:endParaRPr lang="en-US" sz="1700" kern="1200">
            <a:solidFill>
              <a:srgbClr val="343541"/>
            </a:solidFill>
            <a:latin typeface="Calibri"/>
            <a:ea typeface="Calibri"/>
            <a:cs typeface="Calibri"/>
          </a:endParaRPr>
        </a:p>
      </dsp:txBody>
      <dsp:txXfrm>
        <a:off x="33012" y="3050424"/>
        <a:ext cx="7813818" cy="610236"/>
      </dsp:txXfrm>
    </dsp:sp>
    <dsp:sp modelId="{400FD874-410C-4B4D-935E-1E40A728D163}">
      <dsp:nvSpPr>
        <dsp:cNvPr id="0" name=""/>
        <dsp:cNvSpPr/>
      </dsp:nvSpPr>
      <dsp:spPr>
        <a:xfrm>
          <a:off x="0" y="3742631"/>
          <a:ext cx="7879842" cy="67626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IN" sz="1700" kern="1200">
              <a:solidFill>
                <a:srgbClr val="343541"/>
              </a:solidFill>
              <a:latin typeface="system-ui"/>
            </a:rPr>
            <a:t>6. Text Generation: Generating coherent and contextually relevant text, which is useful for chatbots, content creation, and creative writing.</a:t>
          </a:r>
        </a:p>
      </dsp:txBody>
      <dsp:txXfrm>
        <a:off x="33012" y="3775643"/>
        <a:ext cx="7813818" cy="61023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59888"/>
          <a:ext cx="7879842" cy="1062871"/>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IN" sz="1900" kern="1200">
              <a:solidFill>
                <a:srgbClr val="343541"/>
              </a:solidFill>
              <a:latin typeface="system-ui"/>
            </a:rPr>
            <a:t>Recurrent Neural Networks (RNNs) are a type of sequence model widely used in Natural Language Processing (NLP) to handle sequential data, such as text. </a:t>
          </a:r>
          <a:endParaRPr lang="en-IN" sz="1900" kern="1200">
            <a:solidFill>
              <a:srgbClr val="343541"/>
            </a:solidFill>
            <a:latin typeface="Calibri"/>
            <a:ea typeface="Calibri"/>
            <a:cs typeface="Calibri"/>
          </a:endParaRPr>
        </a:p>
      </dsp:txBody>
      <dsp:txXfrm>
        <a:off x="51885" y="111773"/>
        <a:ext cx="7776072" cy="959101"/>
      </dsp:txXfrm>
    </dsp:sp>
    <dsp:sp modelId="{C1A14245-D223-419C-846C-BDCFCAABE972}">
      <dsp:nvSpPr>
        <dsp:cNvPr id="0" name=""/>
        <dsp:cNvSpPr/>
      </dsp:nvSpPr>
      <dsp:spPr>
        <a:xfrm>
          <a:off x="0" y="1177480"/>
          <a:ext cx="7879842" cy="1062871"/>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a:solidFill>
                <a:srgbClr val="343541"/>
              </a:solidFill>
              <a:latin typeface="system-ui"/>
            </a:rPr>
            <a:t>RNNs are designed to capture dependencies and patterns in sequences, making them suitable for tasks where the order of elements matters, like language modeling, machine translation, sentiment analysis, and more.</a:t>
          </a:r>
          <a:endParaRPr lang="en-US" sz="1900" kern="1200"/>
        </a:p>
      </dsp:txBody>
      <dsp:txXfrm>
        <a:off x="51885" y="1229365"/>
        <a:ext cx="7776072" cy="959101"/>
      </dsp:txXfrm>
    </dsp:sp>
    <dsp:sp modelId="{9FBD4F76-C230-4781-9200-57DA9B7D5798}">
      <dsp:nvSpPr>
        <dsp:cNvPr id="0" name=""/>
        <dsp:cNvSpPr/>
      </dsp:nvSpPr>
      <dsp:spPr>
        <a:xfrm>
          <a:off x="0" y="2295072"/>
          <a:ext cx="7879842" cy="1062871"/>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IN" sz="1900" kern="1200">
              <a:solidFill>
                <a:srgbClr val="343541"/>
              </a:solidFill>
              <a:latin typeface="system-ui"/>
            </a:rPr>
            <a:t>RNNs have played a significant role in advancing the field of NLP. </a:t>
          </a:r>
          <a:endParaRPr lang="en-IN" sz="1900" kern="1200">
            <a:latin typeface="system-ui"/>
          </a:endParaRPr>
        </a:p>
      </dsp:txBody>
      <dsp:txXfrm>
        <a:off x="51885" y="2346957"/>
        <a:ext cx="7776072" cy="959101"/>
      </dsp:txXfrm>
    </dsp:sp>
    <dsp:sp modelId="{0AD7B250-DDC7-4548-8B84-F811657ED51A}">
      <dsp:nvSpPr>
        <dsp:cNvPr id="0" name=""/>
        <dsp:cNvSpPr/>
      </dsp:nvSpPr>
      <dsp:spPr>
        <a:xfrm>
          <a:off x="0" y="3412663"/>
          <a:ext cx="7879842" cy="1062871"/>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a:solidFill>
                <a:srgbClr val="343541"/>
              </a:solidFill>
              <a:latin typeface="system-ui"/>
            </a:rPr>
            <a:t>They form the foundation for more complex architectures and continue to be used in certain applications where sequential processing is essential.</a:t>
          </a:r>
          <a:endParaRPr lang="en-US" sz="1900" kern="1200"/>
        </a:p>
      </dsp:txBody>
      <dsp:txXfrm>
        <a:off x="51885" y="3464548"/>
        <a:ext cx="7776072" cy="95910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96012"/>
          <a:ext cx="7879842" cy="104480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IN" sz="1900" kern="1200">
              <a:solidFill>
                <a:srgbClr val="343541"/>
              </a:solidFill>
              <a:latin typeface="system-ui"/>
            </a:rPr>
            <a:t>Long Short-Term Memory (LSTM) is a specialized type of recurrent neural network (RNN) architecture designed to address the vanishing gradient problem in traditional RNNs.</a:t>
          </a:r>
          <a:endParaRPr lang="en-IN" sz="1900" kern="1200">
            <a:solidFill>
              <a:srgbClr val="343541"/>
            </a:solidFill>
            <a:latin typeface="Calibri"/>
            <a:ea typeface="Calibri"/>
            <a:cs typeface="Calibri"/>
          </a:endParaRPr>
        </a:p>
      </dsp:txBody>
      <dsp:txXfrm>
        <a:off x="51003" y="147015"/>
        <a:ext cx="7777836" cy="942803"/>
      </dsp:txXfrm>
    </dsp:sp>
    <dsp:sp modelId="{FB2CAFE6-E2B0-434F-9D91-E5B710403431}">
      <dsp:nvSpPr>
        <dsp:cNvPr id="0" name=""/>
        <dsp:cNvSpPr/>
      </dsp:nvSpPr>
      <dsp:spPr>
        <a:xfrm>
          <a:off x="0" y="1195542"/>
          <a:ext cx="7879842" cy="1044809"/>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a:solidFill>
                <a:srgbClr val="343541"/>
              </a:solidFill>
              <a:latin typeface="system-ui"/>
            </a:rPr>
            <a:t>LSTMs are particularly effective in capturing long-term dependencies in sequential data, making them well-suited for Natural Language Processing (NLP) tasks.</a:t>
          </a:r>
          <a:endParaRPr lang="en-US" sz="1900" kern="1200"/>
        </a:p>
      </dsp:txBody>
      <dsp:txXfrm>
        <a:off x="51003" y="1246545"/>
        <a:ext cx="7777836" cy="942803"/>
      </dsp:txXfrm>
    </dsp:sp>
    <dsp:sp modelId="{74718EE5-1716-4E8A-AFFF-B5AC7B148CE4}">
      <dsp:nvSpPr>
        <dsp:cNvPr id="0" name=""/>
        <dsp:cNvSpPr/>
      </dsp:nvSpPr>
      <dsp:spPr>
        <a:xfrm>
          <a:off x="0" y="2295072"/>
          <a:ext cx="7879842" cy="1044809"/>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rtl="0">
            <a:lnSpc>
              <a:spcPct val="90000"/>
            </a:lnSpc>
            <a:spcBef>
              <a:spcPct val="0"/>
            </a:spcBef>
            <a:spcAft>
              <a:spcPct val="35000"/>
            </a:spcAft>
            <a:buNone/>
          </a:pPr>
          <a:r>
            <a:rPr lang="en-IN" sz="1900" kern="1200">
              <a:solidFill>
                <a:srgbClr val="343541"/>
              </a:solidFill>
              <a:latin typeface="system-ui"/>
            </a:rPr>
            <a:t>In summary, LSTMs are a key advancement in the field of NLP, providing an effective solution for modeling and learning from sequential data with long-term dependencies. </a:t>
          </a:r>
        </a:p>
      </dsp:txBody>
      <dsp:txXfrm>
        <a:off x="51003" y="2346075"/>
        <a:ext cx="7777836" cy="942803"/>
      </dsp:txXfrm>
    </dsp:sp>
    <dsp:sp modelId="{E2FF7460-B30C-44C9-B102-A00E569AB601}">
      <dsp:nvSpPr>
        <dsp:cNvPr id="0" name=""/>
        <dsp:cNvSpPr/>
      </dsp:nvSpPr>
      <dsp:spPr>
        <a:xfrm>
          <a:off x="0" y="3394602"/>
          <a:ext cx="7879842" cy="1044809"/>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IN" sz="1900" kern="1200">
              <a:solidFill>
                <a:srgbClr val="343541"/>
              </a:solidFill>
              <a:latin typeface="system-ui"/>
            </a:rPr>
            <a:t>Their ability to capture context and relationships in language has contributed significantly to the success of various NLP applications.</a:t>
          </a:r>
          <a:endParaRPr lang="en-US" sz="1900" kern="1200"/>
        </a:p>
      </dsp:txBody>
      <dsp:txXfrm>
        <a:off x="51003" y="3445605"/>
        <a:ext cx="7777836" cy="94280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119186"/>
          <a:ext cx="7879842" cy="82485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kern="1200">
              <a:solidFill>
                <a:srgbClr val="343541"/>
              </a:solidFill>
              <a:latin typeface="system-ui"/>
            </a:rPr>
            <a:t>Attention Mechanism is a fundamental concept in Natural Language Processing (NLP) that enhances the ability of models to focus on different parts of input sequences when making predictions or generating outputs. </a:t>
          </a:r>
          <a:endParaRPr lang="en-IN" sz="1500" kern="1200">
            <a:solidFill>
              <a:srgbClr val="343541"/>
            </a:solidFill>
            <a:latin typeface="Calibri"/>
            <a:ea typeface="Calibri"/>
            <a:cs typeface="Calibri"/>
          </a:endParaRPr>
        </a:p>
      </dsp:txBody>
      <dsp:txXfrm>
        <a:off x="40266" y="159452"/>
        <a:ext cx="7799310" cy="744318"/>
      </dsp:txXfrm>
    </dsp:sp>
    <dsp:sp modelId="{250044D7-A3B4-4187-92BC-EFB0F6624464}">
      <dsp:nvSpPr>
        <dsp:cNvPr id="0" name=""/>
        <dsp:cNvSpPr/>
      </dsp:nvSpPr>
      <dsp:spPr>
        <a:xfrm>
          <a:off x="0" y="987236"/>
          <a:ext cx="7879842" cy="824850"/>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kern="1200">
              <a:solidFill>
                <a:srgbClr val="343541"/>
              </a:solidFill>
              <a:latin typeface="system-ui"/>
            </a:rPr>
            <a:t>It allows models to selectively attend to relevant information, giving them the capacity to handle long-range dependencies and capture intricate patterns in the data.</a:t>
          </a:r>
          <a:endParaRPr lang="en-US" sz="1500" kern="1200">
            <a:latin typeface="Calibri"/>
            <a:ea typeface="Calibri"/>
            <a:cs typeface="Calibri"/>
          </a:endParaRPr>
        </a:p>
      </dsp:txBody>
      <dsp:txXfrm>
        <a:off x="40266" y="1027502"/>
        <a:ext cx="7799310" cy="744318"/>
      </dsp:txXfrm>
    </dsp:sp>
    <dsp:sp modelId="{49DEC606-468F-4783-908F-9B9A76447370}">
      <dsp:nvSpPr>
        <dsp:cNvPr id="0" name=""/>
        <dsp:cNvSpPr/>
      </dsp:nvSpPr>
      <dsp:spPr>
        <a:xfrm>
          <a:off x="0" y="1855286"/>
          <a:ext cx="7879842" cy="824850"/>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kern="1200">
              <a:solidFill>
                <a:srgbClr val="343541"/>
              </a:solidFill>
              <a:latin typeface="system-ui"/>
            </a:rPr>
            <a:t>The attention mechanism has been particularly influential in the success of transformer-based models.</a:t>
          </a:r>
          <a:r>
            <a:rPr lang="en-IN" sz="1500" kern="1200">
              <a:latin typeface="system-ui"/>
            </a:rPr>
            <a:t> </a:t>
          </a:r>
          <a:endParaRPr lang="en-US" sz="1500" kern="1200"/>
        </a:p>
      </dsp:txBody>
      <dsp:txXfrm>
        <a:off x="40266" y="1895552"/>
        <a:ext cx="7799310" cy="744318"/>
      </dsp:txXfrm>
    </dsp:sp>
    <dsp:sp modelId="{F355120A-BC1F-4F77-BAD8-4B6F02D37A74}">
      <dsp:nvSpPr>
        <dsp:cNvPr id="0" name=""/>
        <dsp:cNvSpPr/>
      </dsp:nvSpPr>
      <dsp:spPr>
        <a:xfrm>
          <a:off x="0" y="2723336"/>
          <a:ext cx="7879842" cy="824850"/>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kern="1200">
              <a:solidFill>
                <a:srgbClr val="343541"/>
              </a:solidFill>
              <a:latin typeface="system-ui"/>
              <a:ea typeface="Calibri"/>
              <a:cs typeface="Calibri"/>
            </a:rPr>
            <a:t>In summary, the attention mechanism in NLP allows models to selectively focus on different parts of the input sequence, enhancing their ability to capture dependencies and relationships. </a:t>
          </a:r>
        </a:p>
      </dsp:txBody>
      <dsp:txXfrm>
        <a:off x="40266" y="2763602"/>
        <a:ext cx="7799310" cy="744318"/>
      </dsp:txXfrm>
    </dsp:sp>
    <dsp:sp modelId="{533CC2FB-D528-42D3-861B-39207C14C45D}">
      <dsp:nvSpPr>
        <dsp:cNvPr id="0" name=""/>
        <dsp:cNvSpPr/>
      </dsp:nvSpPr>
      <dsp:spPr>
        <a:xfrm>
          <a:off x="0" y="3591387"/>
          <a:ext cx="7879842" cy="82485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kern="1200">
              <a:solidFill>
                <a:srgbClr val="343541"/>
              </a:solidFill>
              <a:latin typeface="system-ui"/>
              <a:ea typeface="Calibri"/>
              <a:cs typeface="Calibri"/>
            </a:rPr>
            <a:t>It has become a key building block in modern NLP architectures, enabling the development of highly effective and context-aware models.</a:t>
          </a:r>
          <a:endParaRPr lang="en-US" sz="1500" kern="1200"/>
        </a:p>
      </dsp:txBody>
      <dsp:txXfrm>
        <a:off x="40266" y="3631653"/>
        <a:ext cx="7799310" cy="74431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83538"/>
          <a:ext cx="7879842" cy="83910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kern="1200">
              <a:solidFill>
                <a:srgbClr val="343541"/>
              </a:solidFill>
              <a:latin typeface="system-ui"/>
            </a:rPr>
            <a:t>The Transformer is a groundbreaking architecture in Natural Language Processing (NLP) that was introduced in the paper "Attention is All You Need" by Vaswani et al. in 2017.</a:t>
          </a:r>
        </a:p>
      </dsp:txBody>
      <dsp:txXfrm>
        <a:off x="40962" y="124500"/>
        <a:ext cx="7797918" cy="757185"/>
      </dsp:txXfrm>
    </dsp:sp>
    <dsp:sp modelId="{4DE96C75-46F9-4A91-A630-7F7ED75AA60F}">
      <dsp:nvSpPr>
        <dsp:cNvPr id="0" name=""/>
        <dsp:cNvSpPr/>
      </dsp:nvSpPr>
      <dsp:spPr>
        <a:xfrm>
          <a:off x="0" y="965847"/>
          <a:ext cx="7879842" cy="839109"/>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kern="1200">
              <a:solidFill>
                <a:srgbClr val="343541"/>
              </a:solidFill>
              <a:latin typeface="system-ui"/>
            </a:rPr>
            <a:t>It has since become the foundation for numerous</a:t>
          </a:r>
          <a:r>
            <a:rPr lang="en-IN" sz="1500" kern="1200">
              <a:solidFill>
                <a:srgbClr val="343541"/>
              </a:solidFill>
              <a:latin typeface="system-ui"/>
              <a:ea typeface="Calibri"/>
              <a:cs typeface="Calibri"/>
            </a:rPr>
            <a:t> state-of-the-art </a:t>
          </a:r>
          <a:r>
            <a:rPr lang="en-IN" sz="1500" kern="1200">
              <a:solidFill>
                <a:srgbClr val="343541"/>
              </a:solidFill>
              <a:latin typeface="system-ui"/>
            </a:rPr>
            <a:t>models </a:t>
          </a:r>
          <a:r>
            <a:rPr lang="en-IN" sz="1500" kern="1200">
              <a:solidFill>
                <a:srgbClr val="343541"/>
              </a:solidFill>
              <a:latin typeface="system-ui"/>
              <a:ea typeface="Calibri"/>
              <a:cs typeface="Calibri"/>
            </a:rPr>
            <a:t>in NLP due </a:t>
          </a:r>
          <a:r>
            <a:rPr lang="en-IN" sz="1500" kern="1200">
              <a:solidFill>
                <a:srgbClr val="343541"/>
              </a:solidFill>
              <a:latin typeface="system-ui"/>
            </a:rPr>
            <a:t>to </a:t>
          </a:r>
          <a:r>
            <a:rPr lang="en-IN" sz="1500" kern="1200">
              <a:solidFill>
                <a:srgbClr val="343541"/>
              </a:solidFill>
              <a:latin typeface="system-ui"/>
              <a:ea typeface="Calibri"/>
              <a:cs typeface="Calibri"/>
            </a:rPr>
            <a:t>its ability </a:t>
          </a:r>
          <a:r>
            <a:rPr lang="en-IN" sz="1500" kern="1200">
              <a:solidFill>
                <a:srgbClr val="343541"/>
              </a:solidFill>
              <a:latin typeface="system-ui"/>
            </a:rPr>
            <a:t>to capture long-range dependencies efficiently and parallelize computations.</a:t>
          </a:r>
          <a:r>
            <a:rPr lang="en-IN" sz="1500" kern="1200">
              <a:solidFill>
                <a:srgbClr val="343541"/>
              </a:solidFill>
              <a:latin typeface="system-ui"/>
              <a:ea typeface="Calibri"/>
              <a:cs typeface="Calibri"/>
            </a:rPr>
            <a:t> </a:t>
          </a:r>
          <a:endParaRPr lang="en-US" sz="1500" kern="1200">
            <a:latin typeface="Calibri"/>
            <a:ea typeface="Calibri"/>
            <a:cs typeface="Calibri"/>
          </a:endParaRPr>
        </a:p>
      </dsp:txBody>
      <dsp:txXfrm>
        <a:off x="40962" y="1006809"/>
        <a:ext cx="7797918" cy="757185"/>
      </dsp:txXfrm>
    </dsp:sp>
    <dsp:sp modelId="{D424C491-C8ED-40E0-865B-C4712E62EB3D}">
      <dsp:nvSpPr>
        <dsp:cNvPr id="0" name=""/>
        <dsp:cNvSpPr/>
      </dsp:nvSpPr>
      <dsp:spPr>
        <a:xfrm>
          <a:off x="0" y="1848157"/>
          <a:ext cx="7879842" cy="839109"/>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kern="1200">
              <a:solidFill>
                <a:srgbClr val="343541"/>
              </a:solidFill>
              <a:latin typeface="system-ui"/>
            </a:rPr>
            <a:t>The Transformer architecture is particularly</a:t>
          </a:r>
          <a:r>
            <a:rPr lang="en-IN" sz="1500" kern="1200">
              <a:solidFill>
                <a:srgbClr val="343541"/>
              </a:solidFill>
              <a:latin typeface="system-ui"/>
              <a:ea typeface="Calibri"/>
              <a:cs typeface="Calibri"/>
            </a:rPr>
            <a:t> known for its </a:t>
          </a:r>
          <a:r>
            <a:rPr lang="en-IN" sz="1500" kern="1200">
              <a:solidFill>
                <a:srgbClr val="343541"/>
              </a:solidFill>
              <a:latin typeface="system-ui"/>
            </a:rPr>
            <a:t>attention mechanism </a:t>
          </a:r>
          <a:r>
            <a:rPr lang="en-IN" sz="1500" kern="1200">
              <a:solidFill>
                <a:srgbClr val="343541"/>
              </a:solidFill>
              <a:latin typeface="system-ui"/>
              <a:ea typeface="Calibri"/>
              <a:cs typeface="Calibri"/>
            </a:rPr>
            <a:t>and self-attention mechanism, which allow models to focus on different parts of input sequences selectively. </a:t>
          </a:r>
          <a:endParaRPr lang="en-US" sz="1500" kern="1200"/>
        </a:p>
      </dsp:txBody>
      <dsp:txXfrm>
        <a:off x="40962" y="1889119"/>
        <a:ext cx="7797918" cy="757185"/>
      </dsp:txXfrm>
    </dsp:sp>
    <dsp:sp modelId="{64EFC812-88C8-4651-8317-D13719795FD8}">
      <dsp:nvSpPr>
        <dsp:cNvPr id="0" name=""/>
        <dsp:cNvSpPr/>
      </dsp:nvSpPr>
      <dsp:spPr>
        <a:xfrm>
          <a:off x="0" y="2730466"/>
          <a:ext cx="7879842" cy="839109"/>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kern="1200">
              <a:solidFill>
                <a:srgbClr val="343541"/>
              </a:solidFill>
              <a:latin typeface="system-ui"/>
              <a:ea typeface="Calibri"/>
              <a:cs typeface="Calibri"/>
            </a:rPr>
            <a:t>The Transformer architecture has had a transformative impact on NLP, leading to the development of highly efficient and powerful models. </a:t>
          </a:r>
        </a:p>
      </dsp:txBody>
      <dsp:txXfrm>
        <a:off x="40962" y="2771428"/>
        <a:ext cx="7797918" cy="757185"/>
      </dsp:txXfrm>
    </dsp:sp>
    <dsp:sp modelId="{E5DE602F-DDCA-46A3-942C-A3531064B547}">
      <dsp:nvSpPr>
        <dsp:cNvPr id="0" name=""/>
        <dsp:cNvSpPr/>
      </dsp:nvSpPr>
      <dsp:spPr>
        <a:xfrm>
          <a:off x="0" y="3612776"/>
          <a:ext cx="7879842" cy="839109"/>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kern="1200">
              <a:solidFill>
                <a:srgbClr val="343541"/>
              </a:solidFill>
              <a:latin typeface="system-ui"/>
              <a:ea typeface="Calibri"/>
              <a:cs typeface="Calibri"/>
            </a:rPr>
            <a:t>Its attention mechanism and self-attention mechanism have become integral components in many subsequent architectures, making it a cornerstone in the evolution of deep learning in natural language understanding and generation tasks.</a:t>
          </a:r>
          <a:endParaRPr lang="en-US" sz="1500" kern="1200"/>
        </a:p>
      </dsp:txBody>
      <dsp:txXfrm>
        <a:off x="40962" y="3653738"/>
        <a:ext cx="7797918" cy="75718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A7B59A-3827-4D73-9EDB-5997A16B8291}">
      <dsp:nvSpPr>
        <dsp:cNvPr id="0" name=""/>
        <dsp:cNvSpPr/>
      </dsp:nvSpPr>
      <dsp:spPr>
        <a:xfrm>
          <a:off x="0" y="119186"/>
          <a:ext cx="7879842" cy="82485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kern="1200">
              <a:solidFill>
                <a:srgbClr val="343541"/>
              </a:solidFill>
              <a:latin typeface="system-ui"/>
            </a:rPr>
            <a:t>1. BERT (Bidirectional Encoder Representations from Transformers): BERT is a pre-trained transformer model that has set benchmarks in various NLP tasks, including question answering, sentiment analysis, and named entity recognition.</a:t>
          </a:r>
        </a:p>
      </dsp:txBody>
      <dsp:txXfrm>
        <a:off x="40266" y="159452"/>
        <a:ext cx="7799310" cy="744318"/>
      </dsp:txXfrm>
    </dsp:sp>
    <dsp:sp modelId="{60CE0E74-B5A4-47EC-B099-5D9B8A4269C4}">
      <dsp:nvSpPr>
        <dsp:cNvPr id="0" name=""/>
        <dsp:cNvSpPr/>
      </dsp:nvSpPr>
      <dsp:spPr>
        <a:xfrm>
          <a:off x="0" y="987236"/>
          <a:ext cx="7879842" cy="824850"/>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kern="1200">
              <a:solidFill>
                <a:srgbClr val="343541"/>
              </a:solidFill>
              <a:latin typeface="system-ui"/>
            </a:rPr>
            <a:t>2. GPT (</a:t>
          </a:r>
          <a:r>
            <a:rPr lang="en-IN" sz="1500" kern="1200">
              <a:solidFill>
                <a:srgbClr val="343541"/>
              </a:solidFill>
              <a:latin typeface="system-ui"/>
              <a:ea typeface="Calibri"/>
              <a:cs typeface="Calibri"/>
            </a:rPr>
            <a:t>Generative </a:t>
          </a:r>
          <a:r>
            <a:rPr lang="en-IN" sz="1500" kern="1200">
              <a:solidFill>
                <a:srgbClr val="343541"/>
              </a:solidFill>
              <a:latin typeface="system-ui"/>
            </a:rPr>
            <a:t>Pre-trained </a:t>
          </a:r>
          <a:r>
            <a:rPr lang="en-IN" sz="1500" kern="1200">
              <a:solidFill>
                <a:srgbClr val="343541"/>
              </a:solidFill>
              <a:latin typeface="system-ui"/>
              <a:ea typeface="Calibri"/>
              <a:cs typeface="Calibri"/>
            </a:rPr>
            <a:t>Transformer): GPT is a </a:t>
          </a:r>
          <a:r>
            <a:rPr lang="en-IN" sz="1500" kern="1200">
              <a:solidFill>
                <a:srgbClr val="343541"/>
              </a:solidFill>
              <a:latin typeface="system-ui"/>
            </a:rPr>
            <a:t>series of transformer-based language models that excel at generating coherent</a:t>
          </a:r>
          <a:r>
            <a:rPr lang="en-IN" sz="1500" kern="1200">
              <a:solidFill>
                <a:srgbClr val="343541"/>
              </a:solidFill>
              <a:latin typeface="system-ui"/>
              <a:ea typeface="Calibri"/>
              <a:cs typeface="Calibri"/>
            </a:rPr>
            <a:t> </a:t>
          </a:r>
          <a:r>
            <a:rPr lang="en-IN" sz="1500" kern="1200">
              <a:solidFill>
                <a:srgbClr val="343541"/>
              </a:solidFill>
              <a:latin typeface="system-ui"/>
            </a:rPr>
            <a:t>and contextually relevant text.</a:t>
          </a:r>
          <a:endParaRPr lang="en-IN" sz="1500" kern="1200">
            <a:solidFill>
              <a:srgbClr val="343541"/>
            </a:solidFill>
            <a:latin typeface="system-ui"/>
            <a:ea typeface="Calibri"/>
            <a:cs typeface="Calibri"/>
          </a:endParaRPr>
        </a:p>
      </dsp:txBody>
      <dsp:txXfrm>
        <a:off x="40266" y="1027502"/>
        <a:ext cx="7799310" cy="744318"/>
      </dsp:txXfrm>
    </dsp:sp>
    <dsp:sp modelId="{B01031BA-9B14-498B-BE7F-F451633F1CB3}">
      <dsp:nvSpPr>
        <dsp:cNvPr id="0" name=""/>
        <dsp:cNvSpPr/>
      </dsp:nvSpPr>
      <dsp:spPr>
        <a:xfrm>
          <a:off x="0" y="1855286"/>
          <a:ext cx="7879842" cy="824850"/>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kern="1200">
              <a:solidFill>
                <a:srgbClr val="343541"/>
              </a:solidFill>
              <a:latin typeface="system-ui"/>
            </a:rPr>
            <a:t>3. </a:t>
          </a:r>
          <a:r>
            <a:rPr lang="en-IN" sz="1500" kern="1200">
              <a:solidFill>
                <a:srgbClr val="343541"/>
              </a:solidFill>
              <a:latin typeface="system-ui"/>
              <a:ea typeface="Calibri"/>
              <a:cs typeface="Calibri"/>
            </a:rPr>
            <a:t>Transformer-based </a:t>
          </a:r>
          <a:r>
            <a:rPr lang="en-IN" sz="1500" kern="1200">
              <a:solidFill>
                <a:srgbClr val="343541"/>
              </a:solidFill>
              <a:latin typeface="system-ui"/>
            </a:rPr>
            <a:t>Models </a:t>
          </a:r>
          <a:r>
            <a:rPr lang="en-IN" sz="1500" kern="1200">
              <a:solidFill>
                <a:srgbClr val="343541"/>
              </a:solidFill>
              <a:latin typeface="system-ui"/>
              <a:ea typeface="Calibri"/>
              <a:cs typeface="Calibri"/>
            </a:rPr>
            <a:t>in </a:t>
          </a:r>
          <a:r>
            <a:rPr lang="en-IN" sz="1500" kern="1200">
              <a:solidFill>
                <a:srgbClr val="343541"/>
              </a:solidFill>
              <a:latin typeface="system-ui"/>
            </a:rPr>
            <a:t>Machine </a:t>
          </a:r>
          <a:r>
            <a:rPr lang="en-IN" sz="1500" kern="1200">
              <a:solidFill>
                <a:srgbClr val="343541"/>
              </a:solidFill>
              <a:latin typeface="system-ui"/>
              <a:ea typeface="Calibri"/>
              <a:cs typeface="Calibri"/>
            </a:rPr>
            <a:t>Translation: The transformer's ability </a:t>
          </a:r>
          <a:r>
            <a:rPr lang="en-IN" sz="1500" kern="1200">
              <a:solidFill>
                <a:srgbClr val="343541"/>
              </a:solidFill>
              <a:latin typeface="system-ui"/>
            </a:rPr>
            <a:t>to capture long-range dependencies </a:t>
          </a:r>
          <a:r>
            <a:rPr lang="en-IN" sz="1500" kern="1200">
              <a:solidFill>
                <a:srgbClr val="343541"/>
              </a:solidFill>
              <a:latin typeface="system-ui"/>
              <a:ea typeface="Calibri"/>
              <a:cs typeface="Calibri"/>
            </a:rPr>
            <a:t>has significantly improved the quality of machine translation models.</a:t>
          </a:r>
        </a:p>
      </dsp:txBody>
      <dsp:txXfrm>
        <a:off x="40266" y="1895552"/>
        <a:ext cx="7799310" cy="744318"/>
      </dsp:txXfrm>
    </dsp:sp>
    <dsp:sp modelId="{812B8D91-8F44-4E5E-8C49-EB2EE7E12854}">
      <dsp:nvSpPr>
        <dsp:cNvPr id="0" name=""/>
        <dsp:cNvSpPr/>
      </dsp:nvSpPr>
      <dsp:spPr>
        <a:xfrm>
          <a:off x="0" y="2723336"/>
          <a:ext cx="7879842" cy="824850"/>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kern="1200">
              <a:solidFill>
                <a:srgbClr val="343541"/>
              </a:solidFill>
              <a:latin typeface="system-ui"/>
              <a:ea typeface="Calibri"/>
              <a:cs typeface="Calibri"/>
            </a:rPr>
            <a:t>4</a:t>
          </a:r>
          <a:r>
            <a:rPr lang="en-IN" sz="1500" kern="1200">
              <a:solidFill>
                <a:srgbClr val="343541"/>
              </a:solidFill>
              <a:latin typeface="system-ui"/>
            </a:rPr>
            <a:t>.</a:t>
          </a:r>
          <a:r>
            <a:rPr lang="en-IN" sz="1500" kern="1200">
              <a:solidFill>
                <a:srgbClr val="343541"/>
              </a:solidFill>
              <a:latin typeface="system-ui"/>
              <a:ea typeface="Calibri"/>
              <a:cs typeface="Calibri"/>
            </a:rPr>
            <a:t> Text Summarization: Transformers are effective in summarizing long documents by attending to important parts of the input text.</a:t>
          </a:r>
        </a:p>
      </dsp:txBody>
      <dsp:txXfrm>
        <a:off x="40266" y="2763602"/>
        <a:ext cx="7799310" cy="744318"/>
      </dsp:txXfrm>
    </dsp:sp>
    <dsp:sp modelId="{64EFC812-88C8-4651-8317-D13719795FD8}">
      <dsp:nvSpPr>
        <dsp:cNvPr id="0" name=""/>
        <dsp:cNvSpPr/>
      </dsp:nvSpPr>
      <dsp:spPr>
        <a:xfrm>
          <a:off x="0" y="3591387"/>
          <a:ext cx="7879842" cy="82485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kern="1200">
              <a:solidFill>
                <a:srgbClr val="343541"/>
              </a:solidFill>
              <a:latin typeface="system-ui"/>
              <a:ea typeface="Calibri"/>
              <a:cs typeface="Calibri"/>
            </a:rPr>
            <a:t>5. Language Understanding: Transformers have been widely adopted for tasks that require a deep understanding of language, such as sentiment analysis and natural language inference.</a:t>
          </a:r>
        </a:p>
      </dsp:txBody>
      <dsp:txXfrm>
        <a:off x="40266" y="3631653"/>
        <a:ext cx="7799310" cy="744318"/>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83538"/>
          <a:ext cx="7879842" cy="83910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kern="1200">
              <a:solidFill>
                <a:srgbClr val="343541"/>
              </a:solidFill>
              <a:latin typeface="system-ui"/>
            </a:rPr>
            <a:t>Transformer-based</a:t>
          </a:r>
          <a:r>
            <a:rPr lang="en-IN" sz="1500" kern="1200">
              <a:solidFill>
                <a:srgbClr val="343541"/>
              </a:solidFill>
              <a:latin typeface="system-ui"/>
              <a:ea typeface="Calibri"/>
              <a:cs typeface="Calibri"/>
            </a:rPr>
            <a:t> Models represent </a:t>
          </a:r>
          <a:r>
            <a:rPr lang="en-IN" sz="1500" kern="1200">
              <a:solidFill>
                <a:srgbClr val="343541"/>
              </a:solidFill>
              <a:latin typeface="system-ui"/>
            </a:rPr>
            <a:t>a </a:t>
          </a:r>
          <a:r>
            <a:rPr lang="en-IN" sz="1500" kern="1200">
              <a:solidFill>
                <a:srgbClr val="343541"/>
              </a:solidFill>
              <a:latin typeface="system-ui"/>
              <a:ea typeface="Calibri"/>
              <a:cs typeface="Calibri"/>
            </a:rPr>
            <a:t>family of neural network architectures that have revolutionized </a:t>
          </a:r>
          <a:r>
            <a:rPr lang="en-IN" sz="1500" kern="1200">
              <a:solidFill>
                <a:srgbClr val="343541"/>
              </a:solidFill>
              <a:latin typeface="system-ui"/>
            </a:rPr>
            <a:t>Natural Language Processing (NLP</a:t>
          </a:r>
          <a:r>
            <a:rPr lang="en-IN" sz="1500" kern="1200">
              <a:solidFill>
                <a:srgbClr val="343541"/>
              </a:solidFill>
              <a:latin typeface="system-ui"/>
              <a:ea typeface="Calibri"/>
              <a:cs typeface="Calibri"/>
            </a:rPr>
            <a:t>).</a:t>
          </a:r>
          <a:endParaRPr lang="en-IN" sz="1500" kern="1200">
            <a:solidFill>
              <a:srgbClr val="343541"/>
            </a:solidFill>
            <a:latin typeface="Calibri"/>
            <a:ea typeface="Calibri"/>
            <a:cs typeface="Calibri"/>
          </a:endParaRPr>
        </a:p>
      </dsp:txBody>
      <dsp:txXfrm>
        <a:off x="40962" y="124500"/>
        <a:ext cx="7797918" cy="757185"/>
      </dsp:txXfrm>
    </dsp:sp>
    <dsp:sp modelId="{DC908C99-35E6-44F5-B144-983771974BE2}">
      <dsp:nvSpPr>
        <dsp:cNvPr id="0" name=""/>
        <dsp:cNvSpPr/>
      </dsp:nvSpPr>
      <dsp:spPr>
        <a:xfrm>
          <a:off x="0" y="965847"/>
          <a:ext cx="7879842" cy="839109"/>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kern="1200">
              <a:solidFill>
                <a:srgbClr val="343541"/>
              </a:solidFill>
              <a:latin typeface="system-ui"/>
              <a:ea typeface="Calibri"/>
              <a:cs typeface="Calibri"/>
            </a:rPr>
            <a:t>Introduced by Vaswani et al. </a:t>
          </a:r>
          <a:r>
            <a:rPr lang="en-IN" sz="1500" kern="1200">
              <a:solidFill>
                <a:srgbClr val="343541"/>
              </a:solidFill>
              <a:latin typeface="system-ui"/>
            </a:rPr>
            <a:t>in the paper "Attention is All You Need" in 2017</a:t>
          </a:r>
          <a:r>
            <a:rPr lang="en-IN" sz="1500" kern="1200">
              <a:solidFill>
                <a:srgbClr val="343541"/>
              </a:solidFill>
              <a:latin typeface="system-ui"/>
              <a:ea typeface="Calibri"/>
              <a:cs typeface="Calibri"/>
            </a:rPr>
            <a:t>, the Transformer architecture </a:t>
          </a:r>
          <a:r>
            <a:rPr lang="en-IN" sz="1500" kern="1200">
              <a:solidFill>
                <a:srgbClr val="343541"/>
              </a:solidFill>
              <a:latin typeface="system-ui"/>
            </a:rPr>
            <a:t>has become the </a:t>
          </a:r>
          <a:r>
            <a:rPr lang="en-IN" sz="1500" kern="1200">
              <a:solidFill>
                <a:srgbClr val="343541"/>
              </a:solidFill>
              <a:latin typeface="system-ui"/>
              <a:ea typeface="Calibri"/>
              <a:cs typeface="Calibri"/>
            </a:rPr>
            <a:t>basis </a:t>
          </a:r>
          <a:r>
            <a:rPr lang="en-IN" sz="1500" kern="1200">
              <a:solidFill>
                <a:srgbClr val="343541"/>
              </a:solidFill>
              <a:latin typeface="system-ui"/>
            </a:rPr>
            <a:t>for </a:t>
          </a:r>
          <a:r>
            <a:rPr lang="en-IN" sz="1500" kern="1200">
              <a:solidFill>
                <a:srgbClr val="343541"/>
              </a:solidFill>
              <a:latin typeface="system-ui"/>
              <a:ea typeface="Calibri"/>
              <a:cs typeface="Calibri"/>
            </a:rPr>
            <a:t>various state-of-the-art </a:t>
          </a:r>
          <a:r>
            <a:rPr lang="en-IN" sz="1500" kern="1200">
              <a:solidFill>
                <a:srgbClr val="343541"/>
              </a:solidFill>
              <a:latin typeface="system-ui"/>
            </a:rPr>
            <a:t>models</a:t>
          </a:r>
          <a:r>
            <a:rPr lang="en-IN" sz="1500" kern="1200">
              <a:solidFill>
                <a:srgbClr val="343541"/>
              </a:solidFill>
              <a:latin typeface="system-ui"/>
              <a:ea typeface="Calibri"/>
              <a:cs typeface="Calibri"/>
            </a:rPr>
            <a:t>. </a:t>
          </a:r>
          <a:endParaRPr lang="en-US" sz="1500" kern="1200">
            <a:latin typeface="Calibri"/>
            <a:ea typeface="Calibri"/>
            <a:cs typeface="Calibri"/>
          </a:endParaRPr>
        </a:p>
      </dsp:txBody>
      <dsp:txXfrm>
        <a:off x="40962" y="1006809"/>
        <a:ext cx="7797918" cy="757185"/>
      </dsp:txXfrm>
    </dsp:sp>
    <dsp:sp modelId="{B3358C70-3FE0-4302-A62E-BF7C03464D5A}">
      <dsp:nvSpPr>
        <dsp:cNvPr id="0" name=""/>
        <dsp:cNvSpPr/>
      </dsp:nvSpPr>
      <dsp:spPr>
        <a:xfrm>
          <a:off x="0" y="1848157"/>
          <a:ext cx="7879842" cy="839109"/>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kern="1200">
              <a:solidFill>
                <a:srgbClr val="343541"/>
              </a:solidFill>
              <a:latin typeface="system-ui"/>
              <a:ea typeface="Calibri"/>
              <a:cs typeface="Calibri"/>
            </a:rPr>
            <a:t>Transformer-based models leverage self-attention mechanisms </a:t>
          </a:r>
          <a:r>
            <a:rPr lang="en-IN" sz="1500" kern="1200">
              <a:solidFill>
                <a:srgbClr val="343541"/>
              </a:solidFill>
              <a:latin typeface="system-ui"/>
            </a:rPr>
            <a:t>to capture </a:t>
          </a:r>
          <a:r>
            <a:rPr lang="en-IN" sz="1500" kern="1200">
              <a:solidFill>
                <a:srgbClr val="343541"/>
              </a:solidFill>
              <a:latin typeface="system-ui"/>
              <a:ea typeface="Calibri"/>
              <a:cs typeface="Calibri"/>
            </a:rPr>
            <a:t>contextual information effectively, allowing them to model dependencies across long sequences efficiently.</a:t>
          </a:r>
          <a:endParaRPr lang="en-US" sz="1500" kern="1200"/>
        </a:p>
      </dsp:txBody>
      <dsp:txXfrm>
        <a:off x="40962" y="1889119"/>
        <a:ext cx="7797918" cy="757185"/>
      </dsp:txXfrm>
    </dsp:sp>
    <dsp:sp modelId="{D73EAC58-AC85-4065-8329-33D0F039D910}">
      <dsp:nvSpPr>
        <dsp:cNvPr id="0" name=""/>
        <dsp:cNvSpPr/>
      </dsp:nvSpPr>
      <dsp:spPr>
        <a:xfrm>
          <a:off x="0" y="2730466"/>
          <a:ext cx="7879842" cy="839109"/>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rtl="0">
            <a:lnSpc>
              <a:spcPct val="90000"/>
            </a:lnSpc>
            <a:spcBef>
              <a:spcPct val="0"/>
            </a:spcBef>
            <a:spcAft>
              <a:spcPct val="35000"/>
            </a:spcAft>
            <a:buNone/>
          </a:pPr>
          <a:r>
            <a:rPr lang="en-IN" sz="1500" kern="1200">
              <a:solidFill>
                <a:srgbClr val="343541"/>
              </a:solidFill>
              <a:latin typeface="system-ui"/>
            </a:rPr>
            <a:t>In summary, transformer-based models have had a transformative impact on NLP, pushing the boundaries of performance on a wide range of tasks. </a:t>
          </a:r>
        </a:p>
      </dsp:txBody>
      <dsp:txXfrm>
        <a:off x="40962" y="2771428"/>
        <a:ext cx="7797918" cy="757185"/>
      </dsp:txXfrm>
    </dsp:sp>
    <dsp:sp modelId="{50EA7FEF-14D3-4C7D-8A81-696A7D928C89}">
      <dsp:nvSpPr>
        <dsp:cNvPr id="0" name=""/>
        <dsp:cNvSpPr/>
      </dsp:nvSpPr>
      <dsp:spPr>
        <a:xfrm>
          <a:off x="0" y="3612776"/>
          <a:ext cx="7879842" cy="839109"/>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IN" sz="1500" kern="1200">
              <a:solidFill>
                <a:srgbClr val="343541"/>
              </a:solidFill>
              <a:latin typeface="system-ui"/>
            </a:rPr>
            <a:t>Their ability to capture context and dependencies efficiently has made them the go-to architecture for various applications, and they continue to be a focal point of research and development in the field of natural language understanding and generation.</a:t>
          </a:r>
          <a:endParaRPr lang="en-US" sz="1500" kern="1200"/>
        </a:p>
      </dsp:txBody>
      <dsp:txXfrm>
        <a:off x="40962" y="3653738"/>
        <a:ext cx="7797918" cy="75718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F7F36D-C0E7-40B5-8537-A50273CE2246}">
      <dsp:nvSpPr>
        <dsp:cNvPr id="0" name=""/>
        <dsp:cNvSpPr/>
      </dsp:nvSpPr>
      <dsp:spPr>
        <a:xfrm>
          <a:off x="0" y="55556"/>
          <a:ext cx="7879842" cy="60489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a:lnSpc>
              <a:spcPct val="90000"/>
            </a:lnSpc>
            <a:spcBef>
              <a:spcPct val="0"/>
            </a:spcBef>
            <a:spcAft>
              <a:spcPct val="35000"/>
            </a:spcAft>
            <a:buNone/>
          </a:pPr>
          <a:r>
            <a:rPr lang="en-IN" sz="1100" kern="1200">
              <a:solidFill>
                <a:srgbClr val="343541"/>
              </a:solidFill>
              <a:latin typeface="system-ui"/>
            </a:rPr>
            <a:t>1. Self-Attention Mechanism: The self-attention mechanism enables models to weigh different parts </a:t>
          </a:r>
          <a:r>
            <a:rPr lang="en-IN" sz="1100" kern="1200">
              <a:solidFill>
                <a:srgbClr val="343541"/>
              </a:solidFill>
              <a:latin typeface="system-ui"/>
              <a:ea typeface="Calibri"/>
              <a:cs typeface="Calibri"/>
            </a:rPr>
            <a:t>of the input sequence differently, capturing long-range dependencies. It computes attention scores for each element </a:t>
          </a:r>
          <a:r>
            <a:rPr lang="en-IN" sz="1100" kern="1200">
              <a:solidFill>
                <a:srgbClr val="343541"/>
              </a:solidFill>
              <a:latin typeface="system-ui"/>
            </a:rPr>
            <a:t>in the sequence based on its relationship with a query vector, allowing the model to focus on relevant information.</a:t>
          </a:r>
        </a:p>
      </dsp:txBody>
      <dsp:txXfrm>
        <a:off x="29528" y="85084"/>
        <a:ext cx="7820786" cy="545834"/>
      </dsp:txXfrm>
    </dsp:sp>
    <dsp:sp modelId="{DC908C99-35E6-44F5-B144-983771974BE2}">
      <dsp:nvSpPr>
        <dsp:cNvPr id="0" name=""/>
        <dsp:cNvSpPr/>
      </dsp:nvSpPr>
      <dsp:spPr>
        <a:xfrm>
          <a:off x="0" y="692126"/>
          <a:ext cx="7879842" cy="604890"/>
        </a:xfrm>
        <a:prstGeom prst="roundRect">
          <a:avLst/>
        </a:prstGeom>
        <a:solidFill>
          <a:schemeClr val="accent2">
            <a:hueOff val="780253"/>
            <a:satOff val="-973"/>
            <a:lumOff val="22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rtl="0">
            <a:lnSpc>
              <a:spcPct val="90000"/>
            </a:lnSpc>
            <a:spcBef>
              <a:spcPct val="0"/>
            </a:spcBef>
            <a:spcAft>
              <a:spcPct val="35000"/>
            </a:spcAft>
            <a:buNone/>
          </a:pPr>
          <a:r>
            <a:rPr lang="en-IN" sz="1100" kern="1200">
              <a:solidFill>
                <a:srgbClr val="343541"/>
              </a:solidFill>
              <a:latin typeface="system-ui"/>
            </a:rPr>
            <a:t>2. Multi-Head Attention: To capture different aspects of the input, attention is computed in parallel with multiple sets of query, key, and value vectors</a:t>
          </a:r>
          <a:r>
            <a:rPr lang="en-IN" sz="1100" kern="1200">
              <a:solidFill>
                <a:srgbClr val="343541"/>
              </a:solidFill>
              <a:latin typeface="system-ui"/>
              <a:ea typeface="Calibri"/>
              <a:cs typeface="Calibri"/>
            </a:rPr>
            <a:t>, known as attention heads. The results from multiple heads are concatenated and linearly transformed to produce the final output of the attention layer.</a:t>
          </a:r>
        </a:p>
      </dsp:txBody>
      <dsp:txXfrm>
        <a:off x="29528" y="721654"/>
        <a:ext cx="7820786" cy="545834"/>
      </dsp:txXfrm>
    </dsp:sp>
    <dsp:sp modelId="{7E75524B-EACF-4D97-BC83-1C50F1491947}">
      <dsp:nvSpPr>
        <dsp:cNvPr id="0" name=""/>
        <dsp:cNvSpPr/>
      </dsp:nvSpPr>
      <dsp:spPr>
        <a:xfrm>
          <a:off x="0" y="1328696"/>
          <a:ext cx="7879842" cy="604890"/>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rtl="0">
            <a:lnSpc>
              <a:spcPct val="90000"/>
            </a:lnSpc>
            <a:spcBef>
              <a:spcPct val="0"/>
            </a:spcBef>
            <a:spcAft>
              <a:spcPct val="35000"/>
            </a:spcAft>
            <a:buNone/>
          </a:pPr>
          <a:r>
            <a:rPr lang="en-IN" sz="1100" kern="1200">
              <a:solidFill>
                <a:srgbClr val="343541"/>
              </a:solidFill>
              <a:latin typeface="system-ui"/>
              <a:ea typeface="Calibri"/>
              <a:cs typeface="Calibri"/>
            </a:rPr>
            <a:t>3. Positional Encoding: Transformers do not inherently understand the order of elements in a sequence since they operate independently of position. Positional encoding is added to the input embeddings to provide information about the position of each element in </a:t>
          </a:r>
          <a:r>
            <a:rPr lang="en-IN" sz="1100" kern="1200">
              <a:solidFill>
                <a:srgbClr val="343541"/>
              </a:solidFill>
              <a:latin typeface="system-ui"/>
            </a:rPr>
            <a:t>the </a:t>
          </a:r>
          <a:r>
            <a:rPr lang="en-IN" sz="1100" kern="1200">
              <a:solidFill>
                <a:srgbClr val="343541"/>
              </a:solidFill>
              <a:latin typeface="system-ui"/>
              <a:ea typeface="Calibri"/>
              <a:cs typeface="Calibri"/>
            </a:rPr>
            <a:t>sequence.</a:t>
          </a:r>
          <a:endParaRPr lang="en-US" sz="1100" kern="1200">
            <a:solidFill>
              <a:srgbClr val="343541"/>
            </a:solidFill>
            <a:latin typeface="Calibri"/>
            <a:ea typeface="Calibri"/>
            <a:cs typeface="Calibri"/>
          </a:endParaRPr>
        </a:p>
      </dsp:txBody>
      <dsp:txXfrm>
        <a:off x="29528" y="1358224"/>
        <a:ext cx="7820786" cy="545834"/>
      </dsp:txXfrm>
    </dsp:sp>
    <dsp:sp modelId="{1BE87FAC-CFB7-4207-A5F8-CD801884EC15}">
      <dsp:nvSpPr>
        <dsp:cNvPr id="0" name=""/>
        <dsp:cNvSpPr/>
      </dsp:nvSpPr>
      <dsp:spPr>
        <a:xfrm>
          <a:off x="0" y="1965267"/>
          <a:ext cx="7879842" cy="604890"/>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rtl="0">
            <a:lnSpc>
              <a:spcPct val="90000"/>
            </a:lnSpc>
            <a:spcBef>
              <a:spcPct val="0"/>
            </a:spcBef>
            <a:spcAft>
              <a:spcPct val="35000"/>
            </a:spcAft>
            <a:buNone/>
          </a:pPr>
          <a:r>
            <a:rPr lang="en-IN" sz="1100" kern="1200">
              <a:solidFill>
                <a:srgbClr val="343541"/>
              </a:solidFill>
              <a:latin typeface="system-ui"/>
              <a:ea typeface="Calibri"/>
              <a:cs typeface="Calibri"/>
            </a:rPr>
            <a:t>4. Encoder and Decoder Stacks</a:t>
          </a:r>
          <a:r>
            <a:rPr lang="en-IN" sz="1100" kern="1200">
              <a:solidFill>
                <a:srgbClr val="343541"/>
              </a:solidFill>
              <a:latin typeface="system-ui"/>
              <a:cs typeface="Calibri"/>
            </a:rPr>
            <a:t>:</a:t>
          </a:r>
          <a:r>
            <a:rPr lang="en-IN" sz="1100" kern="1200">
              <a:solidFill>
                <a:srgbClr val="343541"/>
              </a:solidFill>
              <a:latin typeface="system-ui"/>
              <a:ea typeface="Calibri"/>
              <a:cs typeface="Calibri"/>
            </a:rPr>
            <a:t> Transformer-based models typically consist of an encoder stack and a decoder stack. The encoder processes the input sequence, and the decoder generates the output sequence. The decoder stack includes an additional cross-attention layer, allowing it to attend to the encoder's output.</a:t>
          </a:r>
          <a:endParaRPr lang="en-IN" sz="1100" kern="1200">
            <a:solidFill>
              <a:srgbClr val="343541"/>
            </a:solidFill>
            <a:latin typeface="system-ui"/>
            <a:cs typeface="Calibri"/>
          </a:endParaRPr>
        </a:p>
      </dsp:txBody>
      <dsp:txXfrm>
        <a:off x="29528" y="1994795"/>
        <a:ext cx="7820786" cy="545834"/>
      </dsp:txXfrm>
    </dsp:sp>
    <dsp:sp modelId="{131E3152-6D5B-4AF3-8F45-C550F86BE255}">
      <dsp:nvSpPr>
        <dsp:cNvPr id="0" name=""/>
        <dsp:cNvSpPr/>
      </dsp:nvSpPr>
      <dsp:spPr>
        <a:xfrm>
          <a:off x="0" y="2601836"/>
          <a:ext cx="7879842" cy="604890"/>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rtl="0">
            <a:lnSpc>
              <a:spcPct val="90000"/>
            </a:lnSpc>
            <a:spcBef>
              <a:spcPct val="0"/>
            </a:spcBef>
            <a:spcAft>
              <a:spcPct val="35000"/>
            </a:spcAft>
            <a:buNone/>
          </a:pPr>
          <a:r>
            <a:rPr lang="en-IN" sz="1100" kern="1200">
              <a:solidFill>
                <a:srgbClr val="343541"/>
              </a:solidFill>
              <a:latin typeface="system-ui"/>
              <a:ea typeface="Calibri"/>
              <a:cs typeface="Calibri"/>
            </a:rPr>
            <a:t>5. Attention Isolation: Transformers allow each position in the input sequence to attend to all positions simultaneously, capturing global dependencies efficiently.</a:t>
          </a:r>
          <a:r>
            <a:rPr lang="en-IN" sz="1100" kern="1200">
              <a:solidFill>
                <a:srgbClr val="343541"/>
              </a:solidFill>
              <a:latin typeface="system-ui"/>
              <a:cs typeface="Calibri"/>
            </a:rPr>
            <a:t> </a:t>
          </a:r>
          <a:r>
            <a:rPr lang="en-IN" sz="1100" kern="1200">
              <a:solidFill>
                <a:srgbClr val="343541"/>
              </a:solidFill>
              <a:latin typeface="system-ui"/>
            </a:rPr>
            <a:t>This is in contrast to traditional sequential models like RNNs, where dependencies are captured sequentially.</a:t>
          </a:r>
          <a:endParaRPr lang="en-IN" sz="1100" kern="1200">
            <a:solidFill>
              <a:srgbClr val="343541"/>
            </a:solidFill>
            <a:latin typeface="system-ui"/>
            <a:ea typeface="Calibri"/>
            <a:cs typeface="Calibri"/>
          </a:endParaRPr>
        </a:p>
      </dsp:txBody>
      <dsp:txXfrm>
        <a:off x="29528" y="2631364"/>
        <a:ext cx="7820786" cy="545834"/>
      </dsp:txXfrm>
    </dsp:sp>
    <dsp:sp modelId="{8F8F955C-C415-4358-A4CB-5894FD9BAD66}">
      <dsp:nvSpPr>
        <dsp:cNvPr id="0" name=""/>
        <dsp:cNvSpPr/>
      </dsp:nvSpPr>
      <dsp:spPr>
        <a:xfrm>
          <a:off x="0" y="3238406"/>
          <a:ext cx="7879842" cy="604890"/>
        </a:xfrm>
        <a:prstGeom prst="roundRect">
          <a:avLst/>
        </a:prstGeom>
        <a:solidFill>
          <a:schemeClr val="accent2">
            <a:hueOff val="3901266"/>
            <a:satOff val="-4866"/>
            <a:lumOff val="114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rtl="0">
            <a:lnSpc>
              <a:spcPct val="90000"/>
            </a:lnSpc>
            <a:spcBef>
              <a:spcPct val="0"/>
            </a:spcBef>
            <a:spcAft>
              <a:spcPct val="35000"/>
            </a:spcAft>
            <a:buNone/>
          </a:pPr>
          <a:r>
            <a:rPr lang="en-IN" sz="1100" kern="1200">
              <a:solidFill>
                <a:srgbClr val="343541"/>
              </a:solidFill>
              <a:latin typeface="system-ui"/>
            </a:rPr>
            <a:t>6. Feedforward Neural Network: Each attention layer in the transformer is followed by a feedforward neural network that processes the attended information independently. The feedforward network typically consists of fully connected layers with a non-linear activation function.</a:t>
          </a:r>
        </a:p>
      </dsp:txBody>
      <dsp:txXfrm>
        <a:off x="29528" y="3267934"/>
        <a:ext cx="7820786" cy="545834"/>
      </dsp:txXfrm>
    </dsp:sp>
    <dsp:sp modelId="{50EA7FEF-14D3-4C7D-8A81-696A7D928C89}">
      <dsp:nvSpPr>
        <dsp:cNvPr id="0" name=""/>
        <dsp:cNvSpPr/>
      </dsp:nvSpPr>
      <dsp:spPr>
        <a:xfrm>
          <a:off x="0" y="3874977"/>
          <a:ext cx="7879842" cy="60489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rtl="0">
            <a:lnSpc>
              <a:spcPct val="90000"/>
            </a:lnSpc>
            <a:spcBef>
              <a:spcPct val="0"/>
            </a:spcBef>
            <a:spcAft>
              <a:spcPct val="35000"/>
            </a:spcAft>
            <a:buNone/>
          </a:pPr>
          <a:r>
            <a:rPr lang="en-IN" sz="1100" kern="1200">
              <a:solidFill>
                <a:srgbClr val="343541"/>
              </a:solidFill>
              <a:latin typeface="system-ui"/>
            </a:rPr>
            <a:t>7. Layer Normalization and Residual Connections: Each sub-layer (attention, feedforward) in the transformer block is followed by layer normalization and a residual connection. These components contribute to the stability and training efficiency of the model.</a:t>
          </a:r>
        </a:p>
      </dsp:txBody>
      <dsp:txXfrm>
        <a:off x="29528" y="3904505"/>
        <a:ext cx="7820786" cy="545834"/>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908C99-35E6-44F5-B144-983771974BE2}">
      <dsp:nvSpPr>
        <dsp:cNvPr id="0" name=""/>
        <dsp:cNvSpPr/>
      </dsp:nvSpPr>
      <dsp:spPr>
        <a:xfrm>
          <a:off x="0" y="584351"/>
          <a:ext cx="7879842" cy="63648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IN" sz="1600" kern="1200">
              <a:solidFill>
                <a:srgbClr val="343541"/>
              </a:solidFill>
              <a:latin typeface="system-ui"/>
            </a:rPr>
            <a:t>BERT (Bidirectional Encoder Representations </a:t>
          </a:r>
          <a:r>
            <a:rPr lang="en-IN" sz="1600" kern="1200">
              <a:solidFill>
                <a:srgbClr val="343541"/>
              </a:solidFill>
              <a:latin typeface="system-ui"/>
              <a:ea typeface="Calibri"/>
              <a:cs typeface="Calibri"/>
            </a:rPr>
            <a:t>from Transformers) is a revolutionary transformer-based model in Natural Language Processing (NLP). </a:t>
          </a:r>
          <a:endParaRPr lang="en-IN" sz="1600" kern="1200">
            <a:latin typeface="Calibri"/>
            <a:cs typeface="Calibri"/>
          </a:endParaRPr>
        </a:p>
      </dsp:txBody>
      <dsp:txXfrm>
        <a:off x="31070" y="615421"/>
        <a:ext cx="7817702" cy="574340"/>
      </dsp:txXfrm>
    </dsp:sp>
    <dsp:sp modelId="{ABC6F283-2EC3-42C5-8930-F9716078111C}">
      <dsp:nvSpPr>
        <dsp:cNvPr id="0" name=""/>
        <dsp:cNvSpPr/>
      </dsp:nvSpPr>
      <dsp:spPr>
        <a:xfrm>
          <a:off x="0" y="1266911"/>
          <a:ext cx="7879842" cy="636480"/>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IN" sz="1600" kern="1200">
              <a:solidFill>
                <a:srgbClr val="343541"/>
              </a:solidFill>
              <a:latin typeface="system-ui"/>
              <a:ea typeface="Calibri"/>
              <a:cs typeface="Calibri"/>
            </a:rPr>
            <a:t>It was introduced by researchers at Google in </a:t>
          </a:r>
          <a:r>
            <a:rPr lang="en-IN" sz="1600" kern="1200">
              <a:solidFill>
                <a:srgbClr val="343541"/>
              </a:solidFill>
              <a:latin typeface="system-ui"/>
            </a:rPr>
            <a:t>the </a:t>
          </a:r>
          <a:r>
            <a:rPr lang="en-IN" sz="1600" kern="1200">
              <a:solidFill>
                <a:srgbClr val="343541"/>
              </a:solidFill>
              <a:latin typeface="system-ui"/>
              <a:cs typeface="Calibri"/>
            </a:rPr>
            <a:t>paper "BERT:</a:t>
          </a:r>
          <a:r>
            <a:rPr lang="en-IN" sz="1600" kern="1200">
              <a:solidFill>
                <a:srgbClr val="343541"/>
              </a:solidFill>
              <a:latin typeface="system-ui"/>
              <a:ea typeface="Calibri"/>
              <a:cs typeface="Calibri"/>
            </a:rPr>
            <a:t> Pre-training of Deep Bidirectional Transformers </a:t>
          </a:r>
          <a:r>
            <a:rPr lang="en-IN" sz="1600" kern="1200">
              <a:solidFill>
                <a:srgbClr val="343541"/>
              </a:solidFill>
              <a:latin typeface="system-ui"/>
              <a:cs typeface="Calibri"/>
            </a:rPr>
            <a:t>for Language Understanding" </a:t>
          </a:r>
          <a:r>
            <a:rPr lang="en-IN" sz="1600" kern="1200">
              <a:solidFill>
                <a:srgbClr val="343541"/>
              </a:solidFill>
              <a:latin typeface="system-ui"/>
            </a:rPr>
            <a:t>in 2018. </a:t>
          </a:r>
          <a:endParaRPr lang="en-US" sz="1600" kern="1200">
            <a:latin typeface="Calibri"/>
            <a:cs typeface="Calibri"/>
          </a:endParaRPr>
        </a:p>
      </dsp:txBody>
      <dsp:txXfrm>
        <a:off x="31070" y="1297981"/>
        <a:ext cx="7817702" cy="574340"/>
      </dsp:txXfrm>
    </dsp:sp>
    <dsp:sp modelId="{AB70B32D-0367-4BEE-8914-3B5EC0F0791A}">
      <dsp:nvSpPr>
        <dsp:cNvPr id="0" name=""/>
        <dsp:cNvSpPr/>
      </dsp:nvSpPr>
      <dsp:spPr>
        <a:xfrm>
          <a:off x="0" y="1949471"/>
          <a:ext cx="7879842" cy="636480"/>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a:solidFill>
                <a:srgbClr val="343541"/>
              </a:solidFill>
              <a:latin typeface="system-ui"/>
            </a:rPr>
            <a:t>BERT has set new benchmarks in various NLP tasks by learning contextualized word representations in a bidirectional manner.</a:t>
          </a:r>
          <a:r>
            <a:rPr lang="en-IN" sz="1600" kern="1200">
              <a:latin typeface="system-ui"/>
            </a:rPr>
            <a:t> </a:t>
          </a:r>
          <a:endParaRPr lang="en-US" sz="1600" kern="1200"/>
        </a:p>
      </dsp:txBody>
      <dsp:txXfrm>
        <a:off x="31070" y="1980541"/>
        <a:ext cx="7817702" cy="574340"/>
      </dsp:txXfrm>
    </dsp:sp>
    <dsp:sp modelId="{5715D09C-F459-4982-B590-E958A62027AC}">
      <dsp:nvSpPr>
        <dsp:cNvPr id="0" name=""/>
        <dsp:cNvSpPr/>
      </dsp:nvSpPr>
      <dsp:spPr>
        <a:xfrm>
          <a:off x="0" y="2632031"/>
          <a:ext cx="7879842" cy="636480"/>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IN" sz="1600" kern="1200">
              <a:solidFill>
                <a:srgbClr val="343541"/>
              </a:solidFill>
              <a:latin typeface="system-ui"/>
            </a:rPr>
            <a:t>BERT has significantly advanced the field of NLP, and its success has led to the development of various transformer-based models for language understanding and generation. </a:t>
          </a:r>
        </a:p>
      </dsp:txBody>
      <dsp:txXfrm>
        <a:off x="31070" y="2663101"/>
        <a:ext cx="7817702" cy="574340"/>
      </dsp:txXfrm>
    </dsp:sp>
    <dsp:sp modelId="{7B717AB2-7492-4275-9F4F-835358351FBB}">
      <dsp:nvSpPr>
        <dsp:cNvPr id="0" name=""/>
        <dsp:cNvSpPr/>
      </dsp:nvSpPr>
      <dsp:spPr>
        <a:xfrm>
          <a:off x="0" y="3314592"/>
          <a:ext cx="7879842" cy="63648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a:solidFill>
                <a:srgbClr val="343541"/>
              </a:solidFill>
              <a:latin typeface="system-ui"/>
            </a:rPr>
            <a:t>Researchers continue to explore extensions and improvements to the BERT architecture, contributing to the ongoing evolution of NLP models.</a:t>
          </a:r>
          <a:endParaRPr lang="en-US" sz="1600" kern="1200"/>
        </a:p>
      </dsp:txBody>
      <dsp:txXfrm>
        <a:off x="31070" y="3345662"/>
        <a:ext cx="7817702" cy="574340"/>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908C99-35E6-44F5-B144-983771974BE2}">
      <dsp:nvSpPr>
        <dsp:cNvPr id="0" name=""/>
        <dsp:cNvSpPr/>
      </dsp:nvSpPr>
      <dsp:spPr>
        <a:xfrm>
          <a:off x="0" y="243071"/>
          <a:ext cx="7879842" cy="63648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IN" sz="1600" kern="1200">
              <a:solidFill>
                <a:srgbClr val="343541"/>
              </a:solidFill>
              <a:latin typeface="system-ui"/>
            </a:rPr>
            <a:t>GPT</a:t>
          </a:r>
          <a:r>
            <a:rPr lang="en-IN" sz="1600" kern="1200">
              <a:solidFill>
                <a:srgbClr val="343541"/>
              </a:solidFill>
              <a:latin typeface="system-ui"/>
              <a:cs typeface="Calibri"/>
            </a:rPr>
            <a:t> </a:t>
          </a:r>
          <a:r>
            <a:rPr lang="en-IN" sz="1600" kern="1200">
              <a:solidFill>
                <a:srgbClr val="343541"/>
              </a:solidFill>
              <a:latin typeface="system-ui"/>
            </a:rPr>
            <a:t>(Generative</a:t>
          </a:r>
          <a:r>
            <a:rPr lang="en-IN" sz="1600" kern="1200">
              <a:solidFill>
                <a:srgbClr val="343541"/>
              </a:solidFill>
              <a:latin typeface="system-ui"/>
              <a:ea typeface="Calibri"/>
              <a:cs typeface="Calibri"/>
            </a:rPr>
            <a:t> </a:t>
          </a:r>
          <a:r>
            <a:rPr lang="en-IN" sz="1600" kern="1200">
              <a:solidFill>
                <a:srgbClr val="343541"/>
              </a:solidFill>
              <a:latin typeface="system-ui"/>
              <a:cs typeface="Calibri"/>
            </a:rPr>
            <a:t>Pre-trained Transformer</a:t>
          </a:r>
          <a:r>
            <a:rPr lang="en-IN" sz="1600" kern="1200">
              <a:solidFill>
                <a:srgbClr val="343541"/>
              </a:solidFill>
              <a:latin typeface="system-ui"/>
              <a:ea typeface="Calibri"/>
              <a:cs typeface="Calibri"/>
            </a:rPr>
            <a:t>) is a family of transformer-based language models in Natural Language Processing (NLP) developed by OpenAI</a:t>
          </a:r>
          <a:r>
            <a:rPr lang="en-IN" sz="1600" kern="1200">
              <a:solidFill>
                <a:srgbClr val="343541"/>
              </a:solidFill>
              <a:latin typeface="system-ui"/>
            </a:rPr>
            <a:t>. </a:t>
          </a:r>
          <a:endParaRPr lang="en-IN" sz="1600" kern="1200">
            <a:solidFill>
              <a:srgbClr val="343541"/>
            </a:solidFill>
            <a:latin typeface="Calibri"/>
            <a:cs typeface="Calibri"/>
          </a:endParaRPr>
        </a:p>
      </dsp:txBody>
      <dsp:txXfrm>
        <a:off x="31070" y="274141"/>
        <a:ext cx="7817702" cy="574340"/>
      </dsp:txXfrm>
    </dsp:sp>
    <dsp:sp modelId="{5B9DA05F-84D9-4B43-8945-A8D8C61ADCCB}">
      <dsp:nvSpPr>
        <dsp:cNvPr id="0" name=""/>
        <dsp:cNvSpPr/>
      </dsp:nvSpPr>
      <dsp:spPr>
        <a:xfrm>
          <a:off x="0" y="925631"/>
          <a:ext cx="7879842" cy="636480"/>
        </a:xfrm>
        <a:prstGeom prst="roundRect">
          <a:avLst/>
        </a:prstGeom>
        <a:solidFill>
          <a:schemeClr val="accent2">
            <a:hueOff val="936304"/>
            <a:satOff val="-1168"/>
            <a:lumOff val="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IN" sz="1600" kern="1200">
              <a:solidFill>
                <a:srgbClr val="343541"/>
              </a:solidFill>
              <a:latin typeface="system-ui"/>
            </a:rPr>
            <a:t>The GPT models are known for their ability to generate coherent and contextually relevant text, demonstrating state-of-the-art performance in a variety of language tasks. </a:t>
          </a:r>
          <a:endParaRPr lang="en-US" sz="1600" kern="1200">
            <a:latin typeface="Calibri"/>
            <a:cs typeface="Calibri"/>
          </a:endParaRPr>
        </a:p>
      </dsp:txBody>
      <dsp:txXfrm>
        <a:off x="31070" y="956701"/>
        <a:ext cx="7817702" cy="574340"/>
      </dsp:txXfrm>
    </dsp:sp>
    <dsp:sp modelId="{71C86306-372C-480E-898C-31A9C0F01271}">
      <dsp:nvSpPr>
        <dsp:cNvPr id="0" name=""/>
        <dsp:cNvSpPr/>
      </dsp:nvSpPr>
      <dsp:spPr>
        <a:xfrm>
          <a:off x="0" y="1608191"/>
          <a:ext cx="7879842" cy="636480"/>
        </a:xfrm>
        <a:prstGeom prst="roundRect">
          <a:avLst/>
        </a:prstGeom>
        <a:solidFill>
          <a:schemeClr val="accent2">
            <a:hueOff val="1872608"/>
            <a:satOff val="-233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a:solidFill>
                <a:srgbClr val="343541"/>
              </a:solidFill>
              <a:latin typeface="system-ui"/>
            </a:rPr>
            <a:t>The GPT architecture </a:t>
          </a:r>
          <a:r>
            <a:rPr lang="en-IN" sz="1600" kern="1200">
              <a:solidFill>
                <a:srgbClr val="343541"/>
              </a:solidFill>
              <a:latin typeface="system-ui"/>
              <a:ea typeface="Calibri"/>
              <a:cs typeface="Calibri"/>
            </a:rPr>
            <a:t>was introduced in </a:t>
          </a:r>
          <a:r>
            <a:rPr lang="en-IN" sz="1600" kern="1200">
              <a:solidFill>
                <a:srgbClr val="343541"/>
              </a:solidFill>
              <a:latin typeface="system-ui"/>
            </a:rPr>
            <a:t>a series </a:t>
          </a:r>
          <a:r>
            <a:rPr lang="en-IN" sz="1600" kern="1200">
              <a:solidFill>
                <a:srgbClr val="343541"/>
              </a:solidFill>
              <a:latin typeface="system-ui"/>
              <a:ea typeface="Calibri"/>
              <a:cs typeface="Calibri"/>
            </a:rPr>
            <a:t>of </a:t>
          </a:r>
          <a:r>
            <a:rPr lang="en-IN" sz="1600" kern="1200">
              <a:solidFill>
                <a:srgbClr val="343541"/>
              </a:solidFill>
              <a:latin typeface="system-ui"/>
            </a:rPr>
            <a:t>papers, starting with "Improving </a:t>
          </a:r>
          <a:r>
            <a:rPr lang="en-IN" sz="1600" kern="1200">
              <a:solidFill>
                <a:srgbClr val="343541"/>
              </a:solidFill>
              <a:latin typeface="system-ui"/>
              <a:cs typeface="Calibri"/>
            </a:rPr>
            <a:t>Language Understanding</a:t>
          </a:r>
          <a:r>
            <a:rPr lang="en-IN" sz="1600" kern="1200">
              <a:solidFill>
                <a:srgbClr val="343541"/>
              </a:solidFill>
              <a:latin typeface="system-ui"/>
            </a:rPr>
            <a:t> by Generative Pretraining</a:t>
          </a:r>
          <a:r>
            <a:rPr lang="en-IN" sz="1600" kern="1200">
              <a:solidFill>
                <a:srgbClr val="343541"/>
              </a:solidFill>
              <a:latin typeface="system-ui"/>
              <a:cs typeface="Calibri"/>
            </a:rPr>
            <a:t>" </a:t>
          </a:r>
          <a:r>
            <a:rPr lang="en-IN" sz="1600" kern="1200">
              <a:solidFill>
                <a:srgbClr val="343541"/>
              </a:solidFill>
              <a:latin typeface="system-ui"/>
            </a:rPr>
            <a:t>in 2018, followed by GPT-2 and GPT-3.</a:t>
          </a:r>
          <a:r>
            <a:rPr lang="en-IN" sz="1600" kern="1200">
              <a:latin typeface="system-ui"/>
            </a:rPr>
            <a:t> </a:t>
          </a:r>
          <a:endParaRPr lang="en-US" sz="1600" kern="1200"/>
        </a:p>
      </dsp:txBody>
      <dsp:txXfrm>
        <a:off x="31070" y="1639261"/>
        <a:ext cx="7817702" cy="574340"/>
      </dsp:txXfrm>
    </dsp:sp>
    <dsp:sp modelId="{B2715692-D462-4EDF-908B-85EE020CDD82}">
      <dsp:nvSpPr>
        <dsp:cNvPr id="0" name=""/>
        <dsp:cNvSpPr/>
      </dsp:nvSpPr>
      <dsp:spPr>
        <a:xfrm>
          <a:off x="0" y="2290751"/>
          <a:ext cx="7879842" cy="636480"/>
        </a:xfrm>
        <a:prstGeom prst="roundRect">
          <a:avLst/>
        </a:prstGeom>
        <a:solidFill>
          <a:schemeClr val="accent2">
            <a:hueOff val="2808911"/>
            <a:satOff val="-3503"/>
            <a:lumOff val="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IN" sz="1600" kern="1200">
              <a:solidFill>
                <a:srgbClr val="343541"/>
              </a:solidFill>
              <a:latin typeface="system-ui"/>
              <a:cs typeface="Calibri"/>
            </a:rPr>
            <a:t>GPT models have significantly advanced the capabilities of language models and have been applied in various domains.</a:t>
          </a:r>
        </a:p>
      </dsp:txBody>
      <dsp:txXfrm>
        <a:off x="31070" y="2321821"/>
        <a:ext cx="7817702" cy="574340"/>
      </dsp:txXfrm>
    </dsp:sp>
    <dsp:sp modelId="{3B245D8B-2839-4769-AAF6-7B4253855984}">
      <dsp:nvSpPr>
        <dsp:cNvPr id="0" name=""/>
        <dsp:cNvSpPr/>
      </dsp:nvSpPr>
      <dsp:spPr>
        <a:xfrm>
          <a:off x="0" y="2973311"/>
          <a:ext cx="7879842" cy="636480"/>
        </a:xfrm>
        <a:prstGeom prst="roundRect">
          <a:avLst/>
        </a:prstGeom>
        <a:solidFill>
          <a:schemeClr val="accent2">
            <a:hueOff val="3745215"/>
            <a:satOff val="-4671"/>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IN" sz="1600" kern="1200">
              <a:solidFill>
                <a:srgbClr val="343541"/>
              </a:solidFill>
              <a:latin typeface="system-ui"/>
              <a:cs typeface="Calibri"/>
            </a:rPr>
            <a:t>Their generative nature, combined with powerful contextual understanding, makes them versatile tools for a wide range of NLP tasks.</a:t>
          </a:r>
          <a:endParaRPr lang="en-US" sz="1600" kern="1200">
            <a:latin typeface="Calibri"/>
            <a:cs typeface="Calibri"/>
          </a:endParaRPr>
        </a:p>
      </dsp:txBody>
      <dsp:txXfrm>
        <a:off x="31070" y="3004381"/>
        <a:ext cx="7817702" cy="574340"/>
      </dsp:txXfrm>
    </dsp:sp>
    <dsp:sp modelId="{3F21AAD9-99A5-4115-B700-118D97671086}">
      <dsp:nvSpPr>
        <dsp:cNvPr id="0" name=""/>
        <dsp:cNvSpPr/>
      </dsp:nvSpPr>
      <dsp:spPr>
        <a:xfrm>
          <a:off x="0" y="3655872"/>
          <a:ext cx="7879842" cy="63648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a:solidFill>
                <a:srgbClr val="343541"/>
              </a:solidFill>
              <a:latin typeface="system-ui"/>
              <a:cs typeface="Calibri"/>
            </a:rPr>
            <a:t>Ongoing research in transformer-based models continues to explore ways to enhance efficiency, reduce biases, and improve the interpretability of these models.</a:t>
          </a:r>
          <a:endParaRPr lang="en-US" sz="1600" kern="1200"/>
        </a:p>
      </dsp:txBody>
      <dsp:txXfrm>
        <a:off x="31070" y="3686942"/>
        <a:ext cx="7817702" cy="57434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908C99-35E6-44F5-B144-983771974BE2}">
      <dsp:nvSpPr>
        <dsp:cNvPr id="0" name=""/>
        <dsp:cNvSpPr/>
      </dsp:nvSpPr>
      <dsp:spPr>
        <a:xfrm>
          <a:off x="0" y="116532"/>
          <a:ext cx="7879842" cy="67626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IN" sz="1700" kern="1200">
              <a:solidFill>
                <a:srgbClr val="343541"/>
              </a:solidFill>
              <a:latin typeface="system-ui"/>
            </a:rPr>
            <a:t>T5</a:t>
          </a:r>
          <a:r>
            <a:rPr lang="en-IN" sz="1700" kern="1200">
              <a:solidFill>
                <a:srgbClr val="343541"/>
              </a:solidFill>
              <a:latin typeface="system-ui"/>
              <a:cs typeface="Calibri"/>
            </a:rPr>
            <a:t> </a:t>
          </a:r>
          <a:r>
            <a:rPr lang="en-IN" sz="1700" kern="1200">
              <a:solidFill>
                <a:srgbClr val="343541"/>
              </a:solidFill>
              <a:latin typeface="system-ui"/>
            </a:rPr>
            <a:t>(Text-To-Text Transfer </a:t>
          </a:r>
          <a:r>
            <a:rPr lang="en-IN" sz="1700" kern="1200">
              <a:solidFill>
                <a:srgbClr val="343541"/>
              </a:solidFill>
              <a:latin typeface="system-ui"/>
              <a:cs typeface="Calibri"/>
            </a:rPr>
            <a:t>Transformer</a:t>
          </a:r>
          <a:r>
            <a:rPr lang="en-IN" sz="1700" kern="1200">
              <a:solidFill>
                <a:srgbClr val="343541"/>
              </a:solidFill>
              <a:latin typeface="system-ui"/>
              <a:ea typeface="Calibri"/>
              <a:cs typeface="Calibri"/>
            </a:rPr>
            <a:t>) is a transformer-based model in Natural Language Processing (NLP).</a:t>
          </a:r>
          <a:endParaRPr lang="en-IN" sz="1700" kern="1200">
            <a:solidFill>
              <a:srgbClr val="343541"/>
            </a:solidFill>
            <a:latin typeface="Calibri"/>
            <a:cs typeface="Calibri"/>
          </a:endParaRPr>
        </a:p>
      </dsp:txBody>
      <dsp:txXfrm>
        <a:off x="33012" y="149544"/>
        <a:ext cx="7813818" cy="610236"/>
      </dsp:txXfrm>
    </dsp:sp>
    <dsp:sp modelId="{53DD5761-B08A-439F-85EA-E0351571F5E7}">
      <dsp:nvSpPr>
        <dsp:cNvPr id="0" name=""/>
        <dsp:cNvSpPr/>
      </dsp:nvSpPr>
      <dsp:spPr>
        <a:xfrm>
          <a:off x="0" y="841752"/>
          <a:ext cx="7879842" cy="676260"/>
        </a:xfrm>
        <a:prstGeom prst="roundRect">
          <a:avLst/>
        </a:prstGeom>
        <a:solidFill>
          <a:schemeClr val="accent2">
            <a:hueOff val="936304"/>
            <a:satOff val="-1168"/>
            <a:lumOff val="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IN" sz="1700" kern="1200">
              <a:solidFill>
                <a:srgbClr val="343541"/>
              </a:solidFill>
              <a:latin typeface="system-ui"/>
              <a:ea typeface="Calibri"/>
              <a:cs typeface="Calibri"/>
            </a:rPr>
            <a:t>It is introduced by researchers at Google in </a:t>
          </a:r>
          <a:r>
            <a:rPr lang="en-IN" sz="1700" kern="1200">
              <a:solidFill>
                <a:srgbClr val="343541"/>
              </a:solidFill>
              <a:latin typeface="system-ui"/>
            </a:rPr>
            <a:t>the paper "Exploring the Limits </a:t>
          </a:r>
          <a:r>
            <a:rPr lang="en-IN" sz="1700" kern="1200">
              <a:solidFill>
                <a:srgbClr val="343541"/>
              </a:solidFill>
              <a:latin typeface="system-ui"/>
              <a:ea typeface="Calibri"/>
              <a:cs typeface="Calibri"/>
            </a:rPr>
            <a:t>of </a:t>
          </a:r>
          <a:r>
            <a:rPr lang="en-IN" sz="1700" kern="1200">
              <a:solidFill>
                <a:srgbClr val="343541"/>
              </a:solidFill>
              <a:latin typeface="system-ui"/>
            </a:rPr>
            <a:t>Transfer Learning with a Unified Text-to-Text Transformer"</a:t>
          </a:r>
          <a:r>
            <a:rPr lang="en-IN" sz="1700" kern="1200">
              <a:solidFill>
                <a:srgbClr val="343541"/>
              </a:solidFill>
              <a:latin typeface="system-ui"/>
              <a:cs typeface="Calibri"/>
            </a:rPr>
            <a:t> </a:t>
          </a:r>
          <a:r>
            <a:rPr lang="en-IN" sz="1700" kern="1200">
              <a:solidFill>
                <a:srgbClr val="343541"/>
              </a:solidFill>
              <a:latin typeface="system-ui"/>
            </a:rPr>
            <a:t>in 2019. </a:t>
          </a:r>
          <a:endParaRPr lang="en-US" sz="1700" kern="1200">
            <a:latin typeface="Calibri"/>
            <a:cs typeface="Calibri"/>
          </a:endParaRPr>
        </a:p>
      </dsp:txBody>
      <dsp:txXfrm>
        <a:off x="33012" y="874764"/>
        <a:ext cx="7813818" cy="610236"/>
      </dsp:txXfrm>
    </dsp:sp>
    <dsp:sp modelId="{69C8FD79-3A1D-4EA2-9CD7-5DBB63AAED73}">
      <dsp:nvSpPr>
        <dsp:cNvPr id="0" name=""/>
        <dsp:cNvSpPr/>
      </dsp:nvSpPr>
      <dsp:spPr>
        <a:xfrm>
          <a:off x="0" y="1566972"/>
          <a:ext cx="7879842" cy="676260"/>
        </a:xfrm>
        <a:prstGeom prst="roundRect">
          <a:avLst/>
        </a:prstGeom>
        <a:solidFill>
          <a:schemeClr val="accent2">
            <a:hueOff val="1872608"/>
            <a:satOff val="-233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IN" sz="1700" kern="1200">
              <a:solidFill>
                <a:srgbClr val="343541"/>
              </a:solidFill>
              <a:latin typeface="system-ui"/>
            </a:rPr>
            <a:t>T5 is distinctive </a:t>
          </a:r>
          <a:r>
            <a:rPr lang="en-IN" sz="1700" kern="1200">
              <a:solidFill>
                <a:srgbClr val="343541"/>
              </a:solidFill>
              <a:latin typeface="system-ui"/>
              <a:cs typeface="Calibri"/>
            </a:rPr>
            <a:t>in its approach, treating all NLP tasks as a text-to-text problem, unifying various tasks under a single framework. </a:t>
          </a:r>
          <a:endParaRPr lang="en-US" sz="1700" kern="1200">
            <a:latin typeface="Calibri"/>
            <a:cs typeface="Calibri"/>
          </a:endParaRPr>
        </a:p>
      </dsp:txBody>
      <dsp:txXfrm>
        <a:off x="33012" y="1599984"/>
        <a:ext cx="7813818" cy="610236"/>
      </dsp:txXfrm>
    </dsp:sp>
    <dsp:sp modelId="{768D6327-1DD3-4B26-9F47-E5171B5EBF9A}">
      <dsp:nvSpPr>
        <dsp:cNvPr id="0" name=""/>
        <dsp:cNvSpPr/>
      </dsp:nvSpPr>
      <dsp:spPr>
        <a:xfrm>
          <a:off x="0" y="2292192"/>
          <a:ext cx="7879842" cy="676260"/>
        </a:xfrm>
        <a:prstGeom prst="roundRect">
          <a:avLst/>
        </a:prstGeom>
        <a:solidFill>
          <a:schemeClr val="accent2">
            <a:hueOff val="2808911"/>
            <a:satOff val="-3503"/>
            <a:lumOff val="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kern="1200">
              <a:solidFill>
                <a:srgbClr val="343541"/>
              </a:solidFill>
              <a:latin typeface="system-ui"/>
              <a:cs typeface="Calibri"/>
            </a:rPr>
            <a:t>This enables T5 to seamlessly handle a wide range of NLP tasks using a consistent input-output format.</a:t>
          </a:r>
          <a:endParaRPr lang="en-US" sz="1700" kern="1200"/>
        </a:p>
      </dsp:txBody>
      <dsp:txXfrm>
        <a:off x="33012" y="2325204"/>
        <a:ext cx="7813818" cy="610236"/>
      </dsp:txXfrm>
    </dsp:sp>
    <dsp:sp modelId="{EA6D346E-03AA-4E1B-9C48-D0B9C3C39566}">
      <dsp:nvSpPr>
        <dsp:cNvPr id="0" name=""/>
        <dsp:cNvSpPr/>
      </dsp:nvSpPr>
      <dsp:spPr>
        <a:xfrm>
          <a:off x="0" y="3017412"/>
          <a:ext cx="7879842" cy="676260"/>
        </a:xfrm>
        <a:prstGeom prst="roundRect">
          <a:avLst/>
        </a:prstGeom>
        <a:solidFill>
          <a:schemeClr val="accent2">
            <a:hueOff val="3745215"/>
            <a:satOff val="-4671"/>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IN" sz="1700" kern="1200">
              <a:solidFill>
                <a:srgbClr val="343541"/>
              </a:solidFill>
              <a:latin typeface="system-ui"/>
              <a:cs typeface="Calibri"/>
            </a:rPr>
            <a:t>T5 has demonstrated strong performance across a wide range of NLP tasks, showcasing the potential of a unified text-to-text approach. </a:t>
          </a:r>
        </a:p>
      </dsp:txBody>
      <dsp:txXfrm>
        <a:off x="33012" y="3050424"/>
        <a:ext cx="7813818" cy="610236"/>
      </dsp:txXfrm>
    </dsp:sp>
    <dsp:sp modelId="{152CFA50-F8C7-46F0-86C9-16E2A1E0D8F3}">
      <dsp:nvSpPr>
        <dsp:cNvPr id="0" name=""/>
        <dsp:cNvSpPr/>
      </dsp:nvSpPr>
      <dsp:spPr>
        <a:xfrm>
          <a:off x="0" y="3742631"/>
          <a:ext cx="7879842" cy="67626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IN" sz="1700" kern="1200">
              <a:solidFill>
                <a:srgbClr val="343541"/>
              </a:solidFill>
              <a:latin typeface="system-ui"/>
              <a:cs typeface="Calibri"/>
            </a:rPr>
            <a:t>Its versatility and effectiveness make it a valuable tool for researchers and practitioners working on various natural language understanding and generation challenges.</a:t>
          </a:r>
          <a:endParaRPr lang="en-US" sz="1700" kern="1200"/>
        </a:p>
      </dsp:txBody>
      <dsp:txXfrm>
        <a:off x="33012" y="3775643"/>
        <a:ext cx="7813818" cy="610236"/>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908C99-35E6-44F5-B144-983771974BE2}">
      <dsp:nvSpPr>
        <dsp:cNvPr id="0" name=""/>
        <dsp:cNvSpPr/>
      </dsp:nvSpPr>
      <dsp:spPr>
        <a:xfrm>
          <a:off x="0" y="584351"/>
          <a:ext cx="7879842" cy="63648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IN" sz="1600" kern="1200" dirty="0">
              <a:solidFill>
                <a:srgbClr val="343541"/>
              </a:solidFill>
              <a:latin typeface="system-ui"/>
            </a:rPr>
            <a:t>Hugging</a:t>
          </a:r>
          <a:r>
            <a:rPr lang="en-IN" sz="1600" kern="1200" dirty="0">
              <a:solidFill>
                <a:srgbClr val="343541"/>
              </a:solidFill>
              <a:latin typeface="system-ui"/>
              <a:cs typeface="Calibri"/>
            </a:rPr>
            <a:t> Face Transformers </a:t>
          </a:r>
          <a:r>
            <a:rPr lang="en-IN" sz="1600" kern="1200" dirty="0">
              <a:solidFill>
                <a:srgbClr val="343541"/>
              </a:solidFill>
              <a:latin typeface="system-ui"/>
              <a:ea typeface="Calibri"/>
              <a:cs typeface="Calibri"/>
            </a:rPr>
            <a:t>is an open-source</a:t>
          </a:r>
          <a:r>
            <a:rPr lang="en-IN" sz="1600" kern="1200" dirty="0">
              <a:solidFill>
                <a:srgbClr val="343541"/>
              </a:solidFill>
              <a:latin typeface="system-ui"/>
              <a:cs typeface="Calibri"/>
            </a:rPr>
            <a:t> library and platform that provides </a:t>
          </a:r>
          <a:r>
            <a:rPr lang="en-IN" sz="1600" kern="1200" dirty="0">
              <a:solidFill>
                <a:srgbClr val="343541"/>
              </a:solidFill>
              <a:latin typeface="system-ui"/>
              <a:ea typeface="Calibri"/>
              <a:cs typeface="Calibri"/>
            </a:rPr>
            <a:t>a </a:t>
          </a:r>
          <a:r>
            <a:rPr lang="en-IN" sz="1600" kern="1200" dirty="0">
              <a:solidFill>
                <a:srgbClr val="343541"/>
              </a:solidFill>
              <a:latin typeface="system-ui"/>
              <a:cs typeface="Calibri"/>
            </a:rPr>
            <a:t>collection of pre-trained </a:t>
          </a:r>
          <a:r>
            <a:rPr lang="en-IN" sz="1600" kern="1200" dirty="0">
              <a:solidFill>
                <a:srgbClr val="343541"/>
              </a:solidFill>
              <a:latin typeface="system-ui"/>
              <a:ea typeface="Calibri"/>
              <a:cs typeface="Calibri"/>
            </a:rPr>
            <a:t>transformer-based </a:t>
          </a:r>
          <a:r>
            <a:rPr lang="en-IN" sz="1600" kern="1200" dirty="0">
              <a:solidFill>
                <a:srgbClr val="343541"/>
              </a:solidFill>
              <a:latin typeface="system-ui"/>
              <a:cs typeface="Calibri"/>
            </a:rPr>
            <a:t>models for </a:t>
          </a:r>
          <a:r>
            <a:rPr lang="en-IN" sz="1600" kern="1200" dirty="0">
              <a:solidFill>
                <a:srgbClr val="343541"/>
              </a:solidFill>
              <a:latin typeface="system-ui"/>
              <a:ea typeface="Calibri"/>
              <a:cs typeface="Calibri"/>
            </a:rPr>
            <a:t>Natural Language Processing (NLP).</a:t>
          </a:r>
          <a:r>
            <a:rPr lang="en-IN" sz="1600" kern="1200" dirty="0">
              <a:solidFill>
                <a:srgbClr val="343541"/>
              </a:solidFill>
              <a:latin typeface="system-ui"/>
              <a:cs typeface="Calibri"/>
            </a:rPr>
            <a:t> </a:t>
          </a:r>
          <a:endParaRPr lang="en-IN" sz="1600" kern="1200" dirty="0">
            <a:solidFill>
              <a:srgbClr val="343541"/>
            </a:solidFill>
            <a:latin typeface="Calibri"/>
            <a:ea typeface="Calibri"/>
            <a:cs typeface="Calibri"/>
          </a:endParaRPr>
        </a:p>
      </dsp:txBody>
      <dsp:txXfrm>
        <a:off x="31070" y="615421"/>
        <a:ext cx="7817702" cy="574340"/>
      </dsp:txXfrm>
    </dsp:sp>
    <dsp:sp modelId="{BD276C36-DB83-475D-A100-99B016B95ED0}">
      <dsp:nvSpPr>
        <dsp:cNvPr id="0" name=""/>
        <dsp:cNvSpPr/>
      </dsp:nvSpPr>
      <dsp:spPr>
        <a:xfrm>
          <a:off x="0" y="1266911"/>
          <a:ext cx="7879842" cy="636480"/>
        </a:xfrm>
        <a:prstGeom prst="roundRect">
          <a:avLst/>
        </a:prstGeom>
        <a:solidFill>
          <a:schemeClr val="accent2">
            <a:hueOff val="1170380"/>
            <a:satOff val="-1460"/>
            <a:lumOff val="34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IN" sz="1600" kern="1200" dirty="0">
              <a:solidFill>
                <a:srgbClr val="343541"/>
              </a:solidFill>
              <a:latin typeface="system-ui"/>
              <a:ea typeface="Calibri"/>
              <a:cs typeface="Calibri"/>
            </a:rPr>
            <a:t>It is </a:t>
          </a:r>
          <a:r>
            <a:rPr lang="en-IN" sz="1600" kern="1200" dirty="0">
              <a:solidFill>
                <a:srgbClr val="343541"/>
              </a:solidFill>
              <a:latin typeface="system-ui"/>
              <a:cs typeface="Calibri"/>
            </a:rPr>
            <a:t>developed </a:t>
          </a:r>
          <a:r>
            <a:rPr lang="en-IN" sz="1600" kern="1200" dirty="0">
              <a:solidFill>
                <a:srgbClr val="343541"/>
              </a:solidFill>
              <a:latin typeface="system-ui"/>
              <a:ea typeface="Calibri"/>
              <a:cs typeface="Calibri"/>
            </a:rPr>
            <a:t>by </a:t>
          </a:r>
          <a:r>
            <a:rPr lang="en-IN" sz="1600" kern="1200" dirty="0">
              <a:solidFill>
                <a:srgbClr val="343541"/>
              </a:solidFill>
              <a:latin typeface="system-ui"/>
              <a:cs typeface="Calibri"/>
            </a:rPr>
            <a:t>Hugging Face, a company dedicated to democratizing AI and making state-of-the-art models accessible to the broader community.</a:t>
          </a:r>
          <a:r>
            <a:rPr lang="en-IN" sz="1600" kern="1200" dirty="0">
              <a:solidFill>
                <a:srgbClr val="343541"/>
              </a:solidFill>
              <a:latin typeface="system-ui"/>
            </a:rPr>
            <a:t> </a:t>
          </a:r>
          <a:endParaRPr lang="en-US" sz="1600" kern="1200" dirty="0">
            <a:latin typeface="Calibri"/>
            <a:ea typeface="Calibri"/>
            <a:cs typeface="Calibri"/>
          </a:endParaRPr>
        </a:p>
      </dsp:txBody>
      <dsp:txXfrm>
        <a:off x="31070" y="1297981"/>
        <a:ext cx="7817702" cy="574340"/>
      </dsp:txXfrm>
    </dsp:sp>
    <dsp:sp modelId="{C1CD81D4-1909-4887-969A-4C3F71BD5462}">
      <dsp:nvSpPr>
        <dsp:cNvPr id="0" name=""/>
        <dsp:cNvSpPr/>
      </dsp:nvSpPr>
      <dsp:spPr>
        <a:xfrm>
          <a:off x="0" y="1949471"/>
          <a:ext cx="7879842" cy="636480"/>
        </a:xfrm>
        <a:prstGeom prst="roundRect">
          <a:avLst/>
        </a:prstGeom>
        <a:solidFill>
          <a:schemeClr val="accent2">
            <a:hueOff val="2340759"/>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dirty="0">
              <a:solidFill>
                <a:srgbClr val="343541"/>
              </a:solidFill>
              <a:latin typeface="system-ui"/>
            </a:rPr>
            <a:t>The library serves as </a:t>
          </a:r>
          <a:r>
            <a:rPr lang="en-IN" sz="1600" kern="1200" dirty="0">
              <a:solidFill>
                <a:srgbClr val="343541"/>
              </a:solidFill>
              <a:latin typeface="system-ui"/>
              <a:cs typeface="Calibri"/>
            </a:rPr>
            <a:t>a hub for transformer models, offering a unified interface for working with various NLP tasks and architectures.</a:t>
          </a:r>
          <a:endParaRPr lang="en-US" sz="1600" kern="1200" dirty="0"/>
        </a:p>
      </dsp:txBody>
      <dsp:txXfrm>
        <a:off x="31070" y="1980541"/>
        <a:ext cx="7817702" cy="574340"/>
      </dsp:txXfrm>
    </dsp:sp>
    <dsp:sp modelId="{358E5BB6-2AF8-4350-A6E8-8C3E9A460471}">
      <dsp:nvSpPr>
        <dsp:cNvPr id="0" name=""/>
        <dsp:cNvSpPr/>
      </dsp:nvSpPr>
      <dsp:spPr>
        <a:xfrm>
          <a:off x="0" y="2632031"/>
          <a:ext cx="7879842" cy="636480"/>
        </a:xfrm>
        <a:prstGeom prst="roundRect">
          <a:avLst/>
        </a:prstGeom>
        <a:solidFill>
          <a:schemeClr val="accent2">
            <a:hueOff val="3511139"/>
            <a:satOff val="-4379"/>
            <a:lumOff val="10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rtl="0">
            <a:lnSpc>
              <a:spcPct val="90000"/>
            </a:lnSpc>
            <a:spcBef>
              <a:spcPct val="0"/>
            </a:spcBef>
            <a:spcAft>
              <a:spcPct val="35000"/>
            </a:spcAft>
            <a:buNone/>
          </a:pPr>
          <a:r>
            <a:rPr lang="en-IN" sz="1600" kern="1200" dirty="0">
              <a:solidFill>
                <a:srgbClr val="343541"/>
              </a:solidFill>
              <a:latin typeface="system-ui"/>
              <a:cs typeface="Calibri"/>
            </a:rPr>
            <a:t>Hugging Face Transformers has become a go-to resource for researchers, practitioners, and developers in the NLP community. </a:t>
          </a:r>
        </a:p>
      </dsp:txBody>
      <dsp:txXfrm>
        <a:off x="31070" y="2663101"/>
        <a:ext cx="7817702" cy="574340"/>
      </dsp:txXfrm>
    </dsp:sp>
    <dsp:sp modelId="{EE0BDA3E-7DD1-43AB-8373-B56A0D95FCBD}">
      <dsp:nvSpPr>
        <dsp:cNvPr id="0" name=""/>
        <dsp:cNvSpPr/>
      </dsp:nvSpPr>
      <dsp:spPr>
        <a:xfrm>
          <a:off x="0" y="3314592"/>
          <a:ext cx="7879842" cy="63648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IN" sz="1600" kern="1200" dirty="0">
              <a:solidFill>
                <a:srgbClr val="343541"/>
              </a:solidFill>
              <a:latin typeface="system-ui"/>
              <a:cs typeface="Calibri"/>
            </a:rPr>
            <a:t>Its extensive collection of pre-trained models, unified API, and active community make it a powerful tool for a wide range of NLP applications.</a:t>
          </a:r>
          <a:endParaRPr lang="en-US" sz="1600" kern="1200" dirty="0"/>
        </a:p>
      </dsp:txBody>
      <dsp:txXfrm>
        <a:off x="31070" y="3345662"/>
        <a:ext cx="7817702" cy="574340"/>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F2A6C0-053C-4E3A-BAD3-F1DDDD2A783B}">
      <dsp:nvSpPr>
        <dsp:cNvPr id="0" name=""/>
        <dsp:cNvSpPr/>
      </dsp:nvSpPr>
      <dsp:spPr>
        <a:xfrm>
          <a:off x="0" y="406511"/>
          <a:ext cx="7879842" cy="43758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rtl="0">
            <a:lnSpc>
              <a:spcPct val="90000"/>
            </a:lnSpc>
            <a:spcBef>
              <a:spcPct val="0"/>
            </a:spcBef>
            <a:spcAft>
              <a:spcPct val="35000"/>
            </a:spcAft>
            <a:buNone/>
          </a:pPr>
          <a:r>
            <a:rPr lang="en-IN" sz="1100" kern="1200" dirty="0">
              <a:solidFill>
                <a:srgbClr val="343541"/>
              </a:solidFill>
              <a:latin typeface="system-ui"/>
            </a:rPr>
            <a:t>1. Extensive Model Hub: Hugging</a:t>
          </a:r>
          <a:r>
            <a:rPr lang="en-IN" sz="1100" kern="1200" dirty="0">
              <a:solidFill>
                <a:srgbClr val="343541"/>
              </a:solidFill>
              <a:latin typeface="system-ui"/>
              <a:cs typeface="Calibri"/>
            </a:rPr>
            <a:t> Face Transformers provides </a:t>
          </a:r>
          <a:r>
            <a:rPr lang="en-IN" sz="1100" kern="1200" dirty="0">
              <a:solidFill>
                <a:srgbClr val="343541"/>
              </a:solidFill>
              <a:latin typeface="system-ui"/>
              <a:ea typeface="Calibri"/>
              <a:cs typeface="Calibri"/>
            </a:rPr>
            <a:t>a </a:t>
          </a:r>
          <a:r>
            <a:rPr lang="en-IN" sz="1100" kern="1200" dirty="0">
              <a:solidFill>
                <a:srgbClr val="343541"/>
              </a:solidFill>
              <a:latin typeface="system-ui"/>
              <a:cs typeface="Calibri"/>
            </a:rPr>
            <a:t>model hub that hosts a wide variety of pre-trained </a:t>
          </a:r>
          <a:r>
            <a:rPr lang="en-IN" sz="1100" kern="1200" dirty="0">
              <a:solidFill>
                <a:srgbClr val="343541"/>
              </a:solidFill>
              <a:latin typeface="system-ui"/>
              <a:ea typeface="Calibri"/>
              <a:cs typeface="Calibri"/>
            </a:rPr>
            <a:t>transformer models. These </a:t>
          </a:r>
          <a:r>
            <a:rPr lang="en-IN" sz="1100" kern="1200" dirty="0">
              <a:solidFill>
                <a:srgbClr val="343541"/>
              </a:solidFill>
              <a:latin typeface="system-ui"/>
              <a:cs typeface="Calibri"/>
            </a:rPr>
            <a:t>models cover different architectures (e.g., BERT, GPT, T5) and are trained on diverse datasets for </a:t>
          </a:r>
          <a:r>
            <a:rPr lang="en-IN" sz="1100" kern="1200" dirty="0">
              <a:solidFill>
                <a:srgbClr val="343541"/>
              </a:solidFill>
              <a:latin typeface="system-ui"/>
              <a:ea typeface="Calibri"/>
              <a:cs typeface="Calibri"/>
            </a:rPr>
            <a:t>various NLP tasks.</a:t>
          </a:r>
          <a:endParaRPr lang="en-IN" sz="1100" kern="1200" dirty="0">
            <a:solidFill>
              <a:srgbClr val="343541"/>
            </a:solidFill>
            <a:latin typeface="system-ui"/>
          </a:endParaRPr>
        </a:p>
      </dsp:txBody>
      <dsp:txXfrm>
        <a:off x="21361" y="427872"/>
        <a:ext cx="7837120" cy="394858"/>
      </dsp:txXfrm>
    </dsp:sp>
    <dsp:sp modelId="{95D77868-1B23-4793-8A46-A908B3A3988D}">
      <dsp:nvSpPr>
        <dsp:cNvPr id="0" name=""/>
        <dsp:cNvSpPr/>
      </dsp:nvSpPr>
      <dsp:spPr>
        <a:xfrm>
          <a:off x="0" y="875771"/>
          <a:ext cx="7879842" cy="437580"/>
        </a:xfrm>
        <a:prstGeom prst="roundRect">
          <a:avLst/>
        </a:prstGeom>
        <a:solidFill>
          <a:schemeClr val="accent2">
            <a:hueOff val="668788"/>
            <a:satOff val="-834"/>
            <a:lumOff val="19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rtl="0">
            <a:lnSpc>
              <a:spcPct val="90000"/>
            </a:lnSpc>
            <a:spcBef>
              <a:spcPct val="0"/>
            </a:spcBef>
            <a:spcAft>
              <a:spcPct val="35000"/>
            </a:spcAft>
            <a:buNone/>
          </a:pPr>
          <a:r>
            <a:rPr lang="en-IN" sz="1100" kern="1200" dirty="0">
              <a:solidFill>
                <a:srgbClr val="343541"/>
              </a:solidFill>
              <a:latin typeface="system-ui"/>
              <a:ea typeface="Calibri"/>
              <a:cs typeface="Calibri"/>
            </a:rPr>
            <a:t>2. Unified API: The library offers a consistent and user-friendly API that allows users to seamlessly switch between different transformer models without needing to modify their code significantly.</a:t>
          </a:r>
        </a:p>
      </dsp:txBody>
      <dsp:txXfrm>
        <a:off x="21361" y="897132"/>
        <a:ext cx="7837120" cy="394858"/>
      </dsp:txXfrm>
    </dsp:sp>
    <dsp:sp modelId="{BC67354E-4725-4010-BC85-8373FB63C7EA}">
      <dsp:nvSpPr>
        <dsp:cNvPr id="0" name=""/>
        <dsp:cNvSpPr/>
      </dsp:nvSpPr>
      <dsp:spPr>
        <a:xfrm>
          <a:off x="0" y="1345031"/>
          <a:ext cx="7879842" cy="437580"/>
        </a:xfrm>
        <a:prstGeom prst="roundRect">
          <a:avLst/>
        </a:prstGeom>
        <a:solidFill>
          <a:schemeClr val="accent2">
            <a:hueOff val="1337577"/>
            <a:satOff val="-1668"/>
            <a:lumOff val="39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rtl="0">
            <a:lnSpc>
              <a:spcPct val="90000"/>
            </a:lnSpc>
            <a:spcBef>
              <a:spcPct val="0"/>
            </a:spcBef>
            <a:spcAft>
              <a:spcPct val="35000"/>
            </a:spcAft>
            <a:buNone/>
          </a:pPr>
          <a:r>
            <a:rPr lang="en-IN" sz="1100" kern="1200" dirty="0">
              <a:solidFill>
                <a:srgbClr val="343541"/>
              </a:solidFill>
              <a:latin typeface="system-ui"/>
              <a:ea typeface="Calibri"/>
              <a:cs typeface="Calibri"/>
            </a:rPr>
            <a:t>3. Model Training and Fine-Tuning: </a:t>
          </a:r>
          <a:r>
            <a:rPr lang="en-IN" sz="1100" kern="1200" dirty="0">
              <a:solidFill>
                <a:srgbClr val="343541"/>
              </a:solidFill>
              <a:latin typeface="system-ui"/>
              <a:cs typeface="Calibri"/>
            </a:rPr>
            <a:t>Hugging Face Transformers supports training and fine-tuning of transformer models on custom datasets. Users can adapt pre-trained models to specific tasks or domains.</a:t>
          </a:r>
          <a:endParaRPr lang="en-US" sz="1100" kern="1200" dirty="0">
            <a:solidFill>
              <a:srgbClr val="343541"/>
            </a:solidFill>
            <a:latin typeface="system-ui"/>
          </a:endParaRPr>
        </a:p>
      </dsp:txBody>
      <dsp:txXfrm>
        <a:off x="21361" y="1366392"/>
        <a:ext cx="7837120" cy="394858"/>
      </dsp:txXfrm>
    </dsp:sp>
    <dsp:sp modelId="{08C66F41-3378-4C74-AD5E-1AAE00F4E474}">
      <dsp:nvSpPr>
        <dsp:cNvPr id="0" name=""/>
        <dsp:cNvSpPr/>
      </dsp:nvSpPr>
      <dsp:spPr>
        <a:xfrm>
          <a:off x="0" y="1814292"/>
          <a:ext cx="7879842" cy="437580"/>
        </a:xfrm>
        <a:prstGeom prst="roundRect">
          <a:avLst/>
        </a:prstGeom>
        <a:solidFill>
          <a:schemeClr val="accent2">
            <a:hueOff val="2006365"/>
            <a:satOff val="-2502"/>
            <a:lumOff val="58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rtl="0">
            <a:lnSpc>
              <a:spcPct val="90000"/>
            </a:lnSpc>
            <a:spcBef>
              <a:spcPct val="0"/>
            </a:spcBef>
            <a:spcAft>
              <a:spcPct val="35000"/>
            </a:spcAft>
            <a:buNone/>
          </a:pPr>
          <a:r>
            <a:rPr lang="en-IN" sz="1100" kern="1200" dirty="0">
              <a:solidFill>
                <a:srgbClr val="343541"/>
              </a:solidFill>
              <a:latin typeface="system-ui"/>
              <a:cs typeface="Calibri"/>
            </a:rPr>
            <a:t>4.</a:t>
          </a:r>
          <a:r>
            <a:rPr lang="en-IN" sz="1100" kern="1200" dirty="0">
              <a:solidFill>
                <a:srgbClr val="343541"/>
              </a:solidFill>
              <a:latin typeface="system-ui"/>
            </a:rPr>
            <a:t> </a:t>
          </a:r>
          <a:r>
            <a:rPr lang="en-IN" sz="1100" kern="1200" dirty="0">
              <a:solidFill>
                <a:srgbClr val="343541"/>
              </a:solidFill>
              <a:latin typeface="system-ui"/>
              <a:ea typeface="Calibri"/>
              <a:cs typeface="Calibri"/>
            </a:rPr>
            <a:t>Common NLP Tasks: </a:t>
          </a:r>
          <a:r>
            <a:rPr lang="en-IN" sz="1100" kern="1200" dirty="0">
              <a:solidFill>
                <a:srgbClr val="343541"/>
              </a:solidFill>
              <a:latin typeface="system-ui"/>
            </a:rPr>
            <a:t>The library is designed to handle common </a:t>
          </a:r>
          <a:r>
            <a:rPr lang="en-IN" sz="1100" kern="1200" dirty="0">
              <a:solidFill>
                <a:srgbClr val="343541"/>
              </a:solidFill>
              <a:latin typeface="system-ui"/>
              <a:cs typeface="Calibri"/>
            </a:rPr>
            <a:t>NLP tasks such as text classification, named entity recognition, question answering, text generation, translation, and more.</a:t>
          </a:r>
          <a:endParaRPr lang="en-IN" sz="1100" kern="1200" dirty="0">
            <a:solidFill>
              <a:srgbClr val="343541"/>
            </a:solidFill>
            <a:latin typeface="system-ui"/>
          </a:endParaRPr>
        </a:p>
      </dsp:txBody>
      <dsp:txXfrm>
        <a:off x="21361" y="1835653"/>
        <a:ext cx="7837120" cy="394858"/>
      </dsp:txXfrm>
    </dsp:sp>
    <dsp:sp modelId="{BD73D933-5F7B-4A6C-AB7A-75384A75C335}">
      <dsp:nvSpPr>
        <dsp:cNvPr id="0" name=""/>
        <dsp:cNvSpPr/>
      </dsp:nvSpPr>
      <dsp:spPr>
        <a:xfrm>
          <a:off x="0" y="2283552"/>
          <a:ext cx="7879842" cy="437580"/>
        </a:xfrm>
        <a:prstGeom prst="roundRect">
          <a:avLst/>
        </a:prstGeom>
        <a:solidFill>
          <a:schemeClr val="accent2">
            <a:hueOff val="2675154"/>
            <a:satOff val="-3337"/>
            <a:lumOff val="78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rtl="0">
            <a:lnSpc>
              <a:spcPct val="90000"/>
            </a:lnSpc>
            <a:spcBef>
              <a:spcPct val="0"/>
            </a:spcBef>
            <a:spcAft>
              <a:spcPct val="35000"/>
            </a:spcAft>
            <a:buNone/>
          </a:pPr>
          <a:r>
            <a:rPr lang="en-IN" sz="1100" kern="1200" dirty="0">
              <a:solidFill>
                <a:srgbClr val="343541"/>
              </a:solidFill>
              <a:latin typeface="system-ui"/>
              <a:cs typeface="Calibri"/>
            </a:rPr>
            <a:t>5. Tokenization and Data Processing: Hugging Face Transformers provides tokenizers and data processing utilities that make it easy to prepare input data for transformer models.</a:t>
          </a:r>
        </a:p>
      </dsp:txBody>
      <dsp:txXfrm>
        <a:off x="21361" y="2304913"/>
        <a:ext cx="7837120" cy="394858"/>
      </dsp:txXfrm>
    </dsp:sp>
    <dsp:sp modelId="{0F3B8EBA-F43A-4D30-98DE-F5D638378946}">
      <dsp:nvSpPr>
        <dsp:cNvPr id="0" name=""/>
        <dsp:cNvSpPr/>
      </dsp:nvSpPr>
      <dsp:spPr>
        <a:xfrm>
          <a:off x="0" y="2752812"/>
          <a:ext cx="7879842" cy="437580"/>
        </a:xfrm>
        <a:prstGeom prst="roundRect">
          <a:avLst/>
        </a:prstGeom>
        <a:solidFill>
          <a:schemeClr val="accent2">
            <a:hueOff val="3343942"/>
            <a:satOff val="-4171"/>
            <a:lumOff val="98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rtl="0">
            <a:lnSpc>
              <a:spcPct val="90000"/>
            </a:lnSpc>
            <a:spcBef>
              <a:spcPct val="0"/>
            </a:spcBef>
            <a:spcAft>
              <a:spcPct val="35000"/>
            </a:spcAft>
            <a:buNone/>
          </a:pPr>
          <a:r>
            <a:rPr lang="en-IN" sz="1100" kern="1200" dirty="0">
              <a:solidFill>
                <a:srgbClr val="343541"/>
              </a:solidFill>
              <a:latin typeface="system-ui"/>
              <a:cs typeface="Calibri"/>
            </a:rPr>
            <a:t>6. Model Pipelines: Users can leverage pre-built pipelines for various tasks, simplifying the process of using transformer models for specific applications.</a:t>
          </a:r>
        </a:p>
      </dsp:txBody>
      <dsp:txXfrm>
        <a:off x="21361" y="2774173"/>
        <a:ext cx="7837120" cy="394858"/>
      </dsp:txXfrm>
    </dsp:sp>
    <dsp:sp modelId="{538CE27D-E682-4AE1-925D-2D95D0E7C424}">
      <dsp:nvSpPr>
        <dsp:cNvPr id="0" name=""/>
        <dsp:cNvSpPr/>
      </dsp:nvSpPr>
      <dsp:spPr>
        <a:xfrm>
          <a:off x="0" y="3222072"/>
          <a:ext cx="7879842" cy="437580"/>
        </a:xfrm>
        <a:prstGeom prst="roundRect">
          <a:avLst/>
        </a:prstGeom>
        <a:solidFill>
          <a:schemeClr val="accent2">
            <a:hueOff val="4012731"/>
            <a:satOff val="-5005"/>
            <a:lumOff val="11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rtl="0">
            <a:lnSpc>
              <a:spcPct val="90000"/>
            </a:lnSpc>
            <a:spcBef>
              <a:spcPct val="0"/>
            </a:spcBef>
            <a:spcAft>
              <a:spcPct val="35000"/>
            </a:spcAft>
            <a:buNone/>
          </a:pPr>
          <a:r>
            <a:rPr lang="en-IN" sz="1100" kern="1200" dirty="0">
              <a:solidFill>
                <a:srgbClr val="343541"/>
              </a:solidFill>
              <a:latin typeface="system-ui"/>
              <a:cs typeface="Calibri"/>
            </a:rPr>
            <a:t>7. Community Contributions: The library benefits from a vibrant community that contributes models, scripts, and tutorials. Users can explore and build upon the collective knowledge of the community.</a:t>
          </a:r>
          <a:endParaRPr lang="en-US" sz="1100" kern="1200" dirty="0">
            <a:solidFill>
              <a:srgbClr val="343541"/>
            </a:solidFill>
            <a:latin typeface="Calibri"/>
            <a:ea typeface="Calibri"/>
          </a:endParaRPr>
        </a:p>
      </dsp:txBody>
      <dsp:txXfrm>
        <a:off x="21361" y="3243433"/>
        <a:ext cx="7837120" cy="394858"/>
      </dsp:txXfrm>
    </dsp:sp>
    <dsp:sp modelId="{4F5696D3-56FC-489A-B440-A624309B2C6C}">
      <dsp:nvSpPr>
        <dsp:cNvPr id="0" name=""/>
        <dsp:cNvSpPr/>
      </dsp:nvSpPr>
      <dsp:spPr>
        <a:xfrm>
          <a:off x="0" y="3691332"/>
          <a:ext cx="7879842" cy="43758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l" defTabSz="488950" rtl="0">
            <a:lnSpc>
              <a:spcPct val="90000"/>
            </a:lnSpc>
            <a:spcBef>
              <a:spcPct val="0"/>
            </a:spcBef>
            <a:spcAft>
              <a:spcPct val="35000"/>
            </a:spcAft>
            <a:buNone/>
          </a:pPr>
          <a:r>
            <a:rPr lang="en-IN" sz="1100" kern="1200" dirty="0">
              <a:solidFill>
                <a:srgbClr val="343541"/>
              </a:solidFill>
              <a:latin typeface="system-ui"/>
              <a:cs typeface="Calibri"/>
            </a:rPr>
            <a:t>8. Integration with Other Libraries: Hugging Face Transformers integrates seamlessly with other popular deep learning libraries such as </a:t>
          </a:r>
          <a:r>
            <a:rPr lang="en-IN" sz="1100" kern="1200" dirty="0" err="1">
              <a:solidFill>
                <a:srgbClr val="343541"/>
              </a:solidFill>
              <a:latin typeface="system-ui"/>
              <a:cs typeface="Calibri"/>
            </a:rPr>
            <a:t>PyTorch</a:t>
          </a:r>
          <a:r>
            <a:rPr lang="en-IN" sz="1100" kern="1200" dirty="0">
              <a:solidFill>
                <a:srgbClr val="343541"/>
              </a:solidFill>
              <a:latin typeface="system-ui"/>
              <a:cs typeface="Calibri"/>
            </a:rPr>
            <a:t> and TensorFlow, making it accessible to users with different preferences.</a:t>
          </a:r>
        </a:p>
      </dsp:txBody>
      <dsp:txXfrm>
        <a:off x="21361" y="3712693"/>
        <a:ext cx="7837120" cy="394858"/>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F2A6C0-053C-4E3A-BAD3-F1DDDD2A783B}">
      <dsp:nvSpPr>
        <dsp:cNvPr id="0" name=""/>
        <dsp:cNvSpPr/>
      </dsp:nvSpPr>
      <dsp:spPr>
        <a:xfrm>
          <a:off x="0" y="496151"/>
          <a:ext cx="7879842" cy="55692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IN" sz="1400" kern="1200" dirty="0">
              <a:solidFill>
                <a:srgbClr val="343541"/>
              </a:solidFill>
              <a:latin typeface="system-ui"/>
            </a:rPr>
            <a:t>1. </a:t>
          </a:r>
          <a:r>
            <a:rPr lang="en-IN" sz="1400" kern="1200" dirty="0">
              <a:solidFill>
                <a:srgbClr val="343541"/>
              </a:solidFill>
              <a:latin typeface="system-ui"/>
              <a:cs typeface="Calibri"/>
            </a:rPr>
            <a:t>Install the </a:t>
          </a:r>
          <a:r>
            <a:rPr lang="en-IN" sz="1400" kern="1200" dirty="0">
              <a:solidFill>
                <a:srgbClr val="343541"/>
              </a:solidFill>
              <a:latin typeface="system-ui"/>
            </a:rPr>
            <a:t>Library</a:t>
          </a:r>
          <a:r>
            <a:rPr lang="en-IN" sz="1400" kern="1200" dirty="0">
              <a:solidFill>
                <a:srgbClr val="343541"/>
              </a:solidFill>
              <a:latin typeface="system-ui"/>
              <a:ea typeface="Calibri"/>
              <a:cs typeface="Calibri"/>
            </a:rPr>
            <a:t>: Users can</a:t>
          </a:r>
          <a:r>
            <a:rPr lang="en-IN" sz="1400" kern="1200" dirty="0">
              <a:solidFill>
                <a:srgbClr val="343541"/>
              </a:solidFill>
              <a:latin typeface="system-ui"/>
            </a:rPr>
            <a:t> install the Hugging</a:t>
          </a:r>
          <a:r>
            <a:rPr lang="en-IN" sz="1400" kern="1200" dirty="0">
              <a:solidFill>
                <a:srgbClr val="343541"/>
              </a:solidFill>
              <a:latin typeface="system-ui"/>
              <a:cs typeface="Calibri"/>
            </a:rPr>
            <a:t> Face Transformers library using pip: `pip install transformers`.</a:t>
          </a:r>
          <a:endParaRPr lang="en-IN" sz="1400" kern="1200" dirty="0">
            <a:solidFill>
              <a:srgbClr val="343541"/>
            </a:solidFill>
            <a:latin typeface="system-ui"/>
            <a:ea typeface="Calibri"/>
            <a:cs typeface="Calibri"/>
          </a:endParaRPr>
        </a:p>
      </dsp:txBody>
      <dsp:txXfrm>
        <a:off x="27187" y="523338"/>
        <a:ext cx="7825468" cy="502546"/>
      </dsp:txXfrm>
    </dsp:sp>
    <dsp:sp modelId="{0726FB27-8D79-4EF7-81F1-C2532EF5A839}">
      <dsp:nvSpPr>
        <dsp:cNvPr id="0" name=""/>
        <dsp:cNvSpPr/>
      </dsp:nvSpPr>
      <dsp:spPr>
        <a:xfrm>
          <a:off x="0" y="1093391"/>
          <a:ext cx="7879842" cy="556920"/>
        </a:xfrm>
        <a:prstGeom prst="roundRect">
          <a:avLst/>
        </a:prstGeom>
        <a:solidFill>
          <a:schemeClr val="accent2">
            <a:hueOff val="936304"/>
            <a:satOff val="-1168"/>
            <a:lumOff val="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IN" sz="1400" kern="1200" dirty="0">
              <a:solidFill>
                <a:srgbClr val="343541"/>
              </a:solidFill>
              <a:latin typeface="system-ui"/>
              <a:cs typeface="Calibri"/>
            </a:rPr>
            <a:t>2. Choose a Model: Select </a:t>
          </a:r>
          <a:r>
            <a:rPr lang="en-IN" sz="1400" kern="1200" dirty="0">
              <a:solidFill>
                <a:srgbClr val="343541"/>
              </a:solidFill>
              <a:latin typeface="system-ui"/>
              <a:ea typeface="Calibri"/>
              <a:cs typeface="Calibri"/>
            </a:rPr>
            <a:t>a </a:t>
          </a:r>
          <a:r>
            <a:rPr lang="en-IN" sz="1400" kern="1200" dirty="0">
              <a:solidFill>
                <a:srgbClr val="343541"/>
              </a:solidFill>
              <a:latin typeface="system-ui"/>
              <a:cs typeface="Calibri"/>
            </a:rPr>
            <a:t>pre-trained model suitable for the task at hand from the model hub</a:t>
          </a:r>
          <a:r>
            <a:rPr lang="en-IN" sz="1400" kern="1200" dirty="0">
              <a:solidFill>
                <a:srgbClr val="343541"/>
              </a:solidFill>
              <a:latin typeface="system-ui"/>
              <a:ea typeface="Calibri"/>
              <a:cs typeface="Calibri"/>
            </a:rPr>
            <a:t>. </a:t>
          </a:r>
          <a:r>
            <a:rPr lang="en-IN" sz="1400" kern="1200" dirty="0">
              <a:solidFill>
                <a:srgbClr val="343541"/>
              </a:solidFill>
              <a:latin typeface="system-ui"/>
              <a:cs typeface="Calibri"/>
            </a:rPr>
            <a:t>Models are available for </a:t>
          </a:r>
          <a:r>
            <a:rPr lang="en-IN" sz="1400" kern="1200" dirty="0">
              <a:solidFill>
                <a:srgbClr val="343541"/>
              </a:solidFill>
              <a:latin typeface="system-ui"/>
              <a:ea typeface="Calibri"/>
              <a:cs typeface="Calibri"/>
            </a:rPr>
            <a:t>various </a:t>
          </a:r>
          <a:r>
            <a:rPr lang="en-IN" sz="1400" kern="1200" dirty="0">
              <a:solidFill>
                <a:srgbClr val="343541"/>
              </a:solidFill>
              <a:latin typeface="system-ui"/>
              <a:cs typeface="Calibri"/>
            </a:rPr>
            <a:t>architectures and </a:t>
          </a:r>
          <a:r>
            <a:rPr lang="en-IN" sz="1400" kern="1200" dirty="0">
              <a:solidFill>
                <a:srgbClr val="343541"/>
              </a:solidFill>
              <a:latin typeface="system-ui"/>
              <a:ea typeface="Calibri"/>
              <a:cs typeface="Calibri"/>
            </a:rPr>
            <a:t>tasks.</a:t>
          </a:r>
          <a:endParaRPr lang="en-IN" sz="1400" kern="1200" dirty="0">
            <a:solidFill>
              <a:srgbClr val="343541"/>
            </a:solidFill>
            <a:latin typeface="system-ui"/>
            <a:cs typeface="Calibri"/>
          </a:endParaRPr>
        </a:p>
      </dsp:txBody>
      <dsp:txXfrm>
        <a:off x="27187" y="1120578"/>
        <a:ext cx="7825468" cy="502546"/>
      </dsp:txXfrm>
    </dsp:sp>
    <dsp:sp modelId="{95D77868-1B23-4793-8A46-A908B3A3988D}">
      <dsp:nvSpPr>
        <dsp:cNvPr id="0" name=""/>
        <dsp:cNvSpPr/>
      </dsp:nvSpPr>
      <dsp:spPr>
        <a:xfrm>
          <a:off x="0" y="1690632"/>
          <a:ext cx="7879842" cy="556920"/>
        </a:xfrm>
        <a:prstGeom prst="roundRect">
          <a:avLst/>
        </a:prstGeom>
        <a:solidFill>
          <a:schemeClr val="accent2">
            <a:hueOff val="1872608"/>
            <a:satOff val="-233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IN" sz="1400" kern="1200" dirty="0">
              <a:solidFill>
                <a:srgbClr val="343541"/>
              </a:solidFill>
              <a:latin typeface="system-ui"/>
              <a:cs typeface="Calibri"/>
            </a:rPr>
            <a:t>3</a:t>
          </a:r>
          <a:r>
            <a:rPr lang="en-IN" sz="1400" kern="1200" dirty="0">
              <a:solidFill>
                <a:srgbClr val="343541"/>
              </a:solidFill>
              <a:latin typeface="system-ui"/>
              <a:ea typeface="Calibri"/>
              <a:cs typeface="Calibri"/>
            </a:rPr>
            <a:t>. </a:t>
          </a:r>
          <a:r>
            <a:rPr lang="en-IN" sz="1400" kern="1200" dirty="0">
              <a:solidFill>
                <a:srgbClr val="343541"/>
              </a:solidFill>
              <a:latin typeface="system-ui"/>
              <a:cs typeface="Calibri"/>
            </a:rPr>
            <a:t>Tokenization and Input Preparation: Tokenize and prepare input data using the provided tokenizers </a:t>
          </a:r>
          <a:r>
            <a:rPr lang="en-IN" sz="1400" kern="1200" dirty="0">
              <a:solidFill>
                <a:srgbClr val="343541"/>
              </a:solidFill>
              <a:latin typeface="system-ui"/>
              <a:ea typeface="Calibri"/>
              <a:cs typeface="Calibri"/>
            </a:rPr>
            <a:t>and </a:t>
          </a:r>
          <a:r>
            <a:rPr lang="en-IN" sz="1400" kern="1200" dirty="0">
              <a:solidFill>
                <a:srgbClr val="343541"/>
              </a:solidFill>
              <a:latin typeface="system-ui"/>
              <a:cs typeface="Calibri"/>
            </a:rPr>
            <a:t>utilities. These ensure </a:t>
          </a:r>
          <a:r>
            <a:rPr lang="en-IN" sz="1400" kern="1200" dirty="0">
              <a:solidFill>
                <a:srgbClr val="343541"/>
              </a:solidFill>
              <a:latin typeface="system-ui"/>
              <a:ea typeface="Calibri"/>
              <a:cs typeface="Calibri"/>
            </a:rPr>
            <a:t>that </a:t>
          </a:r>
          <a:r>
            <a:rPr lang="en-IN" sz="1400" kern="1200" dirty="0">
              <a:solidFill>
                <a:srgbClr val="343541"/>
              </a:solidFill>
              <a:latin typeface="system-ui"/>
              <a:cs typeface="Calibri"/>
            </a:rPr>
            <a:t>the input is compatible with the chosen </a:t>
          </a:r>
          <a:r>
            <a:rPr lang="en-IN" sz="1400" kern="1200" dirty="0">
              <a:solidFill>
                <a:srgbClr val="343541"/>
              </a:solidFill>
              <a:latin typeface="system-ui"/>
              <a:ea typeface="Calibri"/>
              <a:cs typeface="Calibri"/>
            </a:rPr>
            <a:t>transformer </a:t>
          </a:r>
          <a:r>
            <a:rPr lang="en-IN" sz="1400" kern="1200" dirty="0">
              <a:solidFill>
                <a:srgbClr val="343541"/>
              </a:solidFill>
              <a:latin typeface="system-ui"/>
              <a:cs typeface="Calibri"/>
            </a:rPr>
            <a:t>model</a:t>
          </a:r>
          <a:r>
            <a:rPr lang="en-IN" sz="1400" kern="1200" dirty="0">
              <a:solidFill>
                <a:srgbClr val="343541"/>
              </a:solidFill>
              <a:latin typeface="system-ui"/>
              <a:ea typeface="Calibri"/>
              <a:cs typeface="Calibri"/>
            </a:rPr>
            <a:t>.</a:t>
          </a:r>
          <a:endParaRPr lang="en-US" sz="1400" kern="1200" dirty="0">
            <a:solidFill>
              <a:srgbClr val="343541"/>
            </a:solidFill>
            <a:latin typeface="Calibri"/>
            <a:ea typeface="Calibri"/>
            <a:cs typeface="Calibri"/>
          </a:endParaRPr>
        </a:p>
      </dsp:txBody>
      <dsp:txXfrm>
        <a:off x="27187" y="1717819"/>
        <a:ext cx="7825468" cy="502546"/>
      </dsp:txXfrm>
    </dsp:sp>
    <dsp:sp modelId="{BC67354E-4725-4010-BC85-8373FB63C7EA}">
      <dsp:nvSpPr>
        <dsp:cNvPr id="0" name=""/>
        <dsp:cNvSpPr/>
      </dsp:nvSpPr>
      <dsp:spPr>
        <a:xfrm>
          <a:off x="0" y="2287871"/>
          <a:ext cx="7879842" cy="556920"/>
        </a:xfrm>
        <a:prstGeom prst="roundRect">
          <a:avLst/>
        </a:prstGeom>
        <a:solidFill>
          <a:schemeClr val="accent2">
            <a:hueOff val="2808911"/>
            <a:satOff val="-3503"/>
            <a:lumOff val="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IN" sz="1400" kern="1200" dirty="0">
              <a:solidFill>
                <a:srgbClr val="343541"/>
              </a:solidFill>
              <a:latin typeface="system-ui"/>
              <a:cs typeface="Calibri"/>
            </a:rPr>
            <a:t>4</a:t>
          </a:r>
          <a:r>
            <a:rPr lang="en-IN" sz="1400" kern="1200" dirty="0">
              <a:solidFill>
                <a:srgbClr val="343541"/>
              </a:solidFill>
              <a:latin typeface="system-ui"/>
              <a:ea typeface="Calibri"/>
              <a:cs typeface="Calibri"/>
            </a:rPr>
            <a:t>. </a:t>
          </a:r>
          <a:r>
            <a:rPr lang="en-IN" sz="1400" kern="1200" dirty="0">
              <a:solidFill>
                <a:srgbClr val="343541"/>
              </a:solidFill>
              <a:latin typeface="system-ui"/>
              <a:cs typeface="Calibri"/>
            </a:rPr>
            <a:t>Instantiate the </a:t>
          </a:r>
          <a:r>
            <a:rPr lang="en-IN" sz="1400" kern="1200" dirty="0">
              <a:solidFill>
                <a:srgbClr val="343541"/>
              </a:solidFill>
              <a:latin typeface="system-ui"/>
              <a:ea typeface="Calibri"/>
              <a:cs typeface="Calibri"/>
            </a:rPr>
            <a:t>Model</a:t>
          </a:r>
          <a:r>
            <a:rPr lang="en-IN" sz="1400" kern="1200" dirty="0">
              <a:solidFill>
                <a:srgbClr val="343541"/>
              </a:solidFill>
              <a:latin typeface="system-ui"/>
              <a:cs typeface="Calibri"/>
            </a:rPr>
            <a:t>: Instantiate the selected model using the Hugging Face Transformers API. Models are loaded with pre-trained weights.</a:t>
          </a:r>
        </a:p>
      </dsp:txBody>
      <dsp:txXfrm>
        <a:off x="27187" y="2315058"/>
        <a:ext cx="7825468" cy="502546"/>
      </dsp:txXfrm>
    </dsp:sp>
    <dsp:sp modelId="{BD73D933-5F7B-4A6C-AB7A-75384A75C335}">
      <dsp:nvSpPr>
        <dsp:cNvPr id="0" name=""/>
        <dsp:cNvSpPr/>
      </dsp:nvSpPr>
      <dsp:spPr>
        <a:xfrm>
          <a:off x="0" y="2885112"/>
          <a:ext cx="7879842" cy="556920"/>
        </a:xfrm>
        <a:prstGeom prst="roundRect">
          <a:avLst/>
        </a:prstGeom>
        <a:solidFill>
          <a:schemeClr val="accent2">
            <a:hueOff val="3745215"/>
            <a:satOff val="-4671"/>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IN" sz="1400" kern="1200" dirty="0">
              <a:solidFill>
                <a:srgbClr val="343541"/>
              </a:solidFill>
              <a:latin typeface="system-ui"/>
              <a:cs typeface="Calibri"/>
            </a:rPr>
            <a:t>5. Inference and Fine-Tuning: Use the model for inference on new data or fine-tune it on custom datasets for specific tasks. </a:t>
          </a:r>
          <a:endParaRPr lang="en-US" sz="1400" kern="1200" dirty="0">
            <a:solidFill>
              <a:srgbClr val="343541"/>
            </a:solidFill>
            <a:latin typeface="Calibri"/>
            <a:ea typeface="Calibri"/>
            <a:cs typeface="Calibri"/>
          </a:endParaRPr>
        </a:p>
      </dsp:txBody>
      <dsp:txXfrm>
        <a:off x="27187" y="2912299"/>
        <a:ext cx="7825468" cy="502546"/>
      </dsp:txXfrm>
    </dsp:sp>
    <dsp:sp modelId="{0F3B8EBA-F43A-4D30-98DE-F5D638378946}">
      <dsp:nvSpPr>
        <dsp:cNvPr id="0" name=""/>
        <dsp:cNvSpPr/>
      </dsp:nvSpPr>
      <dsp:spPr>
        <a:xfrm>
          <a:off x="0" y="3482352"/>
          <a:ext cx="7879842" cy="556920"/>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IN" sz="1400" kern="1200" dirty="0">
              <a:solidFill>
                <a:srgbClr val="343541"/>
              </a:solidFill>
              <a:latin typeface="system-ui"/>
              <a:cs typeface="Calibri"/>
            </a:rPr>
            <a:t>6. Model Evaluation: Evaluate the model's performance on task-specific metrics. Hugging Face Transformers often includes metrics functions for common NLP tasks.</a:t>
          </a:r>
        </a:p>
      </dsp:txBody>
      <dsp:txXfrm>
        <a:off x="27187" y="3509539"/>
        <a:ext cx="7825468" cy="502546"/>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10/30/2025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10/30/2025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0989E41-7724-40D3-9B7F-4459A6E1B64D}" type="datetime1">
              <a:rPr lang="en-US" smtClean="0"/>
              <a:pPr/>
              <a:t>10/30/2025</a:t>
            </a:fld>
            <a:endParaRPr lang="en-US"/>
          </a:p>
        </p:txBody>
      </p:sp>
      <p:sp>
        <p:nvSpPr>
          <p:cNvPr id="5" name="Footer Placeholder 4"/>
          <p:cNvSpPr>
            <a:spLocks noGrp="1"/>
          </p:cNvSpPr>
          <p:nvPr>
            <p:ph type="ftr" sz="quarter" idx="11"/>
          </p:nvPr>
        </p:nvSpPr>
        <p:spPr/>
        <p:txBody>
          <a:bodyPr/>
          <a:lstStyle/>
          <a:p>
            <a:r>
              <a:rPr lang="en-US"/>
              <a:t>Ayushi Pandey             IT Project Management                   Unit-1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304A04-E13A-4DF3-AD52-91FDA56BBD70}" type="datetime1">
              <a:rPr lang="en-US" smtClean="0"/>
              <a:pPr/>
              <a:t>10/30/2025</a:t>
            </a:fld>
            <a:endParaRPr lang="en-US"/>
          </a:p>
        </p:txBody>
      </p:sp>
      <p:sp>
        <p:nvSpPr>
          <p:cNvPr id="5" name="Footer Placeholder 4"/>
          <p:cNvSpPr>
            <a:spLocks noGrp="1"/>
          </p:cNvSpPr>
          <p:nvPr>
            <p:ph type="ftr" sz="quarter" idx="11"/>
          </p:nvPr>
        </p:nvSpPr>
        <p:spPr/>
        <p:txBody>
          <a:bodyPr/>
          <a:lstStyle/>
          <a:p>
            <a:r>
              <a:rPr lang="en-US"/>
              <a:t>Ayushi Pandey             IT Project Management                   Unit-1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473A0B-B1A3-4CA2-AB05-B192FF086C24}" type="datetime1">
              <a:rPr lang="en-US" smtClean="0"/>
              <a:pPr/>
              <a:t>10/30/2025</a:t>
            </a:fld>
            <a:endParaRPr lang="en-US"/>
          </a:p>
        </p:txBody>
      </p:sp>
      <p:sp>
        <p:nvSpPr>
          <p:cNvPr id="5" name="Footer Placeholder 4"/>
          <p:cNvSpPr>
            <a:spLocks noGrp="1"/>
          </p:cNvSpPr>
          <p:nvPr>
            <p:ph type="ftr" sz="quarter" idx="11"/>
          </p:nvPr>
        </p:nvSpPr>
        <p:spPr/>
        <p:txBody>
          <a:bodyPr/>
          <a:lstStyle/>
          <a:p>
            <a:r>
              <a:rPr lang="en-US"/>
              <a:t>Ayushi Pandey             IT Project Management                   Unit-1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EE5ACF6-2066-4321-B4DC-5BFD6DBBECD2}" type="datetime1">
              <a:rPr lang="en-US" smtClean="0"/>
              <a:pPr/>
              <a:t>10/30/2025</a:t>
            </a:fld>
            <a:endParaRPr lang="en-US"/>
          </a:p>
        </p:txBody>
      </p:sp>
      <p:sp>
        <p:nvSpPr>
          <p:cNvPr id="6" name="Footer Placeholder 5"/>
          <p:cNvSpPr>
            <a:spLocks noGrp="1"/>
          </p:cNvSpPr>
          <p:nvPr>
            <p:ph type="ftr" sz="quarter" idx="11"/>
          </p:nvPr>
        </p:nvSpPr>
        <p:spPr/>
        <p:txBody>
          <a:bodyPr/>
          <a:lstStyle/>
          <a:p>
            <a:r>
              <a:rPr lang="en-US"/>
              <a:t>Ayushi Pandey             IT Project Management                   Unit-1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CFA14D3-6EEC-44CE-8C24-CA7D4F6FF054}" type="datetime1">
              <a:rPr lang="en-US" smtClean="0"/>
              <a:pPr/>
              <a:t>10/30/2025</a:t>
            </a:fld>
            <a:endParaRPr lang="en-US"/>
          </a:p>
        </p:txBody>
      </p:sp>
      <p:sp>
        <p:nvSpPr>
          <p:cNvPr id="8" name="Footer Placeholder 7"/>
          <p:cNvSpPr>
            <a:spLocks noGrp="1"/>
          </p:cNvSpPr>
          <p:nvPr>
            <p:ph type="ftr" sz="quarter" idx="11"/>
          </p:nvPr>
        </p:nvSpPr>
        <p:spPr/>
        <p:txBody>
          <a:bodyPr/>
          <a:lstStyle/>
          <a:p>
            <a:r>
              <a:rPr lang="en-US"/>
              <a:t>Ayushi Pandey             IT Project Management                   Unit-1</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E67ED16-A621-4122-9D3B-78A866A3E9AD}" type="datetime1">
              <a:rPr lang="en-US" smtClean="0"/>
              <a:pPr/>
              <a:t>10/30/2025</a:t>
            </a:fld>
            <a:endParaRPr lang="en-US"/>
          </a:p>
        </p:txBody>
      </p:sp>
      <p:sp>
        <p:nvSpPr>
          <p:cNvPr id="4" name="Footer Placeholder 3"/>
          <p:cNvSpPr>
            <a:spLocks noGrp="1"/>
          </p:cNvSpPr>
          <p:nvPr>
            <p:ph type="ftr" sz="quarter" idx="11"/>
          </p:nvPr>
        </p:nvSpPr>
        <p:spPr/>
        <p:txBody>
          <a:bodyPr/>
          <a:lstStyle/>
          <a:p>
            <a:r>
              <a:rPr lang="en-US"/>
              <a:t>Ayushi Pandey             IT Project Management                   Unit-1</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E681AE-F933-414E-BFC0-E470FC93A853}" type="datetime1">
              <a:rPr lang="en-US" smtClean="0"/>
              <a:pPr/>
              <a:t>10/30/2025</a:t>
            </a:fld>
            <a:endParaRPr lang="en-US"/>
          </a:p>
        </p:txBody>
      </p:sp>
      <p:sp>
        <p:nvSpPr>
          <p:cNvPr id="3" name="Footer Placeholder 2"/>
          <p:cNvSpPr>
            <a:spLocks noGrp="1"/>
          </p:cNvSpPr>
          <p:nvPr>
            <p:ph type="ftr" sz="quarter" idx="11"/>
          </p:nvPr>
        </p:nvSpPr>
        <p:spPr/>
        <p:txBody>
          <a:bodyPr/>
          <a:lstStyle/>
          <a:p>
            <a:r>
              <a:rPr lang="en-US"/>
              <a:t>Ayushi Pandey             IT Project Management                   Unit-1</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BD5AD0-A1B1-40AB-B559-C451484AE376}" type="datetime1">
              <a:rPr lang="en-US" smtClean="0"/>
              <a:pPr/>
              <a:t>10/30/2025</a:t>
            </a:fld>
            <a:endParaRPr lang="en-US"/>
          </a:p>
        </p:txBody>
      </p:sp>
      <p:sp>
        <p:nvSpPr>
          <p:cNvPr id="6" name="Footer Placeholder 5"/>
          <p:cNvSpPr>
            <a:spLocks noGrp="1"/>
          </p:cNvSpPr>
          <p:nvPr>
            <p:ph type="ftr" sz="quarter" idx="11"/>
          </p:nvPr>
        </p:nvSpPr>
        <p:spPr/>
        <p:txBody>
          <a:bodyPr/>
          <a:lstStyle/>
          <a:p>
            <a:r>
              <a:rPr lang="en-US"/>
              <a:t>Ayushi Pandey             IT Project Management                   Unit-1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EA641B-9855-4A82-A6DB-2B7ED3804AC8}" type="datetime1">
              <a:rPr lang="en-US" smtClean="0"/>
              <a:pPr/>
              <a:t>10/30/2025</a:t>
            </a:fld>
            <a:endParaRPr lang="en-US"/>
          </a:p>
        </p:txBody>
      </p:sp>
      <p:sp>
        <p:nvSpPr>
          <p:cNvPr id="6" name="Footer Placeholder 5"/>
          <p:cNvSpPr>
            <a:spLocks noGrp="1"/>
          </p:cNvSpPr>
          <p:nvPr>
            <p:ph type="ftr" sz="quarter" idx="11"/>
          </p:nvPr>
        </p:nvSpPr>
        <p:spPr/>
        <p:txBody>
          <a:bodyPr/>
          <a:lstStyle/>
          <a:p>
            <a:r>
              <a:rPr lang="en-US"/>
              <a:t>Ayushi Pandey             IT Project Management                   Unit-1</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6FE0F4-DCE8-4D9F-9742-27323F9D193C}" type="datetime1">
              <a:rPr lang="en-US" smtClean="0"/>
              <a:pPr/>
              <a:t>10/30/2025</a:t>
            </a:fld>
            <a:endParaRPr lang="en-US"/>
          </a:p>
        </p:txBody>
      </p:sp>
      <p:sp>
        <p:nvSpPr>
          <p:cNvPr id="5" name="Footer Placeholder 4"/>
          <p:cNvSpPr>
            <a:spLocks noGrp="1"/>
          </p:cNvSpPr>
          <p:nvPr>
            <p:ph type="ftr" sz="quarter" idx="11"/>
          </p:nvPr>
        </p:nvSpPr>
        <p:spPr/>
        <p:txBody>
          <a:bodyPr/>
          <a:lstStyle/>
          <a:p>
            <a:r>
              <a:rPr lang="en-US"/>
              <a:t>Ayushi Pandey             IT Project Management                   Unit-1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71C3CD-528A-4470-92EB-45B8C77E3EF6}" type="datetime1">
              <a:rPr lang="en-US" smtClean="0"/>
              <a:pPr/>
              <a:t>10/30/2025</a:t>
            </a:fld>
            <a:endParaRPr lang="en-US"/>
          </a:p>
        </p:txBody>
      </p:sp>
      <p:sp>
        <p:nvSpPr>
          <p:cNvPr id="5" name="Footer Placeholder 4"/>
          <p:cNvSpPr>
            <a:spLocks noGrp="1"/>
          </p:cNvSpPr>
          <p:nvPr>
            <p:ph type="ftr" sz="quarter" idx="11"/>
          </p:nvPr>
        </p:nvSpPr>
        <p:spPr/>
        <p:txBody>
          <a:bodyPr/>
          <a:lstStyle/>
          <a:p>
            <a:r>
              <a:rPr lang="en-US"/>
              <a:t>Ayushi Pandey             IT Project Management                   Unit-1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87C570-3C2D-45E6-8F8A-F5D0B32C7F64}" type="datetime1">
              <a:rPr lang="en-US" smtClean="0"/>
              <a:pPr/>
              <a:t>10/30/2025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Ayushi Pandey             IT Project Management                   Unit-1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hyperlink" Target="https://realpython.com/nltk-nlp-python/" TargetMode="External"/><Relationship Id="rId7" Type="http://schemas.openxmlformats.org/officeDocument/2006/relationships/hyperlink" Target="https://www.coursera.org/learn/python-text-mining/lecture/sVe8B/regular-expressions" TargetMode="Externa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www.coursera.org/projects/regular-expressions-in-python" TargetMode="External"/><Relationship Id="rId5" Type="http://schemas.openxmlformats.org/officeDocument/2006/relationships/hyperlink" Target="https://www.coursera.org/lecture/nlp-sequence-models/learning-word-embeddings-APM5s" TargetMode="External"/><Relationship Id="rId4" Type="http://schemas.openxmlformats.org/officeDocument/2006/relationships/hyperlink" Target="https://www.coursera.org/lecture/python-text-mining/basic-nlp-tasks-with-nltk-KD8uN"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
            <a:ext cx="8001000" cy="685799"/>
          </a:xfrm>
          <a:solidFill>
            <a:srgbClr val="FF9C9C"/>
          </a:solidFill>
        </p:spPr>
        <p:style>
          <a:lnRef idx="1">
            <a:schemeClr val="accent5"/>
          </a:lnRef>
          <a:fillRef idx="2">
            <a:schemeClr val="accent5"/>
          </a:fillRef>
          <a:effectRef idx="1">
            <a:schemeClr val="accent5"/>
          </a:effectRef>
          <a:fontRef idx="minor">
            <a:schemeClr val="dk1"/>
          </a:fontRef>
        </p:style>
        <p:txBody>
          <a:bodyPr>
            <a:noAutofit/>
          </a:bodyPr>
          <a:lstStyle/>
          <a:p>
            <a:r>
              <a:rPr lang="en-US" sz="2400" b="1" dirty="0">
                <a:latin typeface="+mj-lt"/>
              </a:rPr>
              <a:t>Noida Institute of Engineering and Technology, Greater Noida</a:t>
            </a:r>
          </a:p>
        </p:txBody>
      </p:sp>
      <p:sp>
        <p:nvSpPr>
          <p:cNvPr id="3" name="Subtitle 2"/>
          <p:cNvSpPr>
            <a:spLocks noGrp="1"/>
          </p:cNvSpPr>
          <p:nvPr>
            <p:ph type="subTitle" idx="1"/>
          </p:nvPr>
        </p:nvSpPr>
        <p:spPr>
          <a:xfrm>
            <a:off x="1560757" y="811306"/>
            <a:ext cx="6308462" cy="1755662"/>
          </a:xfrm>
          <a:ln>
            <a:solidFill>
              <a:srgbClr val="FF9C9C"/>
            </a:solidFill>
          </a:ln>
        </p:spPr>
        <p:style>
          <a:lnRef idx="2">
            <a:schemeClr val="accent5"/>
          </a:lnRef>
          <a:fillRef idx="1">
            <a:schemeClr val="lt1"/>
          </a:fillRef>
          <a:effectRef idx="0">
            <a:schemeClr val="accent5"/>
          </a:effectRef>
          <a:fontRef idx="minor">
            <a:schemeClr val="dk1"/>
          </a:fontRef>
        </p:style>
        <p:txBody>
          <a:bodyPr>
            <a:noAutofit/>
          </a:bodyPr>
          <a:lstStyle/>
          <a:p>
            <a:pPr lvl="0"/>
            <a:endParaRPr lang="en-IN" sz="3600" b="1" dirty="0">
              <a:solidFill>
                <a:schemeClr val="tx1"/>
              </a:solidFill>
            </a:endParaRPr>
          </a:p>
          <a:p>
            <a:pPr lvl="0"/>
            <a:r>
              <a:rPr lang="en-IN" sz="3600" b="1" dirty="0">
                <a:solidFill>
                  <a:schemeClr val="tx1"/>
                </a:solidFill>
              </a:rPr>
              <a:t>Advanced </a:t>
            </a:r>
            <a:r>
              <a:rPr lang="en-IN" sz="3600" b="1">
                <a:solidFill>
                  <a:schemeClr val="tx1"/>
                </a:solidFill>
              </a:rPr>
              <a:t>NLP Techniques</a:t>
            </a:r>
            <a:endParaRPr lang="en-IN" sz="3600" b="1" dirty="0">
              <a:ea typeface="Times New Roman" panose="02020603050405020304" pitchFamily="18" charset="0"/>
              <a:cs typeface="Times New Roman" panose="02020603050405020304" pitchFamily="18" charset="0"/>
            </a:endParaRPr>
          </a:p>
          <a:p>
            <a:r>
              <a:rPr lang="en-US" sz="3600" b="1" dirty="0">
                <a:solidFill>
                  <a:schemeClr val="tx1"/>
                </a:solidFill>
              </a:rPr>
              <a:t> </a:t>
            </a:r>
          </a:p>
          <a:p>
            <a:endParaRPr lang="en-US" sz="3600" b="1" dirty="0">
              <a:solidFill>
                <a:schemeClr val="tx1"/>
              </a:solidFill>
            </a:endParaRPr>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sp>
        <p:nvSpPr>
          <p:cNvPr id="4" name="Subtitle 2">
            <a:extLst>
              <a:ext uri="{FF2B5EF4-FFF2-40B4-BE49-F238E27FC236}">
                <a16:creationId xmlns:a16="http://schemas.microsoft.com/office/drawing/2014/main" id="{52A85C66-A7C9-422E-3317-F7A8AFD2200A}"/>
              </a:ext>
            </a:extLst>
          </p:cNvPr>
          <p:cNvSpPr txBox="1">
            <a:spLocks/>
          </p:cNvSpPr>
          <p:nvPr/>
        </p:nvSpPr>
        <p:spPr>
          <a:xfrm>
            <a:off x="4326366" y="4475182"/>
            <a:ext cx="4742329" cy="1934957"/>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400" dirty="0">
                <a:solidFill>
                  <a:schemeClr val="tx1"/>
                </a:solidFill>
              </a:rPr>
              <a:t>Mr. M. Abdul Mateen Siddiqui</a:t>
            </a:r>
          </a:p>
          <a:p>
            <a:pPr algn="ctr">
              <a:spcBef>
                <a:spcPct val="20000"/>
              </a:spcBef>
              <a:defRPr/>
            </a:pPr>
            <a:r>
              <a:rPr lang="en-US" sz="2400" dirty="0">
                <a:solidFill>
                  <a:schemeClr val="tx1"/>
                </a:solidFill>
              </a:rPr>
              <a:t>(Assistant Professor) </a:t>
            </a:r>
          </a:p>
          <a:p>
            <a:pPr algn="ctr">
              <a:spcBef>
                <a:spcPct val="20000"/>
              </a:spcBef>
              <a:defRPr/>
            </a:pPr>
            <a:r>
              <a:rPr lang="en-US" sz="2400" dirty="0">
                <a:solidFill>
                  <a:schemeClr val="tx1"/>
                </a:solidFill>
              </a:rPr>
              <a:t>Department of CSE (Cyber Security)</a:t>
            </a:r>
          </a:p>
        </p:txBody>
      </p:sp>
      <p:sp>
        <p:nvSpPr>
          <p:cNvPr id="5" name="Subtitle 2">
            <a:extLst>
              <a:ext uri="{FF2B5EF4-FFF2-40B4-BE49-F238E27FC236}">
                <a16:creationId xmlns:a16="http://schemas.microsoft.com/office/drawing/2014/main" id="{5AA270AB-0EED-B0F0-0F72-67C0F5FE01B0}"/>
              </a:ext>
            </a:extLst>
          </p:cNvPr>
          <p:cNvSpPr txBox="1">
            <a:spLocks/>
          </p:cNvSpPr>
          <p:nvPr/>
        </p:nvSpPr>
        <p:spPr>
          <a:xfrm>
            <a:off x="429409" y="3078559"/>
            <a:ext cx="2057400" cy="5334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500" dirty="0">
                <a:solidFill>
                  <a:schemeClr val="tx1"/>
                </a:solidFill>
              </a:rPr>
              <a:t>Unit: 5</a:t>
            </a:r>
          </a:p>
        </p:txBody>
      </p:sp>
      <p:sp>
        <p:nvSpPr>
          <p:cNvPr id="7" name="Subtitle 2">
            <a:extLst>
              <a:ext uri="{FF2B5EF4-FFF2-40B4-BE49-F238E27FC236}">
                <a16:creationId xmlns:a16="http://schemas.microsoft.com/office/drawing/2014/main" id="{BAD393A4-3220-D317-AC7D-F028D14B089C}"/>
              </a:ext>
            </a:extLst>
          </p:cNvPr>
          <p:cNvSpPr txBox="1">
            <a:spLocks/>
          </p:cNvSpPr>
          <p:nvPr/>
        </p:nvSpPr>
        <p:spPr>
          <a:xfrm>
            <a:off x="429409" y="3856917"/>
            <a:ext cx="3222812" cy="868232"/>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Natural Language Processing</a:t>
            </a:r>
          </a:p>
          <a:p>
            <a:pPr algn="ctr">
              <a:spcBef>
                <a:spcPct val="20000"/>
              </a:spcBef>
              <a:defRPr/>
            </a:pPr>
            <a:r>
              <a:rPr lang="en-US" sz="2000" dirty="0">
                <a:solidFill>
                  <a:schemeClr val="tx1"/>
                </a:solidFill>
              </a:rPr>
              <a:t>Subject Code: ACSAI0712 </a:t>
            </a:r>
          </a:p>
        </p:txBody>
      </p:sp>
      <p:sp>
        <p:nvSpPr>
          <p:cNvPr id="8" name="Subtitle 2">
            <a:extLst>
              <a:ext uri="{FF2B5EF4-FFF2-40B4-BE49-F238E27FC236}">
                <a16:creationId xmlns:a16="http://schemas.microsoft.com/office/drawing/2014/main" id="{D79B5851-A43B-3EDB-1C7A-32DAB238918E}"/>
              </a:ext>
            </a:extLst>
          </p:cNvPr>
          <p:cNvSpPr txBox="1">
            <a:spLocks/>
          </p:cNvSpPr>
          <p:nvPr/>
        </p:nvSpPr>
        <p:spPr>
          <a:xfrm>
            <a:off x="429409" y="4970107"/>
            <a:ext cx="2147047" cy="694765"/>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lnSpcReduction="10000"/>
          </a:bodyPr>
          <a:lstStyle/>
          <a:p>
            <a:pPr algn="ctr">
              <a:spcBef>
                <a:spcPct val="20000"/>
              </a:spcBef>
              <a:defRPr/>
            </a:pPr>
            <a:r>
              <a:rPr lang="en-US" sz="2000" dirty="0">
                <a:solidFill>
                  <a:schemeClr val="tx1"/>
                </a:solidFill>
              </a:rPr>
              <a:t>Course Details</a:t>
            </a:r>
            <a:br>
              <a:rPr lang="en-US" sz="2000" dirty="0">
                <a:solidFill>
                  <a:schemeClr val="tx1"/>
                </a:solidFill>
              </a:rPr>
            </a:br>
            <a:r>
              <a:rPr lang="en-US" sz="2000" dirty="0">
                <a:solidFill>
                  <a:schemeClr val="tx1"/>
                </a:solidFill>
              </a:rPr>
              <a:t>B. Tech. VII Sem</a:t>
            </a:r>
          </a:p>
        </p:txBody>
      </p:sp>
      <p:pic>
        <p:nvPicPr>
          <p:cNvPr id="9" name="Picture 4" descr="C:\Users\Manks\Downloads\speak.png">
            <a:extLst>
              <a:ext uri="{FF2B5EF4-FFF2-40B4-BE49-F238E27FC236}">
                <a16:creationId xmlns:a16="http://schemas.microsoft.com/office/drawing/2014/main" id="{C68C91B5-0EFD-CC34-208A-2A09A0E29E9E}"/>
              </a:ext>
            </a:extLst>
          </p:cNvPr>
          <p:cNvPicPr>
            <a:picLocks noChangeAspect="1" noChangeArrowheads="1"/>
          </p:cNvPicPr>
          <p:nvPr/>
        </p:nvPicPr>
        <p:blipFill>
          <a:blip r:embed="rId3" cstate="print"/>
          <a:srcRect/>
          <a:stretch>
            <a:fillRect/>
          </a:stretch>
        </p:blipFill>
        <p:spPr bwMode="auto">
          <a:xfrm>
            <a:off x="6966473" y="2639846"/>
            <a:ext cx="1524000" cy="1524000"/>
          </a:xfrm>
          <a:prstGeom prst="rect">
            <a:avLst/>
          </a:prstGeom>
          <a:noFill/>
        </p:spPr>
      </p:pic>
      <p:pic>
        <p:nvPicPr>
          <p:cNvPr id="6" name="Picture 2" descr="Noida Institute of Engineering and Technology - [NIET], Greater Noida -  Faculty Details 2024-2025">
            <a:extLst>
              <a:ext uri="{FF2B5EF4-FFF2-40B4-BE49-F238E27FC236}">
                <a16:creationId xmlns:a16="http://schemas.microsoft.com/office/drawing/2014/main" id="{75F40083-1404-D727-5C8A-D303B6E3EF0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1"/>
            <a:ext cx="1177149" cy="6211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
        <p:nvSpPr>
          <p:cNvPr id="7" name="Title 1"/>
          <p:cNvSpPr txBox="1">
            <a:spLocks/>
          </p:cNvSpPr>
          <p:nvPr/>
        </p:nvSpPr>
        <p:spPr>
          <a:xfrm>
            <a:off x="1371600" y="1"/>
            <a:ext cx="7772400" cy="685799"/>
          </a:xfrm>
          <a:prstGeom prst="rect">
            <a:avLst/>
          </a:prstGeom>
          <a:solidFill>
            <a:srgbClr val="FF9C9C"/>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IN" sz="3200" b="1">
                <a:latin typeface="+mj-lt"/>
                <a:cs typeface="Times New Roman" panose="02020603050405020304" pitchFamily="18" charset="0"/>
              </a:rPr>
              <a:t>Faculty Introduction</a:t>
            </a:r>
          </a:p>
        </p:txBody>
      </p:sp>
      <p:sp>
        <p:nvSpPr>
          <p:cNvPr id="2" name="Content Placeholder 2">
            <a:extLst>
              <a:ext uri="{FF2B5EF4-FFF2-40B4-BE49-F238E27FC236}">
                <a16:creationId xmlns:a16="http://schemas.microsoft.com/office/drawing/2014/main" id="{72547F92-CCAC-294E-55CC-BFFF62826B8B}"/>
              </a:ext>
            </a:extLst>
          </p:cNvPr>
          <p:cNvSpPr txBox="1">
            <a:spLocks noGrp="1" noChangeArrowheads="1"/>
          </p:cNvSpPr>
          <p:nvPr>
            <p:ph idx="1"/>
          </p:nvPr>
        </p:nvSpPr>
        <p:spPr bwMode="auto">
          <a:xfrm>
            <a:off x="533400" y="1143000"/>
            <a:ext cx="82296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42900" indent="-342900"/>
            <a:r>
              <a:rPr lang="en-IN" sz="2400" b="1" dirty="0">
                <a:latin typeface="Times New Roman" panose="02020603050405020304" pitchFamily="18" charset="0"/>
                <a:cs typeface="Times New Roman" panose="02020603050405020304" pitchFamily="18" charset="0"/>
              </a:rPr>
              <a:t>Name : Mr. M. Abdul Mateen Siddiqui</a:t>
            </a:r>
            <a:endParaRPr lang="en-IN" sz="2400" dirty="0">
              <a:latin typeface="Times New Roman" panose="02020603050405020304" pitchFamily="18" charset="0"/>
              <a:cs typeface="Times New Roman" panose="02020603050405020304" pitchFamily="18" charset="0"/>
            </a:endParaRPr>
          </a:p>
          <a:p>
            <a:pPr marL="342900" indent="-342900"/>
            <a:r>
              <a:rPr lang="en-IN" sz="2400" b="1" dirty="0">
                <a:latin typeface="Times New Roman" panose="02020603050405020304" pitchFamily="18" charset="0"/>
                <a:cs typeface="Times New Roman" panose="02020603050405020304" pitchFamily="18" charset="0"/>
              </a:rPr>
              <a:t>Qualification: </a:t>
            </a:r>
            <a:r>
              <a:rPr lang="en-IN" sz="2400" dirty="0">
                <a:latin typeface="Times New Roman" panose="02020603050405020304" pitchFamily="18" charset="0"/>
                <a:cs typeface="Times New Roman" panose="02020603050405020304" pitchFamily="18" charset="0"/>
              </a:rPr>
              <a:t>B. Tech (CSE),</a:t>
            </a: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M. Tech (CSE-CFIS), Ph. D (Pursuing)</a:t>
            </a:r>
          </a:p>
          <a:p>
            <a:pPr marL="342900" indent="-342900"/>
            <a:r>
              <a:rPr lang="en-IN" sz="2400" b="1" dirty="0">
                <a:latin typeface="Times New Roman" panose="02020603050405020304" pitchFamily="18" charset="0"/>
                <a:cs typeface="Times New Roman" panose="02020603050405020304" pitchFamily="18" charset="0"/>
              </a:rPr>
              <a:t>Area of Specialization: </a:t>
            </a:r>
            <a:r>
              <a:rPr lang="en-IN" sz="2400" dirty="0">
                <a:latin typeface="Times New Roman" panose="02020603050405020304" pitchFamily="18" charset="0"/>
                <a:cs typeface="Times New Roman" panose="02020603050405020304" pitchFamily="18" charset="0"/>
              </a:rPr>
              <a:t>Cyber Forensics, Information Security, Digital Forensics, Smart Wearable Devices and IoT Devices</a:t>
            </a:r>
          </a:p>
        </p:txBody>
      </p:sp>
      <p:pic>
        <p:nvPicPr>
          <p:cNvPr id="3" name="Picture 2" descr="Noida Institute of Engineering and Technology - [NIET], Greater Noida -  Faculty Details 2024-2025">
            <a:extLst>
              <a:ext uri="{FF2B5EF4-FFF2-40B4-BE49-F238E27FC236}">
                <a16:creationId xmlns:a16="http://schemas.microsoft.com/office/drawing/2014/main" id="{562595BE-D611-A6E4-6711-5D78A273B7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316182" cy="6944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a:latin typeface="+mj-lt"/>
                <a:cs typeface="Times New Roman" panose="02020603050405020304" pitchFamily="18" charset="0"/>
              </a:rPr>
              <a:t>Syllabus</a:t>
            </a:r>
            <a:r>
              <a:rPr lang="en-US" sz="3200">
                <a:latin typeface="+mj-lt"/>
              </a:rPr>
              <a:t> </a:t>
            </a:r>
            <a:endParaRPr kumimoji="0" lang="en-US" sz="3200" b="0" i="0" u="none" strike="noStrike" kern="1200" cap="none" spc="0" normalizeH="0" baseline="0" noProof="0">
              <a:ln>
                <a:noFill/>
              </a:ln>
              <a:solidFill>
                <a:schemeClr val="dk1"/>
              </a:solidFill>
              <a:effectLst/>
              <a:uLnTx/>
              <a:uFillTx/>
              <a:latin typeface="+mj-lt"/>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p:cNvPicPr>
          <p:nvPr/>
        </p:nvPicPr>
        <p:blipFill>
          <a:blip r:embed="rId3"/>
          <a:stretch>
            <a:fillRect/>
          </a:stretch>
        </p:blipFill>
        <p:spPr>
          <a:xfrm>
            <a:off x="899372" y="795253"/>
            <a:ext cx="7787428" cy="5561097"/>
          </a:xfrm>
          <a:prstGeom prst="rect">
            <a:avLst/>
          </a:prstGeom>
        </p:spPr>
      </p:pic>
    </p:spTree>
    <p:extLst>
      <p:ext uri="{BB962C8B-B14F-4D97-AF65-F5344CB8AC3E}">
        <p14:creationId xmlns:p14="http://schemas.microsoft.com/office/powerpoint/2010/main" val="22383925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800" b="1">
                <a:cs typeface="Times New Roman" panose="02020603050405020304" pitchFamily="18" charset="0"/>
              </a:rPr>
              <a:t>Syllabus</a:t>
            </a:r>
            <a:r>
              <a:rPr lang="en-US" sz="2400"/>
              <a:t> </a:t>
            </a:r>
            <a:endParaRPr kumimoji="0" lang="en-US" sz="2400" b="0" i="0" u="none" strike="noStrike" kern="1200" cap="none" spc="0" normalizeH="0" baseline="0" noProof="0">
              <a:ln>
                <a:noFill/>
              </a:ln>
              <a:solidFill>
                <a:schemeClr val="dk1"/>
              </a:solidFill>
              <a:effectLst/>
              <a:uLnTx/>
              <a:uFillTx/>
              <a:latin typeface="+mn-lt"/>
              <a:ea typeface="+mn-ea"/>
              <a:cs typeface="+mn-cs"/>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3"/>
          <a:stretch>
            <a:fillRect/>
          </a:stretch>
        </p:blipFill>
        <p:spPr>
          <a:xfrm>
            <a:off x="533400" y="838200"/>
            <a:ext cx="8249376" cy="4407877"/>
          </a:xfrm>
          <a:prstGeom prst="rect">
            <a:avLst/>
          </a:prstGeom>
        </p:spPr>
      </p:pic>
      <p:pic>
        <p:nvPicPr>
          <p:cNvPr id="8" name="Picture 7"/>
          <p:cNvPicPr>
            <a:picLocks noChangeAspect="1"/>
          </p:cNvPicPr>
          <p:nvPr/>
        </p:nvPicPr>
        <p:blipFill>
          <a:blip r:embed="rId4"/>
          <a:stretch>
            <a:fillRect/>
          </a:stretch>
        </p:blipFill>
        <p:spPr>
          <a:xfrm>
            <a:off x="533400" y="5273450"/>
            <a:ext cx="8249376" cy="1219200"/>
          </a:xfrm>
          <a:prstGeom prst="rect">
            <a:avLst/>
          </a:prstGeom>
        </p:spPr>
      </p:pic>
    </p:spTree>
    <p:extLst>
      <p:ext uri="{BB962C8B-B14F-4D97-AF65-F5344CB8AC3E}">
        <p14:creationId xmlns:p14="http://schemas.microsoft.com/office/powerpoint/2010/main" val="289776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a:latin typeface="+mj-lt"/>
                <a:cs typeface="Times New Roman" panose="02020603050405020304" pitchFamily="18" charset="0"/>
              </a:rPr>
              <a:t>Video Links </a:t>
            </a:r>
            <a:endParaRPr kumimoji="0" lang="en-US" sz="3200" b="1" i="0" u="none" strike="noStrike" kern="1200" cap="none" spc="0" normalizeH="0" baseline="0" noProof="0">
              <a:ln>
                <a:noFill/>
              </a:ln>
              <a:solidFill>
                <a:schemeClr val="dk1"/>
              </a:solidFill>
              <a:effectLst/>
              <a:uLnTx/>
              <a:uFillTx/>
              <a:latin typeface="+mj-lt"/>
              <a:cs typeface="Times New Roman" panose="02020603050405020304" pitchFamily="18" charset="0"/>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p:cNvSpPr>
            <a:spLocks noGrp="1"/>
          </p:cNvSpPr>
          <p:nvPr>
            <p:ph idx="1"/>
          </p:nvPr>
        </p:nvSpPr>
        <p:spPr>
          <a:xfrm>
            <a:off x="533400" y="1143000"/>
            <a:ext cx="8229600" cy="4343399"/>
          </a:xfrm>
        </p:spPr>
        <p:txBody>
          <a:bodyPr>
            <a:normAutofit fontScale="92500" lnSpcReduction="20000"/>
          </a:bodyPr>
          <a:lstStyle/>
          <a:p>
            <a:pPr>
              <a:lnSpc>
                <a:spcPct val="150000"/>
              </a:lnSpc>
              <a:buFont typeface="Wingdings" panose="05000000000000000000" pitchFamily="2" charset="2"/>
              <a:buChar char="Ø"/>
            </a:pPr>
            <a:r>
              <a:rPr lang="en-US">
                <a:hlinkClick r:id="rId3"/>
              </a:rPr>
              <a:t>https://realpython.com/nltk-nlp-python/</a:t>
            </a:r>
            <a:endParaRPr lang="en-US"/>
          </a:p>
          <a:p>
            <a:pPr>
              <a:buFont typeface="Wingdings" panose="05000000000000000000" pitchFamily="2" charset="2"/>
              <a:buChar char="Ø"/>
            </a:pPr>
            <a:r>
              <a:rPr lang="en-US">
                <a:hlinkClick r:id="rId4"/>
              </a:rPr>
              <a:t>https://www.coursera.org/lecture/python-text-mining/basic-nlp-tasks-with-nltk-KD8uN</a:t>
            </a:r>
            <a:endParaRPr lang="en-US"/>
          </a:p>
          <a:p>
            <a:pPr>
              <a:buFont typeface="Wingdings" panose="05000000000000000000" pitchFamily="2" charset="2"/>
              <a:buChar char="Ø"/>
            </a:pPr>
            <a:r>
              <a:rPr lang="en-US">
                <a:hlinkClick r:id="rId5"/>
              </a:rPr>
              <a:t>https://www.coursera.org/lecture/nlp-sequence-models/learning-word-embeddings-APM5s</a:t>
            </a:r>
            <a:endParaRPr lang="en-US"/>
          </a:p>
          <a:p>
            <a:pPr>
              <a:buFont typeface="Wingdings" panose="05000000000000000000" pitchFamily="2" charset="2"/>
              <a:buChar char="Ø"/>
            </a:pPr>
            <a:r>
              <a:rPr lang="en-US">
                <a:hlinkClick r:id="rId6"/>
              </a:rPr>
              <a:t>https://www.coursera.org/projects/regular-expressions-in-python</a:t>
            </a:r>
            <a:endParaRPr lang="en-US"/>
          </a:p>
          <a:p>
            <a:pPr>
              <a:buFont typeface="Wingdings" panose="05000000000000000000" pitchFamily="2" charset="2"/>
              <a:buChar char="Ø"/>
            </a:pPr>
            <a:r>
              <a:rPr lang="en-US">
                <a:hlinkClick r:id="rId7"/>
              </a:rPr>
              <a:t>https://www.coursera.org/learn/python-text-mining/lecture/sVe8B/regular-expressions</a:t>
            </a:r>
            <a:endParaRPr lang="en-US"/>
          </a:p>
          <a:p>
            <a:pPr marL="0" indent="0">
              <a:buNone/>
            </a:pPr>
            <a:endParaRPr lang="en-US"/>
          </a:p>
        </p:txBody>
      </p:sp>
    </p:spTree>
    <p:extLst>
      <p:ext uri="{BB962C8B-B14F-4D97-AF65-F5344CB8AC3E}">
        <p14:creationId xmlns:p14="http://schemas.microsoft.com/office/powerpoint/2010/main" val="2181979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800600"/>
          </a:xfrm>
        </p:spPr>
        <p:txBody>
          <a:bodyPr>
            <a:normAutofit/>
          </a:bodyPr>
          <a:lstStyle/>
          <a:p>
            <a:pPr>
              <a:lnSpc>
                <a:spcPct val="160000"/>
              </a:lnSpc>
              <a:buFont typeface="Wingdings" panose="05000000000000000000" pitchFamily="2" charset="2"/>
              <a:buChar char="Ø"/>
            </a:pPr>
            <a:r>
              <a:rPr lang="en-US"/>
              <a:t>The course aims to provide an understanding of the foundational concepts and techniques in NLP. </a:t>
            </a:r>
          </a:p>
          <a:p>
            <a:pPr>
              <a:lnSpc>
                <a:spcPct val="160000"/>
              </a:lnSpc>
              <a:buFont typeface="Wingdings" panose="05000000000000000000" pitchFamily="2" charset="2"/>
              <a:buChar char="Ø"/>
            </a:pPr>
            <a:r>
              <a:rPr lang="en-US"/>
              <a:t>The focus is on providing application-based knowledge.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a:latin typeface="+mj-lt"/>
                <a:cs typeface="Times New Roman" panose="02020603050405020304" pitchFamily="18" charset="0"/>
              </a:rPr>
              <a:t>Course Objective </a:t>
            </a:r>
            <a:endParaRPr kumimoji="0" lang="en-US" sz="3200" b="1" i="0" u="none" strike="noStrike" kern="1200" cap="none" spc="0" normalizeH="0" baseline="0" noProof="0">
              <a:ln>
                <a:noFill/>
              </a:ln>
              <a:solidFill>
                <a:schemeClr val="dk1"/>
              </a:solidFill>
              <a:effectLst/>
              <a:uLnTx/>
              <a:uFillTx/>
              <a:latin typeface="+mj-lt"/>
              <a:cs typeface="Times New Roman" panose="02020603050405020304" pitchFamily="18" charset="0"/>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8786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a:latin typeface="+mj-lt"/>
                <a:cs typeface="Times New Roman" panose="02020603050405020304" pitchFamily="18" charset="0"/>
              </a:rPr>
              <a:t>Course Outcome </a:t>
            </a:r>
            <a:endParaRPr kumimoji="0" lang="en-US" sz="3200" b="1" i="0" u="none" strike="noStrike" kern="1200" cap="none" spc="0" normalizeH="0" baseline="0" noProof="0">
              <a:ln>
                <a:noFill/>
              </a:ln>
              <a:solidFill>
                <a:schemeClr val="dk1"/>
              </a:solidFill>
              <a:effectLst/>
              <a:uLnTx/>
              <a:uFillTx/>
              <a:latin typeface="+mj-lt"/>
              <a:cs typeface="Times New Roman" panose="02020603050405020304" pitchFamily="18" charset="0"/>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 name="Table 3">
            <a:extLst>
              <a:ext uri="{FF2B5EF4-FFF2-40B4-BE49-F238E27FC236}">
                <a16:creationId xmlns:a16="http://schemas.microsoft.com/office/drawing/2014/main" id="{DE10CC19-1C4B-4E58-B63B-552288FB6FC7}"/>
              </a:ext>
            </a:extLst>
          </p:cNvPr>
          <p:cNvGraphicFramePr>
            <a:graphicFrameLocks noGrp="1"/>
          </p:cNvGraphicFramePr>
          <p:nvPr>
            <p:extLst>
              <p:ext uri="{D42A27DB-BD31-4B8C-83A1-F6EECF244321}">
                <p14:modId xmlns:p14="http://schemas.microsoft.com/office/powerpoint/2010/main" val="3709884707"/>
              </p:ext>
            </p:extLst>
          </p:nvPr>
        </p:nvGraphicFramePr>
        <p:xfrm>
          <a:off x="457200" y="928834"/>
          <a:ext cx="8382000" cy="5427516"/>
        </p:xfrm>
        <a:graphic>
          <a:graphicData uri="http://schemas.openxmlformats.org/drawingml/2006/table">
            <a:tbl>
              <a:tblPr firstRow="1" bandRow="1">
                <a:tableStyleId>{5C22544A-7EE6-4342-B048-85BDC9FD1C3A}</a:tableStyleId>
              </a:tblPr>
              <a:tblGrid>
                <a:gridCol w="1157392">
                  <a:extLst>
                    <a:ext uri="{9D8B030D-6E8A-4147-A177-3AD203B41FA5}">
                      <a16:colId xmlns:a16="http://schemas.microsoft.com/office/drawing/2014/main" val="1078138596"/>
                    </a:ext>
                  </a:extLst>
                </a:gridCol>
                <a:gridCol w="6005801">
                  <a:extLst>
                    <a:ext uri="{9D8B030D-6E8A-4147-A177-3AD203B41FA5}">
                      <a16:colId xmlns:a16="http://schemas.microsoft.com/office/drawing/2014/main" val="4047431709"/>
                    </a:ext>
                  </a:extLst>
                </a:gridCol>
                <a:gridCol w="1218807">
                  <a:extLst>
                    <a:ext uri="{9D8B030D-6E8A-4147-A177-3AD203B41FA5}">
                      <a16:colId xmlns:a16="http://schemas.microsoft.com/office/drawing/2014/main" val="2436760275"/>
                    </a:ext>
                  </a:extLst>
                </a:gridCol>
              </a:tblGrid>
              <a:tr h="1332797">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CO1</a:t>
                      </a:r>
                    </a:p>
                  </a:txBody>
                  <a:tcPr/>
                </a:tc>
                <a:tc>
                  <a:txBody>
                    <a:bodyPr/>
                    <a:lstStyle/>
                    <a:p>
                      <a:pPr marL="0" marR="0" indent="0" algn="ctr" defTabSz="914400" rtl="0" eaLnBrk="1" latinLnBrk="0" hangingPunct="1">
                        <a:lnSpc>
                          <a:spcPct val="100000"/>
                        </a:lnSpc>
                        <a:spcBef>
                          <a:spcPct val="20000"/>
                        </a:spcBef>
                        <a:spcAft>
                          <a:spcPts val="0"/>
                        </a:spcAft>
                        <a:buFont typeface="Arial" pitchFamily="34" charset="0"/>
                        <a:buNone/>
                      </a:pPr>
                      <a:r>
                        <a:rPr lang="en-US" sz="2400" b="1" kern="1200">
                          <a:solidFill>
                            <a:schemeClr val="tx1">
                              <a:lumMod val="75000"/>
                              <a:lumOff val="25000"/>
                            </a:schemeClr>
                          </a:solidFill>
                          <a:effectLst/>
                          <a:latin typeface="+mn-lt"/>
                          <a:ea typeface="+mn-ea"/>
                          <a:cs typeface="+mn-cs"/>
                        </a:rPr>
                        <a:t>Discuss the emerging trends and challenges in NLP and perform the basic NLP tasks using some NLP library. </a:t>
                      </a:r>
                      <a:endParaRPr lang="en-US" altLang="en-US" sz="2400" kern="1200">
                        <a:solidFill>
                          <a:schemeClr val="tx1">
                            <a:lumMod val="75000"/>
                            <a:lumOff val="25000"/>
                          </a:schemeClr>
                        </a:solidFill>
                        <a:latin typeface="+mn-lt"/>
                        <a:ea typeface="+mn-ea"/>
                        <a:cs typeface="Times New Roman" pitchFamily="18" charset="0"/>
                      </a:endParaRPr>
                    </a:p>
                  </a:txBody>
                  <a:tcPr marL="68580" marR="68580" marT="0" marB="0"/>
                </a:tc>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K2</a:t>
                      </a:r>
                    </a:p>
                  </a:txBody>
                  <a:tcPr/>
                </a:tc>
                <a:extLst>
                  <a:ext uri="{0D108BD9-81ED-4DB2-BD59-A6C34878D82A}">
                    <a16:rowId xmlns:a16="http://schemas.microsoft.com/office/drawing/2014/main" val="3890275415"/>
                  </a:ext>
                </a:extLst>
              </a:tr>
              <a:tr h="1250296">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CO2 </a:t>
                      </a:r>
                    </a:p>
                  </a:txBody>
                  <a:tcPr/>
                </a:tc>
                <a:tc>
                  <a:txBody>
                    <a:bodyPr/>
                    <a:lstStyle/>
                    <a:p>
                      <a:pPr marL="0" marR="0" algn="ctr">
                        <a:lnSpc>
                          <a:spcPct val="100000"/>
                        </a:lnSpc>
                      </a:pPr>
                      <a:r>
                        <a:rPr lang="en-IN" sz="2400" b="1" kern="1200">
                          <a:solidFill>
                            <a:schemeClr val="tx1">
                              <a:lumMod val="75000"/>
                              <a:lumOff val="25000"/>
                            </a:schemeClr>
                          </a:solidFill>
                          <a:effectLst/>
                          <a:latin typeface="+mn-lt"/>
                          <a:ea typeface="+mn-ea"/>
                          <a:cs typeface="+mn-cs"/>
                        </a:rPr>
                        <a:t>Apply regular expressions for data cleaning and understand the fundamental concepts and theories underlying NLP.</a:t>
                      </a:r>
                      <a:endParaRPr lang="en-US" sz="2400" b="1" kern="1200">
                        <a:solidFill>
                          <a:schemeClr val="tx1">
                            <a:lumMod val="75000"/>
                            <a:lumOff val="25000"/>
                          </a:schemeClr>
                        </a:solidFill>
                        <a:effectLst/>
                        <a:latin typeface="+mn-lt"/>
                        <a:ea typeface="+mn-ea"/>
                        <a:cs typeface="+mn-cs"/>
                      </a:endParaRPr>
                    </a:p>
                  </a:txBody>
                  <a:tcPr marL="68580" marR="68580" marT="0" marB="0"/>
                </a:tc>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K3</a:t>
                      </a:r>
                    </a:p>
                  </a:txBody>
                  <a:tcPr/>
                </a:tc>
                <a:extLst>
                  <a:ext uri="{0D108BD9-81ED-4DB2-BD59-A6C34878D82A}">
                    <a16:rowId xmlns:a16="http://schemas.microsoft.com/office/drawing/2014/main" val="1248753504"/>
                  </a:ext>
                </a:extLst>
              </a:tr>
              <a:tr h="702331">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CO3</a:t>
                      </a:r>
                    </a:p>
                  </a:txBody>
                  <a:tcPr/>
                </a:tc>
                <a:tc>
                  <a:txBody>
                    <a:bodyPr/>
                    <a:lstStyle/>
                    <a:p>
                      <a:pPr marL="0" indent="0" algn="ctr" defTabSz="914400" rtl="0" eaLnBrk="1" latinLnBrk="0" hangingPunct="1">
                        <a:lnSpc>
                          <a:spcPct val="100000"/>
                        </a:lnSpc>
                        <a:spcBef>
                          <a:spcPct val="20000"/>
                        </a:spcBef>
                        <a:buFont typeface="Arial" pitchFamily="34" charset="0"/>
                        <a:buNone/>
                      </a:pPr>
                      <a:r>
                        <a:rPr lang="en-US" sz="2400" kern="1200">
                          <a:solidFill>
                            <a:schemeClr val="tx1">
                              <a:lumMod val="75000"/>
                              <a:lumOff val="25000"/>
                            </a:schemeClr>
                          </a:solidFill>
                          <a:effectLst/>
                          <a:latin typeface="+mn-lt"/>
                          <a:ea typeface="+mn-ea"/>
                          <a:cs typeface="+mn-cs"/>
                        </a:rPr>
                        <a:t>Extract features and find similarity in text data.</a:t>
                      </a:r>
                      <a:endParaRPr lang="en-US" altLang="en-US" sz="2400" kern="1200">
                        <a:solidFill>
                          <a:schemeClr val="tx1">
                            <a:lumMod val="75000"/>
                            <a:lumOff val="25000"/>
                          </a:schemeClr>
                        </a:solidFill>
                        <a:latin typeface="+mn-lt"/>
                        <a:ea typeface="+mn-ea"/>
                        <a:cs typeface="Times New Roman" pitchFamily="18" charset="0"/>
                      </a:endParaRPr>
                    </a:p>
                  </a:txBody>
                  <a:tcPr/>
                </a:tc>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K3</a:t>
                      </a:r>
                    </a:p>
                  </a:txBody>
                  <a:tcPr/>
                </a:tc>
                <a:extLst>
                  <a:ext uri="{0D108BD9-81ED-4DB2-BD59-A6C34878D82A}">
                    <a16:rowId xmlns:a16="http://schemas.microsoft.com/office/drawing/2014/main" val="3766692740"/>
                  </a:ext>
                </a:extLst>
              </a:tr>
              <a:tr h="1016826">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CO4</a:t>
                      </a:r>
                    </a:p>
                  </a:txBody>
                  <a:tcPr/>
                </a:tc>
                <a:tc>
                  <a:txBody>
                    <a:bodyPr/>
                    <a:lstStyle/>
                    <a:p>
                      <a:pPr marL="0" indent="0" algn="ctr" defTabSz="914400" rtl="0" eaLnBrk="1" latinLnBrk="0" hangingPunct="1">
                        <a:lnSpc>
                          <a:spcPct val="100000"/>
                        </a:lnSpc>
                        <a:spcBef>
                          <a:spcPct val="20000"/>
                        </a:spcBef>
                        <a:buFont typeface="Arial" pitchFamily="34" charset="0"/>
                        <a:buNone/>
                      </a:pPr>
                      <a:r>
                        <a:rPr lang="en-US" sz="2400" kern="1200">
                          <a:solidFill>
                            <a:schemeClr val="tx1">
                              <a:lumMod val="75000"/>
                              <a:lumOff val="25000"/>
                            </a:schemeClr>
                          </a:solidFill>
                          <a:effectLst/>
                          <a:latin typeface="+mn-lt"/>
                          <a:ea typeface="+mn-ea"/>
                          <a:cs typeface="+mn-cs"/>
                        </a:rPr>
                        <a:t>Implement NLP techniques to design real-world NLP applications </a:t>
                      </a:r>
                      <a:endParaRPr lang="en-US" altLang="en-US" sz="2400" kern="1200">
                        <a:solidFill>
                          <a:schemeClr val="tx1">
                            <a:lumMod val="75000"/>
                            <a:lumOff val="25000"/>
                          </a:schemeClr>
                        </a:solidFill>
                        <a:latin typeface="+mn-lt"/>
                        <a:ea typeface="+mn-ea"/>
                        <a:cs typeface="Times New Roman" pitchFamily="18" charset="0"/>
                      </a:endParaRPr>
                    </a:p>
                  </a:txBody>
                  <a:tcPr/>
                </a:tc>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K3</a:t>
                      </a:r>
                    </a:p>
                  </a:txBody>
                  <a:tcPr/>
                </a:tc>
                <a:extLst>
                  <a:ext uri="{0D108BD9-81ED-4DB2-BD59-A6C34878D82A}">
                    <a16:rowId xmlns:a16="http://schemas.microsoft.com/office/drawing/2014/main" val="1419297893"/>
                  </a:ext>
                </a:extLst>
              </a:tr>
              <a:tr h="1125266">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CO5</a:t>
                      </a:r>
                    </a:p>
                  </a:txBody>
                  <a:tcPr/>
                </a:tc>
                <a:tc>
                  <a:txBody>
                    <a:bodyPr/>
                    <a:lstStyle/>
                    <a:p>
                      <a:pPr marL="0" marR="0" indent="0" algn="ctr" defTabSz="914400" rtl="0" eaLnBrk="1" latinLnBrk="0" hangingPunct="1">
                        <a:lnSpc>
                          <a:spcPct val="100000"/>
                        </a:lnSpc>
                        <a:spcBef>
                          <a:spcPct val="20000"/>
                        </a:spcBef>
                        <a:spcAft>
                          <a:spcPts val="0"/>
                        </a:spcAft>
                        <a:buFont typeface="Arial" pitchFamily="34" charset="0"/>
                        <a:buNone/>
                      </a:pPr>
                      <a:r>
                        <a:rPr lang="en-US" sz="2400" kern="1200">
                          <a:solidFill>
                            <a:schemeClr val="tx1">
                              <a:lumMod val="75000"/>
                              <a:lumOff val="25000"/>
                            </a:schemeClr>
                          </a:solidFill>
                          <a:effectLst/>
                          <a:latin typeface="+mn-lt"/>
                          <a:ea typeface="+mn-ea"/>
                          <a:cs typeface="+mn-cs"/>
                        </a:rPr>
                        <a:t>Apply advanced techniques like sequential modelling and attention mechanism to develop NLP applications</a:t>
                      </a:r>
                      <a:endParaRPr lang="en-US" altLang="en-US" sz="2400" kern="1200">
                        <a:solidFill>
                          <a:schemeClr val="tx1">
                            <a:lumMod val="75000"/>
                            <a:lumOff val="25000"/>
                          </a:schemeClr>
                        </a:solidFill>
                        <a:latin typeface="+mn-lt"/>
                        <a:ea typeface="+mn-ea"/>
                        <a:cs typeface="Times New Roman" pitchFamily="18" charset="0"/>
                      </a:endParaRPr>
                    </a:p>
                  </a:txBody>
                  <a:tcPr marL="68580" marR="68580" marT="0" marB="0"/>
                </a:tc>
                <a:tc>
                  <a:txBody>
                    <a:bodyPr/>
                    <a:lstStyle/>
                    <a:p>
                      <a:pPr marL="0" indent="0" algn="ctr" defTabSz="914400" rtl="0" eaLnBrk="1" latinLnBrk="0" hangingPunct="1">
                        <a:lnSpc>
                          <a:spcPct val="100000"/>
                        </a:lnSpc>
                        <a:spcBef>
                          <a:spcPct val="20000"/>
                        </a:spcBef>
                        <a:buFont typeface="Arial" pitchFamily="34" charset="0"/>
                        <a:buNone/>
                      </a:pPr>
                      <a:r>
                        <a:rPr lang="en-US" altLang="en-US" sz="2400" kern="1200">
                          <a:solidFill>
                            <a:schemeClr val="tx1">
                              <a:lumMod val="75000"/>
                              <a:lumOff val="25000"/>
                            </a:schemeClr>
                          </a:solidFill>
                          <a:latin typeface="+mn-lt"/>
                          <a:ea typeface="+mn-ea"/>
                          <a:cs typeface="Times New Roman" pitchFamily="18" charset="0"/>
                        </a:rPr>
                        <a:t>K4</a:t>
                      </a:r>
                    </a:p>
                  </a:txBody>
                  <a:tcPr/>
                </a:tc>
                <a:extLst>
                  <a:ext uri="{0D108BD9-81ED-4DB2-BD59-A6C34878D82A}">
                    <a16:rowId xmlns:a16="http://schemas.microsoft.com/office/drawing/2014/main" val="1008236342"/>
                  </a:ext>
                </a:extLst>
              </a:tr>
            </a:tbl>
          </a:graphicData>
        </a:graphic>
      </p:graphicFrame>
    </p:spTree>
    <p:extLst>
      <p:ext uri="{BB962C8B-B14F-4D97-AF65-F5344CB8AC3E}">
        <p14:creationId xmlns:p14="http://schemas.microsoft.com/office/powerpoint/2010/main" val="206644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371600"/>
            <a:ext cx="8305800" cy="4648200"/>
          </a:xfrm>
        </p:spPr>
        <p:txBody>
          <a:bodyPr>
            <a:noAutofit/>
          </a:bodyPr>
          <a:lstStyle/>
          <a:p>
            <a:pPr marL="0" indent="0" algn="just">
              <a:buNone/>
            </a:pPr>
            <a:r>
              <a:rPr lang="en-US" sz="2400" b="1">
                <a:cs typeface="Times New Roman" panose="02020603050405020304" pitchFamily="18" charset="0"/>
              </a:rPr>
              <a:t>1. Engineering knowledge:</a:t>
            </a:r>
            <a:r>
              <a:rPr lang="en-US" sz="2400">
                <a:cs typeface="Times New Roman" panose="02020603050405020304" pitchFamily="18" charset="0"/>
              </a:rPr>
              <a:t> Apply the knowledge of mathematics, science, engineering fundamentals, and an engineering specialization for the solution of complex engineering problems. </a:t>
            </a:r>
          </a:p>
          <a:p>
            <a:pPr marL="0" indent="0" algn="just">
              <a:buNone/>
            </a:pPr>
            <a:r>
              <a:rPr lang="en-US" sz="2400" b="1">
                <a:cs typeface="Times New Roman" panose="02020603050405020304" pitchFamily="18" charset="0"/>
              </a:rPr>
              <a:t>2. Problem analysis:</a:t>
            </a:r>
            <a:r>
              <a:rPr lang="en-US" sz="2400">
                <a:cs typeface="Times New Roman" panose="02020603050405020304" pitchFamily="18" charset="0"/>
              </a:rPr>
              <a:t> Identify, formulate, research literature, and analyze complex engineering problems reaching substantiated conclusions using first principles of mathematics, natural sciences, and engineering sciences.</a:t>
            </a:r>
            <a:endParaRPr lang="en-IN" sz="2400">
              <a:cs typeface="Times New Roman" panose="02020603050405020304" pitchFamily="18" charset="0"/>
            </a:endParaRPr>
          </a:p>
          <a:p>
            <a:pPr marL="0" indent="0" algn="just">
              <a:buNone/>
            </a:pPr>
            <a:r>
              <a:rPr lang="en-US" sz="2400" b="1">
                <a:cs typeface="Times New Roman" panose="02020603050405020304" pitchFamily="18" charset="0"/>
              </a:rPr>
              <a:t>3. Design/development of solutions:</a:t>
            </a:r>
            <a:r>
              <a:rPr lang="en-US" sz="2400">
                <a:cs typeface="Times New Roman" panose="02020603050405020304" pitchFamily="18" charset="0"/>
              </a:rPr>
              <a:t> Design solutions for complex engineering problems and design system components or processes that meet the specified needs with appropriate consideration for public health and safety, and cultural, societal, and environmental considerations. </a:t>
            </a:r>
            <a:endParaRPr lang="en-IN" sz="240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a:latin typeface="+mj-lt"/>
                <a:cs typeface="Times New Roman" panose="02020603050405020304" pitchFamily="18" charset="0"/>
              </a:rPr>
              <a:t>Program Outcome </a:t>
            </a:r>
            <a:endParaRPr kumimoji="0" lang="en-US" sz="3200" b="1" i="0" u="none" strike="noStrike" kern="1200" cap="none" spc="0" normalizeH="0" baseline="0" noProof="0">
              <a:ln>
                <a:noFill/>
              </a:ln>
              <a:solidFill>
                <a:schemeClr val="dk1"/>
              </a:solidFill>
              <a:effectLst/>
              <a:uLnTx/>
              <a:uFillTx/>
              <a:latin typeface="+mj-lt"/>
              <a:cs typeface="Times New Roman" panose="02020603050405020304" pitchFamily="18" charset="0"/>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40252612"/>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295400"/>
            <a:ext cx="8305800" cy="4800600"/>
          </a:xfrm>
        </p:spPr>
        <p:txBody>
          <a:bodyPr>
            <a:noAutofit/>
          </a:bodyPr>
          <a:lstStyle/>
          <a:p>
            <a:pPr marL="0" indent="0" algn="just">
              <a:buNone/>
            </a:pPr>
            <a:r>
              <a:rPr lang="en-US" sz="2400">
                <a:cs typeface="Times New Roman" panose="02020603050405020304" pitchFamily="18" charset="0"/>
              </a:rPr>
              <a:t>4. </a:t>
            </a:r>
            <a:r>
              <a:rPr lang="en-US" sz="2400" b="1">
                <a:cs typeface="Times New Roman" panose="02020603050405020304" pitchFamily="18" charset="0"/>
              </a:rPr>
              <a:t>Conduct investigations of complex problems:</a:t>
            </a:r>
            <a:r>
              <a:rPr lang="en-US" sz="2400">
                <a:cs typeface="Times New Roman" panose="02020603050405020304" pitchFamily="18" charset="0"/>
              </a:rPr>
              <a:t> Use research based knowledge and research methods including design of experiments, analysis and interpretation of data, and synthesis of information to provide valid conclusions. </a:t>
            </a:r>
            <a:endParaRPr lang="en-IN" sz="2400">
              <a:cs typeface="Times New Roman" panose="02020603050405020304" pitchFamily="18" charset="0"/>
            </a:endParaRPr>
          </a:p>
          <a:p>
            <a:pPr marL="0" indent="0" algn="just">
              <a:buNone/>
            </a:pPr>
            <a:r>
              <a:rPr lang="en-US" sz="2400">
                <a:cs typeface="Times New Roman" panose="02020603050405020304" pitchFamily="18" charset="0"/>
              </a:rPr>
              <a:t>5. </a:t>
            </a:r>
            <a:r>
              <a:rPr lang="en-US" sz="2400" b="1">
                <a:cs typeface="Times New Roman" panose="02020603050405020304" pitchFamily="18" charset="0"/>
              </a:rPr>
              <a:t>Modern tool usage:</a:t>
            </a:r>
            <a:r>
              <a:rPr lang="en-US" sz="2400">
                <a:cs typeface="Times New Roman" panose="02020603050405020304" pitchFamily="18" charset="0"/>
              </a:rPr>
              <a:t> Create, select, and apply appropriate techniques, resources, and modern engineering and IT tools, including prediction and modeling to complex engineering activities, with an understanding of the limitations. </a:t>
            </a:r>
          </a:p>
          <a:p>
            <a:pPr marL="0" indent="0" algn="just">
              <a:buNone/>
            </a:pPr>
            <a:r>
              <a:rPr lang="en-US" sz="2400">
                <a:cs typeface="Times New Roman" panose="02020603050405020304" pitchFamily="18" charset="0"/>
              </a:rPr>
              <a:t>6. </a:t>
            </a:r>
            <a:r>
              <a:rPr lang="en-US" sz="2400" b="1">
                <a:cs typeface="Times New Roman" panose="02020603050405020304" pitchFamily="18" charset="0"/>
              </a:rPr>
              <a:t>The engineer and society:</a:t>
            </a:r>
            <a:r>
              <a:rPr lang="en-US" sz="2400">
                <a:cs typeface="Times New Roman" panose="02020603050405020304" pitchFamily="18" charset="0"/>
              </a:rPr>
              <a:t> Apply reasoning informed by the contextual knowledge to assess societal, health, safety, legal and cultural issues and the consequent responsibilities relevant to the professional engineering practice. </a:t>
            </a:r>
            <a:endParaRPr lang="en-IN" sz="2400">
              <a:cs typeface="Times New Roman" panose="02020603050405020304" pitchFamily="18" charset="0"/>
            </a:endParaRPr>
          </a:p>
          <a:p>
            <a:pPr marL="0" indent="0" algn="just">
              <a:buNone/>
            </a:pPr>
            <a:endParaRPr lang="en-IN" sz="240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a:cs typeface="Times New Roman" panose="02020603050405020304" pitchFamily="18" charset="0"/>
              </a:rPr>
              <a:t>Program Outcome</a:t>
            </a:r>
            <a:r>
              <a:rPr lang="en-US" sz="3200" b="1">
                <a:latin typeface="Times New Roman" panose="02020603050405020304" pitchFamily="18" charset="0"/>
                <a:cs typeface="Times New Roman" panose="02020603050405020304" pitchFamily="18" charset="0"/>
              </a:rPr>
              <a:t> </a:t>
            </a:r>
            <a:endParaRPr kumimoji="0" lang="en-US" sz="32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59756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339849"/>
            <a:ext cx="8305800" cy="4451351"/>
          </a:xfrm>
        </p:spPr>
        <p:txBody>
          <a:bodyPr>
            <a:noAutofit/>
          </a:bodyPr>
          <a:lstStyle/>
          <a:p>
            <a:pPr marL="0" indent="0" algn="just">
              <a:lnSpc>
                <a:spcPct val="120000"/>
              </a:lnSpc>
              <a:buNone/>
            </a:pPr>
            <a:r>
              <a:rPr lang="en-US" sz="2400" b="1">
                <a:cs typeface="Times New Roman" panose="02020603050405020304" pitchFamily="18" charset="0"/>
              </a:rPr>
              <a:t>7. Environment and sustainability:</a:t>
            </a:r>
            <a:r>
              <a:rPr lang="en-US" sz="2400">
                <a:cs typeface="Times New Roman" panose="02020603050405020304" pitchFamily="18" charset="0"/>
              </a:rPr>
              <a:t> Understand the impact of the professional engineering solutions in societal and environmental contexts, and demonstrate the knowledge of, and need for sustainable development. </a:t>
            </a:r>
          </a:p>
          <a:p>
            <a:pPr marL="0" indent="0" algn="just">
              <a:lnSpc>
                <a:spcPct val="120000"/>
              </a:lnSpc>
              <a:buNone/>
            </a:pPr>
            <a:r>
              <a:rPr lang="en-US" sz="2400" b="1">
                <a:cs typeface="Times New Roman" panose="02020603050405020304" pitchFamily="18" charset="0"/>
              </a:rPr>
              <a:t>8. Ethics:</a:t>
            </a:r>
            <a:r>
              <a:rPr lang="en-US" sz="2400">
                <a:cs typeface="Times New Roman" panose="02020603050405020304" pitchFamily="18" charset="0"/>
              </a:rPr>
              <a:t> Apply ethical principles and commit to professional ethics and responsibilities and norms of the engineering practice. </a:t>
            </a:r>
            <a:endParaRPr lang="en-IN" sz="2400">
              <a:cs typeface="Times New Roman" panose="02020603050405020304" pitchFamily="18" charset="0"/>
            </a:endParaRPr>
          </a:p>
          <a:p>
            <a:pPr marL="0" indent="0" algn="just">
              <a:lnSpc>
                <a:spcPct val="120000"/>
              </a:lnSpc>
              <a:buNone/>
            </a:pPr>
            <a:r>
              <a:rPr lang="en-US" sz="2400" b="1">
                <a:cs typeface="Times New Roman" panose="02020603050405020304" pitchFamily="18" charset="0"/>
              </a:rPr>
              <a:t>9. Individual and team work:</a:t>
            </a:r>
            <a:r>
              <a:rPr lang="en-US" sz="2400">
                <a:cs typeface="Times New Roman" panose="02020603050405020304" pitchFamily="18" charset="0"/>
              </a:rPr>
              <a:t> Function effectively as an individual, and as a member or leader in diverse teams, and in multidisciplinary settings.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a:cs typeface="Times New Roman" panose="02020603050405020304" pitchFamily="18" charset="0"/>
              </a:rPr>
              <a:t>Program Outcome</a:t>
            </a:r>
            <a:r>
              <a:rPr lang="en-US" sz="3200" b="1">
                <a:latin typeface="Times New Roman" panose="02020603050405020304" pitchFamily="18" charset="0"/>
                <a:cs typeface="Times New Roman" panose="02020603050405020304" pitchFamily="18" charset="0"/>
              </a:rPr>
              <a:t> </a:t>
            </a:r>
            <a:endParaRPr kumimoji="0" lang="en-US" sz="3200" b="1" i="0" u="none" strike="noStrike" kern="1200" cap="none" spc="0" normalizeH="0" baseline="0" noProof="0">
              <a:ln>
                <a:noFill/>
              </a:ln>
              <a:solidFill>
                <a:schemeClr val="dk1"/>
              </a:solidFill>
              <a:effectLst/>
              <a:uLnTx/>
              <a:uFillTx/>
              <a:latin typeface="Times New Roman" panose="02020603050405020304" pitchFamily="18" charset="0"/>
              <a:cs typeface="Times New Roman" panose="02020603050405020304" pitchFamily="18" charset="0"/>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99568147"/>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305800" cy="4953000"/>
          </a:xfrm>
        </p:spPr>
        <p:txBody>
          <a:bodyPr>
            <a:noAutofit/>
          </a:bodyPr>
          <a:lstStyle/>
          <a:p>
            <a:pPr marL="0" indent="0" algn="just">
              <a:lnSpc>
                <a:spcPct val="120000"/>
              </a:lnSpc>
              <a:buNone/>
            </a:pPr>
            <a:r>
              <a:rPr lang="en-US" sz="2000">
                <a:cs typeface="Times New Roman" panose="02020603050405020304" pitchFamily="18" charset="0"/>
              </a:rPr>
              <a:t>10. </a:t>
            </a:r>
            <a:r>
              <a:rPr lang="en-US" sz="2000" b="1">
                <a:cs typeface="Times New Roman" panose="02020603050405020304" pitchFamily="18" charset="0"/>
              </a:rPr>
              <a:t>Communication: </a:t>
            </a:r>
            <a:r>
              <a:rPr lang="en-US" sz="2000">
                <a:cs typeface="Times New Roman" panose="02020603050405020304" pitchFamily="18" charset="0"/>
              </a:rPr>
              <a:t>Communicate effectively on complex engineering activities with the engineering community and with the society at large, such as, being able to comprehend and write effective reports and design documentation, make effective presentations, and give and receive clear instructions. </a:t>
            </a:r>
            <a:endParaRPr lang="en-IN" sz="2000">
              <a:cs typeface="Times New Roman" panose="02020603050405020304" pitchFamily="18" charset="0"/>
            </a:endParaRPr>
          </a:p>
          <a:p>
            <a:pPr marL="0" indent="0" algn="just">
              <a:lnSpc>
                <a:spcPct val="120000"/>
              </a:lnSpc>
              <a:buNone/>
            </a:pPr>
            <a:r>
              <a:rPr lang="en-US" sz="2000">
                <a:cs typeface="Times New Roman" panose="02020603050405020304" pitchFamily="18" charset="0"/>
              </a:rPr>
              <a:t>11. </a:t>
            </a:r>
            <a:r>
              <a:rPr lang="en-US" sz="2000" b="1">
                <a:cs typeface="Times New Roman" panose="02020603050405020304" pitchFamily="18" charset="0"/>
              </a:rPr>
              <a:t>Project management and finance: </a:t>
            </a:r>
            <a:r>
              <a:rPr lang="en-US" sz="2000">
                <a:cs typeface="Times New Roman" panose="02020603050405020304" pitchFamily="18" charset="0"/>
              </a:rPr>
              <a:t>Demonstrate knowledge and understanding of the engineering and management principles and apply these to one’s own work, as a member and leader in a team, to manage projects and in multidisciplinary environments. </a:t>
            </a:r>
          </a:p>
          <a:p>
            <a:pPr marL="0" indent="0" algn="just">
              <a:lnSpc>
                <a:spcPct val="120000"/>
              </a:lnSpc>
              <a:buNone/>
            </a:pPr>
            <a:r>
              <a:rPr lang="en-US" sz="2000">
                <a:cs typeface="Times New Roman" panose="02020603050405020304" pitchFamily="18" charset="0"/>
              </a:rPr>
              <a:t>12.</a:t>
            </a:r>
            <a:r>
              <a:rPr lang="en-US" sz="2000" b="1">
                <a:cs typeface="Times New Roman" panose="02020603050405020304" pitchFamily="18" charset="0"/>
              </a:rPr>
              <a:t>Life-long learning: </a:t>
            </a:r>
            <a:r>
              <a:rPr lang="en-US" sz="2000">
                <a:cs typeface="Times New Roman" panose="02020603050405020304" pitchFamily="18" charset="0"/>
              </a:rPr>
              <a:t>Recognize the need for, and have the preparation and ability to engage in independent and life-long learning in the broadest context of technological change.</a:t>
            </a:r>
            <a:endParaRPr lang="en-IN" sz="200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a:cs typeface="Times New Roman" panose="02020603050405020304" pitchFamily="18" charset="0"/>
              </a:rPr>
              <a:t>Program Outcome</a:t>
            </a: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4690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3500" b="1" kern="1200">
                <a:solidFill>
                  <a:schemeClr val="tx1"/>
                </a:solidFill>
                <a:latin typeface="+mj-lt"/>
                <a:ea typeface="+mj-ea"/>
                <a:cs typeface="+mj-cs"/>
              </a:rPr>
              <a:t>Pre-requisites</a:t>
            </a:r>
            <a:r>
              <a:rPr lang="en-US" sz="3500">
                <a:solidFill>
                  <a:schemeClr val="tx1"/>
                </a:solidFill>
                <a:latin typeface="+mj-lt"/>
                <a:ea typeface="+mj-ea"/>
                <a:cs typeface="+mj-cs"/>
              </a:rPr>
              <a:t> </a:t>
            </a:r>
            <a:endParaRPr lang="en-US">
              <a:ea typeface="+mj-ea"/>
              <a:cs typeface="+mj-cs"/>
            </a:endParaRPr>
          </a:p>
        </p:txBody>
      </p:sp>
      <p:sp>
        <p:nvSpPr>
          <p:cNvPr id="22" name="Rectangle 21">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3" name="Rectangle 22">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12</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4" name="Content Placeholder 2">
            <a:extLst>
              <a:ext uri="{FF2B5EF4-FFF2-40B4-BE49-F238E27FC236}">
                <a16:creationId xmlns:a16="http://schemas.microsoft.com/office/drawing/2014/main" id="{8F4F919B-59A8-DAD7-D9C2-9442BD3B1827}"/>
              </a:ext>
            </a:extLst>
          </p:cNvPr>
          <p:cNvGraphicFramePr>
            <a:graphicFrameLocks noGrp="1"/>
          </p:cNvGraphicFramePr>
          <p:nvPr>
            <p:ph idx="1"/>
            <p:extLst>
              <p:ext uri="{D42A27DB-BD31-4B8C-83A1-F6EECF244321}">
                <p14:modId xmlns:p14="http://schemas.microsoft.com/office/powerpoint/2010/main" val="2271771563"/>
              </p:ext>
            </p:extLst>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98163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dirty="0" smtClean="0"/>
              <a:pPr/>
              <a:t>13</a:t>
            </a:fld>
            <a:endParaRPr lang="en-US"/>
          </a:p>
        </p:txBody>
      </p:sp>
      <p:sp>
        <p:nvSpPr>
          <p:cNvPr id="7" name="Title 1"/>
          <p:cNvSpPr txBox="1">
            <a:spLocks/>
          </p:cNvSpPr>
          <p:nvPr/>
        </p:nvSpPr>
        <p:spPr>
          <a:xfrm>
            <a:off x="1371600" y="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b="1">
                <a:cs typeface="Times New Roman"/>
              </a:rPr>
              <a:t>Unit-5:Content</a:t>
            </a:r>
            <a:r>
              <a:rPr lang="en-US" sz="3200">
                <a:cs typeface="Times New Roman"/>
              </a:rPr>
              <a:t> </a:t>
            </a:r>
            <a:endParaRPr kumimoji="0" lang="en-US" sz="3200" b="0" i="0" u="none" strike="noStrike" kern="1200" cap="none" spc="0" normalizeH="0" baseline="0" noProof="0">
              <a:ln>
                <a:noFill/>
              </a:ln>
              <a:solidFill>
                <a:schemeClr val="dk1"/>
              </a:solidFill>
              <a:effectLst/>
              <a:uLnTx/>
              <a:uFillTx/>
              <a:cs typeface="Times New Roman" panose="02020603050405020304" pitchFamily="18" charset="0"/>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a:extLst>
              <a:ext uri="{FF2B5EF4-FFF2-40B4-BE49-F238E27FC236}">
                <a16:creationId xmlns:a16="http://schemas.microsoft.com/office/drawing/2014/main" id="{D7F71052-C096-41E2-9234-43D568F9BDDA}"/>
              </a:ext>
            </a:extLst>
          </p:cNvPr>
          <p:cNvSpPr txBox="1">
            <a:spLocks/>
          </p:cNvSpPr>
          <p:nvPr/>
        </p:nvSpPr>
        <p:spPr>
          <a:xfrm>
            <a:off x="381000" y="889431"/>
            <a:ext cx="8467800" cy="5655919"/>
          </a:xfrm>
          <a:prstGeom prst="rect">
            <a:avLst/>
          </a:prstGeom>
        </p:spPr>
        <p:txBody>
          <a:bodyPr vert="horz" lIns="91440" tIns="45720" rIns="91440" bIns="45720" rtlCol="0" anchor="t">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defRPr/>
            </a:pPr>
            <a:r>
              <a:rPr lang="en-US" sz="2400" b="1"/>
              <a:t>ADVANCED NLP TECHNIQUES:</a:t>
            </a:r>
            <a:endParaRPr lang="en-US" sz="2400" b="1">
              <a:ea typeface="Calibri"/>
              <a:cs typeface="Calibri"/>
            </a:endParaRPr>
          </a:p>
          <a:p>
            <a:pPr>
              <a:lnSpc>
                <a:spcPct val="150000"/>
              </a:lnSpc>
              <a:buFont typeface="Wingdings" panose="05000000000000000000" pitchFamily="2" charset="2"/>
              <a:buChar char="Ø"/>
              <a:defRPr/>
            </a:pPr>
            <a:r>
              <a:rPr lang="en-US" sz="1800">
                <a:latin typeface="Times New Roman"/>
                <a:cs typeface="Times New Roman"/>
              </a:rPr>
              <a:t>Sequential data</a:t>
            </a:r>
          </a:p>
          <a:p>
            <a:pPr>
              <a:lnSpc>
                <a:spcPct val="150000"/>
              </a:lnSpc>
              <a:buFont typeface="Wingdings" panose="05000000000000000000" pitchFamily="2" charset="2"/>
              <a:buChar char="Ø"/>
              <a:defRPr/>
            </a:pPr>
            <a:r>
              <a:rPr lang="en-US" sz="1800">
                <a:latin typeface="Times New Roman"/>
                <a:cs typeface="Times New Roman"/>
              </a:rPr>
              <a:t>Introduction to Sequence Models: </a:t>
            </a:r>
            <a:endParaRPr lang="en-US">
              <a:latin typeface="Calibri"/>
              <a:ea typeface="Calibri"/>
              <a:cs typeface="Calibri"/>
            </a:endParaRPr>
          </a:p>
          <a:p>
            <a:pPr lvl="1">
              <a:lnSpc>
                <a:spcPct val="150000"/>
              </a:lnSpc>
              <a:buFont typeface="Wingdings" panose="05000000000000000000" pitchFamily="2" charset="2"/>
              <a:buChar char="Ø"/>
              <a:defRPr/>
            </a:pPr>
            <a:r>
              <a:rPr lang="en-US" sz="1400">
                <a:latin typeface="Times New Roman"/>
                <a:cs typeface="Times New Roman"/>
              </a:rPr>
              <a:t>RNN </a:t>
            </a:r>
            <a:endParaRPr lang="en-US" sz="1400">
              <a:latin typeface="Calibri"/>
              <a:ea typeface="Calibri"/>
              <a:cs typeface="Calibri"/>
            </a:endParaRPr>
          </a:p>
          <a:p>
            <a:pPr lvl="1">
              <a:lnSpc>
                <a:spcPct val="150000"/>
              </a:lnSpc>
              <a:buFont typeface="Wingdings" panose="05000000000000000000" pitchFamily="2" charset="2"/>
              <a:buChar char="Ø"/>
              <a:defRPr/>
            </a:pPr>
            <a:r>
              <a:rPr lang="en-US" sz="1400">
                <a:latin typeface="Times New Roman"/>
                <a:cs typeface="Times New Roman"/>
              </a:rPr>
              <a:t>LSTM </a:t>
            </a:r>
            <a:endParaRPr lang="en-US" sz="1400">
              <a:latin typeface="Calibri"/>
              <a:ea typeface="Calibri"/>
              <a:cs typeface="Calibri"/>
            </a:endParaRPr>
          </a:p>
          <a:p>
            <a:pPr>
              <a:lnSpc>
                <a:spcPct val="150000"/>
              </a:lnSpc>
              <a:buFont typeface="Wingdings" panose="05000000000000000000" pitchFamily="2" charset="2"/>
              <a:buChar char="Ø"/>
              <a:defRPr/>
            </a:pPr>
            <a:r>
              <a:rPr lang="en-US" sz="1800">
                <a:latin typeface="Times New Roman"/>
                <a:cs typeface="Times New Roman"/>
              </a:rPr>
              <a:t>Attention Mechanism</a:t>
            </a:r>
            <a:endParaRPr lang="en-US">
              <a:latin typeface="Calibri"/>
              <a:ea typeface="Calibri"/>
              <a:cs typeface="Calibri"/>
            </a:endParaRPr>
          </a:p>
          <a:p>
            <a:pPr>
              <a:lnSpc>
                <a:spcPct val="150000"/>
              </a:lnSpc>
              <a:buFont typeface="Wingdings" panose="05000000000000000000" pitchFamily="2" charset="2"/>
              <a:buChar char="Ø"/>
              <a:defRPr/>
            </a:pPr>
            <a:r>
              <a:rPr lang="en-US" sz="1800">
                <a:latin typeface="Times New Roman"/>
                <a:cs typeface="Times New Roman"/>
              </a:rPr>
              <a:t>Transformer</a:t>
            </a:r>
            <a:endParaRPr lang="en-US">
              <a:latin typeface="Calibri"/>
              <a:ea typeface="Calibri"/>
              <a:cs typeface="Calibri"/>
            </a:endParaRPr>
          </a:p>
          <a:p>
            <a:pPr>
              <a:lnSpc>
                <a:spcPct val="150000"/>
              </a:lnSpc>
              <a:buFont typeface="Wingdings" panose="05000000000000000000" pitchFamily="2" charset="2"/>
              <a:buChar char="Ø"/>
              <a:defRPr/>
            </a:pPr>
            <a:r>
              <a:rPr lang="en-US" sz="1800">
                <a:latin typeface="Times New Roman"/>
                <a:cs typeface="Times New Roman"/>
              </a:rPr>
              <a:t>Transformer-based Models: </a:t>
            </a:r>
            <a:endParaRPr lang="en-US">
              <a:latin typeface="Calibri"/>
              <a:ea typeface="Calibri"/>
              <a:cs typeface="Calibri"/>
            </a:endParaRPr>
          </a:p>
          <a:p>
            <a:pPr lvl="1">
              <a:lnSpc>
                <a:spcPct val="150000"/>
              </a:lnSpc>
              <a:buFont typeface="Wingdings" panose="05000000000000000000" pitchFamily="2" charset="2"/>
              <a:buChar char="Ø"/>
              <a:defRPr/>
            </a:pPr>
            <a:r>
              <a:rPr lang="en-US" sz="1400">
                <a:latin typeface="Times New Roman"/>
                <a:cs typeface="Times New Roman"/>
              </a:rPr>
              <a:t>BERT</a:t>
            </a:r>
            <a:endParaRPr lang="en-US" sz="1400">
              <a:latin typeface="Calibri"/>
              <a:ea typeface="Calibri"/>
              <a:cs typeface="Calibri"/>
            </a:endParaRPr>
          </a:p>
          <a:p>
            <a:pPr lvl="1">
              <a:lnSpc>
                <a:spcPct val="150000"/>
              </a:lnSpc>
              <a:buFont typeface="Wingdings" panose="05000000000000000000" pitchFamily="2" charset="2"/>
              <a:buChar char="Ø"/>
              <a:defRPr/>
            </a:pPr>
            <a:r>
              <a:rPr lang="en-US" sz="1400">
                <a:latin typeface="Times New Roman"/>
                <a:cs typeface="Times New Roman"/>
              </a:rPr>
              <a:t>GPT</a:t>
            </a:r>
            <a:endParaRPr lang="en-US" sz="1400">
              <a:latin typeface="Calibri"/>
              <a:ea typeface="Calibri"/>
              <a:cs typeface="Calibri"/>
            </a:endParaRPr>
          </a:p>
          <a:p>
            <a:pPr lvl="1">
              <a:lnSpc>
                <a:spcPct val="150000"/>
              </a:lnSpc>
              <a:buFont typeface="Wingdings" panose="05000000000000000000" pitchFamily="2" charset="2"/>
              <a:buChar char="Ø"/>
              <a:defRPr/>
            </a:pPr>
            <a:r>
              <a:rPr lang="en-US" sz="1400">
                <a:latin typeface="Times New Roman"/>
                <a:cs typeface="Times New Roman"/>
              </a:rPr>
              <a:t>T5</a:t>
            </a:r>
            <a:endParaRPr lang="en-US" sz="1400">
              <a:latin typeface="Calibri"/>
              <a:ea typeface="Calibri"/>
              <a:cs typeface="Calibri"/>
            </a:endParaRPr>
          </a:p>
          <a:p>
            <a:pPr>
              <a:lnSpc>
                <a:spcPct val="150000"/>
              </a:lnSpc>
              <a:buFont typeface="Wingdings" panose="05000000000000000000" pitchFamily="2" charset="2"/>
              <a:buChar char="Ø"/>
              <a:defRPr/>
            </a:pPr>
            <a:r>
              <a:rPr lang="en-US" sz="1800">
                <a:latin typeface="Times New Roman"/>
                <a:cs typeface="Times New Roman"/>
              </a:rPr>
              <a:t>Introduction to Hugging Face Transformers</a:t>
            </a:r>
            <a:endParaRPr lang="en-US">
              <a:latin typeface="Calibri"/>
              <a:ea typeface="Calibri"/>
              <a:cs typeface="Calibri"/>
            </a:endParaRPr>
          </a:p>
          <a:p>
            <a:pPr>
              <a:lnSpc>
                <a:spcPct val="150000"/>
              </a:lnSpc>
              <a:buFont typeface="Wingdings" panose="05000000000000000000" pitchFamily="2" charset="2"/>
              <a:buChar char="Ø"/>
              <a:defRPr/>
            </a:pPr>
            <a:r>
              <a:rPr lang="en-US" sz="1800">
                <a:latin typeface="Times New Roman"/>
                <a:cs typeface="Times New Roman"/>
              </a:rPr>
              <a:t>Case studies</a:t>
            </a:r>
            <a:endParaRPr lang="en-US">
              <a:ea typeface="Calibri"/>
              <a:cs typeface="Calibri"/>
            </a:endParaRPr>
          </a:p>
          <a:p>
            <a:pPr>
              <a:buFont typeface="Wingdings" panose="05000000000000000000" pitchFamily="2" charset="2"/>
              <a:buChar char="Ø"/>
              <a:defRPr/>
            </a:pPr>
            <a:endParaRPr lang="en-GB" sz="1400">
              <a:ea typeface="Calibri"/>
              <a:cs typeface="Times New Roman"/>
            </a:endParaRPr>
          </a:p>
          <a:p>
            <a:pPr algn="just">
              <a:buNone/>
              <a:defRPr/>
            </a:pPr>
            <a:endParaRPr lang="en-IN" sz="1400">
              <a:ea typeface="Calibri"/>
              <a:cs typeface="Calibri"/>
            </a:endParaRPr>
          </a:p>
        </p:txBody>
      </p:sp>
    </p:spTree>
    <p:extLst>
      <p:ext uri="{BB962C8B-B14F-4D97-AF65-F5344CB8AC3E}">
        <p14:creationId xmlns:p14="http://schemas.microsoft.com/office/powerpoint/2010/main" val="2717630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3500" b="1" kern="1200">
                <a:solidFill>
                  <a:schemeClr val="tx1"/>
                </a:solidFill>
                <a:latin typeface="+mj-lt"/>
                <a:ea typeface="+mj-ea"/>
                <a:cs typeface="+mj-cs"/>
              </a:rPr>
              <a:t>What is </a:t>
            </a:r>
            <a:r>
              <a:rPr lang="en-US" sz="3500" b="1">
                <a:solidFill>
                  <a:schemeClr val="tx1"/>
                </a:solidFill>
                <a:latin typeface="+mj-lt"/>
                <a:ea typeface="+mj-ea"/>
                <a:cs typeface="+mj-cs"/>
              </a:rPr>
              <a:t>Sequential Data</a:t>
            </a:r>
            <a:r>
              <a:rPr lang="en-US" sz="3500" b="1" kern="1200">
                <a:solidFill>
                  <a:schemeClr val="tx1"/>
                </a:solidFill>
                <a:latin typeface="+mj-lt"/>
                <a:ea typeface="+mj-ea"/>
                <a:cs typeface="+mj-cs"/>
              </a:rPr>
              <a:t>?</a:t>
            </a:r>
            <a:endParaRPr lang="en-US">
              <a:solidFill>
                <a:schemeClr val="tx1"/>
              </a:solidFill>
              <a:ea typeface="+mj-ea"/>
              <a:cs typeface="+mj-cs"/>
            </a:endParaRP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14</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extLst>
              <p:ext uri="{D42A27DB-BD31-4B8C-83A1-F6EECF244321}">
                <p14:modId xmlns:p14="http://schemas.microsoft.com/office/powerpoint/2010/main" val="3347093247"/>
              </p:ext>
            </p:extLst>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3828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334644"/>
            <a:ext cx="7882128" cy="107691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3500" b="1">
                <a:solidFill>
                  <a:schemeClr val="tx1"/>
                </a:solidFill>
                <a:latin typeface="+mj-lt"/>
                <a:ea typeface="+mj-ea"/>
                <a:cs typeface="+mj-cs"/>
              </a:rPr>
              <a:t>Some key aspects of Sequential Data in NLP:</a:t>
            </a:r>
            <a:endParaRPr lang="en-US">
              <a:solidFill>
                <a:schemeClr val="tx1"/>
              </a:solidFill>
              <a:ea typeface="+mj-ea"/>
              <a:cs typeface="+mj-cs"/>
            </a:endParaRPr>
          </a:p>
        </p:txBody>
      </p:sp>
      <p:sp>
        <p:nvSpPr>
          <p:cNvPr id="26" name="Rectangle 25">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079" y="0"/>
            <a:ext cx="7879842"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7" name="Rectangle 26">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0936" y="1512994"/>
            <a:ext cx="787984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15</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47002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334644"/>
            <a:ext cx="7882128" cy="107691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3500" b="1">
                <a:solidFill>
                  <a:schemeClr val="tx1"/>
                </a:solidFill>
                <a:latin typeface="+mj-lt"/>
                <a:ea typeface="+mj-ea"/>
                <a:cs typeface="+mj-cs"/>
              </a:rPr>
              <a:t>Some key aspects of Sequential Data in NLP:</a:t>
            </a:r>
            <a:endParaRPr lang="en-US">
              <a:solidFill>
                <a:schemeClr val="tx1"/>
              </a:solidFill>
              <a:ea typeface="+mj-ea"/>
              <a:cs typeface="+mj-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16</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582626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334644"/>
            <a:ext cx="7882128" cy="107691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3500" b="1" kern="1200">
                <a:solidFill>
                  <a:schemeClr val="tx1"/>
                </a:solidFill>
                <a:latin typeface="+mj-lt"/>
                <a:ea typeface="+mj-ea"/>
                <a:cs typeface="+mj-cs"/>
              </a:rPr>
              <a:t>What is </a:t>
            </a:r>
            <a:r>
              <a:rPr lang="en-US" sz="3500" b="1">
                <a:solidFill>
                  <a:schemeClr val="tx1"/>
                </a:solidFill>
                <a:latin typeface="+mj-lt"/>
                <a:ea typeface="+mj-ea"/>
                <a:cs typeface="+mj-cs"/>
              </a:rPr>
              <a:t>Sequence Models</a:t>
            </a:r>
            <a:r>
              <a:rPr lang="en-US" sz="3500" b="1" kern="1200">
                <a:solidFill>
                  <a:schemeClr val="tx1"/>
                </a:solidFill>
                <a:latin typeface="+mj-lt"/>
                <a:ea typeface="+mj-ea"/>
                <a:cs typeface="+mj-cs"/>
              </a:rPr>
              <a:t>?</a:t>
            </a:r>
            <a:endParaRPr lang="en-US">
              <a:solidFill>
                <a:schemeClr val="tx1"/>
              </a:solidFill>
              <a:ea typeface="+mj-ea"/>
              <a:cs typeface="+mj-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17</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extLst>
              <p:ext uri="{D42A27DB-BD31-4B8C-83A1-F6EECF244321}">
                <p14:modId xmlns:p14="http://schemas.microsoft.com/office/powerpoint/2010/main" val="3347093247"/>
              </p:ext>
            </p:extLst>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43173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334644"/>
            <a:ext cx="7882128" cy="107691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3500" b="1">
                <a:solidFill>
                  <a:schemeClr val="tx1"/>
                </a:solidFill>
                <a:latin typeface="+mj-lt"/>
                <a:ea typeface="+mj-ea"/>
                <a:cs typeface="+mj-cs"/>
              </a:rPr>
              <a:t>Applications of Sequence Models:</a:t>
            </a:r>
            <a:endParaRPr lang="en-US">
              <a:solidFill>
                <a:schemeClr val="tx1"/>
              </a:solidFill>
              <a:ea typeface="+mj-ea"/>
              <a:cs typeface="+mj-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18</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extLst>
              <p:ext uri="{D42A27DB-BD31-4B8C-83A1-F6EECF244321}">
                <p14:modId xmlns:p14="http://schemas.microsoft.com/office/powerpoint/2010/main" val="881134930"/>
              </p:ext>
            </p:extLst>
          </p:nvPr>
        </p:nvGraphicFramePr>
        <p:xfrm>
          <a:off x="583650" y="1719360"/>
          <a:ext cx="7879842" cy="4535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7651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334644"/>
            <a:ext cx="7882128" cy="107691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3500" b="1" kern="1200">
                <a:solidFill>
                  <a:schemeClr val="tx1"/>
                </a:solidFill>
                <a:latin typeface="+mj-lt"/>
                <a:ea typeface="+mj-ea"/>
                <a:cs typeface="+mj-cs"/>
              </a:rPr>
              <a:t>What is </a:t>
            </a:r>
            <a:r>
              <a:rPr lang="en-US" sz="3500" b="1">
                <a:solidFill>
                  <a:schemeClr val="tx1"/>
                </a:solidFill>
                <a:latin typeface="+mj-lt"/>
                <a:ea typeface="+mj-ea"/>
                <a:cs typeface="+mj-cs"/>
              </a:rPr>
              <a:t>RNN Sequence Model</a:t>
            </a:r>
            <a:r>
              <a:rPr lang="en-US" sz="3500" b="1" kern="1200">
                <a:solidFill>
                  <a:schemeClr val="tx1"/>
                </a:solidFill>
                <a:latin typeface="+mj-lt"/>
                <a:ea typeface="+mj-ea"/>
                <a:cs typeface="+mj-cs"/>
              </a:rPr>
              <a:t>?</a:t>
            </a:r>
            <a:endParaRPr lang="en-US">
              <a:solidFill>
                <a:schemeClr val="tx1"/>
              </a:solidFill>
              <a:ea typeface="+mj-ea"/>
              <a:cs typeface="+mj-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19</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extLst>
              <p:ext uri="{D42A27DB-BD31-4B8C-83A1-F6EECF244321}">
                <p14:modId xmlns:p14="http://schemas.microsoft.com/office/powerpoint/2010/main" val="3347093247"/>
              </p:ext>
            </p:extLst>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278116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defRPr/>
            </a:pPr>
            <a:r>
              <a:rPr lang="en-IN" sz="3200" b="1">
                <a:solidFill>
                  <a:schemeClr val="tx1"/>
                </a:solidFill>
                <a:latin typeface="+mj-lt"/>
                <a:ea typeface="Calibri"/>
                <a:cs typeface="Calibri"/>
              </a:rPr>
              <a:t>Some key aspects of RNN Sequence Model:</a:t>
            </a: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20</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770943"/>
            <a:ext cx="8823096" cy="4901020"/>
          </a:xfrm>
        </p:spPr>
        <p:txBody>
          <a:bodyPr vert="horz" lIns="91440" tIns="45720" rIns="91440" bIns="45720" rtlCol="0" anchor="t">
            <a:noAutofit/>
          </a:bodyPr>
          <a:lstStyle/>
          <a:p>
            <a:pPr>
              <a:lnSpc>
                <a:spcPct val="150000"/>
              </a:lnSpc>
              <a:buNone/>
            </a:pPr>
            <a:r>
              <a:rPr lang="en-IN" sz="1200" b="1">
                <a:solidFill>
                  <a:srgbClr val="343541"/>
                </a:solidFill>
                <a:latin typeface="system-ui"/>
                <a:cs typeface="Calibri"/>
              </a:rPr>
              <a:t>1. Concept:</a:t>
            </a:r>
            <a:r>
              <a:rPr lang="en-IN" sz="1200">
                <a:solidFill>
                  <a:srgbClr val="343541"/>
                </a:solidFill>
                <a:latin typeface="system-ui"/>
                <a:cs typeface="Calibri"/>
              </a:rPr>
              <a:t> RNNs are neural networks with an internal state that is updated with each new element in a sequence. This internal state serves as a form of memory, allowing the network to capture information from previous elements in the sequence.</a:t>
            </a:r>
            <a:endParaRPr lang="en-IN" sz="1200">
              <a:solidFill>
                <a:srgbClr val="343541"/>
              </a:solidFill>
              <a:latin typeface="system-ui"/>
              <a:ea typeface="Calibri"/>
              <a:cs typeface="Calibri"/>
            </a:endParaRPr>
          </a:p>
          <a:p>
            <a:pPr>
              <a:lnSpc>
                <a:spcPct val="150000"/>
              </a:lnSpc>
              <a:buNone/>
            </a:pPr>
            <a:endParaRPr lang="en-IN" sz="1200">
              <a:solidFill>
                <a:srgbClr val="343541"/>
              </a:solidFill>
              <a:latin typeface="system-ui"/>
              <a:ea typeface="Calibri"/>
              <a:cs typeface="Calibri"/>
            </a:endParaRPr>
          </a:p>
          <a:p>
            <a:pPr>
              <a:lnSpc>
                <a:spcPct val="150000"/>
              </a:lnSpc>
              <a:buNone/>
            </a:pPr>
            <a:r>
              <a:rPr lang="en-IN" sz="1200" b="1">
                <a:solidFill>
                  <a:srgbClr val="343541"/>
                </a:solidFill>
                <a:latin typeface="system-ui"/>
                <a:ea typeface="Calibri"/>
                <a:cs typeface="Calibri"/>
              </a:rPr>
              <a:t>2. Architecture:</a:t>
            </a:r>
          </a:p>
          <a:p>
            <a:pPr>
              <a:lnSpc>
                <a:spcPct val="150000"/>
              </a:lnSpc>
              <a:buNone/>
            </a:pPr>
            <a:r>
              <a:rPr lang="en-IN" sz="1200">
                <a:solidFill>
                  <a:srgbClr val="343541"/>
                </a:solidFill>
                <a:latin typeface="system-ui"/>
                <a:ea typeface="Calibri"/>
                <a:cs typeface="Calibri"/>
              </a:rPr>
              <a:t>   - At each time step, an RNN takes an input, processes it along with the hidden state from the previous time step, and produces an output and a new hidden state.</a:t>
            </a:r>
          </a:p>
          <a:p>
            <a:pPr>
              <a:lnSpc>
                <a:spcPct val="150000"/>
              </a:lnSpc>
              <a:buNone/>
            </a:pPr>
            <a:r>
              <a:rPr lang="en-IN" sz="1200">
                <a:solidFill>
                  <a:srgbClr val="343541"/>
                </a:solidFill>
                <a:latin typeface="system-ui"/>
                <a:ea typeface="Calibri"/>
                <a:cs typeface="Calibri"/>
              </a:rPr>
              <a:t>   - The output is often used for the task at hand (e.g., predicting the next word), and the hidden state retains information about the sequence seen so far.</a:t>
            </a:r>
          </a:p>
          <a:p>
            <a:pPr>
              <a:lnSpc>
                <a:spcPct val="150000"/>
              </a:lnSpc>
              <a:buNone/>
            </a:pPr>
            <a:r>
              <a:rPr lang="en-IN" sz="1200">
                <a:solidFill>
                  <a:srgbClr val="343541"/>
                </a:solidFill>
                <a:latin typeface="system-ui"/>
                <a:ea typeface="Calibri"/>
                <a:cs typeface="Calibri"/>
              </a:rPr>
              <a:t>   - The recurrence in RNNs allows them to maintain a sense of context and consider the entire sequence when making predictions.</a:t>
            </a:r>
          </a:p>
          <a:p>
            <a:pPr>
              <a:lnSpc>
                <a:spcPct val="150000"/>
              </a:lnSpc>
              <a:buNone/>
            </a:pPr>
            <a:endParaRPr lang="en-IN" sz="1200">
              <a:solidFill>
                <a:srgbClr val="343541"/>
              </a:solidFill>
              <a:latin typeface="system-ui"/>
              <a:ea typeface="Calibri"/>
              <a:cs typeface="Calibri"/>
            </a:endParaRPr>
          </a:p>
          <a:p>
            <a:pPr>
              <a:lnSpc>
                <a:spcPct val="150000"/>
              </a:lnSpc>
              <a:buNone/>
            </a:pPr>
            <a:r>
              <a:rPr lang="en-IN" sz="1200" b="1">
                <a:solidFill>
                  <a:srgbClr val="343541"/>
                </a:solidFill>
                <a:latin typeface="system-ui"/>
                <a:ea typeface="Calibri"/>
                <a:cs typeface="Calibri"/>
              </a:rPr>
              <a:t>3. Challenges:</a:t>
            </a:r>
            <a:endParaRPr lang="en-IN" b="1">
              <a:ea typeface="Calibri"/>
              <a:cs typeface="Calibri"/>
            </a:endParaRPr>
          </a:p>
          <a:p>
            <a:pPr>
              <a:lnSpc>
                <a:spcPct val="150000"/>
              </a:lnSpc>
              <a:buNone/>
            </a:pPr>
            <a:r>
              <a:rPr lang="en-IN" sz="1200">
                <a:solidFill>
                  <a:srgbClr val="343541"/>
                </a:solidFill>
                <a:latin typeface="system-ui"/>
                <a:ea typeface="Calibri"/>
                <a:cs typeface="Calibri"/>
              </a:rPr>
              <a:t>   </a:t>
            </a:r>
            <a:r>
              <a:rPr lang="en-IN" sz="1200" b="1">
                <a:solidFill>
                  <a:srgbClr val="343541"/>
                </a:solidFill>
                <a:latin typeface="system-ui"/>
                <a:ea typeface="Calibri"/>
                <a:cs typeface="Calibri"/>
              </a:rPr>
              <a:t>- Vanishing Gradient Problem:</a:t>
            </a:r>
            <a:r>
              <a:rPr lang="en-IN" sz="1200">
                <a:solidFill>
                  <a:srgbClr val="343541"/>
                </a:solidFill>
                <a:latin typeface="system-ui"/>
                <a:ea typeface="Calibri"/>
                <a:cs typeface="Calibri"/>
              </a:rPr>
              <a:t> RNNs can struggle with capturing long-term dependencies in sequences due to the vanishing gradient problem. Gradients become extremely small during backpropagation, hindering the model's ability to learn from distant elements.</a:t>
            </a:r>
          </a:p>
          <a:p>
            <a:pPr>
              <a:lnSpc>
                <a:spcPct val="150000"/>
              </a:lnSpc>
              <a:buNone/>
            </a:pPr>
            <a:r>
              <a:rPr lang="en-IN" sz="1200">
                <a:solidFill>
                  <a:srgbClr val="343541"/>
                </a:solidFill>
                <a:latin typeface="system-ui"/>
                <a:ea typeface="Calibri"/>
                <a:cs typeface="Calibri"/>
              </a:rPr>
              <a:t>   </a:t>
            </a:r>
            <a:r>
              <a:rPr lang="en-IN" sz="1200" b="1">
                <a:solidFill>
                  <a:srgbClr val="343541"/>
                </a:solidFill>
                <a:latin typeface="system-ui"/>
                <a:ea typeface="Calibri"/>
                <a:cs typeface="Calibri"/>
              </a:rPr>
              <a:t>- Exploding Gradient Problem:</a:t>
            </a:r>
            <a:r>
              <a:rPr lang="en-IN" sz="1200">
                <a:solidFill>
                  <a:srgbClr val="343541"/>
                </a:solidFill>
                <a:latin typeface="system-ui"/>
                <a:ea typeface="Calibri"/>
                <a:cs typeface="Calibri"/>
              </a:rPr>
              <a:t> Alternatively, gradients can explode in certain cases, leading to unstable training.</a:t>
            </a:r>
          </a:p>
          <a:p>
            <a:pPr>
              <a:buNone/>
            </a:pPr>
            <a:endParaRPr lang="en-IN" sz="1200" b="1">
              <a:solidFill>
                <a:srgbClr val="343541"/>
              </a:solidFill>
              <a:latin typeface="Calibri"/>
              <a:ea typeface="Calibri"/>
              <a:cs typeface="Calibri"/>
            </a:endParaRPr>
          </a:p>
        </p:txBody>
      </p:sp>
    </p:spTree>
    <p:extLst>
      <p:ext uri="{BB962C8B-B14F-4D97-AF65-F5344CB8AC3E}">
        <p14:creationId xmlns:p14="http://schemas.microsoft.com/office/powerpoint/2010/main" val="3898563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630936" y="256032"/>
            <a:ext cx="7879842" cy="101498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defRPr/>
            </a:pPr>
            <a:r>
              <a:rPr lang="en-IN" sz="3200" b="1">
                <a:solidFill>
                  <a:schemeClr val="tx1"/>
                </a:solidFill>
                <a:latin typeface="+mj-lt"/>
                <a:ea typeface="+mj-ea"/>
                <a:cs typeface="+mj-cs"/>
              </a:rPr>
              <a:t>Some key aspects of RNN Sequence Model:</a:t>
            </a:r>
            <a:endParaRPr lang="en-IN" sz="3200">
              <a:solidFill>
                <a:schemeClr val="tx1"/>
              </a:solidFill>
              <a:latin typeface="+mj-lt"/>
              <a:ea typeface="+mj-ea"/>
              <a:cs typeface="+mj-cs"/>
            </a:endParaRPr>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21</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770943"/>
            <a:ext cx="8823096" cy="4988105"/>
          </a:xfrm>
        </p:spPr>
        <p:txBody>
          <a:bodyPr vert="horz" lIns="91440" tIns="45720" rIns="91440" bIns="45720" rtlCol="0" anchor="t">
            <a:noAutofit/>
          </a:bodyPr>
          <a:lstStyle/>
          <a:p>
            <a:pPr>
              <a:buNone/>
            </a:pPr>
            <a:r>
              <a:rPr lang="en-IN" sz="1200" b="1">
                <a:solidFill>
                  <a:srgbClr val="343541"/>
                </a:solidFill>
                <a:latin typeface="system-ui"/>
                <a:cs typeface="Calibri"/>
              </a:rPr>
              <a:t>4. Variants:</a:t>
            </a:r>
            <a:endParaRPr lang="en-US" sz="1200" b="1">
              <a:solidFill>
                <a:srgbClr val="343541"/>
              </a:solidFill>
              <a:latin typeface="system-ui"/>
              <a:cs typeface="Calibri"/>
            </a:endParaRPr>
          </a:p>
          <a:p>
            <a:pPr>
              <a:buNone/>
            </a:pPr>
            <a:r>
              <a:rPr lang="en-IN" sz="1200">
                <a:solidFill>
                  <a:srgbClr val="343541"/>
                </a:solidFill>
                <a:latin typeface="system-ui"/>
                <a:cs typeface="Calibri"/>
              </a:rPr>
              <a:t>  </a:t>
            </a:r>
            <a:r>
              <a:rPr lang="en-IN" sz="1200" b="1">
                <a:solidFill>
                  <a:srgbClr val="343541"/>
                </a:solidFill>
                <a:latin typeface="system-ui"/>
                <a:cs typeface="Calibri"/>
              </a:rPr>
              <a:t> - Long Short-Term Memory (LSTM): </a:t>
            </a:r>
            <a:r>
              <a:rPr lang="en-IN" sz="1200">
                <a:solidFill>
                  <a:srgbClr val="343541"/>
                </a:solidFill>
                <a:latin typeface="system-ui"/>
                <a:cs typeface="Calibri"/>
              </a:rPr>
              <a:t>LSTMs are a variant of RNNs designed to address the vanishing gradient problem. They </a:t>
            </a:r>
            <a:r>
              <a:rPr lang="en-IN" sz="1200">
                <a:solidFill>
                  <a:srgbClr val="343541"/>
                </a:solidFill>
                <a:latin typeface="system-ui"/>
                <a:ea typeface="Calibri"/>
                <a:cs typeface="Calibri"/>
              </a:rPr>
              <a:t>incorporate memory cells </a:t>
            </a:r>
            <a:r>
              <a:rPr lang="en-IN" sz="1200">
                <a:solidFill>
                  <a:srgbClr val="343541"/>
                </a:solidFill>
                <a:latin typeface="system-ui"/>
                <a:cs typeface="Calibri"/>
              </a:rPr>
              <a:t>and </a:t>
            </a:r>
            <a:r>
              <a:rPr lang="en-IN" sz="1200">
                <a:solidFill>
                  <a:srgbClr val="343541"/>
                </a:solidFill>
                <a:latin typeface="system-ui"/>
                <a:ea typeface="Calibri"/>
                <a:cs typeface="Calibri"/>
              </a:rPr>
              <a:t>gating mechanisms to selectively retain or forget information</a:t>
            </a:r>
            <a:r>
              <a:rPr lang="en-IN" sz="1200">
                <a:solidFill>
                  <a:srgbClr val="343541"/>
                </a:solidFill>
                <a:latin typeface="system-ui"/>
                <a:cs typeface="Calibri"/>
              </a:rPr>
              <a:t>.</a:t>
            </a:r>
            <a:endParaRPr lang="en-US" sz="1200">
              <a:solidFill>
                <a:srgbClr val="343541"/>
              </a:solidFill>
              <a:latin typeface="system-ui"/>
              <a:cs typeface="Calibri"/>
            </a:endParaRPr>
          </a:p>
          <a:p>
            <a:pPr>
              <a:buNone/>
            </a:pPr>
            <a:r>
              <a:rPr lang="en-IN" sz="1200">
                <a:solidFill>
                  <a:srgbClr val="343541"/>
                </a:solidFill>
                <a:latin typeface="system-ui"/>
                <a:cs typeface="Calibri"/>
              </a:rPr>
              <a:t>   </a:t>
            </a:r>
            <a:r>
              <a:rPr lang="en-IN" sz="1200" b="1">
                <a:solidFill>
                  <a:srgbClr val="343541"/>
                </a:solidFill>
                <a:latin typeface="system-ui"/>
                <a:cs typeface="Calibri"/>
              </a:rPr>
              <a:t>- </a:t>
            </a:r>
            <a:r>
              <a:rPr lang="en-IN" sz="1200" b="1">
                <a:solidFill>
                  <a:srgbClr val="343541"/>
                </a:solidFill>
                <a:latin typeface="system-ui"/>
                <a:ea typeface="Calibri"/>
                <a:cs typeface="Calibri"/>
              </a:rPr>
              <a:t>Gated Recurrent Unit (GRU):</a:t>
            </a:r>
            <a:r>
              <a:rPr lang="en-IN" sz="1200">
                <a:solidFill>
                  <a:srgbClr val="343541"/>
                </a:solidFill>
                <a:latin typeface="system-ui"/>
                <a:ea typeface="Calibri"/>
                <a:cs typeface="Calibri"/>
              </a:rPr>
              <a:t> GRUs are another variant that simplifies </a:t>
            </a:r>
            <a:r>
              <a:rPr lang="en-IN" sz="1200">
                <a:solidFill>
                  <a:srgbClr val="343541"/>
                </a:solidFill>
                <a:latin typeface="system-ui"/>
                <a:cs typeface="Calibri"/>
              </a:rPr>
              <a:t>the </a:t>
            </a:r>
            <a:r>
              <a:rPr lang="en-IN" sz="1200">
                <a:solidFill>
                  <a:srgbClr val="343541"/>
                </a:solidFill>
                <a:latin typeface="system-ui"/>
                <a:ea typeface="Calibri"/>
                <a:cs typeface="Calibri"/>
              </a:rPr>
              <a:t>architecture compared </a:t>
            </a:r>
            <a:r>
              <a:rPr lang="en-IN" sz="1200">
                <a:solidFill>
                  <a:srgbClr val="343541"/>
                </a:solidFill>
                <a:latin typeface="system-ui"/>
                <a:cs typeface="Calibri"/>
              </a:rPr>
              <a:t>to </a:t>
            </a:r>
            <a:r>
              <a:rPr lang="en-IN" sz="1200">
                <a:solidFill>
                  <a:srgbClr val="343541"/>
                </a:solidFill>
                <a:latin typeface="system-ui"/>
                <a:ea typeface="Calibri"/>
                <a:cs typeface="Calibri"/>
              </a:rPr>
              <a:t>LSTMs while still addressing the vanishing gradient problem</a:t>
            </a:r>
            <a:r>
              <a:rPr lang="en-IN" sz="1200">
                <a:solidFill>
                  <a:srgbClr val="343541"/>
                </a:solidFill>
                <a:latin typeface="system-ui"/>
                <a:cs typeface="Calibri"/>
              </a:rPr>
              <a:t>.</a:t>
            </a:r>
            <a:endParaRPr lang="en-US" sz="1200">
              <a:solidFill>
                <a:srgbClr val="343541"/>
              </a:solidFill>
              <a:latin typeface="system-ui"/>
              <a:ea typeface="Calibri"/>
              <a:cs typeface="Calibri"/>
            </a:endParaRPr>
          </a:p>
          <a:p>
            <a:pPr>
              <a:buNone/>
            </a:pPr>
            <a:endParaRPr lang="en-IN" sz="1200">
              <a:solidFill>
                <a:srgbClr val="343541"/>
              </a:solidFill>
              <a:latin typeface="system-ui"/>
              <a:ea typeface="Calibri"/>
              <a:cs typeface="Calibri"/>
            </a:endParaRPr>
          </a:p>
          <a:p>
            <a:pPr>
              <a:buNone/>
            </a:pPr>
            <a:r>
              <a:rPr lang="en-IN" sz="1200" b="1">
                <a:solidFill>
                  <a:srgbClr val="343541"/>
                </a:solidFill>
                <a:latin typeface="system-ui"/>
                <a:ea typeface="Calibri"/>
                <a:cs typeface="Calibri"/>
              </a:rPr>
              <a:t>5. Applications in NLP:</a:t>
            </a:r>
            <a:endParaRPr lang="en-US" sz="1200" b="1">
              <a:solidFill>
                <a:srgbClr val="343541"/>
              </a:solidFill>
              <a:latin typeface="system-ui"/>
              <a:ea typeface="Calibri"/>
              <a:cs typeface="Calibri"/>
            </a:endParaRPr>
          </a:p>
          <a:p>
            <a:pPr>
              <a:buNone/>
            </a:pPr>
            <a:r>
              <a:rPr lang="en-IN" sz="1200">
                <a:solidFill>
                  <a:srgbClr val="343541"/>
                </a:solidFill>
                <a:latin typeface="system-ui"/>
                <a:ea typeface="Calibri"/>
                <a:cs typeface="Calibri"/>
              </a:rPr>
              <a:t>   </a:t>
            </a:r>
            <a:r>
              <a:rPr lang="en-IN" sz="1200" b="1">
                <a:solidFill>
                  <a:srgbClr val="343541"/>
                </a:solidFill>
                <a:latin typeface="system-ui"/>
                <a:ea typeface="Calibri"/>
                <a:cs typeface="Calibri"/>
              </a:rPr>
              <a:t>- Language </a:t>
            </a:r>
            <a:r>
              <a:rPr lang="en-IN" sz="1200" b="1" err="1">
                <a:solidFill>
                  <a:srgbClr val="343541"/>
                </a:solidFill>
                <a:latin typeface="system-ui"/>
                <a:ea typeface="Calibri"/>
                <a:cs typeface="Calibri"/>
              </a:rPr>
              <a:t>Modeling</a:t>
            </a:r>
            <a:r>
              <a:rPr lang="en-IN" sz="1200" b="1">
                <a:solidFill>
                  <a:srgbClr val="343541"/>
                </a:solidFill>
                <a:latin typeface="system-ui"/>
                <a:ea typeface="Calibri"/>
                <a:cs typeface="Calibri"/>
              </a:rPr>
              <a:t>: </a:t>
            </a:r>
            <a:r>
              <a:rPr lang="en-IN" sz="1200">
                <a:solidFill>
                  <a:srgbClr val="343541"/>
                </a:solidFill>
                <a:latin typeface="system-ui"/>
                <a:ea typeface="Calibri"/>
                <a:cs typeface="Calibri"/>
              </a:rPr>
              <a:t>Predicting the next word in a sentence.</a:t>
            </a:r>
            <a:endParaRPr lang="en-US" sz="1200">
              <a:solidFill>
                <a:srgbClr val="343541"/>
              </a:solidFill>
              <a:latin typeface="system-ui"/>
              <a:ea typeface="Calibri"/>
              <a:cs typeface="Calibri"/>
            </a:endParaRPr>
          </a:p>
          <a:p>
            <a:pPr>
              <a:buNone/>
            </a:pPr>
            <a:r>
              <a:rPr lang="en-IN" sz="1200">
                <a:solidFill>
                  <a:srgbClr val="343541"/>
                </a:solidFill>
                <a:latin typeface="system-ui"/>
                <a:ea typeface="Calibri"/>
                <a:cs typeface="Calibri"/>
              </a:rPr>
              <a:t>   </a:t>
            </a:r>
            <a:r>
              <a:rPr lang="en-IN" sz="1200" b="1">
                <a:solidFill>
                  <a:srgbClr val="343541"/>
                </a:solidFill>
                <a:latin typeface="system-ui"/>
                <a:ea typeface="Calibri"/>
                <a:cs typeface="Calibri"/>
              </a:rPr>
              <a:t>- Text Generation: </a:t>
            </a:r>
            <a:r>
              <a:rPr lang="en-IN" sz="1200">
                <a:solidFill>
                  <a:srgbClr val="343541"/>
                </a:solidFill>
                <a:latin typeface="system-ui"/>
                <a:ea typeface="Calibri"/>
                <a:cs typeface="Calibri"/>
              </a:rPr>
              <a:t>Generating coherent and contextually relevant text.</a:t>
            </a:r>
            <a:endParaRPr lang="en-US" sz="1200">
              <a:solidFill>
                <a:srgbClr val="343541"/>
              </a:solidFill>
              <a:latin typeface="system-ui"/>
              <a:ea typeface="Calibri"/>
              <a:cs typeface="Calibri"/>
            </a:endParaRPr>
          </a:p>
          <a:p>
            <a:pPr>
              <a:buNone/>
            </a:pPr>
            <a:r>
              <a:rPr lang="en-IN" sz="1200">
                <a:solidFill>
                  <a:srgbClr val="343541"/>
                </a:solidFill>
                <a:latin typeface="system-ui"/>
                <a:ea typeface="Calibri"/>
                <a:cs typeface="Calibri"/>
              </a:rPr>
              <a:t>   </a:t>
            </a:r>
            <a:r>
              <a:rPr lang="en-IN" sz="1200" b="1">
                <a:solidFill>
                  <a:srgbClr val="343541"/>
                </a:solidFill>
                <a:latin typeface="system-ui"/>
                <a:ea typeface="Calibri"/>
                <a:cs typeface="Calibri"/>
              </a:rPr>
              <a:t>- Machine Translation: </a:t>
            </a:r>
            <a:r>
              <a:rPr lang="en-IN" sz="1200">
                <a:solidFill>
                  <a:srgbClr val="343541"/>
                </a:solidFill>
                <a:latin typeface="system-ui"/>
                <a:ea typeface="Calibri"/>
                <a:cs typeface="Calibri"/>
              </a:rPr>
              <a:t>Translating text from one language to another.</a:t>
            </a:r>
            <a:endParaRPr lang="en-US" sz="1200">
              <a:solidFill>
                <a:srgbClr val="343541"/>
              </a:solidFill>
              <a:latin typeface="system-ui"/>
              <a:ea typeface="Calibri"/>
              <a:cs typeface="Calibri"/>
            </a:endParaRPr>
          </a:p>
          <a:p>
            <a:pPr>
              <a:buNone/>
            </a:pPr>
            <a:r>
              <a:rPr lang="en-IN" sz="1200">
                <a:solidFill>
                  <a:srgbClr val="343541"/>
                </a:solidFill>
                <a:latin typeface="system-ui"/>
                <a:ea typeface="Calibri"/>
                <a:cs typeface="Calibri"/>
              </a:rPr>
              <a:t>   </a:t>
            </a:r>
            <a:r>
              <a:rPr lang="en-IN" sz="1200" b="1">
                <a:solidFill>
                  <a:srgbClr val="343541"/>
                </a:solidFill>
                <a:latin typeface="system-ui"/>
                <a:ea typeface="Calibri"/>
                <a:cs typeface="Calibri"/>
              </a:rPr>
              <a:t>- Named Entity Recognition (NER): </a:t>
            </a:r>
            <a:r>
              <a:rPr lang="en-IN" sz="1200">
                <a:solidFill>
                  <a:srgbClr val="343541"/>
                </a:solidFill>
                <a:latin typeface="system-ui"/>
                <a:ea typeface="Calibri"/>
                <a:cs typeface="Calibri"/>
              </a:rPr>
              <a:t>Identifying entities (e.g., names, organizations) in a text.</a:t>
            </a:r>
            <a:endParaRPr lang="en-US" sz="1200">
              <a:solidFill>
                <a:srgbClr val="343541"/>
              </a:solidFill>
              <a:latin typeface="system-ui"/>
              <a:ea typeface="Calibri"/>
              <a:cs typeface="Calibri"/>
            </a:endParaRPr>
          </a:p>
          <a:p>
            <a:pPr>
              <a:buNone/>
            </a:pPr>
            <a:r>
              <a:rPr lang="en-IN" sz="1200">
                <a:solidFill>
                  <a:srgbClr val="343541"/>
                </a:solidFill>
                <a:latin typeface="system-ui"/>
                <a:ea typeface="Calibri"/>
                <a:cs typeface="Calibri"/>
              </a:rPr>
              <a:t>   </a:t>
            </a:r>
            <a:r>
              <a:rPr lang="en-IN" sz="1200" b="1">
                <a:solidFill>
                  <a:srgbClr val="343541"/>
                </a:solidFill>
                <a:latin typeface="system-ui"/>
                <a:ea typeface="Calibri"/>
                <a:cs typeface="Calibri"/>
              </a:rPr>
              <a:t>- Speech Recognition:</a:t>
            </a:r>
            <a:r>
              <a:rPr lang="en-IN" sz="1200">
                <a:solidFill>
                  <a:srgbClr val="343541"/>
                </a:solidFill>
                <a:latin typeface="system-ui"/>
                <a:ea typeface="Calibri"/>
                <a:cs typeface="Calibri"/>
              </a:rPr>
              <a:t> Converting spoken language into written text.</a:t>
            </a:r>
            <a:endParaRPr lang="en-US" sz="1200">
              <a:solidFill>
                <a:srgbClr val="343541"/>
              </a:solidFill>
              <a:latin typeface="system-ui"/>
              <a:ea typeface="Calibri"/>
              <a:cs typeface="Calibri"/>
            </a:endParaRPr>
          </a:p>
          <a:p>
            <a:pPr>
              <a:buNone/>
            </a:pPr>
            <a:endParaRPr lang="en-IN" sz="1200">
              <a:solidFill>
                <a:srgbClr val="343541"/>
              </a:solidFill>
              <a:latin typeface="system-ui"/>
              <a:ea typeface="Calibri"/>
              <a:cs typeface="Calibri"/>
            </a:endParaRPr>
          </a:p>
          <a:p>
            <a:pPr>
              <a:buNone/>
            </a:pPr>
            <a:r>
              <a:rPr lang="en-IN" sz="1200" b="1">
                <a:solidFill>
                  <a:srgbClr val="343541"/>
                </a:solidFill>
                <a:latin typeface="system-ui"/>
                <a:ea typeface="Calibri"/>
                <a:cs typeface="Calibri"/>
              </a:rPr>
              <a:t> 6. Bidirectional RNNs:</a:t>
            </a:r>
            <a:endParaRPr lang="en-US" sz="1200" b="1">
              <a:solidFill>
                <a:srgbClr val="343541"/>
              </a:solidFill>
              <a:latin typeface="system-ui"/>
              <a:ea typeface="Calibri"/>
              <a:cs typeface="Calibri"/>
            </a:endParaRPr>
          </a:p>
          <a:p>
            <a:pPr>
              <a:buNone/>
            </a:pPr>
            <a:r>
              <a:rPr lang="en-IN" sz="1200">
                <a:solidFill>
                  <a:srgbClr val="343541"/>
                </a:solidFill>
                <a:latin typeface="system-ui"/>
                <a:ea typeface="Calibri"/>
                <a:cs typeface="Calibri"/>
              </a:rPr>
              <a:t>   - Bidirectional RNNs process the sequence in both forward and backward directions. This helps capture information from both past and future contexts, enhancing the model's understanding of the sequence.</a:t>
            </a:r>
            <a:endParaRPr lang="en-US" sz="1200">
              <a:solidFill>
                <a:srgbClr val="343541"/>
              </a:solidFill>
              <a:latin typeface="system-ui"/>
              <a:ea typeface="Calibri"/>
              <a:cs typeface="Calibri"/>
            </a:endParaRPr>
          </a:p>
          <a:p>
            <a:pPr>
              <a:buNone/>
            </a:pPr>
            <a:endParaRPr lang="en-IN" sz="1200" b="1">
              <a:solidFill>
                <a:srgbClr val="343541"/>
              </a:solidFill>
              <a:latin typeface="system-ui"/>
              <a:ea typeface="Calibri"/>
              <a:cs typeface="Calibri"/>
            </a:endParaRPr>
          </a:p>
          <a:p>
            <a:pPr>
              <a:buNone/>
            </a:pPr>
            <a:r>
              <a:rPr lang="en-IN" sz="1200" b="1">
                <a:solidFill>
                  <a:srgbClr val="343541"/>
                </a:solidFill>
                <a:latin typeface="system-ui"/>
                <a:ea typeface="Calibri"/>
                <a:cs typeface="Calibri"/>
              </a:rPr>
              <a:t> 7. Limitations:</a:t>
            </a:r>
            <a:endParaRPr lang="en-US" sz="1200" b="1">
              <a:solidFill>
                <a:srgbClr val="343541"/>
              </a:solidFill>
              <a:latin typeface="system-ui"/>
              <a:ea typeface="Calibri"/>
              <a:cs typeface="Calibri"/>
            </a:endParaRPr>
          </a:p>
          <a:p>
            <a:pPr>
              <a:buNone/>
            </a:pPr>
            <a:r>
              <a:rPr lang="en-IN" sz="1200">
                <a:solidFill>
                  <a:srgbClr val="343541"/>
                </a:solidFill>
                <a:latin typeface="system-ui"/>
                <a:ea typeface="Calibri"/>
                <a:cs typeface="Calibri"/>
              </a:rPr>
              <a:t>   - RNNs have limitations in capturing long-range dependencies due to the sequential nature of their processing. More recent architectures like Transformers have addressed these limitations.</a:t>
            </a:r>
            <a:endParaRPr lang="en-US" sz="1200">
              <a:solidFill>
                <a:srgbClr val="343541"/>
              </a:solidFill>
              <a:latin typeface="system-ui"/>
              <a:ea typeface="Calibri"/>
              <a:cs typeface="Calibri"/>
            </a:endParaRPr>
          </a:p>
          <a:p>
            <a:pPr>
              <a:buNone/>
            </a:pPr>
            <a:endParaRPr lang="en-IN" sz="1200" b="1">
              <a:solidFill>
                <a:srgbClr val="343541"/>
              </a:solidFill>
              <a:latin typeface="Calibri"/>
              <a:ea typeface="Calibri"/>
              <a:cs typeface="Calibri"/>
            </a:endParaRPr>
          </a:p>
        </p:txBody>
      </p:sp>
    </p:spTree>
    <p:extLst>
      <p:ext uri="{BB962C8B-B14F-4D97-AF65-F5344CB8AC3E}">
        <p14:creationId xmlns:p14="http://schemas.microsoft.com/office/powerpoint/2010/main" val="33250959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334644"/>
            <a:ext cx="7882128" cy="107691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3500" b="1" kern="1200">
                <a:solidFill>
                  <a:schemeClr val="tx1"/>
                </a:solidFill>
                <a:latin typeface="+mj-lt"/>
                <a:ea typeface="+mj-ea"/>
                <a:cs typeface="+mj-cs"/>
              </a:rPr>
              <a:t>What is </a:t>
            </a:r>
            <a:r>
              <a:rPr lang="en-US" sz="3500" b="1">
                <a:solidFill>
                  <a:schemeClr val="tx1"/>
                </a:solidFill>
                <a:latin typeface="+mj-lt"/>
                <a:ea typeface="+mj-ea"/>
                <a:cs typeface="+mj-cs"/>
              </a:rPr>
              <a:t>LSTM Sequence Model</a:t>
            </a:r>
            <a:r>
              <a:rPr lang="en-US" sz="3500" b="1" kern="1200">
                <a:solidFill>
                  <a:schemeClr val="tx1"/>
                </a:solidFill>
                <a:latin typeface="+mj-lt"/>
                <a:ea typeface="+mj-ea"/>
                <a:cs typeface="+mj-cs"/>
              </a:rPr>
              <a:t>?</a:t>
            </a:r>
            <a:endParaRPr lang="en-US">
              <a:solidFill>
                <a:schemeClr val="tx1"/>
              </a:solidFill>
              <a:ea typeface="+mj-ea"/>
              <a:cs typeface="+mj-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22</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extLst>
              <p:ext uri="{D42A27DB-BD31-4B8C-83A1-F6EECF244321}">
                <p14:modId xmlns:p14="http://schemas.microsoft.com/office/powerpoint/2010/main" val="3347093247"/>
              </p:ext>
            </p:extLst>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843115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256032"/>
            <a:ext cx="7879842" cy="101498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defRPr/>
            </a:pPr>
            <a:r>
              <a:rPr lang="en-IN" sz="3200" b="1">
                <a:solidFill>
                  <a:schemeClr val="tx1"/>
                </a:solidFill>
                <a:latin typeface="+mj-lt"/>
                <a:ea typeface="+mj-ea"/>
                <a:cs typeface="+mj-cs"/>
              </a:rPr>
              <a:t>Some key aspects of LSTM Sequence Model:</a:t>
            </a:r>
            <a:endParaRPr lang="en-IN" sz="3200">
              <a:solidFill>
                <a:schemeClr val="tx1"/>
              </a:solidFill>
              <a:latin typeface="+mj-lt"/>
              <a:ea typeface="+mj-ea"/>
              <a:cs typeface="+mj-cs"/>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23</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770943"/>
            <a:ext cx="8823096" cy="4988105"/>
          </a:xfrm>
        </p:spPr>
        <p:txBody>
          <a:bodyPr vert="horz" lIns="91440" tIns="45720" rIns="91440" bIns="45720" rtlCol="0" anchor="t">
            <a:noAutofit/>
          </a:bodyPr>
          <a:lstStyle/>
          <a:p>
            <a:pPr>
              <a:buNone/>
            </a:pPr>
            <a:r>
              <a:rPr lang="en-IN" sz="1200" b="1">
                <a:solidFill>
                  <a:srgbClr val="343541"/>
                </a:solidFill>
                <a:latin typeface="system-ui"/>
                <a:ea typeface="Calibri"/>
                <a:cs typeface="Calibri"/>
              </a:rPr>
              <a:t>1</a:t>
            </a:r>
            <a:r>
              <a:rPr lang="en-IN" sz="1200" b="1">
                <a:solidFill>
                  <a:srgbClr val="343541"/>
                </a:solidFill>
                <a:latin typeface="system-ui"/>
                <a:cs typeface="Calibri"/>
              </a:rPr>
              <a:t>. </a:t>
            </a:r>
            <a:r>
              <a:rPr lang="en-IN" sz="1200" b="1">
                <a:solidFill>
                  <a:srgbClr val="343541"/>
                </a:solidFill>
                <a:latin typeface="system-ui"/>
                <a:ea typeface="Calibri"/>
                <a:cs typeface="Calibri"/>
              </a:rPr>
              <a:t>Concept:</a:t>
            </a:r>
            <a:endParaRPr lang="en-IN" sz="1200" b="1">
              <a:solidFill>
                <a:srgbClr val="343541"/>
              </a:solidFill>
              <a:latin typeface="system-ui"/>
              <a:cs typeface="Calibri"/>
            </a:endParaRPr>
          </a:p>
          <a:p>
            <a:pPr>
              <a:buNone/>
            </a:pPr>
            <a:r>
              <a:rPr lang="en-IN" sz="1200">
                <a:solidFill>
                  <a:srgbClr val="343541"/>
                </a:solidFill>
                <a:latin typeface="system-ui"/>
                <a:cs typeface="Calibri"/>
              </a:rPr>
              <a:t>   - LSTMs were introduced to overcome</a:t>
            </a:r>
            <a:r>
              <a:rPr lang="en-IN" sz="1200">
                <a:solidFill>
                  <a:srgbClr val="343541"/>
                </a:solidFill>
                <a:latin typeface="system-ui"/>
                <a:ea typeface="Calibri"/>
                <a:cs typeface="Calibri"/>
              </a:rPr>
              <a:t> the limitations </a:t>
            </a:r>
            <a:r>
              <a:rPr lang="en-IN" sz="1200">
                <a:solidFill>
                  <a:srgbClr val="343541"/>
                </a:solidFill>
                <a:latin typeface="system-ui"/>
                <a:cs typeface="Calibri"/>
              </a:rPr>
              <a:t>of </a:t>
            </a:r>
            <a:r>
              <a:rPr lang="en-IN" sz="1200">
                <a:solidFill>
                  <a:srgbClr val="343541"/>
                </a:solidFill>
                <a:latin typeface="system-ui"/>
                <a:ea typeface="Calibri"/>
                <a:cs typeface="Calibri"/>
              </a:rPr>
              <a:t>traditional </a:t>
            </a:r>
            <a:r>
              <a:rPr lang="en-IN" sz="1200">
                <a:solidFill>
                  <a:srgbClr val="343541"/>
                </a:solidFill>
                <a:latin typeface="system-ui"/>
                <a:cs typeface="Calibri"/>
              </a:rPr>
              <a:t>RNNs </a:t>
            </a:r>
            <a:r>
              <a:rPr lang="en-IN" sz="1200">
                <a:solidFill>
                  <a:srgbClr val="343541"/>
                </a:solidFill>
                <a:latin typeface="system-ui"/>
                <a:ea typeface="Calibri"/>
                <a:cs typeface="Calibri"/>
              </a:rPr>
              <a:t>in capturing long-term dependencies in sequences.</a:t>
            </a:r>
          </a:p>
          <a:p>
            <a:pPr>
              <a:buNone/>
            </a:pPr>
            <a:r>
              <a:rPr lang="en-IN" sz="1200">
                <a:solidFill>
                  <a:srgbClr val="343541"/>
                </a:solidFill>
                <a:latin typeface="system-ui"/>
                <a:ea typeface="Calibri"/>
                <a:cs typeface="Calibri"/>
              </a:rPr>
              <a:t>   - The key idea is </a:t>
            </a:r>
            <a:r>
              <a:rPr lang="en-IN" sz="1200">
                <a:solidFill>
                  <a:srgbClr val="343541"/>
                </a:solidFill>
                <a:latin typeface="system-ui"/>
                <a:cs typeface="Calibri"/>
              </a:rPr>
              <a:t>to </a:t>
            </a:r>
            <a:r>
              <a:rPr lang="en-IN" sz="1200">
                <a:solidFill>
                  <a:srgbClr val="343541"/>
                </a:solidFill>
                <a:latin typeface="system-ui"/>
                <a:ea typeface="Calibri"/>
                <a:cs typeface="Calibri"/>
              </a:rPr>
              <a:t>introduce memory cells </a:t>
            </a:r>
            <a:r>
              <a:rPr lang="en-IN" sz="1200">
                <a:solidFill>
                  <a:srgbClr val="343541"/>
                </a:solidFill>
                <a:latin typeface="system-ui"/>
                <a:cs typeface="Calibri"/>
              </a:rPr>
              <a:t>and </a:t>
            </a:r>
            <a:r>
              <a:rPr lang="en-IN" sz="1200">
                <a:solidFill>
                  <a:srgbClr val="343541"/>
                </a:solidFill>
                <a:latin typeface="system-ui"/>
                <a:ea typeface="Calibri"/>
                <a:cs typeface="Calibri"/>
              </a:rPr>
              <a:t>gating mechanisms that allow the network to selectively retain or forget information from previous time steps</a:t>
            </a:r>
            <a:r>
              <a:rPr lang="en-IN" sz="1200">
                <a:solidFill>
                  <a:srgbClr val="343541"/>
                </a:solidFill>
                <a:latin typeface="system-ui"/>
                <a:cs typeface="Calibri"/>
              </a:rPr>
              <a:t>.</a:t>
            </a:r>
          </a:p>
          <a:p>
            <a:pPr>
              <a:buNone/>
            </a:pPr>
            <a:endParaRPr lang="en-IN" sz="1200">
              <a:solidFill>
                <a:srgbClr val="343541"/>
              </a:solidFill>
              <a:latin typeface="system-ui"/>
              <a:ea typeface="Calibri"/>
              <a:cs typeface="Calibri"/>
            </a:endParaRPr>
          </a:p>
          <a:p>
            <a:pPr>
              <a:buNone/>
            </a:pPr>
            <a:r>
              <a:rPr lang="en-IN" sz="1200" b="1">
                <a:solidFill>
                  <a:srgbClr val="343541"/>
                </a:solidFill>
                <a:latin typeface="system-ui"/>
                <a:ea typeface="Calibri"/>
                <a:cs typeface="Calibri"/>
              </a:rPr>
              <a:t>2. Architecture:</a:t>
            </a:r>
          </a:p>
          <a:p>
            <a:pPr>
              <a:buNone/>
            </a:pPr>
            <a:r>
              <a:rPr lang="en-IN" sz="1200">
                <a:solidFill>
                  <a:srgbClr val="343541"/>
                </a:solidFill>
                <a:latin typeface="system-ui"/>
                <a:ea typeface="Calibri"/>
                <a:cs typeface="Calibri"/>
              </a:rPr>
              <a:t>   </a:t>
            </a:r>
            <a:r>
              <a:rPr lang="en-IN" sz="1200" b="1">
                <a:solidFill>
                  <a:srgbClr val="343541"/>
                </a:solidFill>
                <a:latin typeface="system-ui"/>
                <a:ea typeface="Calibri"/>
                <a:cs typeface="Calibri"/>
              </a:rPr>
              <a:t>- The LSTM cell consists of three main components:</a:t>
            </a:r>
          </a:p>
          <a:p>
            <a:pPr lvl="1">
              <a:buFont typeface="Wingdings" pitchFamily="34" charset="0"/>
              <a:buChar char="Ø"/>
            </a:pPr>
            <a:r>
              <a:rPr lang="en-IN" sz="1200" b="1">
                <a:solidFill>
                  <a:srgbClr val="343541"/>
                </a:solidFill>
                <a:latin typeface="system-ui"/>
                <a:ea typeface="Calibri"/>
                <a:cs typeface="Calibri"/>
              </a:rPr>
              <a:t>Cell State: </a:t>
            </a:r>
            <a:r>
              <a:rPr lang="en-IN" sz="1200">
                <a:solidFill>
                  <a:srgbClr val="343541"/>
                </a:solidFill>
                <a:latin typeface="system-ui"/>
                <a:ea typeface="Calibri"/>
                <a:cs typeface="Calibri"/>
              </a:rPr>
              <a:t>Represents the long-term memory of the cell.</a:t>
            </a:r>
            <a:endParaRPr lang="en-IN" sz="1200" b="1">
              <a:solidFill>
                <a:srgbClr val="343541"/>
              </a:solidFill>
              <a:latin typeface="system-ui"/>
              <a:ea typeface="Calibri"/>
              <a:cs typeface="Calibri"/>
            </a:endParaRPr>
          </a:p>
          <a:p>
            <a:pPr lvl="1">
              <a:buFont typeface="Wingdings" pitchFamily="34" charset="0"/>
              <a:buChar char="Ø"/>
            </a:pPr>
            <a:r>
              <a:rPr lang="en-IN" sz="1200" b="1">
                <a:solidFill>
                  <a:srgbClr val="343541"/>
                </a:solidFill>
                <a:latin typeface="system-ui"/>
                <a:ea typeface="Calibri"/>
                <a:cs typeface="Calibri"/>
              </a:rPr>
              <a:t>Hidden State:</a:t>
            </a:r>
            <a:r>
              <a:rPr lang="en-IN" sz="1200">
                <a:solidFill>
                  <a:srgbClr val="343541"/>
                </a:solidFill>
                <a:latin typeface="system-ui"/>
                <a:ea typeface="Calibri"/>
                <a:cs typeface="Calibri"/>
              </a:rPr>
              <a:t> Represents the short-term memory or output of the cell.</a:t>
            </a:r>
            <a:endParaRPr lang="en-IN" sz="800">
              <a:solidFill>
                <a:srgbClr val="000000"/>
              </a:solidFill>
              <a:latin typeface="Calibri"/>
              <a:ea typeface="Calibri"/>
              <a:cs typeface="Calibri"/>
            </a:endParaRPr>
          </a:p>
          <a:p>
            <a:pPr lvl="1">
              <a:buFont typeface="Wingdings" pitchFamily="34" charset="0"/>
              <a:buChar char="Ø"/>
            </a:pPr>
            <a:r>
              <a:rPr lang="en-IN" sz="1200" b="1">
                <a:solidFill>
                  <a:srgbClr val="343541"/>
                </a:solidFill>
                <a:latin typeface="system-ui"/>
                <a:ea typeface="Calibri"/>
                <a:cs typeface="Calibri"/>
              </a:rPr>
              <a:t>Gates: </a:t>
            </a:r>
            <a:r>
              <a:rPr lang="en-IN" sz="1200">
                <a:solidFill>
                  <a:srgbClr val="343541"/>
                </a:solidFill>
                <a:latin typeface="system-ui"/>
                <a:ea typeface="Calibri"/>
                <a:cs typeface="Calibri"/>
              </a:rPr>
              <a:t>Mechanisms that control the flow of information.</a:t>
            </a:r>
            <a:endParaRPr lang="en-IN" sz="800">
              <a:solidFill>
                <a:srgbClr val="000000"/>
              </a:solidFill>
              <a:latin typeface="Calibri"/>
              <a:ea typeface="Calibri"/>
              <a:cs typeface="Calibri"/>
            </a:endParaRPr>
          </a:p>
          <a:p>
            <a:pPr>
              <a:buNone/>
            </a:pPr>
            <a:endParaRPr lang="en-IN" sz="1200">
              <a:solidFill>
                <a:srgbClr val="343541"/>
              </a:solidFill>
              <a:latin typeface="system-ui"/>
              <a:ea typeface="Calibri"/>
              <a:cs typeface="Calibri"/>
            </a:endParaRPr>
          </a:p>
          <a:p>
            <a:pPr>
              <a:buNone/>
            </a:pPr>
            <a:r>
              <a:rPr lang="en-IN" sz="1200" b="1">
                <a:solidFill>
                  <a:srgbClr val="343541"/>
                </a:solidFill>
                <a:latin typeface="system-ui"/>
                <a:ea typeface="Calibri"/>
                <a:cs typeface="Calibri"/>
              </a:rPr>
              <a:t>3. Gating Mechanisms:</a:t>
            </a:r>
          </a:p>
          <a:p>
            <a:pPr>
              <a:buNone/>
            </a:pPr>
            <a:r>
              <a:rPr lang="en-IN" sz="1200">
                <a:solidFill>
                  <a:srgbClr val="343541"/>
                </a:solidFill>
                <a:latin typeface="system-ui"/>
                <a:ea typeface="Calibri"/>
                <a:cs typeface="Calibri"/>
              </a:rPr>
              <a:t>   </a:t>
            </a:r>
            <a:r>
              <a:rPr lang="en-IN" sz="1200" b="1">
                <a:solidFill>
                  <a:srgbClr val="343541"/>
                </a:solidFill>
                <a:latin typeface="system-ui"/>
                <a:ea typeface="Calibri"/>
                <a:cs typeface="Calibri"/>
              </a:rPr>
              <a:t>- Input Gate:</a:t>
            </a:r>
            <a:r>
              <a:rPr lang="en-IN" sz="1200">
                <a:solidFill>
                  <a:srgbClr val="343541"/>
                </a:solidFill>
                <a:latin typeface="system-ui"/>
                <a:ea typeface="Calibri"/>
                <a:cs typeface="Calibri"/>
              </a:rPr>
              <a:t> Controls the input information.</a:t>
            </a:r>
          </a:p>
          <a:p>
            <a:pPr>
              <a:buNone/>
            </a:pPr>
            <a:r>
              <a:rPr lang="en-IN" sz="1200">
                <a:solidFill>
                  <a:srgbClr val="343541"/>
                </a:solidFill>
                <a:latin typeface="system-ui"/>
                <a:ea typeface="Calibri"/>
                <a:cs typeface="Calibri"/>
              </a:rPr>
              <a:t> </a:t>
            </a:r>
            <a:r>
              <a:rPr lang="en-IN" sz="1200" b="1">
                <a:solidFill>
                  <a:srgbClr val="343541"/>
                </a:solidFill>
                <a:latin typeface="system-ui"/>
                <a:ea typeface="Calibri"/>
                <a:cs typeface="Calibri"/>
              </a:rPr>
              <a:t>  - Forget Gate:</a:t>
            </a:r>
            <a:r>
              <a:rPr lang="en-IN" sz="1200">
                <a:solidFill>
                  <a:srgbClr val="343541"/>
                </a:solidFill>
                <a:latin typeface="system-ui"/>
                <a:ea typeface="Calibri"/>
                <a:cs typeface="Calibri"/>
              </a:rPr>
              <a:t> Controls what information should be discarded from the cell state.</a:t>
            </a:r>
          </a:p>
          <a:p>
            <a:pPr>
              <a:buNone/>
            </a:pPr>
            <a:r>
              <a:rPr lang="en-IN" sz="1200">
                <a:solidFill>
                  <a:srgbClr val="343541"/>
                </a:solidFill>
                <a:latin typeface="system-ui"/>
                <a:ea typeface="Calibri"/>
                <a:cs typeface="Calibri"/>
              </a:rPr>
              <a:t>   </a:t>
            </a:r>
            <a:r>
              <a:rPr lang="en-IN" sz="1200" b="1">
                <a:solidFill>
                  <a:srgbClr val="343541"/>
                </a:solidFill>
                <a:latin typeface="system-ui"/>
                <a:ea typeface="Calibri"/>
                <a:cs typeface="Calibri"/>
              </a:rPr>
              <a:t>- Output Gate:</a:t>
            </a:r>
            <a:r>
              <a:rPr lang="en-IN" sz="1200">
                <a:solidFill>
                  <a:srgbClr val="343541"/>
                </a:solidFill>
                <a:latin typeface="system-ui"/>
                <a:ea typeface="Calibri"/>
                <a:cs typeface="Calibri"/>
              </a:rPr>
              <a:t> Controls the information to be output from the cell.</a:t>
            </a:r>
          </a:p>
          <a:p>
            <a:pPr>
              <a:buNone/>
            </a:pPr>
            <a:endParaRPr lang="en-IN" sz="1200">
              <a:solidFill>
                <a:srgbClr val="343541"/>
              </a:solidFill>
              <a:latin typeface="system-ui"/>
              <a:ea typeface="Calibri"/>
              <a:cs typeface="Calibri"/>
            </a:endParaRPr>
          </a:p>
          <a:p>
            <a:pPr>
              <a:buNone/>
            </a:pPr>
            <a:r>
              <a:rPr lang="en-IN" sz="1200" b="1">
                <a:solidFill>
                  <a:srgbClr val="343541"/>
                </a:solidFill>
                <a:latin typeface="system-ui"/>
                <a:ea typeface="Calibri"/>
                <a:cs typeface="Calibri"/>
              </a:rPr>
              <a:t>4. Advantages:</a:t>
            </a:r>
          </a:p>
          <a:p>
            <a:pPr>
              <a:buNone/>
            </a:pPr>
            <a:r>
              <a:rPr lang="en-IN" sz="1200">
                <a:solidFill>
                  <a:srgbClr val="343541"/>
                </a:solidFill>
                <a:latin typeface="system-ui"/>
                <a:ea typeface="Calibri"/>
                <a:cs typeface="Calibri"/>
              </a:rPr>
              <a:t>   </a:t>
            </a:r>
            <a:r>
              <a:rPr lang="en-IN" sz="1200" b="1">
                <a:solidFill>
                  <a:srgbClr val="343541"/>
                </a:solidFill>
                <a:latin typeface="system-ui"/>
                <a:ea typeface="Calibri"/>
                <a:cs typeface="Calibri"/>
              </a:rPr>
              <a:t>- Long-Term Dependencies:</a:t>
            </a:r>
            <a:r>
              <a:rPr lang="en-IN" sz="1200">
                <a:solidFill>
                  <a:srgbClr val="343541"/>
                </a:solidFill>
                <a:latin typeface="system-ui"/>
                <a:ea typeface="Calibri"/>
                <a:cs typeface="Calibri"/>
              </a:rPr>
              <a:t> LSTMs excel at capturing dependencies over long sequences.</a:t>
            </a:r>
          </a:p>
          <a:p>
            <a:pPr>
              <a:buNone/>
            </a:pPr>
            <a:r>
              <a:rPr lang="en-IN" sz="1200">
                <a:solidFill>
                  <a:srgbClr val="343541"/>
                </a:solidFill>
                <a:latin typeface="system-ui"/>
                <a:ea typeface="Calibri"/>
                <a:cs typeface="Calibri"/>
              </a:rPr>
              <a:t>   </a:t>
            </a:r>
            <a:r>
              <a:rPr lang="en-IN" sz="1200" b="1">
                <a:solidFill>
                  <a:srgbClr val="343541"/>
                </a:solidFill>
                <a:latin typeface="system-ui"/>
                <a:ea typeface="Calibri"/>
                <a:cs typeface="Calibri"/>
              </a:rPr>
              <a:t>- Reduced Vanishing Gradient Problem:</a:t>
            </a:r>
            <a:r>
              <a:rPr lang="en-IN" sz="1200">
                <a:solidFill>
                  <a:srgbClr val="343541"/>
                </a:solidFill>
                <a:latin typeface="system-ui"/>
                <a:ea typeface="Calibri"/>
                <a:cs typeface="Calibri"/>
              </a:rPr>
              <a:t> The gating mechanisms help mitigate the vanishing gradient problem, allowing the model to learn more effectively.</a:t>
            </a:r>
          </a:p>
          <a:p>
            <a:pPr>
              <a:buNone/>
            </a:pPr>
            <a:endParaRPr lang="en-IN" sz="1200">
              <a:solidFill>
                <a:srgbClr val="343541"/>
              </a:solidFill>
              <a:latin typeface="system-ui"/>
              <a:ea typeface="Calibri"/>
              <a:cs typeface="Calibri"/>
            </a:endParaRPr>
          </a:p>
          <a:p>
            <a:pPr>
              <a:buNone/>
            </a:pPr>
            <a:endParaRPr lang="en-IN" sz="1200">
              <a:solidFill>
                <a:srgbClr val="343541"/>
              </a:solidFill>
              <a:latin typeface="system-ui"/>
              <a:ea typeface="Calibri"/>
              <a:cs typeface="Calibri"/>
            </a:endParaRPr>
          </a:p>
          <a:p>
            <a:pPr>
              <a:buNone/>
            </a:pPr>
            <a:endParaRPr lang="en-IN" sz="1200" b="1">
              <a:solidFill>
                <a:srgbClr val="343541"/>
              </a:solidFill>
              <a:latin typeface="system-ui"/>
              <a:ea typeface="Calibri"/>
              <a:cs typeface="Calibri"/>
            </a:endParaRPr>
          </a:p>
        </p:txBody>
      </p:sp>
    </p:spTree>
    <p:extLst>
      <p:ext uri="{BB962C8B-B14F-4D97-AF65-F5344CB8AC3E}">
        <p14:creationId xmlns:p14="http://schemas.microsoft.com/office/powerpoint/2010/main" val="1127377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256032"/>
            <a:ext cx="7879842" cy="101498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defRPr/>
            </a:pPr>
            <a:r>
              <a:rPr lang="en-IN" sz="3200" b="1">
                <a:solidFill>
                  <a:schemeClr val="tx1"/>
                </a:solidFill>
                <a:latin typeface="+mj-lt"/>
                <a:ea typeface="+mj-ea"/>
                <a:cs typeface="+mj-cs"/>
              </a:rPr>
              <a:t>Some key aspects of LSTM Sequence Model:</a:t>
            </a:r>
            <a:endParaRPr lang="en-IN" sz="3200">
              <a:solidFill>
                <a:schemeClr val="tx1"/>
              </a:solidFill>
              <a:latin typeface="+mj-lt"/>
              <a:ea typeface="+mj-ea"/>
              <a:cs typeface="+mj-cs"/>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24</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770943"/>
            <a:ext cx="8823096" cy="4988105"/>
          </a:xfrm>
        </p:spPr>
        <p:txBody>
          <a:bodyPr vert="horz" lIns="91440" tIns="45720" rIns="91440" bIns="45720" rtlCol="0" anchor="t">
            <a:noAutofit/>
          </a:bodyPr>
          <a:lstStyle/>
          <a:p>
            <a:pPr>
              <a:lnSpc>
                <a:spcPct val="150000"/>
              </a:lnSpc>
              <a:buNone/>
            </a:pPr>
            <a:r>
              <a:rPr lang="en-IN" sz="1200" b="1">
                <a:solidFill>
                  <a:srgbClr val="343541"/>
                </a:solidFill>
                <a:latin typeface="system-ui"/>
                <a:cs typeface="Calibri"/>
              </a:rPr>
              <a:t>5. </a:t>
            </a:r>
            <a:r>
              <a:rPr lang="en-IN" sz="1200" b="1">
                <a:solidFill>
                  <a:srgbClr val="343541"/>
                </a:solidFill>
                <a:latin typeface="system-ui"/>
                <a:ea typeface="Calibri"/>
                <a:cs typeface="Calibri"/>
              </a:rPr>
              <a:t>Applications in NLP:</a:t>
            </a:r>
            <a:endParaRPr lang="en-IN" sz="1200" b="1">
              <a:solidFill>
                <a:srgbClr val="343541"/>
              </a:solidFill>
              <a:latin typeface="system-ui"/>
              <a:cs typeface="Calibri"/>
            </a:endParaRPr>
          </a:p>
          <a:p>
            <a:pPr>
              <a:lnSpc>
                <a:spcPct val="150000"/>
              </a:lnSpc>
              <a:buNone/>
            </a:pPr>
            <a:r>
              <a:rPr lang="en-IN" sz="1200">
                <a:solidFill>
                  <a:srgbClr val="343541"/>
                </a:solidFill>
                <a:latin typeface="system-ui"/>
                <a:cs typeface="Calibri"/>
              </a:rPr>
              <a:t>  </a:t>
            </a:r>
            <a:r>
              <a:rPr lang="en-IN" sz="1200" b="1">
                <a:solidFill>
                  <a:srgbClr val="343541"/>
                </a:solidFill>
                <a:latin typeface="system-ui"/>
                <a:cs typeface="Calibri"/>
              </a:rPr>
              <a:t> - </a:t>
            </a:r>
            <a:r>
              <a:rPr lang="en-IN" sz="1200" b="1">
                <a:solidFill>
                  <a:srgbClr val="343541"/>
                </a:solidFill>
                <a:latin typeface="system-ui"/>
                <a:ea typeface="Calibri"/>
                <a:cs typeface="Calibri"/>
              </a:rPr>
              <a:t>Language </a:t>
            </a:r>
            <a:r>
              <a:rPr lang="en-IN" sz="1200" b="1" err="1">
                <a:solidFill>
                  <a:srgbClr val="343541"/>
                </a:solidFill>
                <a:latin typeface="system-ui"/>
                <a:ea typeface="Calibri"/>
                <a:cs typeface="Calibri"/>
              </a:rPr>
              <a:t>Modeling</a:t>
            </a:r>
            <a:r>
              <a:rPr lang="en-IN" sz="1200" b="1">
                <a:solidFill>
                  <a:srgbClr val="343541"/>
                </a:solidFill>
                <a:latin typeface="system-ui"/>
                <a:ea typeface="Calibri"/>
                <a:cs typeface="Calibri"/>
              </a:rPr>
              <a:t>: </a:t>
            </a:r>
            <a:r>
              <a:rPr lang="en-IN" sz="1200">
                <a:solidFill>
                  <a:srgbClr val="343541"/>
                </a:solidFill>
                <a:latin typeface="system-ui"/>
                <a:ea typeface="Calibri"/>
                <a:cs typeface="Calibri"/>
              </a:rPr>
              <a:t>Predicting the next word in a sequence.</a:t>
            </a:r>
          </a:p>
          <a:p>
            <a:pPr>
              <a:lnSpc>
                <a:spcPct val="150000"/>
              </a:lnSpc>
              <a:buNone/>
            </a:pPr>
            <a:r>
              <a:rPr lang="en-IN" sz="1200">
                <a:solidFill>
                  <a:srgbClr val="343541"/>
                </a:solidFill>
                <a:latin typeface="system-ui"/>
                <a:ea typeface="Calibri"/>
                <a:cs typeface="Calibri"/>
              </a:rPr>
              <a:t>  </a:t>
            </a:r>
            <a:r>
              <a:rPr lang="en-IN" sz="1200" b="1">
                <a:solidFill>
                  <a:srgbClr val="343541"/>
                </a:solidFill>
                <a:latin typeface="system-ui"/>
                <a:ea typeface="Calibri"/>
                <a:cs typeface="Calibri"/>
              </a:rPr>
              <a:t> - Machine Translation: </a:t>
            </a:r>
            <a:r>
              <a:rPr lang="en-IN" sz="1200">
                <a:solidFill>
                  <a:srgbClr val="343541"/>
                </a:solidFill>
                <a:latin typeface="system-ui"/>
                <a:ea typeface="Calibri"/>
                <a:cs typeface="Calibri"/>
              </a:rPr>
              <a:t>Translating text from one language to another</a:t>
            </a:r>
            <a:r>
              <a:rPr lang="en-IN" sz="1200">
                <a:solidFill>
                  <a:srgbClr val="343541"/>
                </a:solidFill>
                <a:latin typeface="system-ui"/>
                <a:cs typeface="Calibri"/>
              </a:rPr>
              <a:t>.</a:t>
            </a:r>
          </a:p>
          <a:p>
            <a:pPr>
              <a:lnSpc>
                <a:spcPct val="150000"/>
              </a:lnSpc>
              <a:buNone/>
            </a:pPr>
            <a:r>
              <a:rPr lang="en-IN" sz="1200">
                <a:solidFill>
                  <a:srgbClr val="343541"/>
                </a:solidFill>
                <a:latin typeface="system-ui"/>
                <a:ea typeface="Calibri"/>
                <a:cs typeface="Calibri"/>
              </a:rPr>
              <a:t>   </a:t>
            </a:r>
            <a:r>
              <a:rPr lang="en-IN" sz="1200" b="1">
                <a:solidFill>
                  <a:srgbClr val="343541"/>
                </a:solidFill>
                <a:latin typeface="system-ui"/>
                <a:ea typeface="Calibri"/>
                <a:cs typeface="Calibri"/>
              </a:rPr>
              <a:t>- Text Generation:</a:t>
            </a:r>
            <a:r>
              <a:rPr lang="en-IN" sz="1200">
                <a:solidFill>
                  <a:srgbClr val="343541"/>
                </a:solidFill>
                <a:latin typeface="system-ui"/>
                <a:ea typeface="Calibri"/>
                <a:cs typeface="Calibri"/>
              </a:rPr>
              <a:t> Generating coherent and contextually relevant text.</a:t>
            </a:r>
          </a:p>
          <a:p>
            <a:pPr>
              <a:lnSpc>
                <a:spcPct val="150000"/>
              </a:lnSpc>
              <a:buNone/>
            </a:pPr>
            <a:r>
              <a:rPr lang="en-IN" sz="1200">
                <a:solidFill>
                  <a:srgbClr val="343541"/>
                </a:solidFill>
                <a:latin typeface="system-ui"/>
                <a:ea typeface="Calibri"/>
                <a:cs typeface="Calibri"/>
              </a:rPr>
              <a:t>  </a:t>
            </a:r>
            <a:r>
              <a:rPr lang="en-IN" sz="1200" b="1">
                <a:solidFill>
                  <a:srgbClr val="343541"/>
                </a:solidFill>
                <a:latin typeface="system-ui"/>
                <a:ea typeface="Calibri"/>
                <a:cs typeface="Calibri"/>
              </a:rPr>
              <a:t> - Sentiment Analysis:</a:t>
            </a:r>
            <a:r>
              <a:rPr lang="en-IN" sz="1200">
                <a:solidFill>
                  <a:srgbClr val="343541"/>
                </a:solidFill>
                <a:latin typeface="system-ui"/>
                <a:ea typeface="Calibri"/>
                <a:cs typeface="Calibri"/>
              </a:rPr>
              <a:t> </a:t>
            </a:r>
            <a:r>
              <a:rPr lang="en-IN" sz="1200" err="1">
                <a:solidFill>
                  <a:srgbClr val="343541"/>
                </a:solidFill>
                <a:latin typeface="system-ui"/>
                <a:ea typeface="Calibri"/>
                <a:cs typeface="Calibri"/>
              </a:rPr>
              <a:t>Analyzing</a:t>
            </a:r>
            <a:r>
              <a:rPr lang="en-IN" sz="1200">
                <a:solidFill>
                  <a:srgbClr val="343541"/>
                </a:solidFill>
                <a:latin typeface="system-ui"/>
                <a:ea typeface="Calibri"/>
                <a:cs typeface="Calibri"/>
              </a:rPr>
              <a:t> and determining the sentiment expressed in a piece of text.</a:t>
            </a:r>
          </a:p>
          <a:p>
            <a:pPr>
              <a:lnSpc>
                <a:spcPct val="150000"/>
              </a:lnSpc>
              <a:buNone/>
            </a:pPr>
            <a:r>
              <a:rPr lang="en-IN" sz="1200" b="1">
                <a:solidFill>
                  <a:srgbClr val="343541"/>
                </a:solidFill>
                <a:latin typeface="system-ui"/>
                <a:ea typeface="Calibri"/>
                <a:cs typeface="Calibri"/>
              </a:rPr>
              <a:t>   - Named Entity Recognition (NER):</a:t>
            </a:r>
            <a:r>
              <a:rPr lang="en-IN" sz="1200">
                <a:solidFill>
                  <a:srgbClr val="343541"/>
                </a:solidFill>
                <a:latin typeface="system-ui"/>
                <a:ea typeface="Calibri"/>
                <a:cs typeface="Calibri"/>
              </a:rPr>
              <a:t> Identifying and classifying entities (e.g., persons, organizations) in a text.</a:t>
            </a:r>
          </a:p>
          <a:p>
            <a:pPr>
              <a:lnSpc>
                <a:spcPct val="150000"/>
              </a:lnSpc>
              <a:buNone/>
            </a:pPr>
            <a:endParaRPr lang="en-IN" sz="1200">
              <a:solidFill>
                <a:srgbClr val="343541"/>
              </a:solidFill>
              <a:latin typeface="system-ui"/>
              <a:ea typeface="Calibri"/>
              <a:cs typeface="Calibri"/>
            </a:endParaRPr>
          </a:p>
          <a:p>
            <a:pPr>
              <a:lnSpc>
                <a:spcPct val="150000"/>
              </a:lnSpc>
              <a:buNone/>
            </a:pPr>
            <a:r>
              <a:rPr lang="en-IN" sz="1200" b="1">
                <a:solidFill>
                  <a:srgbClr val="343541"/>
                </a:solidFill>
                <a:latin typeface="system-ui"/>
                <a:ea typeface="Calibri"/>
                <a:cs typeface="Calibri"/>
              </a:rPr>
              <a:t>6. Variants:</a:t>
            </a:r>
          </a:p>
          <a:p>
            <a:pPr>
              <a:lnSpc>
                <a:spcPct val="150000"/>
              </a:lnSpc>
              <a:buNone/>
            </a:pPr>
            <a:r>
              <a:rPr lang="en-IN" sz="1200">
                <a:solidFill>
                  <a:srgbClr val="343541"/>
                </a:solidFill>
                <a:latin typeface="system-ui"/>
                <a:ea typeface="Calibri"/>
                <a:cs typeface="Calibri"/>
              </a:rPr>
              <a:t>   - Variants of LSTMs, such as peephole connections and coupled forget and input gates, have been proposed to further enhance their capabilities.</a:t>
            </a:r>
          </a:p>
          <a:p>
            <a:pPr>
              <a:lnSpc>
                <a:spcPct val="150000"/>
              </a:lnSpc>
              <a:buNone/>
            </a:pPr>
            <a:endParaRPr lang="en-IN" sz="1200">
              <a:solidFill>
                <a:srgbClr val="343541"/>
              </a:solidFill>
              <a:latin typeface="system-ui"/>
              <a:ea typeface="Calibri"/>
              <a:cs typeface="Calibri"/>
            </a:endParaRPr>
          </a:p>
          <a:p>
            <a:pPr>
              <a:lnSpc>
                <a:spcPct val="150000"/>
              </a:lnSpc>
              <a:buNone/>
            </a:pPr>
            <a:r>
              <a:rPr lang="en-IN" sz="1200" b="1">
                <a:solidFill>
                  <a:srgbClr val="343541"/>
                </a:solidFill>
                <a:latin typeface="system-ui"/>
                <a:ea typeface="Calibri"/>
                <a:cs typeface="Calibri"/>
              </a:rPr>
              <a:t>7. Limitations:</a:t>
            </a:r>
          </a:p>
          <a:p>
            <a:pPr>
              <a:lnSpc>
                <a:spcPct val="150000"/>
              </a:lnSpc>
              <a:buNone/>
            </a:pPr>
            <a:r>
              <a:rPr lang="en-IN" sz="1200">
                <a:solidFill>
                  <a:srgbClr val="343541"/>
                </a:solidFill>
                <a:latin typeface="system-ui"/>
                <a:ea typeface="Calibri"/>
                <a:cs typeface="Calibri"/>
              </a:rPr>
              <a:t>   - While LSTMs are powerful, they may still face challenges in capturing certain types of dependencies in extremely long sequences.</a:t>
            </a:r>
          </a:p>
          <a:p>
            <a:pPr>
              <a:lnSpc>
                <a:spcPct val="150000"/>
              </a:lnSpc>
              <a:buNone/>
            </a:pPr>
            <a:r>
              <a:rPr lang="en-IN" sz="1200">
                <a:solidFill>
                  <a:srgbClr val="343541"/>
                </a:solidFill>
                <a:latin typeface="system-ui"/>
                <a:ea typeface="Calibri"/>
                <a:cs typeface="Calibri"/>
              </a:rPr>
              <a:t>   - Training large LSTM models can be computationally intensive.</a:t>
            </a:r>
            <a:endParaRPr lang="en-IN">
              <a:ea typeface="Calibri"/>
              <a:cs typeface="Calibri"/>
            </a:endParaRPr>
          </a:p>
          <a:p>
            <a:pPr>
              <a:lnSpc>
                <a:spcPct val="150000"/>
              </a:lnSpc>
              <a:buNone/>
            </a:pPr>
            <a:endParaRPr lang="en-IN" sz="1200">
              <a:solidFill>
                <a:srgbClr val="343541"/>
              </a:solidFill>
              <a:latin typeface="system-ui"/>
              <a:ea typeface="Calibri"/>
              <a:cs typeface="Calibri"/>
            </a:endParaRPr>
          </a:p>
        </p:txBody>
      </p:sp>
    </p:spTree>
    <p:extLst>
      <p:ext uri="{BB962C8B-B14F-4D97-AF65-F5344CB8AC3E}">
        <p14:creationId xmlns:p14="http://schemas.microsoft.com/office/powerpoint/2010/main" val="18523379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334644"/>
            <a:ext cx="7882128" cy="107691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3500" b="1" kern="1200">
                <a:solidFill>
                  <a:schemeClr val="tx1"/>
                </a:solidFill>
                <a:latin typeface="+mj-lt"/>
                <a:ea typeface="+mj-ea"/>
                <a:cs typeface="+mj-cs"/>
              </a:rPr>
              <a:t>What is </a:t>
            </a:r>
            <a:r>
              <a:rPr lang="en-US" sz="3500" b="1">
                <a:solidFill>
                  <a:schemeClr val="tx1"/>
                </a:solidFill>
                <a:latin typeface="+mj-lt"/>
                <a:ea typeface="+mj-ea"/>
                <a:cs typeface="+mj-cs"/>
              </a:rPr>
              <a:t>Attention Mechanism</a:t>
            </a:r>
            <a:r>
              <a:rPr lang="en-US" sz="3500" b="1" kern="1200">
                <a:solidFill>
                  <a:schemeClr val="tx1"/>
                </a:solidFill>
                <a:latin typeface="+mj-lt"/>
                <a:ea typeface="+mj-ea"/>
                <a:cs typeface="+mj-cs"/>
              </a:rPr>
              <a:t>?</a:t>
            </a:r>
            <a:endParaRPr lang="en-US">
              <a:solidFill>
                <a:schemeClr val="tx1"/>
              </a:solidFill>
              <a:ea typeface="+mj-ea"/>
              <a:cs typeface="+mj-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25</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extLst>
              <p:ext uri="{D42A27DB-BD31-4B8C-83A1-F6EECF244321}">
                <p14:modId xmlns:p14="http://schemas.microsoft.com/office/powerpoint/2010/main" val="3347093247"/>
              </p:ext>
            </p:extLst>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05676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334644"/>
            <a:ext cx="7882128" cy="107691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3500" b="1" kern="1200">
                <a:solidFill>
                  <a:schemeClr val="tx1"/>
                </a:solidFill>
                <a:latin typeface="+mj-lt"/>
                <a:ea typeface="+mj-ea"/>
                <a:cs typeface="+mj-cs"/>
              </a:rPr>
              <a:t>What is </a:t>
            </a:r>
            <a:r>
              <a:rPr lang="en-US" sz="3500" b="1">
                <a:solidFill>
                  <a:schemeClr val="tx1"/>
                </a:solidFill>
                <a:latin typeface="+mj-lt"/>
                <a:ea typeface="+mj-ea"/>
                <a:cs typeface="+mj-cs"/>
              </a:rPr>
              <a:t>Transformer</a:t>
            </a:r>
            <a:r>
              <a:rPr lang="en-US" sz="3500" b="1" kern="1200">
                <a:solidFill>
                  <a:schemeClr val="tx1"/>
                </a:solidFill>
                <a:latin typeface="+mj-lt"/>
                <a:ea typeface="+mj-ea"/>
                <a:cs typeface="+mj-cs"/>
              </a:rPr>
              <a:t>?</a:t>
            </a:r>
            <a:endParaRPr lang="en-US">
              <a:solidFill>
                <a:schemeClr val="tx1"/>
              </a:solidFill>
              <a:ea typeface="+mj-ea"/>
              <a:cs typeface="+mj-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26</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extLst>
              <p:ext uri="{D42A27DB-BD31-4B8C-83A1-F6EECF244321}">
                <p14:modId xmlns:p14="http://schemas.microsoft.com/office/powerpoint/2010/main" val="3347093247"/>
              </p:ext>
            </p:extLst>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662493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334644"/>
            <a:ext cx="7882128" cy="107691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3500" b="1">
                <a:solidFill>
                  <a:schemeClr val="tx1"/>
                </a:solidFill>
                <a:latin typeface="+mj-lt"/>
                <a:ea typeface="+mj-ea"/>
                <a:cs typeface="+mj-cs"/>
              </a:rPr>
              <a:t>Applications of</a:t>
            </a:r>
            <a:r>
              <a:rPr lang="en-US" sz="3500" b="1" kern="1200">
                <a:solidFill>
                  <a:schemeClr val="tx1"/>
                </a:solidFill>
                <a:latin typeface="+mj-lt"/>
                <a:ea typeface="+mj-ea"/>
                <a:cs typeface="+mj-cs"/>
              </a:rPr>
              <a:t> </a:t>
            </a:r>
            <a:r>
              <a:rPr lang="en-US" sz="3500" b="1">
                <a:solidFill>
                  <a:schemeClr val="tx1"/>
                </a:solidFill>
                <a:latin typeface="+mj-lt"/>
                <a:ea typeface="+mj-ea"/>
                <a:cs typeface="+mj-cs"/>
              </a:rPr>
              <a:t>Transformer:</a:t>
            </a:r>
            <a:endParaRPr lang="en-US">
              <a:solidFill>
                <a:schemeClr val="tx1"/>
              </a:solidFill>
              <a:ea typeface="+mj-ea"/>
              <a:cs typeface="+mj-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27</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extLst>
              <p:ext uri="{D42A27DB-BD31-4B8C-83A1-F6EECF244321}">
                <p14:modId xmlns:p14="http://schemas.microsoft.com/office/powerpoint/2010/main" val="3347093247"/>
              </p:ext>
            </p:extLst>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848500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334644"/>
            <a:ext cx="7882128" cy="107691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3500" b="1" kern="1200">
                <a:solidFill>
                  <a:schemeClr val="tx1"/>
                </a:solidFill>
                <a:latin typeface="+mj-lt"/>
                <a:ea typeface="+mj-ea"/>
                <a:cs typeface="+mj-cs"/>
              </a:rPr>
              <a:t>What is </a:t>
            </a:r>
            <a:r>
              <a:rPr lang="en-US" sz="3500" b="1">
                <a:solidFill>
                  <a:schemeClr val="tx1"/>
                </a:solidFill>
                <a:latin typeface="+mj-lt"/>
                <a:ea typeface="+mj-ea"/>
                <a:cs typeface="+mj-cs"/>
              </a:rPr>
              <a:t>Transformer-based Models</a:t>
            </a:r>
            <a:r>
              <a:rPr lang="en-US" sz="3500" b="1" kern="1200">
                <a:solidFill>
                  <a:schemeClr val="tx1"/>
                </a:solidFill>
                <a:latin typeface="+mj-lt"/>
                <a:ea typeface="+mj-ea"/>
                <a:cs typeface="+mj-cs"/>
              </a:rPr>
              <a:t>?</a:t>
            </a:r>
            <a:endParaRPr lang="en-US">
              <a:solidFill>
                <a:schemeClr val="tx1"/>
              </a:solidFill>
              <a:ea typeface="+mj-ea"/>
              <a:cs typeface="+mj-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28</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extLst>
              <p:ext uri="{D42A27DB-BD31-4B8C-83A1-F6EECF244321}">
                <p14:modId xmlns:p14="http://schemas.microsoft.com/office/powerpoint/2010/main" val="3347093247"/>
              </p:ext>
            </p:extLst>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822422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334644"/>
            <a:ext cx="7882128" cy="107691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3500" b="1">
                <a:solidFill>
                  <a:schemeClr val="tx1"/>
                </a:solidFill>
                <a:latin typeface="+mj-lt"/>
                <a:ea typeface="+mj-ea"/>
                <a:cs typeface="+mj-cs"/>
              </a:rPr>
              <a:t>Key</a:t>
            </a:r>
            <a:r>
              <a:rPr lang="en-US" sz="3500" b="1" kern="1200">
                <a:solidFill>
                  <a:schemeClr val="tx1"/>
                </a:solidFill>
                <a:latin typeface="+mj-lt"/>
                <a:ea typeface="+mj-ea"/>
                <a:cs typeface="+mj-cs"/>
              </a:rPr>
              <a:t> </a:t>
            </a:r>
            <a:r>
              <a:rPr lang="en-US" sz="3500" b="1">
                <a:solidFill>
                  <a:schemeClr val="tx1"/>
                </a:solidFill>
                <a:latin typeface="+mj-lt"/>
                <a:ea typeface="+mj-ea"/>
                <a:cs typeface="+mj-cs"/>
              </a:rPr>
              <a:t>Characteristics of Transformer-based Models:</a:t>
            </a:r>
            <a:endParaRPr lang="en-US">
              <a:solidFill>
                <a:schemeClr val="tx1"/>
              </a:solidFill>
              <a:ea typeface="+mj-ea"/>
              <a:cs typeface="+mj-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29</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extLst>
              <p:ext uri="{D42A27DB-BD31-4B8C-83A1-F6EECF244321}">
                <p14:modId xmlns:p14="http://schemas.microsoft.com/office/powerpoint/2010/main" val="3347093247"/>
              </p:ext>
            </p:extLst>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806622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256032"/>
            <a:ext cx="7879842" cy="101498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2500"/>
          </a:bodyPr>
          <a:lstStyle/>
          <a:p>
            <a:pPr algn="ctr">
              <a:defRPr/>
            </a:pPr>
            <a:r>
              <a:rPr lang="en-IN" sz="3500" b="1">
                <a:solidFill>
                  <a:schemeClr val="tx1"/>
                </a:solidFill>
                <a:latin typeface="+mj-lt"/>
                <a:ea typeface="+mj-ea"/>
                <a:cs typeface="+mj-cs"/>
              </a:rPr>
              <a:t>Applications of </a:t>
            </a:r>
            <a:r>
              <a:rPr lang="en-US" sz="3500" b="1">
                <a:solidFill>
                  <a:schemeClr val="tx1"/>
                </a:solidFill>
                <a:latin typeface="+mj-lt"/>
                <a:ea typeface="+mj-ea"/>
                <a:cs typeface="+mj-cs"/>
              </a:rPr>
              <a:t>Transformer-based Models</a:t>
            </a:r>
            <a:r>
              <a:rPr lang="en-IN" sz="3200" b="1">
                <a:solidFill>
                  <a:schemeClr val="tx1"/>
                </a:solidFill>
                <a:latin typeface="+mj-lt"/>
                <a:ea typeface="+mj-ea"/>
                <a:cs typeface="+mj-cs"/>
              </a:rPr>
              <a:t>:</a:t>
            </a:r>
            <a:endParaRPr lang="en-IN" sz="3200">
              <a:solidFill>
                <a:schemeClr val="tx1"/>
              </a:solidFill>
              <a:latin typeface="+mj-lt"/>
              <a:ea typeface="+mj-ea"/>
              <a:cs typeface="+mj-cs"/>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30</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770943"/>
            <a:ext cx="8823096" cy="4988105"/>
          </a:xfrm>
        </p:spPr>
        <p:txBody>
          <a:bodyPr vert="horz" lIns="91440" tIns="45720" rIns="91440" bIns="45720" rtlCol="0" anchor="t">
            <a:noAutofit/>
          </a:bodyPr>
          <a:lstStyle/>
          <a:p>
            <a:pPr>
              <a:buNone/>
            </a:pPr>
            <a:r>
              <a:rPr lang="en-IN" sz="1200" b="1">
                <a:solidFill>
                  <a:srgbClr val="343541"/>
                </a:solidFill>
                <a:latin typeface="system-ui"/>
                <a:cs typeface="Calibri"/>
              </a:rPr>
              <a:t>1. BERT (Bidirectional Encoder Representations from Transformers):</a:t>
            </a:r>
          </a:p>
          <a:p>
            <a:pPr>
              <a:buNone/>
            </a:pPr>
            <a:r>
              <a:rPr lang="en-IN" sz="1200">
                <a:solidFill>
                  <a:srgbClr val="343541"/>
                </a:solidFill>
                <a:latin typeface="system-ui"/>
                <a:cs typeface="Calibri"/>
              </a:rPr>
              <a:t>   - BERT is a pre-trained transformer model that learns contextualized representations of words by considering both left and right context </a:t>
            </a:r>
            <a:r>
              <a:rPr lang="en-IN" sz="1200">
                <a:solidFill>
                  <a:srgbClr val="343541"/>
                </a:solidFill>
                <a:latin typeface="system-ui"/>
                <a:ea typeface="Calibri"/>
                <a:cs typeface="Calibri"/>
              </a:rPr>
              <a:t>in a bidirectional manner.</a:t>
            </a:r>
            <a:endParaRPr lang="en-IN" sz="1200">
              <a:solidFill>
                <a:srgbClr val="343541"/>
              </a:solidFill>
              <a:latin typeface="system-ui"/>
              <a:cs typeface="Calibri"/>
            </a:endParaRPr>
          </a:p>
          <a:p>
            <a:pPr>
              <a:buNone/>
            </a:pPr>
            <a:r>
              <a:rPr lang="en-IN" sz="1200">
                <a:solidFill>
                  <a:srgbClr val="343541"/>
                </a:solidFill>
                <a:latin typeface="system-ui"/>
                <a:cs typeface="Calibri"/>
              </a:rPr>
              <a:t>   - BERT has achieved state-of-the-art results </a:t>
            </a:r>
            <a:r>
              <a:rPr lang="en-IN" sz="1200">
                <a:solidFill>
                  <a:srgbClr val="343541"/>
                </a:solidFill>
                <a:latin typeface="system-ui"/>
                <a:ea typeface="Calibri"/>
                <a:cs typeface="Calibri"/>
              </a:rPr>
              <a:t>in a wide range of NLP tasks, including question answering, sentiment analysis, and named entity recognition.</a:t>
            </a:r>
          </a:p>
          <a:p>
            <a:pPr>
              <a:buNone/>
            </a:pPr>
            <a:endParaRPr lang="en-IN" sz="1200" b="1">
              <a:solidFill>
                <a:srgbClr val="343541"/>
              </a:solidFill>
              <a:latin typeface="system-ui"/>
              <a:ea typeface="Calibri"/>
              <a:cs typeface="Calibri"/>
            </a:endParaRPr>
          </a:p>
          <a:p>
            <a:pPr>
              <a:buNone/>
            </a:pPr>
            <a:r>
              <a:rPr lang="en-IN" sz="1200" b="1">
                <a:solidFill>
                  <a:srgbClr val="343541"/>
                </a:solidFill>
                <a:latin typeface="system-ui"/>
                <a:ea typeface="Calibri"/>
                <a:cs typeface="Calibri"/>
              </a:rPr>
              <a:t>2. GPT (Generative Pre-trained Transformer):</a:t>
            </a:r>
          </a:p>
          <a:p>
            <a:pPr>
              <a:buNone/>
            </a:pPr>
            <a:r>
              <a:rPr lang="en-IN" sz="1200">
                <a:solidFill>
                  <a:srgbClr val="343541"/>
                </a:solidFill>
                <a:latin typeface="system-ui"/>
                <a:ea typeface="Calibri"/>
                <a:cs typeface="Calibri"/>
              </a:rPr>
              <a:t>   - GPT is a series of transformer-based language models that use a unidirectional architecture for autoregressive language </a:t>
            </a:r>
            <a:r>
              <a:rPr lang="en-IN" sz="1200" err="1">
                <a:solidFill>
                  <a:srgbClr val="343541"/>
                </a:solidFill>
                <a:latin typeface="system-ui"/>
                <a:ea typeface="Calibri"/>
                <a:cs typeface="Calibri"/>
              </a:rPr>
              <a:t>modeling</a:t>
            </a:r>
            <a:r>
              <a:rPr lang="en-IN" sz="1200">
                <a:solidFill>
                  <a:srgbClr val="343541"/>
                </a:solidFill>
                <a:latin typeface="system-ui"/>
                <a:cs typeface="Calibri"/>
              </a:rPr>
              <a:t>.</a:t>
            </a:r>
          </a:p>
          <a:p>
            <a:pPr>
              <a:buNone/>
            </a:pPr>
            <a:r>
              <a:rPr lang="en-IN" sz="1200">
                <a:solidFill>
                  <a:srgbClr val="343541"/>
                </a:solidFill>
                <a:latin typeface="system-ui"/>
                <a:ea typeface="Calibri"/>
                <a:cs typeface="Calibri"/>
              </a:rPr>
              <a:t>   - GPT models are capable of generating coherent and contextually relevant text.</a:t>
            </a:r>
          </a:p>
          <a:p>
            <a:pPr>
              <a:buNone/>
            </a:pPr>
            <a:endParaRPr lang="en-IN" sz="1200" b="1">
              <a:solidFill>
                <a:srgbClr val="343541"/>
              </a:solidFill>
              <a:latin typeface="system-ui"/>
              <a:ea typeface="Calibri"/>
              <a:cs typeface="Calibri"/>
            </a:endParaRPr>
          </a:p>
          <a:p>
            <a:pPr>
              <a:buNone/>
            </a:pPr>
            <a:r>
              <a:rPr lang="en-IN" sz="1200" b="1">
                <a:solidFill>
                  <a:srgbClr val="343541"/>
                </a:solidFill>
                <a:latin typeface="system-ui"/>
                <a:ea typeface="Calibri"/>
                <a:cs typeface="Calibri"/>
              </a:rPr>
              <a:t>3. Transformer-based Machine Translation Models:</a:t>
            </a:r>
          </a:p>
          <a:p>
            <a:pPr>
              <a:buNone/>
            </a:pPr>
            <a:r>
              <a:rPr lang="en-IN" sz="1200">
                <a:solidFill>
                  <a:srgbClr val="343541"/>
                </a:solidFill>
                <a:latin typeface="system-ui"/>
                <a:ea typeface="Calibri"/>
                <a:cs typeface="Calibri"/>
              </a:rPr>
              <a:t>   - Transformers have significantly improved the quality of machine translation models by capturing long-range dependencies effectively.</a:t>
            </a:r>
          </a:p>
          <a:p>
            <a:pPr>
              <a:buNone/>
            </a:pPr>
            <a:endParaRPr lang="en-IN" sz="1200" b="1">
              <a:solidFill>
                <a:srgbClr val="343541"/>
              </a:solidFill>
              <a:latin typeface="system-ui"/>
              <a:ea typeface="Calibri"/>
              <a:cs typeface="Calibri"/>
            </a:endParaRPr>
          </a:p>
          <a:p>
            <a:pPr>
              <a:buNone/>
            </a:pPr>
            <a:r>
              <a:rPr lang="en-IN" sz="1200" b="1">
                <a:solidFill>
                  <a:srgbClr val="343541"/>
                </a:solidFill>
                <a:latin typeface="system-ui"/>
                <a:ea typeface="Calibri"/>
                <a:cs typeface="Calibri"/>
              </a:rPr>
              <a:t>4. </a:t>
            </a:r>
            <a:r>
              <a:rPr lang="en-IN" sz="1200" b="1" err="1">
                <a:solidFill>
                  <a:srgbClr val="343541"/>
                </a:solidFill>
                <a:latin typeface="system-ui"/>
                <a:ea typeface="Calibri"/>
                <a:cs typeface="Calibri"/>
              </a:rPr>
              <a:t>XLNet</a:t>
            </a:r>
            <a:r>
              <a:rPr lang="en-IN" sz="1200" b="1">
                <a:solidFill>
                  <a:srgbClr val="343541"/>
                </a:solidFill>
                <a:latin typeface="system-ui"/>
                <a:ea typeface="Calibri"/>
                <a:cs typeface="Calibri"/>
              </a:rPr>
              <a:t>:</a:t>
            </a:r>
          </a:p>
          <a:p>
            <a:pPr>
              <a:buNone/>
            </a:pPr>
            <a:r>
              <a:rPr lang="en-IN" sz="1200">
                <a:solidFill>
                  <a:srgbClr val="343541"/>
                </a:solidFill>
                <a:latin typeface="system-ui"/>
                <a:ea typeface="Calibri"/>
                <a:cs typeface="Calibri"/>
              </a:rPr>
              <a:t>   - </a:t>
            </a:r>
            <a:r>
              <a:rPr lang="en-IN" sz="1200" err="1">
                <a:solidFill>
                  <a:srgbClr val="343541"/>
                </a:solidFill>
                <a:latin typeface="system-ui"/>
                <a:ea typeface="Calibri"/>
                <a:cs typeface="Calibri"/>
              </a:rPr>
              <a:t>XLNet</a:t>
            </a:r>
            <a:r>
              <a:rPr lang="en-IN" sz="1200">
                <a:solidFill>
                  <a:srgbClr val="343541"/>
                </a:solidFill>
                <a:latin typeface="system-ui"/>
                <a:ea typeface="Calibri"/>
                <a:cs typeface="Calibri"/>
              </a:rPr>
              <a:t> is another transformer-based model that extends BERT by incorporating elements of autoregressive language </a:t>
            </a:r>
            <a:r>
              <a:rPr lang="en-IN" sz="1200" err="1">
                <a:solidFill>
                  <a:srgbClr val="343541"/>
                </a:solidFill>
                <a:latin typeface="system-ui"/>
                <a:ea typeface="Calibri"/>
                <a:cs typeface="Calibri"/>
              </a:rPr>
              <a:t>modeling</a:t>
            </a:r>
            <a:r>
              <a:rPr lang="en-IN" sz="1200">
                <a:solidFill>
                  <a:srgbClr val="343541"/>
                </a:solidFill>
                <a:latin typeface="system-ui"/>
                <a:ea typeface="Calibri"/>
                <a:cs typeface="Calibri"/>
              </a:rPr>
              <a:t> and permutation language </a:t>
            </a:r>
            <a:r>
              <a:rPr lang="en-IN" sz="1200" err="1">
                <a:solidFill>
                  <a:srgbClr val="343541"/>
                </a:solidFill>
                <a:latin typeface="system-ui"/>
                <a:ea typeface="Calibri"/>
                <a:cs typeface="Calibri"/>
              </a:rPr>
              <a:t>modeling</a:t>
            </a:r>
            <a:r>
              <a:rPr lang="en-IN" sz="1200">
                <a:solidFill>
                  <a:srgbClr val="343541"/>
                </a:solidFill>
                <a:latin typeface="system-ui"/>
                <a:ea typeface="Calibri"/>
                <a:cs typeface="Calibri"/>
              </a:rPr>
              <a:t>.</a:t>
            </a:r>
          </a:p>
          <a:p>
            <a:pPr>
              <a:buNone/>
            </a:pPr>
            <a:endParaRPr lang="en-IN" sz="1200" b="1">
              <a:solidFill>
                <a:srgbClr val="343541"/>
              </a:solidFill>
              <a:latin typeface="system-ui"/>
              <a:ea typeface="Calibri"/>
              <a:cs typeface="Calibri"/>
            </a:endParaRPr>
          </a:p>
          <a:p>
            <a:pPr>
              <a:buNone/>
            </a:pPr>
            <a:r>
              <a:rPr lang="en-IN" sz="1200" b="1">
                <a:solidFill>
                  <a:srgbClr val="343541"/>
                </a:solidFill>
                <a:latin typeface="system-ui"/>
                <a:ea typeface="Calibri"/>
                <a:cs typeface="Calibri"/>
              </a:rPr>
              <a:t>5. T5 (Text-To-Text Transfer Transformer):</a:t>
            </a:r>
          </a:p>
          <a:p>
            <a:pPr>
              <a:buNone/>
            </a:pPr>
            <a:r>
              <a:rPr lang="en-IN" sz="1200">
                <a:solidFill>
                  <a:srgbClr val="343541"/>
                </a:solidFill>
                <a:latin typeface="system-ui"/>
                <a:ea typeface="Calibri"/>
                <a:cs typeface="Calibri"/>
              </a:rPr>
              <a:t>   - T5 treats all NLP tasks as a text-to-text problem, unifying various tasks like translation, summarization, and question answering under a single framework.</a:t>
            </a:r>
          </a:p>
          <a:p>
            <a:pPr>
              <a:lnSpc>
                <a:spcPct val="150000"/>
              </a:lnSpc>
              <a:buNone/>
            </a:pPr>
            <a:endParaRPr lang="en-IN" sz="1200" b="1">
              <a:solidFill>
                <a:srgbClr val="343541"/>
              </a:solidFill>
              <a:latin typeface="system-ui"/>
              <a:ea typeface="Calibri"/>
              <a:cs typeface="Calibri"/>
            </a:endParaRPr>
          </a:p>
        </p:txBody>
      </p:sp>
    </p:spTree>
    <p:extLst>
      <p:ext uri="{BB962C8B-B14F-4D97-AF65-F5344CB8AC3E}">
        <p14:creationId xmlns:p14="http://schemas.microsoft.com/office/powerpoint/2010/main" val="29751289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256032"/>
            <a:ext cx="7879842" cy="101498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2500" lnSpcReduction="10000"/>
          </a:bodyPr>
          <a:lstStyle/>
          <a:p>
            <a:pPr algn="ctr">
              <a:defRPr/>
            </a:pPr>
            <a:r>
              <a:rPr lang="en-IN" sz="3500" b="1">
                <a:solidFill>
                  <a:schemeClr val="tx1"/>
                </a:solidFill>
                <a:latin typeface="+mj-lt"/>
                <a:ea typeface="+mj-ea"/>
                <a:cs typeface="+mj-cs"/>
              </a:rPr>
              <a:t>Benefits &amp; Limitations of </a:t>
            </a:r>
            <a:r>
              <a:rPr lang="en-US" sz="3500" b="1">
                <a:solidFill>
                  <a:schemeClr val="tx1"/>
                </a:solidFill>
                <a:latin typeface="+mj-lt"/>
                <a:ea typeface="+mj-ea"/>
                <a:cs typeface="+mj-cs"/>
              </a:rPr>
              <a:t>Transformer-based Models</a:t>
            </a:r>
            <a:r>
              <a:rPr lang="en-IN" sz="3200" b="1">
                <a:solidFill>
                  <a:schemeClr val="tx1"/>
                </a:solidFill>
                <a:latin typeface="+mj-lt"/>
                <a:ea typeface="+mj-ea"/>
                <a:cs typeface="+mj-cs"/>
              </a:rPr>
              <a:t>:</a:t>
            </a:r>
            <a:endParaRPr lang="en-IN" sz="3200">
              <a:solidFill>
                <a:schemeClr val="tx1"/>
              </a:solidFill>
              <a:latin typeface="+mj-lt"/>
              <a:ea typeface="+mj-ea"/>
              <a:cs typeface="+mj-cs"/>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31</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770943"/>
            <a:ext cx="8823096" cy="4988105"/>
          </a:xfrm>
        </p:spPr>
        <p:txBody>
          <a:bodyPr vert="horz" lIns="91440" tIns="45720" rIns="91440" bIns="45720" rtlCol="0" anchor="t">
            <a:noAutofit/>
          </a:bodyPr>
          <a:lstStyle/>
          <a:p>
            <a:pPr>
              <a:lnSpc>
                <a:spcPct val="200000"/>
              </a:lnSpc>
              <a:buNone/>
            </a:pPr>
            <a:r>
              <a:rPr lang="en-IN" sz="1600" b="1">
                <a:solidFill>
                  <a:srgbClr val="343541"/>
                </a:solidFill>
                <a:latin typeface="system-ui"/>
                <a:cs typeface="Calibri"/>
              </a:rPr>
              <a:t>Benefits</a:t>
            </a:r>
            <a:r>
              <a:rPr lang="en-IN" sz="1600" b="1">
                <a:solidFill>
                  <a:srgbClr val="343541"/>
                </a:solidFill>
                <a:latin typeface="system-ui"/>
                <a:ea typeface="Calibri"/>
                <a:cs typeface="Calibri"/>
              </a:rPr>
              <a:t>:</a:t>
            </a:r>
            <a:endParaRPr lang="en-US">
              <a:cs typeface="Calibri"/>
            </a:endParaRPr>
          </a:p>
          <a:p>
            <a:pPr>
              <a:lnSpc>
                <a:spcPct val="200000"/>
              </a:lnSpc>
              <a:buNone/>
            </a:pPr>
            <a:r>
              <a:rPr lang="en-IN" sz="1200" b="1">
                <a:solidFill>
                  <a:srgbClr val="343541"/>
                </a:solidFill>
                <a:latin typeface="system-ui"/>
                <a:ea typeface="Calibri"/>
                <a:cs typeface="Calibri"/>
              </a:rPr>
              <a:t>- Parallelization: </a:t>
            </a:r>
            <a:r>
              <a:rPr lang="en-IN" sz="1200">
                <a:solidFill>
                  <a:srgbClr val="343541"/>
                </a:solidFill>
                <a:latin typeface="system-ui"/>
                <a:ea typeface="Calibri"/>
                <a:cs typeface="Calibri"/>
              </a:rPr>
              <a:t>Transformers enable parallelization of training and inference, making them computationally efficient.</a:t>
            </a:r>
          </a:p>
          <a:p>
            <a:pPr>
              <a:lnSpc>
                <a:spcPct val="200000"/>
              </a:lnSpc>
              <a:buNone/>
            </a:pPr>
            <a:r>
              <a:rPr lang="en-IN" sz="1200" b="1">
                <a:solidFill>
                  <a:srgbClr val="343541"/>
                </a:solidFill>
                <a:latin typeface="system-ui"/>
                <a:ea typeface="Calibri"/>
                <a:cs typeface="Calibri"/>
              </a:rPr>
              <a:t>- Scalability: </a:t>
            </a:r>
            <a:r>
              <a:rPr lang="en-IN" sz="1200">
                <a:solidFill>
                  <a:srgbClr val="343541"/>
                </a:solidFill>
                <a:latin typeface="system-ui"/>
                <a:ea typeface="Calibri"/>
                <a:cs typeface="Calibri"/>
              </a:rPr>
              <a:t>The architecture scales well with larger datasets and model sizes.</a:t>
            </a:r>
          </a:p>
          <a:p>
            <a:pPr>
              <a:lnSpc>
                <a:spcPct val="200000"/>
              </a:lnSpc>
              <a:buNone/>
            </a:pPr>
            <a:r>
              <a:rPr lang="en-IN" sz="1200" b="1">
                <a:solidFill>
                  <a:srgbClr val="343541"/>
                </a:solidFill>
                <a:latin typeface="system-ui"/>
                <a:ea typeface="Calibri"/>
                <a:cs typeface="Calibri"/>
              </a:rPr>
              <a:t>- Transfer Learning: </a:t>
            </a:r>
            <a:r>
              <a:rPr lang="en-IN" sz="1200">
                <a:solidFill>
                  <a:srgbClr val="343541"/>
                </a:solidFill>
                <a:latin typeface="system-ui"/>
                <a:ea typeface="Calibri"/>
                <a:cs typeface="Calibri"/>
              </a:rPr>
              <a:t>Pre-training on large corpora allows transformer-based models to transfer knowledge effectively to downstream tasks.</a:t>
            </a:r>
          </a:p>
          <a:p>
            <a:pPr>
              <a:buNone/>
            </a:pPr>
            <a:endParaRPr lang="en-IN" sz="1200">
              <a:solidFill>
                <a:srgbClr val="343541"/>
              </a:solidFill>
              <a:latin typeface="system-ui"/>
              <a:ea typeface="Calibri"/>
              <a:cs typeface="Calibri"/>
            </a:endParaRPr>
          </a:p>
          <a:p>
            <a:pPr>
              <a:lnSpc>
                <a:spcPct val="200000"/>
              </a:lnSpc>
              <a:buNone/>
            </a:pPr>
            <a:r>
              <a:rPr lang="en-IN" sz="1600" b="1">
                <a:solidFill>
                  <a:srgbClr val="343541"/>
                </a:solidFill>
                <a:latin typeface="system-ui"/>
                <a:cs typeface="Calibri"/>
              </a:rPr>
              <a:t>Limitations:</a:t>
            </a:r>
          </a:p>
          <a:p>
            <a:pPr>
              <a:lnSpc>
                <a:spcPct val="200000"/>
              </a:lnSpc>
              <a:buNone/>
            </a:pPr>
            <a:r>
              <a:rPr lang="en-IN" sz="1200" b="1">
                <a:solidFill>
                  <a:srgbClr val="343541"/>
                </a:solidFill>
                <a:latin typeface="system-ui"/>
                <a:ea typeface="Calibri"/>
                <a:cs typeface="Calibri"/>
              </a:rPr>
              <a:t>- Computational Resources: </a:t>
            </a:r>
            <a:r>
              <a:rPr lang="en-IN" sz="1200">
                <a:solidFill>
                  <a:srgbClr val="343541"/>
                </a:solidFill>
                <a:latin typeface="system-ui"/>
                <a:ea typeface="Calibri"/>
                <a:cs typeface="Calibri"/>
              </a:rPr>
              <a:t>Training large transformer models can be computationally expensive.</a:t>
            </a:r>
          </a:p>
          <a:p>
            <a:pPr>
              <a:lnSpc>
                <a:spcPct val="200000"/>
              </a:lnSpc>
              <a:buNone/>
            </a:pPr>
            <a:r>
              <a:rPr lang="en-IN" sz="1200" b="1">
                <a:solidFill>
                  <a:srgbClr val="343541"/>
                </a:solidFill>
                <a:latin typeface="system-ui"/>
                <a:ea typeface="Calibri"/>
                <a:cs typeface="Calibri"/>
              </a:rPr>
              <a:t>- Attention Overhead:</a:t>
            </a:r>
            <a:r>
              <a:rPr lang="en-IN" sz="1200">
                <a:solidFill>
                  <a:srgbClr val="343541"/>
                </a:solidFill>
                <a:latin typeface="system-ui"/>
                <a:ea typeface="Calibri"/>
                <a:cs typeface="Calibri"/>
              </a:rPr>
              <a:t> The self-attention mechanism introduces quadratic complexity in terms of sequence length, which can be limiting for very long sequences.</a:t>
            </a:r>
          </a:p>
          <a:p>
            <a:pPr>
              <a:lnSpc>
                <a:spcPct val="200000"/>
              </a:lnSpc>
              <a:buNone/>
            </a:pPr>
            <a:endParaRPr lang="en-IN" sz="1200" b="1">
              <a:solidFill>
                <a:srgbClr val="343541"/>
              </a:solidFill>
              <a:latin typeface="system-ui"/>
              <a:ea typeface="Calibri"/>
              <a:cs typeface="Calibri"/>
            </a:endParaRPr>
          </a:p>
        </p:txBody>
      </p:sp>
    </p:spTree>
    <p:extLst>
      <p:ext uri="{BB962C8B-B14F-4D97-AF65-F5344CB8AC3E}">
        <p14:creationId xmlns:p14="http://schemas.microsoft.com/office/powerpoint/2010/main" val="25537404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334644"/>
            <a:ext cx="7882128" cy="107691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3500" b="1" dirty="0">
                <a:solidFill>
                  <a:schemeClr val="tx1"/>
                </a:solidFill>
                <a:latin typeface="+mj-lt"/>
                <a:ea typeface="+mj-ea"/>
                <a:cs typeface="+mj-cs"/>
              </a:rPr>
              <a:t>What is BERT Transformer-based Model?</a:t>
            </a:r>
            <a:endParaRPr lang="en-US" dirty="0">
              <a:solidFill>
                <a:schemeClr val="tx1"/>
              </a:solidFill>
              <a:ea typeface="+mj-ea"/>
              <a:cs typeface="+mj-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32</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extLst>
              <p:ext uri="{D42A27DB-BD31-4B8C-83A1-F6EECF244321}">
                <p14:modId xmlns:p14="http://schemas.microsoft.com/office/powerpoint/2010/main" val="3347093247"/>
              </p:ext>
            </p:extLst>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687032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256032"/>
            <a:ext cx="7879842" cy="101498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2500" lnSpcReduction="10000"/>
          </a:bodyPr>
          <a:lstStyle/>
          <a:p>
            <a:pPr algn="ctr">
              <a:defRPr/>
            </a:pPr>
            <a:r>
              <a:rPr lang="en-US" sz="3500" b="1">
                <a:solidFill>
                  <a:schemeClr val="tx1"/>
                </a:solidFill>
                <a:latin typeface="+mj-lt"/>
                <a:ea typeface="+mj-ea"/>
                <a:cs typeface="+mj-cs"/>
              </a:rPr>
              <a:t>Key Characteristics of BERT Transformer-based Model</a:t>
            </a:r>
            <a:r>
              <a:rPr lang="en-IN" sz="3200" b="1">
                <a:solidFill>
                  <a:schemeClr val="tx1"/>
                </a:solidFill>
                <a:latin typeface="+mj-lt"/>
                <a:ea typeface="+mj-ea"/>
                <a:cs typeface="+mj-cs"/>
              </a:rPr>
              <a:t>:</a:t>
            </a:r>
            <a:endParaRPr lang="en-IN" sz="3200">
              <a:solidFill>
                <a:schemeClr val="tx1"/>
              </a:solidFill>
              <a:latin typeface="+mj-lt"/>
              <a:ea typeface="+mj-ea"/>
              <a:cs typeface="+mj-cs"/>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33</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410943"/>
            <a:ext cx="8823096" cy="5348105"/>
          </a:xfrm>
        </p:spPr>
        <p:txBody>
          <a:bodyPr vert="horz" lIns="91440" tIns="45720" rIns="91440" bIns="45720" rtlCol="0" anchor="t">
            <a:noAutofit/>
          </a:bodyPr>
          <a:lstStyle/>
          <a:p>
            <a:pPr>
              <a:buNone/>
            </a:pPr>
            <a:endParaRPr lang="en-IN" sz="1200" b="1">
              <a:solidFill>
                <a:srgbClr val="343541"/>
              </a:solidFill>
              <a:latin typeface="system-ui"/>
              <a:cs typeface="Calibri"/>
            </a:endParaRPr>
          </a:p>
          <a:p>
            <a:pPr>
              <a:buNone/>
            </a:pPr>
            <a:r>
              <a:rPr lang="en-IN" sz="1200" b="1">
                <a:solidFill>
                  <a:srgbClr val="343541"/>
                </a:solidFill>
                <a:latin typeface="system-ui"/>
                <a:cs typeface="Calibri"/>
              </a:rPr>
              <a:t>1. Bidirectional Context </a:t>
            </a:r>
            <a:r>
              <a:rPr lang="en-IN" sz="1200" b="1" err="1">
                <a:solidFill>
                  <a:srgbClr val="343541"/>
                </a:solidFill>
                <a:latin typeface="system-ui"/>
                <a:cs typeface="Calibri"/>
              </a:rPr>
              <a:t>Modeling</a:t>
            </a:r>
            <a:r>
              <a:rPr lang="en-IN" sz="1200" b="1">
                <a:solidFill>
                  <a:srgbClr val="343541"/>
                </a:solidFill>
                <a:latin typeface="system-ui"/>
                <a:cs typeface="Calibri"/>
              </a:rPr>
              <a:t>:</a:t>
            </a:r>
            <a:endParaRPr lang="en-IN"/>
          </a:p>
          <a:p>
            <a:pPr>
              <a:buNone/>
            </a:pPr>
            <a:r>
              <a:rPr lang="en-IN" sz="1200">
                <a:solidFill>
                  <a:srgbClr val="343541"/>
                </a:solidFill>
                <a:latin typeface="system-ui"/>
                <a:cs typeface="Calibri"/>
              </a:rPr>
              <a:t>   - BERT introduces bidirectional context </a:t>
            </a:r>
            <a:r>
              <a:rPr lang="en-IN" sz="1200" err="1">
                <a:solidFill>
                  <a:srgbClr val="343541"/>
                </a:solidFill>
                <a:latin typeface="system-ui"/>
                <a:cs typeface="Calibri"/>
              </a:rPr>
              <a:t>modeling</a:t>
            </a:r>
            <a:r>
              <a:rPr lang="en-IN" sz="1200">
                <a:solidFill>
                  <a:srgbClr val="343541"/>
                </a:solidFill>
                <a:latin typeface="system-ui"/>
                <a:cs typeface="Calibri"/>
              </a:rPr>
              <a:t> by considering both left and right context for each word during pre-training.</a:t>
            </a:r>
          </a:p>
          <a:p>
            <a:pPr>
              <a:buNone/>
            </a:pPr>
            <a:r>
              <a:rPr lang="en-IN" sz="1200">
                <a:solidFill>
                  <a:srgbClr val="343541"/>
                </a:solidFill>
                <a:latin typeface="system-ui"/>
                <a:ea typeface="Calibri"/>
                <a:cs typeface="Calibri"/>
              </a:rPr>
              <a:t>   - Traditional models, such as LSTMs and GRUs, process text in a sequential manner, missing out on global context information.</a:t>
            </a:r>
          </a:p>
          <a:p>
            <a:pPr>
              <a:buNone/>
            </a:pPr>
            <a:r>
              <a:rPr lang="en-IN" sz="1200" b="1">
                <a:solidFill>
                  <a:srgbClr val="343541"/>
                </a:solidFill>
                <a:latin typeface="system-ui"/>
                <a:ea typeface="Calibri"/>
                <a:cs typeface="Calibri"/>
              </a:rPr>
              <a:t>2. Pre-training Objectives:</a:t>
            </a:r>
          </a:p>
          <a:p>
            <a:pPr>
              <a:buNone/>
            </a:pPr>
            <a:r>
              <a:rPr lang="en-IN" sz="1200">
                <a:solidFill>
                  <a:srgbClr val="343541"/>
                </a:solidFill>
                <a:latin typeface="system-ui"/>
                <a:ea typeface="Calibri"/>
                <a:cs typeface="Calibri"/>
              </a:rPr>
              <a:t>   </a:t>
            </a:r>
            <a:r>
              <a:rPr lang="en-IN" sz="1200" b="1">
                <a:solidFill>
                  <a:srgbClr val="343541"/>
                </a:solidFill>
                <a:latin typeface="system-ui"/>
                <a:ea typeface="Calibri"/>
                <a:cs typeface="Calibri"/>
              </a:rPr>
              <a:t>- BERT is pre-trained on massive amounts of </a:t>
            </a:r>
            <a:r>
              <a:rPr lang="en-IN" sz="1200" b="1" err="1">
                <a:solidFill>
                  <a:srgbClr val="343541"/>
                </a:solidFill>
                <a:latin typeface="system-ui"/>
                <a:ea typeface="Calibri"/>
                <a:cs typeface="Calibri"/>
              </a:rPr>
              <a:t>unlabeled</a:t>
            </a:r>
            <a:r>
              <a:rPr lang="en-IN" sz="1200" b="1">
                <a:solidFill>
                  <a:srgbClr val="343541"/>
                </a:solidFill>
                <a:latin typeface="system-ui"/>
                <a:ea typeface="Calibri"/>
                <a:cs typeface="Calibri"/>
              </a:rPr>
              <a:t> text using two unsupervised objectives:</a:t>
            </a:r>
          </a:p>
          <a:p>
            <a:pPr>
              <a:buNone/>
            </a:pPr>
            <a:r>
              <a:rPr lang="en-IN" sz="1200">
                <a:solidFill>
                  <a:srgbClr val="343541"/>
                </a:solidFill>
                <a:latin typeface="system-ui"/>
                <a:ea typeface="Calibri"/>
                <a:cs typeface="Calibri"/>
              </a:rPr>
              <a:t>     </a:t>
            </a:r>
            <a:r>
              <a:rPr lang="en-IN" sz="1200" b="1">
                <a:solidFill>
                  <a:srgbClr val="343541"/>
                </a:solidFill>
                <a:latin typeface="system-ui"/>
                <a:ea typeface="Calibri"/>
                <a:cs typeface="Calibri"/>
              </a:rPr>
              <a:t>a. Masked Language Model (MLM): </a:t>
            </a:r>
            <a:r>
              <a:rPr lang="en-IN" sz="1200">
                <a:solidFill>
                  <a:srgbClr val="343541"/>
                </a:solidFill>
                <a:latin typeface="system-ui"/>
                <a:ea typeface="Calibri"/>
                <a:cs typeface="Calibri"/>
              </a:rPr>
              <a:t>Randomly mask out words in the input sequence, and the model is trained to predict the masked words based on their context.</a:t>
            </a:r>
          </a:p>
          <a:p>
            <a:pPr>
              <a:buNone/>
            </a:pPr>
            <a:r>
              <a:rPr lang="en-IN" sz="1200">
                <a:solidFill>
                  <a:srgbClr val="343541"/>
                </a:solidFill>
                <a:latin typeface="system-ui"/>
                <a:ea typeface="Calibri"/>
                <a:cs typeface="Calibri"/>
              </a:rPr>
              <a:t>   </a:t>
            </a:r>
            <a:r>
              <a:rPr lang="en-IN" sz="1200" b="1">
                <a:solidFill>
                  <a:srgbClr val="343541"/>
                </a:solidFill>
                <a:latin typeface="system-ui"/>
                <a:ea typeface="Calibri"/>
                <a:cs typeface="Calibri"/>
              </a:rPr>
              <a:t>  b. Next Sentence Prediction (NSP):</a:t>
            </a:r>
            <a:r>
              <a:rPr lang="en-IN" sz="1200">
                <a:solidFill>
                  <a:srgbClr val="343541"/>
                </a:solidFill>
                <a:latin typeface="system-ui"/>
                <a:ea typeface="Calibri"/>
                <a:cs typeface="Calibri"/>
              </a:rPr>
              <a:t> Given two consecutive sentences, the model is trained to predict whether the second sentence follows the first.</a:t>
            </a:r>
          </a:p>
          <a:p>
            <a:pPr>
              <a:buNone/>
            </a:pPr>
            <a:r>
              <a:rPr lang="en-IN" sz="1200" b="1">
                <a:solidFill>
                  <a:srgbClr val="343541"/>
                </a:solidFill>
                <a:latin typeface="system-ui"/>
                <a:ea typeface="Calibri"/>
                <a:cs typeface="Calibri"/>
              </a:rPr>
              <a:t>3. Transformer Architecture:</a:t>
            </a:r>
          </a:p>
          <a:p>
            <a:pPr>
              <a:buNone/>
            </a:pPr>
            <a:r>
              <a:rPr lang="en-IN" sz="1200">
                <a:solidFill>
                  <a:srgbClr val="343541"/>
                </a:solidFill>
                <a:latin typeface="system-ui"/>
                <a:ea typeface="Calibri"/>
                <a:cs typeface="Calibri"/>
              </a:rPr>
              <a:t>   - BERT employs the transformer architecture, consisting of an encoder stack with self-attention mechanisms.</a:t>
            </a:r>
          </a:p>
          <a:p>
            <a:pPr>
              <a:buNone/>
            </a:pPr>
            <a:r>
              <a:rPr lang="en-IN" sz="1200">
                <a:solidFill>
                  <a:srgbClr val="343541"/>
                </a:solidFill>
                <a:latin typeface="system-ui"/>
                <a:ea typeface="Calibri"/>
                <a:cs typeface="Calibri"/>
              </a:rPr>
              <a:t>   - The self-attention mechanism allows the model to weigh different parts of the input sequence differently, capturing dependencies efficiently.</a:t>
            </a:r>
          </a:p>
          <a:p>
            <a:pPr>
              <a:buNone/>
            </a:pPr>
            <a:r>
              <a:rPr lang="en-IN" sz="1200" b="1">
                <a:solidFill>
                  <a:srgbClr val="343541"/>
                </a:solidFill>
                <a:latin typeface="system-ui"/>
                <a:ea typeface="Calibri"/>
                <a:cs typeface="Calibri"/>
              </a:rPr>
              <a:t>4. Pre-training and Fine-tuning:</a:t>
            </a:r>
          </a:p>
          <a:p>
            <a:pPr>
              <a:buNone/>
            </a:pPr>
            <a:r>
              <a:rPr lang="en-IN" sz="1200">
                <a:solidFill>
                  <a:srgbClr val="343541"/>
                </a:solidFill>
                <a:latin typeface="system-ui"/>
                <a:ea typeface="Calibri"/>
                <a:cs typeface="Calibri"/>
              </a:rPr>
              <a:t>   - BERT is pre-trained on large corpora, and the pre-trained model can be fine-tuned for specific downstream tasks such as text classification, named entity recognition, and question answering.</a:t>
            </a:r>
          </a:p>
          <a:p>
            <a:pPr>
              <a:buNone/>
            </a:pPr>
            <a:r>
              <a:rPr lang="en-IN" sz="1200" b="1">
                <a:solidFill>
                  <a:srgbClr val="343541"/>
                </a:solidFill>
                <a:latin typeface="system-ui"/>
                <a:cs typeface="Calibri"/>
              </a:rPr>
              <a:t>5. Contextualized Word Embeddings:</a:t>
            </a:r>
          </a:p>
          <a:p>
            <a:pPr>
              <a:buNone/>
            </a:pPr>
            <a:r>
              <a:rPr lang="en-IN" sz="1200">
                <a:solidFill>
                  <a:srgbClr val="343541"/>
                </a:solidFill>
                <a:latin typeface="system-ui"/>
                <a:ea typeface="Calibri"/>
                <a:cs typeface="Calibri"/>
              </a:rPr>
              <a:t>   - BERT generates contextualized word embeddings that capture the meaning of a word based on its surrounding context.</a:t>
            </a:r>
          </a:p>
          <a:p>
            <a:pPr>
              <a:buNone/>
            </a:pPr>
            <a:r>
              <a:rPr lang="en-IN" sz="1200">
                <a:solidFill>
                  <a:srgbClr val="343541"/>
                </a:solidFill>
                <a:latin typeface="system-ui"/>
                <a:ea typeface="Calibri"/>
                <a:cs typeface="Calibri"/>
              </a:rPr>
              <a:t>   - Contextual embeddings are crucial for capturing polysemy and resolving word ambiguity.</a:t>
            </a:r>
          </a:p>
          <a:p>
            <a:pPr>
              <a:buNone/>
            </a:pPr>
            <a:r>
              <a:rPr lang="en-IN" sz="1200" b="1">
                <a:solidFill>
                  <a:srgbClr val="343541"/>
                </a:solidFill>
                <a:latin typeface="system-ui"/>
                <a:ea typeface="Calibri"/>
                <a:cs typeface="Calibri"/>
              </a:rPr>
              <a:t>6. Attention Heads:</a:t>
            </a:r>
          </a:p>
          <a:p>
            <a:pPr>
              <a:buNone/>
            </a:pPr>
            <a:r>
              <a:rPr lang="en-IN" sz="1200">
                <a:solidFill>
                  <a:srgbClr val="343541"/>
                </a:solidFill>
                <a:latin typeface="system-ui"/>
                <a:ea typeface="Calibri"/>
                <a:cs typeface="Calibri"/>
              </a:rPr>
              <a:t>   - BERT employs a multi-head attention mechanism, allowing the model to attend to different parts of the input sequence simultaneously.</a:t>
            </a:r>
          </a:p>
          <a:p>
            <a:pPr>
              <a:buNone/>
            </a:pPr>
            <a:r>
              <a:rPr lang="en-IN" sz="1200">
                <a:solidFill>
                  <a:srgbClr val="343541"/>
                </a:solidFill>
                <a:latin typeface="system-ui"/>
                <a:ea typeface="Calibri"/>
                <a:cs typeface="Calibri"/>
              </a:rPr>
              <a:t>   - Multiple attention heads capture different patterns and relationships in the data.</a:t>
            </a:r>
            <a:endParaRPr lang="en-IN"/>
          </a:p>
          <a:p>
            <a:pPr>
              <a:lnSpc>
                <a:spcPct val="200000"/>
              </a:lnSpc>
              <a:buNone/>
            </a:pPr>
            <a:endParaRPr lang="en-IN" sz="1600" b="1">
              <a:solidFill>
                <a:srgbClr val="343541"/>
              </a:solidFill>
              <a:latin typeface="system-ui"/>
              <a:ea typeface="Calibri"/>
              <a:cs typeface="Calibri"/>
            </a:endParaRPr>
          </a:p>
        </p:txBody>
      </p:sp>
    </p:spTree>
    <p:extLst>
      <p:ext uri="{BB962C8B-B14F-4D97-AF65-F5344CB8AC3E}">
        <p14:creationId xmlns:p14="http://schemas.microsoft.com/office/powerpoint/2010/main" val="37980577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256032"/>
            <a:ext cx="7879842" cy="101498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2500" lnSpcReduction="10000"/>
          </a:bodyPr>
          <a:lstStyle/>
          <a:p>
            <a:pPr algn="ctr">
              <a:defRPr/>
            </a:pPr>
            <a:r>
              <a:rPr lang="en-US" sz="3500" b="1">
                <a:solidFill>
                  <a:schemeClr val="tx1"/>
                </a:solidFill>
                <a:latin typeface="+mj-lt"/>
                <a:ea typeface="+mj-ea"/>
                <a:cs typeface="+mj-cs"/>
              </a:rPr>
              <a:t>Applications of BERT Transformer-based Model</a:t>
            </a:r>
            <a:r>
              <a:rPr lang="en-IN" sz="3200" b="1">
                <a:solidFill>
                  <a:schemeClr val="tx1"/>
                </a:solidFill>
                <a:latin typeface="+mj-lt"/>
                <a:ea typeface="+mj-ea"/>
                <a:cs typeface="+mj-cs"/>
              </a:rPr>
              <a:t>:</a:t>
            </a:r>
            <a:endParaRPr lang="en-IN" sz="3200">
              <a:solidFill>
                <a:schemeClr val="tx1"/>
              </a:solidFill>
              <a:latin typeface="+mj-lt"/>
              <a:ea typeface="+mj-ea"/>
              <a:cs typeface="+mj-cs"/>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34</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410943"/>
            <a:ext cx="8823096" cy="5348105"/>
          </a:xfrm>
        </p:spPr>
        <p:txBody>
          <a:bodyPr vert="horz" lIns="91440" tIns="45720" rIns="91440" bIns="45720" rtlCol="0" anchor="t">
            <a:noAutofit/>
          </a:bodyPr>
          <a:lstStyle/>
          <a:p>
            <a:pPr>
              <a:lnSpc>
                <a:spcPct val="150000"/>
              </a:lnSpc>
              <a:buNone/>
            </a:pPr>
            <a:r>
              <a:rPr lang="en-IN" sz="1200" b="1">
                <a:solidFill>
                  <a:srgbClr val="343541"/>
                </a:solidFill>
                <a:latin typeface="system-ui"/>
                <a:cs typeface="Calibri"/>
              </a:rPr>
              <a:t>1. Text Classification:</a:t>
            </a:r>
            <a:endParaRPr lang="en-IN" sz="1200" b="1">
              <a:solidFill>
                <a:srgbClr val="343541"/>
              </a:solidFill>
              <a:latin typeface="system-ui"/>
            </a:endParaRPr>
          </a:p>
          <a:p>
            <a:pPr>
              <a:lnSpc>
                <a:spcPct val="150000"/>
              </a:lnSpc>
              <a:buNone/>
            </a:pPr>
            <a:r>
              <a:rPr lang="en-IN" sz="1200">
                <a:solidFill>
                  <a:srgbClr val="343541"/>
                </a:solidFill>
                <a:latin typeface="system-ui"/>
                <a:cs typeface="Calibri"/>
              </a:rPr>
              <a:t>   - BERT has been widely used for tasks </a:t>
            </a:r>
            <a:r>
              <a:rPr lang="en-IN" sz="1200">
                <a:solidFill>
                  <a:srgbClr val="343541"/>
                </a:solidFill>
                <a:latin typeface="system-ui"/>
                <a:ea typeface="Calibri"/>
                <a:cs typeface="Calibri"/>
              </a:rPr>
              <a:t>such as sentiment analysis, topic classification, and spam detection.</a:t>
            </a:r>
          </a:p>
          <a:p>
            <a:pPr>
              <a:lnSpc>
                <a:spcPct val="150000"/>
              </a:lnSpc>
              <a:buNone/>
            </a:pPr>
            <a:endParaRPr lang="en-IN" sz="1200">
              <a:solidFill>
                <a:srgbClr val="343541"/>
              </a:solidFill>
              <a:latin typeface="system-ui"/>
              <a:ea typeface="Calibri"/>
              <a:cs typeface="Calibri"/>
            </a:endParaRPr>
          </a:p>
          <a:p>
            <a:pPr>
              <a:lnSpc>
                <a:spcPct val="150000"/>
              </a:lnSpc>
              <a:buNone/>
            </a:pPr>
            <a:r>
              <a:rPr lang="en-IN" sz="1200" b="1">
                <a:solidFill>
                  <a:srgbClr val="343541"/>
                </a:solidFill>
                <a:latin typeface="system-ui"/>
                <a:ea typeface="Calibri"/>
                <a:cs typeface="Calibri"/>
              </a:rPr>
              <a:t>2. Named Entity Recognition (NER):</a:t>
            </a:r>
          </a:p>
          <a:p>
            <a:pPr>
              <a:lnSpc>
                <a:spcPct val="150000"/>
              </a:lnSpc>
              <a:buNone/>
            </a:pPr>
            <a:r>
              <a:rPr lang="en-IN" sz="1200">
                <a:solidFill>
                  <a:srgbClr val="343541"/>
                </a:solidFill>
                <a:latin typeface="system-ui"/>
                <a:ea typeface="Calibri"/>
                <a:cs typeface="Calibri"/>
              </a:rPr>
              <a:t>   - BERT excels at identifying and classifying entities (e.g., names, organizations) in a text.</a:t>
            </a:r>
          </a:p>
          <a:p>
            <a:pPr>
              <a:lnSpc>
                <a:spcPct val="150000"/>
              </a:lnSpc>
              <a:buNone/>
            </a:pPr>
            <a:endParaRPr lang="en-IN" sz="1200">
              <a:solidFill>
                <a:srgbClr val="343541"/>
              </a:solidFill>
              <a:latin typeface="system-ui"/>
              <a:ea typeface="Calibri"/>
              <a:cs typeface="Calibri"/>
            </a:endParaRPr>
          </a:p>
          <a:p>
            <a:pPr>
              <a:lnSpc>
                <a:spcPct val="150000"/>
              </a:lnSpc>
              <a:buNone/>
            </a:pPr>
            <a:r>
              <a:rPr lang="en-IN" sz="1200" b="1">
                <a:solidFill>
                  <a:srgbClr val="343541"/>
                </a:solidFill>
                <a:latin typeface="system-ui"/>
                <a:ea typeface="Calibri"/>
                <a:cs typeface="Calibri"/>
              </a:rPr>
              <a:t>3. Question Answering:</a:t>
            </a:r>
          </a:p>
          <a:p>
            <a:pPr>
              <a:lnSpc>
                <a:spcPct val="150000"/>
              </a:lnSpc>
              <a:buNone/>
            </a:pPr>
            <a:r>
              <a:rPr lang="en-IN" sz="1200">
                <a:solidFill>
                  <a:srgbClr val="343541"/>
                </a:solidFill>
                <a:latin typeface="system-ui"/>
                <a:ea typeface="Calibri"/>
                <a:cs typeface="Calibri"/>
              </a:rPr>
              <a:t>   - BERT-based models have achieved state-of-the-art results in question answering tasks, such as the Stanford Question Answering Dataset (</a:t>
            </a:r>
            <a:r>
              <a:rPr lang="en-IN" sz="1200" err="1">
                <a:solidFill>
                  <a:srgbClr val="343541"/>
                </a:solidFill>
                <a:latin typeface="system-ui"/>
                <a:ea typeface="Calibri"/>
                <a:cs typeface="Calibri"/>
              </a:rPr>
              <a:t>SQuAD</a:t>
            </a:r>
            <a:r>
              <a:rPr lang="en-IN" sz="1200">
                <a:solidFill>
                  <a:srgbClr val="343541"/>
                </a:solidFill>
                <a:latin typeface="system-ui"/>
                <a:ea typeface="Calibri"/>
                <a:cs typeface="Calibri"/>
              </a:rPr>
              <a:t>).</a:t>
            </a:r>
          </a:p>
          <a:p>
            <a:pPr>
              <a:lnSpc>
                <a:spcPct val="150000"/>
              </a:lnSpc>
              <a:buNone/>
            </a:pPr>
            <a:endParaRPr lang="en-IN" sz="1200" b="1">
              <a:solidFill>
                <a:srgbClr val="343541"/>
              </a:solidFill>
              <a:latin typeface="system-ui"/>
              <a:ea typeface="Calibri"/>
              <a:cs typeface="Calibri"/>
            </a:endParaRPr>
          </a:p>
          <a:p>
            <a:pPr>
              <a:lnSpc>
                <a:spcPct val="150000"/>
              </a:lnSpc>
              <a:buNone/>
            </a:pPr>
            <a:r>
              <a:rPr lang="en-IN" sz="1200" b="1">
                <a:solidFill>
                  <a:srgbClr val="343541"/>
                </a:solidFill>
                <a:latin typeface="system-ui"/>
                <a:ea typeface="Calibri"/>
                <a:cs typeface="Calibri"/>
              </a:rPr>
              <a:t>4. Semantic Similarity:</a:t>
            </a:r>
          </a:p>
          <a:p>
            <a:pPr>
              <a:lnSpc>
                <a:spcPct val="150000"/>
              </a:lnSpc>
              <a:buNone/>
            </a:pPr>
            <a:r>
              <a:rPr lang="en-IN" sz="1200">
                <a:solidFill>
                  <a:srgbClr val="343541"/>
                </a:solidFill>
                <a:latin typeface="system-ui"/>
                <a:ea typeface="Calibri"/>
                <a:cs typeface="Calibri"/>
              </a:rPr>
              <a:t>   - BERT embeddings can be used to measure semantic similarity between sentences or documents.</a:t>
            </a:r>
          </a:p>
          <a:p>
            <a:pPr>
              <a:lnSpc>
                <a:spcPct val="150000"/>
              </a:lnSpc>
              <a:buNone/>
            </a:pPr>
            <a:endParaRPr lang="en-IN" sz="1200">
              <a:solidFill>
                <a:srgbClr val="343541"/>
              </a:solidFill>
              <a:latin typeface="system-ui"/>
              <a:cs typeface="Calibri"/>
            </a:endParaRPr>
          </a:p>
          <a:p>
            <a:pPr>
              <a:lnSpc>
                <a:spcPct val="150000"/>
              </a:lnSpc>
              <a:buNone/>
            </a:pPr>
            <a:r>
              <a:rPr lang="en-IN" sz="1200" b="1">
                <a:solidFill>
                  <a:srgbClr val="343541"/>
                </a:solidFill>
                <a:latin typeface="system-ui"/>
                <a:cs typeface="Calibri"/>
              </a:rPr>
              <a:t>5. Language Understanding:</a:t>
            </a:r>
          </a:p>
          <a:p>
            <a:pPr>
              <a:lnSpc>
                <a:spcPct val="150000"/>
              </a:lnSpc>
              <a:buNone/>
            </a:pPr>
            <a:r>
              <a:rPr lang="en-IN" sz="1200">
                <a:solidFill>
                  <a:srgbClr val="343541"/>
                </a:solidFill>
                <a:latin typeface="system-ui"/>
                <a:ea typeface="Calibri"/>
                <a:cs typeface="Calibri"/>
              </a:rPr>
              <a:t>   - BERT is effective for various tasks that require a deep understanding of language, including paraphrase detection and natural language inference.</a:t>
            </a:r>
            <a:endParaRPr lang="en-IN" sz="1200">
              <a:solidFill>
                <a:srgbClr val="343541"/>
              </a:solidFill>
              <a:latin typeface="system-ui"/>
            </a:endParaRPr>
          </a:p>
          <a:p>
            <a:pPr>
              <a:lnSpc>
                <a:spcPct val="150000"/>
              </a:lnSpc>
              <a:buNone/>
            </a:pPr>
            <a:endParaRPr lang="en-IN" sz="1200" b="1">
              <a:solidFill>
                <a:srgbClr val="343541"/>
              </a:solidFill>
              <a:latin typeface="system-ui"/>
              <a:ea typeface="Calibri"/>
              <a:cs typeface="Calibri"/>
            </a:endParaRPr>
          </a:p>
        </p:txBody>
      </p:sp>
    </p:spTree>
    <p:extLst>
      <p:ext uri="{BB962C8B-B14F-4D97-AF65-F5344CB8AC3E}">
        <p14:creationId xmlns:p14="http://schemas.microsoft.com/office/powerpoint/2010/main" val="34686017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256032"/>
            <a:ext cx="7879842" cy="101498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2500" lnSpcReduction="10000"/>
          </a:bodyPr>
          <a:lstStyle/>
          <a:p>
            <a:pPr algn="ctr">
              <a:defRPr/>
            </a:pPr>
            <a:r>
              <a:rPr lang="en-US" sz="3500" b="1">
                <a:solidFill>
                  <a:schemeClr val="tx1"/>
                </a:solidFill>
                <a:latin typeface="+mj-lt"/>
                <a:ea typeface="+mj-ea"/>
                <a:cs typeface="+mj-cs"/>
              </a:rPr>
              <a:t>Benefits &amp; Limitations of BERT Transformer-based Model</a:t>
            </a:r>
            <a:r>
              <a:rPr lang="en-IN" sz="3200" b="1">
                <a:solidFill>
                  <a:schemeClr val="tx1"/>
                </a:solidFill>
                <a:latin typeface="+mj-lt"/>
                <a:ea typeface="+mj-ea"/>
                <a:cs typeface="+mj-cs"/>
              </a:rPr>
              <a:t>:</a:t>
            </a:r>
            <a:endParaRPr lang="en-IN" sz="3200">
              <a:solidFill>
                <a:schemeClr val="tx1"/>
              </a:solidFill>
              <a:latin typeface="+mj-lt"/>
              <a:ea typeface="+mj-ea"/>
              <a:cs typeface="+mj-cs"/>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35</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410943"/>
            <a:ext cx="8823096" cy="5348105"/>
          </a:xfrm>
        </p:spPr>
        <p:txBody>
          <a:bodyPr vert="horz" lIns="91440" tIns="45720" rIns="91440" bIns="45720" rtlCol="0" anchor="t">
            <a:noAutofit/>
          </a:bodyPr>
          <a:lstStyle/>
          <a:p>
            <a:pPr>
              <a:lnSpc>
                <a:spcPct val="200000"/>
              </a:lnSpc>
              <a:buNone/>
            </a:pPr>
            <a:r>
              <a:rPr lang="en-IN" sz="1400" b="1">
                <a:solidFill>
                  <a:srgbClr val="343541"/>
                </a:solidFill>
                <a:latin typeface="system-ui"/>
                <a:cs typeface="Calibri"/>
              </a:rPr>
              <a:t>Benefits:</a:t>
            </a:r>
            <a:endParaRPr lang="en-US" sz="1400" b="1">
              <a:cs typeface="Calibri"/>
            </a:endParaRPr>
          </a:p>
          <a:p>
            <a:pPr>
              <a:lnSpc>
                <a:spcPct val="200000"/>
              </a:lnSpc>
              <a:buNone/>
            </a:pPr>
            <a:r>
              <a:rPr lang="en-IN" sz="1400" b="1">
                <a:solidFill>
                  <a:srgbClr val="343541"/>
                </a:solidFill>
                <a:latin typeface="system-ui"/>
                <a:cs typeface="Calibri"/>
              </a:rPr>
              <a:t>- Contextual Embeddings:</a:t>
            </a:r>
            <a:r>
              <a:rPr lang="en-IN" sz="1400">
                <a:solidFill>
                  <a:srgbClr val="343541"/>
                </a:solidFill>
                <a:latin typeface="system-ui"/>
                <a:cs typeface="Calibri"/>
              </a:rPr>
              <a:t> BERT provides contextualized word embeddings</a:t>
            </a:r>
            <a:r>
              <a:rPr lang="en-IN" sz="1400">
                <a:solidFill>
                  <a:srgbClr val="343541"/>
                </a:solidFill>
                <a:latin typeface="system-ui"/>
                <a:ea typeface="Calibri"/>
                <a:cs typeface="Calibri"/>
              </a:rPr>
              <a:t>, capturing nuances in meaning.</a:t>
            </a:r>
            <a:endParaRPr lang="en-IN" sz="1400">
              <a:cs typeface="Calibri"/>
            </a:endParaRPr>
          </a:p>
          <a:p>
            <a:pPr>
              <a:lnSpc>
                <a:spcPct val="200000"/>
              </a:lnSpc>
              <a:buNone/>
            </a:pPr>
            <a:r>
              <a:rPr lang="en-IN" sz="1400" b="1">
                <a:solidFill>
                  <a:srgbClr val="343541"/>
                </a:solidFill>
                <a:latin typeface="system-ui"/>
                <a:ea typeface="Calibri"/>
                <a:cs typeface="Calibri"/>
              </a:rPr>
              <a:t>- Transfer Learning: </a:t>
            </a:r>
            <a:r>
              <a:rPr lang="en-IN" sz="1400">
                <a:solidFill>
                  <a:srgbClr val="343541"/>
                </a:solidFill>
                <a:latin typeface="system-ui"/>
                <a:ea typeface="Calibri"/>
                <a:cs typeface="Calibri"/>
              </a:rPr>
              <a:t>Pre-trained BERT models can be fine-tuned on smaller </a:t>
            </a:r>
            <a:r>
              <a:rPr lang="en-IN" sz="1400" err="1">
                <a:solidFill>
                  <a:srgbClr val="343541"/>
                </a:solidFill>
                <a:latin typeface="system-ui"/>
                <a:ea typeface="Calibri"/>
                <a:cs typeface="Calibri"/>
              </a:rPr>
              <a:t>labeled</a:t>
            </a:r>
            <a:r>
              <a:rPr lang="en-IN" sz="1400">
                <a:solidFill>
                  <a:srgbClr val="343541"/>
                </a:solidFill>
                <a:latin typeface="system-ui"/>
                <a:ea typeface="Calibri"/>
                <a:cs typeface="Calibri"/>
              </a:rPr>
              <a:t> datasets for specific tasks, leading to improved performance.</a:t>
            </a:r>
          </a:p>
          <a:p>
            <a:pPr>
              <a:buNone/>
            </a:pPr>
            <a:endParaRPr lang="en-IN" sz="1400" b="1">
              <a:solidFill>
                <a:srgbClr val="343541"/>
              </a:solidFill>
              <a:latin typeface="system-ui"/>
              <a:cs typeface="Calibri"/>
            </a:endParaRPr>
          </a:p>
          <a:p>
            <a:pPr>
              <a:lnSpc>
                <a:spcPct val="200000"/>
              </a:lnSpc>
              <a:buNone/>
            </a:pPr>
            <a:r>
              <a:rPr lang="en-IN" sz="1400" b="1">
                <a:solidFill>
                  <a:srgbClr val="343541"/>
                </a:solidFill>
                <a:latin typeface="system-ui"/>
                <a:cs typeface="Calibri"/>
              </a:rPr>
              <a:t>Limitations:</a:t>
            </a:r>
          </a:p>
          <a:p>
            <a:pPr>
              <a:lnSpc>
                <a:spcPct val="200000"/>
              </a:lnSpc>
              <a:buNone/>
            </a:pPr>
            <a:r>
              <a:rPr lang="en-IN" sz="1400" b="1">
                <a:solidFill>
                  <a:srgbClr val="343541"/>
                </a:solidFill>
                <a:latin typeface="system-ui"/>
                <a:ea typeface="Calibri"/>
                <a:cs typeface="Calibri"/>
              </a:rPr>
              <a:t>- Computational Resources:</a:t>
            </a:r>
            <a:r>
              <a:rPr lang="en-IN" sz="1400">
                <a:solidFill>
                  <a:srgbClr val="343541"/>
                </a:solidFill>
                <a:latin typeface="system-ui"/>
                <a:ea typeface="Calibri"/>
                <a:cs typeface="Calibri"/>
              </a:rPr>
              <a:t> Training and fine-tuning large BERT models can be computationally expensive.</a:t>
            </a:r>
          </a:p>
          <a:p>
            <a:pPr>
              <a:lnSpc>
                <a:spcPct val="200000"/>
              </a:lnSpc>
              <a:buNone/>
            </a:pPr>
            <a:r>
              <a:rPr lang="en-IN" sz="1400" b="1">
                <a:solidFill>
                  <a:srgbClr val="343541"/>
                </a:solidFill>
                <a:latin typeface="system-ui"/>
                <a:ea typeface="Calibri"/>
                <a:cs typeface="Calibri"/>
              </a:rPr>
              <a:t>- Model Size:</a:t>
            </a:r>
            <a:r>
              <a:rPr lang="en-IN" sz="1400">
                <a:solidFill>
                  <a:srgbClr val="343541"/>
                </a:solidFill>
                <a:latin typeface="system-ui"/>
                <a:ea typeface="Calibri"/>
                <a:cs typeface="Calibri"/>
              </a:rPr>
              <a:t> The larger BERT models may have limitations in deployment on resource-constrained devices.</a:t>
            </a:r>
            <a:endParaRPr lang="en-IN" sz="1400">
              <a:solidFill>
                <a:srgbClr val="343541"/>
              </a:solidFill>
              <a:latin typeface="system-ui"/>
            </a:endParaRPr>
          </a:p>
          <a:p>
            <a:pPr>
              <a:buNone/>
            </a:pPr>
            <a:endParaRPr lang="en-IN" sz="1400" b="1">
              <a:solidFill>
                <a:srgbClr val="343541"/>
              </a:solidFill>
              <a:latin typeface="system-ui"/>
              <a:ea typeface="Calibri"/>
              <a:cs typeface="Calibri"/>
            </a:endParaRPr>
          </a:p>
        </p:txBody>
      </p:sp>
    </p:spTree>
    <p:extLst>
      <p:ext uri="{BB962C8B-B14F-4D97-AF65-F5344CB8AC3E}">
        <p14:creationId xmlns:p14="http://schemas.microsoft.com/office/powerpoint/2010/main" val="6955121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334644"/>
            <a:ext cx="7882128" cy="107691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3500" b="1" dirty="0">
                <a:solidFill>
                  <a:schemeClr val="tx1"/>
                </a:solidFill>
                <a:latin typeface="+mj-lt"/>
                <a:ea typeface="+mj-ea"/>
                <a:cs typeface="+mj-cs"/>
              </a:rPr>
              <a:t>What is GPT Transformer-based Model?</a:t>
            </a:r>
            <a:endParaRPr lang="en-US" dirty="0">
              <a:solidFill>
                <a:schemeClr val="tx1"/>
              </a:solidFill>
              <a:ea typeface="+mj-ea"/>
              <a:cs typeface="+mj-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36</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extLst>
              <p:ext uri="{D42A27DB-BD31-4B8C-83A1-F6EECF244321}">
                <p14:modId xmlns:p14="http://schemas.microsoft.com/office/powerpoint/2010/main" val="3347093247"/>
              </p:ext>
            </p:extLst>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403478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256032"/>
            <a:ext cx="7879842" cy="101498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2500" lnSpcReduction="10000"/>
          </a:bodyPr>
          <a:lstStyle/>
          <a:p>
            <a:pPr algn="ctr">
              <a:defRPr/>
            </a:pPr>
            <a:r>
              <a:rPr lang="en-US" sz="3500" b="1">
                <a:solidFill>
                  <a:schemeClr val="tx1"/>
                </a:solidFill>
                <a:latin typeface="+mj-lt"/>
                <a:ea typeface="+mj-ea"/>
                <a:cs typeface="+mj-cs"/>
              </a:rPr>
              <a:t>Key Characteristics of GPT Transformer-based Model</a:t>
            </a:r>
            <a:r>
              <a:rPr lang="en-IN" sz="3200" b="1">
                <a:solidFill>
                  <a:schemeClr val="tx1"/>
                </a:solidFill>
                <a:latin typeface="+mj-lt"/>
                <a:ea typeface="+mj-ea"/>
                <a:cs typeface="+mj-cs"/>
              </a:rPr>
              <a:t>:</a:t>
            </a:r>
            <a:endParaRPr lang="en-IN" sz="3200">
              <a:solidFill>
                <a:schemeClr val="tx1"/>
              </a:solidFill>
              <a:latin typeface="+mj-lt"/>
              <a:ea typeface="+mj-ea"/>
              <a:cs typeface="+mj-cs"/>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37</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410943"/>
            <a:ext cx="8823096" cy="5348105"/>
          </a:xfrm>
        </p:spPr>
        <p:txBody>
          <a:bodyPr vert="horz" lIns="91440" tIns="45720" rIns="91440" bIns="45720" rtlCol="0" anchor="t">
            <a:noAutofit/>
          </a:bodyPr>
          <a:lstStyle/>
          <a:p>
            <a:pPr>
              <a:buNone/>
            </a:pPr>
            <a:r>
              <a:rPr lang="en-IN" sz="1200" b="1">
                <a:solidFill>
                  <a:srgbClr val="343541"/>
                </a:solidFill>
                <a:latin typeface="system-ui"/>
                <a:cs typeface="Calibri"/>
              </a:rPr>
              <a:t>1. Generative </a:t>
            </a:r>
            <a:r>
              <a:rPr lang="en-IN" sz="1200" b="1">
                <a:solidFill>
                  <a:srgbClr val="343541"/>
                </a:solidFill>
                <a:latin typeface="system-ui"/>
                <a:ea typeface="Calibri"/>
                <a:cs typeface="Calibri"/>
              </a:rPr>
              <a:t>Pre-training:</a:t>
            </a:r>
          </a:p>
          <a:p>
            <a:pPr>
              <a:buNone/>
            </a:pPr>
            <a:r>
              <a:rPr lang="en-IN" sz="1200">
                <a:solidFill>
                  <a:srgbClr val="343541"/>
                </a:solidFill>
                <a:latin typeface="system-ui"/>
                <a:ea typeface="Calibri"/>
                <a:cs typeface="Calibri"/>
              </a:rPr>
              <a:t>   - GPT models are pre-trained on massive amounts of </a:t>
            </a:r>
            <a:r>
              <a:rPr lang="en-IN" sz="1200" err="1">
                <a:solidFill>
                  <a:srgbClr val="343541"/>
                </a:solidFill>
                <a:latin typeface="system-ui"/>
                <a:ea typeface="Calibri"/>
                <a:cs typeface="Calibri"/>
              </a:rPr>
              <a:t>unlabeled</a:t>
            </a:r>
            <a:r>
              <a:rPr lang="en-IN" sz="1200">
                <a:solidFill>
                  <a:srgbClr val="343541"/>
                </a:solidFill>
                <a:latin typeface="system-ui"/>
                <a:ea typeface="Calibri"/>
                <a:cs typeface="Calibri"/>
              </a:rPr>
              <a:t> text data, learning to predict the next word in a sentence.</a:t>
            </a:r>
          </a:p>
          <a:p>
            <a:pPr>
              <a:buNone/>
            </a:pPr>
            <a:r>
              <a:rPr lang="en-IN" sz="1200">
                <a:solidFill>
                  <a:srgbClr val="343541"/>
                </a:solidFill>
                <a:latin typeface="system-ui"/>
                <a:ea typeface="Calibri"/>
                <a:cs typeface="Calibri"/>
              </a:rPr>
              <a:t>   - Pre-training allows the model to capture contextualized representations of words and understand the syntactic and semantic structures of language.</a:t>
            </a:r>
          </a:p>
          <a:p>
            <a:pPr>
              <a:buNone/>
            </a:pPr>
            <a:endParaRPr lang="en-IN" sz="1200">
              <a:solidFill>
                <a:srgbClr val="343541"/>
              </a:solidFill>
              <a:latin typeface="system-ui"/>
              <a:ea typeface="Calibri"/>
              <a:cs typeface="Calibri"/>
            </a:endParaRPr>
          </a:p>
          <a:p>
            <a:pPr>
              <a:buNone/>
            </a:pPr>
            <a:r>
              <a:rPr lang="en-IN" sz="1200" b="1">
                <a:solidFill>
                  <a:srgbClr val="343541"/>
                </a:solidFill>
                <a:latin typeface="system-ui"/>
                <a:ea typeface="Calibri"/>
                <a:cs typeface="Calibri"/>
              </a:rPr>
              <a:t>2. Unidirectional Language Modeling:</a:t>
            </a:r>
          </a:p>
          <a:p>
            <a:pPr>
              <a:buNone/>
            </a:pPr>
            <a:r>
              <a:rPr lang="en-IN" sz="1200">
                <a:solidFill>
                  <a:srgbClr val="343541"/>
                </a:solidFill>
                <a:latin typeface="system-ui"/>
                <a:ea typeface="Calibri"/>
                <a:cs typeface="Calibri"/>
              </a:rPr>
              <a:t>   - GPT follows a unidirectional language </a:t>
            </a:r>
            <a:r>
              <a:rPr lang="en-IN" sz="1200" err="1">
                <a:solidFill>
                  <a:srgbClr val="343541"/>
                </a:solidFill>
                <a:latin typeface="system-ui"/>
                <a:ea typeface="Calibri"/>
                <a:cs typeface="Calibri"/>
              </a:rPr>
              <a:t>modeling</a:t>
            </a:r>
            <a:r>
              <a:rPr lang="en-IN" sz="1200">
                <a:solidFill>
                  <a:srgbClr val="343541"/>
                </a:solidFill>
                <a:latin typeface="system-ui"/>
                <a:ea typeface="Calibri"/>
                <a:cs typeface="Calibri"/>
              </a:rPr>
              <a:t> approach, where it predicts the next word in a sentence based on the preceding context.</a:t>
            </a:r>
          </a:p>
          <a:p>
            <a:pPr>
              <a:buNone/>
            </a:pPr>
            <a:r>
              <a:rPr lang="en-IN" sz="1200">
                <a:solidFill>
                  <a:srgbClr val="343541"/>
                </a:solidFill>
                <a:latin typeface="system-ui"/>
                <a:ea typeface="Calibri"/>
                <a:cs typeface="Calibri"/>
              </a:rPr>
              <a:t>   - Unlike BERT, which uses bidirectional context, GPT generates text in a left-to-right manner, considering only the left context during training.</a:t>
            </a:r>
          </a:p>
          <a:p>
            <a:pPr>
              <a:buNone/>
            </a:pPr>
            <a:r>
              <a:rPr lang="en-IN" sz="1200" b="1">
                <a:solidFill>
                  <a:srgbClr val="343541"/>
                </a:solidFill>
                <a:latin typeface="system-ui"/>
                <a:ea typeface="Calibri"/>
                <a:cs typeface="Calibri"/>
              </a:rPr>
              <a:t>3. Transformer Architecture:</a:t>
            </a:r>
          </a:p>
          <a:p>
            <a:pPr>
              <a:buNone/>
            </a:pPr>
            <a:r>
              <a:rPr lang="en-IN" sz="1200">
                <a:solidFill>
                  <a:srgbClr val="343541"/>
                </a:solidFill>
                <a:latin typeface="system-ui"/>
                <a:ea typeface="Calibri"/>
                <a:cs typeface="Calibri"/>
              </a:rPr>
              <a:t>   - GPT employs the transformer architecture, consisting of a stack of transformer decoder layers.</a:t>
            </a:r>
          </a:p>
          <a:p>
            <a:pPr>
              <a:buNone/>
            </a:pPr>
            <a:r>
              <a:rPr lang="en-IN" sz="1200">
                <a:solidFill>
                  <a:srgbClr val="343541"/>
                </a:solidFill>
                <a:latin typeface="system-ui"/>
                <a:ea typeface="Calibri"/>
                <a:cs typeface="Calibri"/>
              </a:rPr>
              <a:t>   - The transformer architecture enables efficient processing of sequential data by utilizing self-attention mechanisms.</a:t>
            </a:r>
          </a:p>
          <a:p>
            <a:pPr>
              <a:buNone/>
            </a:pPr>
            <a:r>
              <a:rPr lang="en-IN" sz="1200" b="1">
                <a:solidFill>
                  <a:srgbClr val="343541"/>
                </a:solidFill>
                <a:latin typeface="system-ui"/>
                <a:ea typeface="Calibri"/>
                <a:cs typeface="Calibri"/>
              </a:rPr>
              <a:t>4. Attention Mechanism:</a:t>
            </a:r>
          </a:p>
          <a:p>
            <a:pPr>
              <a:buNone/>
            </a:pPr>
            <a:r>
              <a:rPr lang="en-IN" sz="1200">
                <a:solidFill>
                  <a:srgbClr val="343541"/>
                </a:solidFill>
                <a:latin typeface="system-ui"/>
                <a:ea typeface="Calibri"/>
                <a:cs typeface="Calibri"/>
              </a:rPr>
              <a:t>   - The attention mechanism in GPT allows the model to weigh different parts of the input sequence differently, capturing dependencies across varying distances.</a:t>
            </a:r>
          </a:p>
          <a:p>
            <a:pPr>
              <a:buNone/>
            </a:pPr>
            <a:r>
              <a:rPr lang="en-IN" sz="1200">
                <a:solidFill>
                  <a:srgbClr val="343541"/>
                </a:solidFill>
                <a:latin typeface="system-ui"/>
                <a:ea typeface="Calibri"/>
                <a:cs typeface="Calibri"/>
              </a:rPr>
              <a:t>   - GPT uses scaled dot-product attention to compute attention scores.</a:t>
            </a:r>
          </a:p>
          <a:p>
            <a:pPr>
              <a:buNone/>
            </a:pPr>
            <a:endParaRPr lang="en-IN" sz="1200" b="1">
              <a:solidFill>
                <a:srgbClr val="343541"/>
              </a:solidFill>
              <a:latin typeface="system-ui"/>
              <a:cs typeface="Calibri"/>
            </a:endParaRPr>
          </a:p>
          <a:p>
            <a:pPr>
              <a:buNone/>
            </a:pPr>
            <a:r>
              <a:rPr lang="en-IN" sz="1200" b="1">
                <a:solidFill>
                  <a:srgbClr val="343541"/>
                </a:solidFill>
                <a:latin typeface="system-ui"/>
                <a:cs typeface="Calibri"/>
              </a:rPr>
              <a:t>5. Layer Normalization and Residual Connections:</a:t>
            </a:r>
          </a:p>
          <a:p>
            <a:pPr>
              <a:buNone/>
            </a:pPr>
            <a:r>
              <a:rPr lang="en-IN" sz="1200">
                <a:solidFill>
                  <a:srgbClr val="343541"/>
                </a:solidFill>
                <a:latin typeface="system-ui"/>
                <a:ea typeface="Calibri"/>
                <a:cs typeface="Calibri"/>
              </a:rPr>
              <a:t>   - Each layer in the GPT transformer block is followed by layer normalization and a residual connection.</a:t>
            </a:r>
          </a:p>
          <a:p>
            <a:pPr>
              <a:buNone/>
            </a:pPr>
            <a:r>
              <a:rPr lang="en-IN" sz="1200">
                <a:solidFill>
                  <a:srgbClr val="343541"/>
                </a:solidFill>
                <a:latin typeface="system-ui"/>
                <a:ea typeface="Calibri"/>
                <a:cs typeface="Calibri"/>
              </a:rPr>
              <a:t>   - These components contribute to the stability and training efficiency of the model.</a:t>
            </a:r>
          </a:p>
          <a:p>
            <a:pPr>
              <a:buNone/>
            </a:pPr>
            <a:endParaRPr lang="en-IN" sz="1200" b="1">
              <a:solidFill>
                <a:srgbClr val="343541"/>
              </a:solidFill>
              <a:latin typeface="system-ui"/>
              <a:ea typeface="Calibri"/>
              <a:cs typeface="Calibri"/>
            </a:endParaRPr>
          </a:p>
          <a:p>
            <a:pPr>
              <a:buNone/>
            </a:pPr>
            <a:r>
              <a:rPr lang="en-IN" sz="1200" b="1">
                <a:solidFill>
                  <a:srgbClr val="343541"/>
                </a:solidFill>
                <a:latin typeface="system-ui"/>
                <a:ea typeface="Calibri"/>
                <a:cs typeface="Calibri"/>
              </a:rPr>
              <a:t>6. Positional Encoding:</a:t>
            </a:r>
          </a:p>
          <a:p>
            <a:pPr>
              <a:buNone/>
            </a:pPr>
            <a:r>
              <a:rPr lang="en-IN" sz="1200">
                <a:solidFill>
                  <a:srgbClr val="343541"/>
                </a:solidFill>
                <a:latin typeface="system-ui"/>
                <a:ea typeface="Calibri"/>
                <a:cs typeface="Calibri"/>
              </a:rPr>
              <a:t>   - GPT incorporates positional encoding to provide information about the position of each word in the sequence.</a:t>
            </a:r>
          </a:p>
          <a:p>
            <a:pPr>
              <a:buNone/>
            </a:pPr>
            <a:r>
              <a:rPr lang="en-IN" sz="1200">
                <a:solidFill>
                  <a:srgbClr val="343541"/>
                </a:solidFill>
                <a:latin typeface="system-ui"/>
                <a:ea typeface="Calibri"/>
                <a:cs typeface="Calibri"/>
              </a:rPr>
              <a:t>   - Positional encoding is crucial for the model to understand the sequential order of words.</a:t>
            </a:r>
            <a:endParaRPr lang="en-IN" sz="1200">
              <a:solidFill>
                <a:srgbClr val="343541"/>
              </a:solidFill>
              <a:latin typeface="system-ui"/>
            </a:endParaRPr>
          </a:p>
          <a:p>
            <a:pPr>
              <a:buNone/>
            </a:pPr>
            <a:endParaRPr lang="en-IN" sz="1200" b="1">
              <a:solidFill>
                <a:srgbClr val="343541"/>
              </a:solidFill>
              <a:latin typeface="system-ui"/>
              <a:ea typeface="Calibri"/>
              <a:cs typeface="Calibri"/>
            </a:endParaRPr>
          </a:p>
        </p:txBody>
      </p:sp>
    </p:spTree>
    <p:extLst>
      <p:ext uri="{BB962C8B-B14F-4D97-AF65-F5344CB8AC3E}">
        <p14:creationId xmlns:p14="http://schemas.microsoft.com/office/powerpoint/2010/main" val="21587156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256032"/>
            <a:ext cx="7879842" cy="101498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2500" lnSpcReduction="10000"/>
          </a:bodyPr>
          <a:lstStyle/>
          <a:p>
            <a:pPr algn="ctr">
              <a:defRPr/>
            </a:pPr>
            <a:r>
              <a:rPr lang="en-US" sz="3500" b="1">
                <a:solidFill>
                  <a:schemeClr val="tx1"/>
                </a:solidFill>
                <a:latin typeface="+mj-lt"/>
                <a:ea typeface="+mj-ea"/>
                <a:cs typeface="+mj-cs"/>
              </a:rPr>
              <a:t>Applications of GPT Transformer-based Model</a:t>
            </a:r>
            <a:r>
              <a:rPr lang="en-IN" sz="3200" b="1">
                <a:solidFill>
                  <a:schemeClr val="tx1"/>
                </a:solidFill>
                <a:latin typeface="+mj-lt"/>
                <a:ea typeface="+mj-ea"/>
                <a:cs typeface="+mj-cs"/>
              </a:rPr>
              <a:t>:</a:t>
            </a:r>
            <a:endParaRPr lang="en-IN" sz="3200">
              <a:solidFill>
                <a:schemeClr val="tx1"/>
              </a:solidFill>
              <a:latin typeface="+mj-lt"/>
              <a:ea typeface="+mj-ea"/>
              <a:cs typeface="+mj-cs"/>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38</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410943"/>
            <a:ext cx="8823096" cy="5348105"/>
          </a:xfrm>
        </p:spPr>
        <p:txBody>
          <a:bodyPr vert="horz" lIns="91440" tIns="45720" rIns="91440" bIns="45720" rtlCol="0" anchor="t">
            <a:noAutofit/>
          </a:bodyPr>
          <a:lstStyle/>
          <a:p>
            <a:pPr>
              <a:lnSpc>
                <a:spcPct val="150000"/>
              </a:lnSpc>
              <a:buNone/>
            </a:pPr>
            <a:r>
              <a:rPr lang="en-IN" sz="1200" b="1">
                <a:solidFill>
                  <a:srgbClr val="343541"/>
                </a:solidFill>
                <a:latin typeface="system-ui"/>
                <a:cs typeface="Calibri"/>
              </a:rPr>
              <a:t>1. Text Generation:</a:t>
            </a:r>
            <a:endParaRPr lang="en-IN" sz="1200" b="1">
              <a:solidFill>
                <a:srgbClr val="343541"/>
              </a:solidFill>
              <a:latin typeface="system-ui"/>
            </a:endParaRPr>
          </a:p>
          <a:p>
            <a:pPr>
              <a:lnSpc>
                <a:spcPct val="150000"/>
              </a:lnSpc>
              <a:buNone/>
            </a:pPr>
            <a:r>
              <a:rPr lang="en-IN" sz="1200">
                <a:solidFill>
                  <a:srgbClr val="343541"/>
                </a:solidFill>
                <a:latin typeface="system-ui"/>
                <a:cs typeface="Calibri"/>
              </a:rPr>
              <a:t>   - GPT is widely used for generating coherent and contextually relevant text, making it suitable for applications like content creation</a:t>
            </a:r>
            <a:r>
              <a:rPr lang="en-IN" sz="1200">
                <a:solidFill>
                  <a:srgbClr val="343541"/>
                </a:solidFill>
                <a:latin typeface="system-ui"/>
                <a:ea typeface="Calibri"/>
                <a:cs typeface="Calibri"/>
              </a:rPr>
              <a:t>, creative writing, and story generation.</a:t>
            </a:r>
          </a:p>
          <a:p>
            <a:pPr>
              <a:lnSpc>
                <a:spcPct val="150000"/>
              </a:lnSpc>
              <a:buNone/>
            </a:pPr>
            <a:endParaRPr lang="en-IN" sz="1200">
              <a:solidFill>
                <a:srgbClr val="343541"/>
              </a:solidFill>
              <a:latin typeface="system-ui"/>
              <a:ea typeface="Calibri"/>
              <a:cs typeface="Calibri"/>
            </a:endParaRPr>
          </a:p>
          <a:p>
            <a:pPr>
              <a:lnSpc>
                <a:spcPct val="150000"/>
              </a:lnSpc>
              <a:buNone/>
            </a:pPr>
            <a:r>
              <a:rPr lang="en-IN" sz="1200" b="1">
                <a:solidFill>
                  <a:srgbClr val="343541"/>
                </a:solidFill>
                <a:latin typeface="system-ui"/>
                <a:ea typeface="Calibri"/>
                <a:cs typeface="Calibri"/>
              </a:rPr>
              <a:t>2. Language Translation:</a:t>
            </a:r>
          </a:p>
          <a:p>
            <a:pPr>
              <a:lnSpc>
                <a:spcPct val="150000"/>
              </a:lnSpc>
              <a:buNone/>
            </a:pPr>
            <a:r>
              <a:rPr lang="en-IN" sz="1200">
                <a:solidFill>
                  <a:srgbClr val="343541"/>
                </a:solidFill>
                <a:latin typeface="system-ui"/>
                <a:ea typeface="Calibri"/>
                <a:cs typeface="Calibri"/>
              </a:rPr>
              <a:t>   - GPT-based models can be fine-tuned for language translation tasks, generating translations that capture the nuances of the input text.</a:t>
            </a:r>
          </a:p>
          <a:p>
            <a:pPr>
              <a:lnSpc>
                <a:spcPct val="150000"/>
              </a:lnSpc>
              <a:buNone/>
            </a:pPr>
            <a:endParaRPr lang="en-IN" sz="1200">
              <a:solidFill>
                <a:srgbClr val="343541"/>
              </a:solidFill>
              <a:latin typeface="system-ui"/>
              <a:ea typeface="Calibri"/>
              <a:cs typeface="Calibri"/>
            </a:endParaRPr>
          </a:p>
          <a:p>
            <a:pPr>
              <a:lnSpc>
                <a:spcPct val="150000"/>
              </a:lnSpc>
              <a:buNone/>
            </a:pPr>
            <a:r>
              <a:rPr lang="en-IN" sz="1200" b="1">
                <a:solidFill>
                  <a:srgbClr val="343541"/>
                </a:solidFill>
                <a:latin typeface="system-ui"/>
                <a:ea typeface="Calibri"/>
                <a:cs typeface="Calibri"/>
              </a:rPr>
              <a:t>3. Question Answering:</a:t>
            </a:r>
          </a:p>
          <a:p>
            <a:pPr>
              <a:lnSpc>
                <a:spcPct val="150000"/>
              </a:lnSpc>
              <a:buNone/>
            </a:pPr>
            <a:r>
              <a:rPr lang="en-IN" sz="1200">
                <a:solidFill>
                  <a:srgbClr val="343541"/>
                </a:solidFill>
                <a:latin typeface="system-ui"/>
                <a:ea typeface="Calibri"/>
                <a:cs typeface="Calibri"/>
              </a:rPr>
              <a:t>   - GPT models demonstrate strong performance in question answering tasks, where they generate relevant and detailed answers based on input questions.</a:t>
            </a:r>
          </a:p>
          <a:p>
            <a:pPr>
              <a:lnSpc>
                <a:spcPct val="150000"/>
              </a:lnSpc>
              <a:buNone/>
            </a:pPr>
            <a:endParaRPr lang="en-IN" sz="1200">
              <a:solidFill>
                <a:srgbClr val="343541"/>
              </a:solidFill>
              <a:latin typeface="system-ui"/>
              <a:ea typeface="Calibri"/>
              <a:cs typeface="Calibri"/>
            </a:endParaRPr>
          </a:p>
          <a:p>
            <a:pPr>
              <a:lnSpc>
                <a:spcPct val="150000"/>
              </a:lnSpc>
              <a:buNone/>
            </a:pPr>
            <a:r>
              <a:rPr lang="en-IN" sz="1200" b="1">
                <a:solidFill>
                  <a:srgbClr val="343541"/>
                </a:solidFill>
                <a:latin typeface="system-ui"/>
                <a:ea typeface="Calibri"/>
                <a:cs typeface="Calibri"/>
              </a:rPr>
              <a:t>4. Summarization:</a:t>
            </a:r>
          </a:p>
          <a:p>
            <a:pPr>
              <a:lnSpc>
                <a:spcPct val="150000"/>
              </a:lnSpc>
              <a:buNone/>
            </a:pPr>
            <a:r>
              <a:rPr lang="en-IN" sz="1200">
                <a:solidFill>
                  <a:srgbClr val="343541"/>
                </a:solidFill>
                <a:latin typeface="system-ui"/>
                <a:ea typeface="Calibri"/>
                <a:cs typeface="Calibri"/>
              </a:rPr>
              <a:t>   - GPT is capable of generating concise and </a:t>
            </a:r>
            <a:r>
              <a:rPr lang="en-IN" sz="1200">
                <a:solidFill>
                  <a:srgbClr val="343541"/>
                </a:solidFill>
                <a:latin typeface="system-ui"/>
                <a:cs typeface="Calibri"/>
              </a:rPr>
              <a:t>informative summaries of longer texts</a:t>
            </a:r>
            <a:r>
              <a:rPr lang="en-IN" sz="1200">
                <a:solidFill>
                  <a:srgbClr val="343541"/>
                </a:solidFill>
                <a:latin typeface="system-ui"/>
                <a:ea typeface="Calibri"/>
                <a:cs typeface="Calibri"/>
              </a:rPr>
              <a:t>.</a:t>
            </a:r>
          </a:p>
          <a:p>
            <a:pPr>
              <a:lnSpc>
                <a:spcPct val="150000"/>
              </a:lnSpc>
              <a:buNone/>
            </a:pPr>
            <a:endParaRPr lang="en-IN" sz="1200">
              <a:solidFill>
                <a:srgbClr val="343541"/>
              </a:solidFill>
              <a:latin typeface="system-ui"/>
              <a:cs typeface="Calibri"/>
            </a:endParaRPr>
          </a:p>
          <a:p>
            <a:pPr>
              <a:lnSpc>
                <a:spcPct val="150000"/>
              </a:lnSpc>
              <a:buNone/>
            </a:pPr>
            <a:r>
              <a:rPr lang="en-IN" sz="1200" b="1">
                <a:solidFill>
                  <a:srgbClr val="343541"/>
                </a:solidFill>
                <a:latin typeface="system-ui"/>
                <a:cs typeface="Calibri"/>
              </a:rPr>
              <a:t>5. Conversational Agents:</a:t>
            </a:r>
          </a:p>
          <a:p>
            <a:pPr>
              <a:lnSpc>
                <a:spcPct val="150000"/>
              </a:lnSpc>
              <a:buNone/>
            </a:pPr>
            <a:r>
              <a:rPr lang="en-IN" sz="1200">
                <a:solidFill>
                  <a:srgbClr val="343541"/>
                </a:solidFill>
                <a:latin typeface="system-ui"/>
                <a:ea typeface="Calibri"/>
                <a:cs typeface="Calibri"/>
              </a:rPr>
              <a:t>   - GPT-based models can be used to create conversational agents that generate natural and context-aware responses.</a:t>
            </a:r>
            <a:endParaRPr lang="en-IN" sz="1200">
              <a:solidFill>
                <a:srgbClr val="343541"/>
              </a:solidFill>
              <a:latin typeface="system-ui"/>
            </a:endParaRPr>
          </a:p>
          <a:p>
            <a:pPr>
              <a:lnSpc>
                <a:spcPct val="150000"/>
              </a:lnSpc>
              <a:buNone/>
            </a:pPr>
            <a:endParaRPr lang="en-IN" sz="1200" b="1">
              <a:solidFill>
                <a:srgbClr val="343541"/>
              </a:solidFill>
              <a:latin typeface="system-ui"/>
              <a:ea typeface="Calibri"/>
              <a:cs typeface="Calibri"/>
            </a:endParaRPr>
          </a:p>
        </p:txBody>
      </p:sp>
    </p:spTree>
    <p:extLst>
      <p:ext uri="{BB962C8B-B14F-4D97-AF65-F5344CB8AC3E}">
        <p14:creationId xmlns:p14="http://schemas.microsoft.com/office/powerpoint/2010/main" val="35357586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256032"/>
            <a:ext cx="7879842" cy="101498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2500" lnSpcReduction="10000"/>
          </a:bodyPr>
          <a:lstStyle/>
          <a:p>
            <a:pPr algn="ctr">
              <a:defRPr/>
            </a:pPr>
            <a:r>
              <a:rPr lang="en-US" sz="3500" b="1">
                <a:solidFill>
                  <a:schemeClr val="tx1"/>
                </a:solidFill>
                <a:latin typeface="+mj-lt"/>
                <a:ea typeface="+mj-ea"/>
                <a:cs typeface="+mj-cs"/>
              </a:rPr>
              <a:t>Benefits &amp; Limitations of GPT Transformer-based Model</a:t>
            </a:r>
            <a:r>
              <a:rPr lang="en-IN" sz="3200" b="1">
                <a:solidFill>
                  <a:schemeClr val="tx1"/>
                </a:solidFill>
                <a:latin typeface="+mj-lt"/>
                <a:ea typeface="+mj-ea"/>
                <a:cs typeface="+mj-cs"/>
              </a:rPr>
              <a:t>:</a:t>
            </a:r>
            <a:endParaRPr lang="en-IN" sz="3200">
              <a:solidFill>
                <a:schemeClr val="tx1"/>
              </a:solidFill>
              <a:latin typeface="+mj-lt"/>
              <a:ea typeface="+mj-ea"/>
              <a:cs typeface="+mj-cs"/>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39</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410943"/>
            <a:ext cx="8823096" cy="5348105"/>
          </a:xfrm>
        </p:spPr>
        <p:txBody>
          <a:bodyPr vert="horz" lIns="91440" tIns="45720" rIns="91440" bIns="45720" rtlCol="0" anchor="t">
            <a:noAutofit/>
          </a:bodyPr>
          <a:lstStyle/>
          <a:p>
            <a:pPr>
              <a:lnSpc>
                <a:spcPct val="200000"/>
              </a:lnSpc>
              <a:buNone/>
            </a:pPr>
            <a:r>
              <a:rPr lang="en-IN" sz="1800" b="1">
                <a:solidFill>
                  <a:srgbClr val="343541"/>
                </a:solidFill>
                <a:latin typeface="system-ui"/>
                <a:cs typeface="Calibri"/>
              </a:rPr>
              <a:t>Benefits:</a:t>
            </a:r>
            <a:endParaRPr lang="en-US" sz="1800">
              <a:cs typeface="Calibri"/>
            </a:endParaRPr>
          </a:p>
          <a:p>
            <a:pPr>
              <a:lnSpc>
                <a:spcPct val="200000"/>
              </a:lnSpc>
              <a:buNone/>
            </a:pPr>
            <a:r>
              <a:rPr lang="en-IN" sz="1800" b="1">
                <a:solidFill>
                  <a:srgbClr val="343541"/>
                </a:solidFill>
                <a:latin typeface="system-ui"/>
                <a:cs typeface="Calibri"/>
              </a:rPr>
              <a:t>- Generative Capability:</a:t>
            </a:r>
            <a:r>
              <a:rPr lang="en-IN" sz="1800">
                <a:solidFill>
                  <a:srgbClr val="343541"/>
                </a:solidFill>
                <a:latin typeface="system-ui"/>
                <a:cs typeface="Calibri"/>
              </a:rPr>
              <a:t> GPT models exhibit strong generative capabilities</a:t>
            </a:r>
            <a:r>
              <a:rPr lang="en-IN" sz="1800">
                <a:solidFill>
                  <a:srgbClr val="343541"/>
                </a:solidFill>
                <a:latin typeface="system-ui"/>
                <a:ea typeface="Calibri"/>
                <a:cs typeface="Calibri"/>
              </a:rPr>
              <a:t>, allowing them to produce human-like text.</a:t>
            </a:r>
            <a:endParaRPr lang="en-IN" sz="1800">
              <a:solidFill>
                <a:srgbClr val="343541"/>
              </a:solidFill>
              <a:latin typeface="system-ui"/>
              <a:cs typeface="Calibri"/>
            </a:endParaRPr>
          </a:p>
          <a:p>
            <a:pPr>
              <a:lnSpc>
                <a:spcPct val="200000"/>
              </a:lnSpc>
              <a:buNone/>
            </a:pPr>
            <a:r>
              <a:rPr lang="en-IN" sz="1800" b="1">
                <a:solidFill>
                  <a:srgbClr val="343541"/>
                </a:solidFill>
                <a:latin typeface="system-ui"/>
                <a:ea typeface="Calibri"/>
                <a:cs typeface="Calibri"/>
              </a:rPr>
              <a:t>- Transfer Learning:</a:t>
            </a:r>
            <a:r>
              <a:rPr lang="en-IN" sz="1800">
                <a:solidFill>
                  <a:srgbClr val="343541"/>
                </a:solidFill>
                <a:latin typeface="system-ui"/>
                <a:ea typeface="Calibri"/>
                <a:cs typeface="Calibri"/>
              </a:rPr>
              <a:t> Pre-training on diverse text data enables GPT models to transfer knowledge effectively to downstream tasks.</a:t>
            </a:r>
          </a:p>
          <a:p>
            <a:pPr>
              <a:buNone/>
            </a:pPr>
            <a:endParaRPr lang="en-IN" sz="1800">
              <a:solidFill>
                <a:srgbClr val="343541"/>
              </a:solidFill>
              <a:latin typeface="system-ui"/>
              <a:cs typeface="Calibri"/>
            </a:endParaRPr>
          </a:p>
          <a:p>
            <a:pPr>
              <a:lnSpc>
                <a:spcPct val="200000"/>
              </a:lnSpc>
              <a:buNone/>
            </a:pPr>
            <a:r>
              <a:rPr lang="en-IN" sz="1800" b="1">
                <a:solidFill>
                  <a:srgbClr val="343541"/>
                </a:solidFill>
                <a:latin typeface="system-ui"/>
                <a:cs typeface="Calibri"/>
              </a:rPr>
              <a:t>Limitations:</a:t>
            </a:r>
          </a:p>
          <a:p>
            <a:pPr>
              <a:lnSpc>
                <a:spcPct val="200000"/>
              </a:lnSpc>
              <a:buNone/>
            </a:pPr>
            <a:r>
              <a:rPr lang="en-IN" sz="1800" b="1">
                <a:solidFill>
                  <a:srgbClr val="343541"/>
                </a:solidFill>
                <a:latin typeface="system-ui"/>
                <a:ea typeface="Calibri"/>
                <a:cs typeface="Calibri"/>
              </a:rPr>
              <a:t>- Limited Bidirectional Context:</a:t>
            </a:r>
            <a:r>
              <a:rPr lang="en-IN" sz="1800">
                <a:solidFill>
                  <a:srgbClr val="343541"/>
                </a:solidFill>
                <a:latin typeface="system-ui"/>
                <a:ea typeface="Calibri"/>
                <a:cs typeface="Calibri"/>
              </a:rPr>
              <a:t> GPT's unidirectional approach might result in limitations in capturing bidirectional context and dependencies.</a:t>
            </a:r>
            <a:endParaRPr lang="en-IN" sz="1800">
              <a:solidFill>
                <a:srgbClr val="343541"/>
              </a:solidFill>
              <a:latin typeface="system-ui"/>
            </a:endParaRPr>
          </a:p>
          <a:p>
            <a:pPr>
              <a:lnSpc>
                <a:spcPct val="200000"/>
              </a:lnSpc>
              <a:buNone/>
            </a:pPr>
            <a:endParaRPr lang="en-IN" sz="1800" b="1">
              <a:solidFill>
                <a:srgbClr val="343541"/>
              </a:solidFill>
              <a:latin typeface="system-ui"/>
              <a:ea typeface="Calibri"/>
              <a:cs typeface="Calibri"/>
            </a:endParaRPr>
          </a:p>
        </p:txBody>
      </p:sp>
    </p:spTree>
    <p:extLst>
      <p:ext uri="{BB962C8B-B14F-4D97-AF65-F5344CB8AC3E}">
        <p14:creationId xmlns:p14="http://schemas.microsoft.com/office/powerpoint/2010/main" val="30326146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334644"/>
            <a:ext cx="7882128" cy="107691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3500" b="1" dirty="0">
                <a:solidFill>
                  <a:schemeClr val="tx1"/>
                </a:solidFill>
                <a:latin typeface="+mj-lt"/>
                <a:ea typeface="+mj-ea"/>
                <a:cs typeface="+mj-cs"/>
              </a:rPr>
              <a:t>What is T5 Transformer-based Model?</a:t>
            </a:r>
            <a:endParaRPr lang="en-US" dirty="0">
              <a:solidFill>
                <a:schemeClr val="tx1"/>
              </a:solidFill>
              <a:ea typeface="+mj-ea"/>
              <a:cs typeface="+mj-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40</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extLst>
              <p:ext uri="{D42A27DB-BD31-4B8C-83A1-F6EECF244321}">
                <p14:modId xmlns:p14="http://schemas.microsoft.com/office/powerpoint/2010/main" val="3347093247"/>
              </p:ext>
            </p:extLst>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218456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256032"/>
            <a:ext cx="7879842" cy="101498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2500" lnSpcReduction="10000"/>
          </a:bodyPr>
          <a:lstStyle/>
          <a:p>
            <a:pPr algn="ctr">
              <a:defRPr/>
            </a:pPr>
            <a:r>
              <a:rPr lang="en-US" sz="3500" b="1">
                <a:solidFill>
                  <a:schemeClr val="tx1"/>
                </a:solidFill>
                <a:latin typeface="+mj-lt"/>
                <a:ea typeface="+mj-ea"/>
                <a:cs typeface="+mj-cs"/>
              </a:rPr>
              <a:t>Key Characteristics of T5 Transformer-based Model</a:t>
            </a:r>
            <a:r>
              <a:rPr lang="en-IN" sz="3200" b="1">
                <a:solidFill>
                  <a:schemeClr val="tx1"/>
                </a:solidFill>
                <a:latin typeface="+mj-lt"/>
                <a:ea typeface="+mj-ea"/>
                <a:cs typeface="+mj-cs"/>
              </a:rPr>
              <a:t>:</a:t>
            </a:r>
            <a:endParaRPr lang="en-IN" sz="3200">
              <a:solidFill>
                <a:schemeClr val="tx1"/>
              </a:solidFill>
              <a:latin typeface="+mj-lt"/>
              <a:ea typeface="+mj-ea"/>
              <a:cs typeface="+mj-cs"/>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41</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410943"/>
            <a:ext cx="8823096" cy="5348105"/>
          </a:xfrm>
        </p:spPr>
        <p:txBody>
          <a:bodyPr vert="horz" lIns="91440" tIns="45720" rIns="91440" bIns="45720" rtlCol="0" anchor="t">
            <a:noAutofit/>
          </a:bodyPr>
          <a:lstStyle/>
          <a:p>
            <a:pPr>
              <a:buNone/>
            </a:pPr>
            <a:endParaRPr lang="en-IN" sz="1200" b="1">
              <a:solidFill>
                <a:srgbClr val="343541"/>
              </a:solidFill>
              <a:latin typeface="system-ui"/>
              <a:cs typeface="Calibri"/>
            </a:endParaRPr>
          </a:p>
          <a:p>
            <a:pPr>
              <a:buNone/>
            </a:pPr>
            <a:r>
              <a:rPr lang="en-IN" sz="1200" b="1">
                <a:solidFill>
                  <a:srgbClr val="343541"/>
                </a:solidFill>
                <a:latin typeface="system-ui"/>
                <a:cs typeface="Calibri"/>
              </a:rPr>
              <a:t>1. Text-to-Text Framework:</a:t>
            </a:r>
            <a:endParaRPr lang="en-IN" sz="1200" b="1">
              <a:solidFill>
                <a:srgbClr val="343541"/>
              </a:solidFill>
              <a:latin typeface="system-ui"/>
              <a:ea typeface="Calibri"/>
              <a:cs typeface="Calibri"/>
            </a:endParaRPr>
          </a:p>
          <a:p>
            <a:pPr>
              <a:buNone/>
            </a:pPr>
            <a:r>
              <a:rPr lang="en-IN" sz="1200">
                <a:solidFill>
                  <a:srgbClr val="343541"/>
                </a:solidFill>
                <a:latin typeface="system-ui"/>
                <a:ea typeface="Calibri"/>
                <a:cs typeface="Calibri"/>
              </a:rPr>
              <a:t>   - T5 adopts a unified framework where all NLP tasks are cast as a text-to-text problem.</a:t>
            </a:r>
          </a:p>
          <a:p>
            <a:pPr>
              <a:buNone/>
            </a:pPr>
            <a:r>
              <a:rPr lang="en-IN" sz="1200">
                <a:solidFill>
                  <a:srgbClr val="343541"/>
                </a:solidFill>
                <a:latin typeface="system-ui"/>
                <a:ea typeface="Calibri"/>
                <a:cs typeface="Calibri"/>
              </a:rPr>
              <a:t>   - Inputs and outputs are both treated as textual sequences, and tasks are specified through prefixes in the input text.</a:t>
            </a:r>
          </a:p>
          <a:p>
            <a:pPr>
              <a:buNone/>
            </a:pPr>
            <a:endParaRPr lang="en-IN" sz="1200">
              <a:solidFill>
                <a:srgbClr val="343541"/>
              </a:solidFill>
              <a:latin typeface="system-ui"/>
              <a:ea typeface="Calibri"/>
              <a:cs typeface="Calibri"/>
            </a:endParaRPr>
          </a:p>
          <a:p>
            <a:pPr>
              <a:buNone/>
            </a:pPr>
            <a:r>
              <a:rPr lang="en-IN" sz="1200" b="1">
                <a:solidFill>
                  <a:srgbClr val="343541"/>
                </a:solidFill>
                <a:latin typeface="system-ui"/>
                <a:ea typeface="Calibri"/>
                <a:cs typeface="Calibri"/>
              </a:rPr>
              <a:t>2. Pre-training and Fine-tuning:</a:t>
            </a:r>
          </a:p>
          <a:p>
            <a:pPr>
              <a:buNone/>
            </a:pPr>
            <a:r>
              <a:rPr lang="en-IN" sz="1200">
                <a:solidFill>
                  <a:srgbClr val="343541"/>
                </a:solidFill>
                <a:latin typeface="system-ui"/>
                <a:ea typeface="Calibri"/>
                <a:cs typeface="Calibri"/>
              </a:rPr>
              <a:t>   - T5 is pre-trained on a large corpus of diverse text using a denoising autoencoder objective, where parts of the input text are masked, and the model is trained to reconstruct the original text.</a:t>
            </a:r>
          </a:p>
          <a:p>
            <a:pPr>
              <a:buNone/>
            </a:pPr>
            <a:r>
              <a:rPr lang="en-IN" sz="1200">
                <a:solidFill>
                  <a:srgbClr val="343541"/>
                </a:solidFill>
                <a:latin typeface="system-ui"/>
                <a:ea typeface="Calibri"/>
                <a:cs typeface="Calibri"/>
              </a:rPr>
              <a:t>   - The pre-trained model can be fine-tuned for various downstream tasks by providing task-specific prefixes.</a:t>
            </a:r>
          </a:p>
          <a:p>
            <a:pPr>
              <a:buNone/>
            </a:pPr>
            <a:endParaRPr lang="en-IN" sz="1200">
              <a:solidFill>
                <a:srgbClr val="343541"/>
              </a:solidFill>
              <a:latin typeface="system-ui"/>
              <a:ea typeface="Calibri"/>
              <a:cs typeface="Calibri"/>
            </a:endParaRPr>
          </a:p>
          <a:p>
            <a:pPr>
              <a:buNone/>
            </a:pPr>
            <a:r>
              <a:rPr lang="en-IN" sz="1200" b="1">
                <a:solidFill>
                  <a:srgbClr val="343541"/>
                </a:solidFill>
                <a:latin typeface="system-ui"/>
                <a:ea typeface="Calibri"/>
                <a:cs typeface="Calibri"/>
              </a:rPr>
              <a:t>3. Transformer Architecture:</a:t>
            </a:r>
          </a:p>
          <a:p>
            <a:pPr>
              <a:buNone/>
            </a:pPr>
            <a:r>
              <a:rPr lang="en-IN" sz="1200">
                <a:solidFill>
                  <a:srgbClr val="343541"/>
                </a:solidFill>
                <a:latin typeface="system-ui"/>
                <a:ea typeface="Calibri"/>
                <a:cs typeface="Calibri"/>
              </a:rPr>
              <a:t>   - T5 employs the transformer architecture, similar to models like BERT and GPT, with stacked layers of self-attention mechanisms.</a:t>
            </a:r>
          </a:p>
          <a:p>
            <a:pPr>
              <a:buNone/>
            </a:pPr>
            <a:r>
              <a:rPr lang="en-IN" sz="1200">
                <a:solidFill>
                  <a:srgbClr val="343541"/>
                </a:solidFill>
                <a:latin typeface="system-ui"/>
                <a:ea typeface="Calibri"/>
                <a:cs typeface="Calibri"/>
              </a:rPr>
              <a:t>   - The transformer enables efficient processing of sequential data and capturing contextual information.</a:t>
            </a:r>
          </a:p>
          <a:p>
            <a:pPr>
              <a:buNone/>
            </a:pPr>
            <a:endParaRPr lang="en-IN" sz="1200" b="1">
              <a:solidFill>
                <a:srgbClr val="343541"/>
              </a:solidFill>
              <a:latin typeface="system-ui"/>
              <a:ea typeface="Calibri"/>
              <a:cs typeface="Calibri"/>
            </a:endParaRPr>
          </a:p>
          <a:p>
            <a:pPr>
              <a:buNone/>
            </a:pPr>
            <a:r>
              <a:rPr lang="en-IN" sz="1200" b="1">
                <a:solidFill>
                  <a:srgbClr val="343541"/>
                </a:solidFill>
                <a:latin typeface="system-ui"/>
                <a:ea typeface="Calibri"/>
                <a:cs typeface="Calibri"/>
              </a:rPr>
              <a:t>4. Task-Agnostic Model:</a:t>
            </a:r>
          </a:p>
          <a:p>
            <a:pPr>
              <a:buNone/>
            </a:pPr>
            <a:r>
              <a:rPr lang="en-IN" sz="1200">
                <a:solidFill>
                  <a:srgbClr val="343541"/>
                </a:solidFill>
                <a:latin typeface="system-ui"/>
                <a:ea typeface="Calibri"/>
                <a:cs typeface="Calibri"/>
              </a:rPr>
              <a:t>   - T5 is designed to be task-agnostic, meaning that it can handle a diverse set of tasks without task-specific modifications to the model architecture.</a:t>
            </a:r>
          </a:p>
          <a:p>
            <a:pPr>
              <a:buNone/>
            </a:pPr>
            <a:r>
              <a:rPr lang="en-IN" sz="1200">
                <a:solidFill>
                  <a:srgbClr val="343541"/>
                </a:solidFill>
                <a:latin typeface="system-ui"/>
                <a:ea typeface="Calibri"/>
                <a:cs typeface="Calibri"/>
              </a:rPr>
              <a:t>   - The same model can be fine-tuned for tasks like translation, summarization, question answering, and more.</a:t>
            </a:r>
          </a:p>
          <a:p>
            <a:pPr>
              <a:buNone/>
            </a:pPr>
            <a:endParaRPr lang="en-IN" sz="1200">
              <a:solidFill>
                <a:srgbClr val="343541"/>
              </a:solidFill>
              <a:latin typeface="system-ui"/>
              <a:ea typeface="Calibri"/>
              <a:cs typeface="Calibri"/>
            </a:endParaRPr>
          </a:p>
          <a:p>
            <a:pPr>
              <a:buNone/>
            </a:pPr>
            <a:r>
              <a:rPr lang="en-IN" sz="1200" b="1">
                <a:solidFill>
                  <a:srgbClr val="343541"/>
                </a:solidFill>
                <a:latin typeface="system-ui"/>
                <a:ea typeface="Calibri"/>
                <a:cs typeface="Calibri"/>
              </a:rPr>
              <a:t>5. Positional Encoding:</a:t>
            </a:r>
          </a:p>
          <a:p>
            <a:pPr>
              <a:buNone/>
            </a:pPr>
            <a:r>
              <a:rPr lang="en-IN" sz="1200">
                <a:solidFill>
                  <a:srgbClr val="343541"/>
                </a:solidFill>
                <a:latin typeface="system-ui"/>
                <a:ea typeface="Calibri"/>
                <a:cs typeface="Calibri"/>
              </a:rPr>
              <a:t>   - T5 includes positional encoding to provide information about the position of each word in the sequence.</a:t>
            </a:r>
          </a:p>
          <a:p>
            <a:pPr>
              <a:buNone/>
            </a:pPr>
            <a:r>
              <a:rPr lang="en-IN" sz="1200">
                <a:solidFill>
                  <a:srgbClr val="343541"/>
                </a:solidFill>
                <a:latin typeface="system-ui"/>
                <a:ea typeface="Calibri"/>
                <a:cs typeface="Calibri"/>
              </a:rPr>
              <a:t>   - Positional encoding is crucial for the model to understand the sequential order of words.</a:t>
            </a:r>
            <a:endParaRPr lang="en-IN" sz="1200">
              <a:solidFill>
                <a:srgbClr val="343541"/>
              </a:solidFill>
              <a:latin typeface="system-ui"/>
            </a:endParaRPr>
          </a:p>
          <a:p>
            <a:pPr>
              <a:buNone/>
            </a:pPr>
            <a:endParaRPr lang="en-IN" sz="1200" b="1">
              <a:solidFill>
                <a:srgbClr val="343541"/>
              </a:solidFill>
              <a:latin typeface="system-ui"/>
              <a:ea typeface="Calibri"/>
              <a:cs typeface="Calibri"/>
            </a:endParaRPr>
          </a:p>
        </p:txBody>
      </p:sp>
    </p:spTree>
    <p:extLst>
      <p:ext uri="{BB962C8B-B14F-4D97-AF65-F5344CB8AC3E}">
        <p14:creationId xmlns:p14="http://schemas.microsoft.com/office/powerpoint/2010/main" val="21303026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256032"/>
            <a:ext cx="7879842" cy="101498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2500"/>
          </a:bodyPr>
          <a:lstStyle/>
          <a:p>
            <a:pPr algn="ctr">
              <a:defRPr/>
            </a:pPr>
            <a:r>
              <a:rPr lang="en-US" sz="3500" b="1">
                <a:solidFill>
                  <a:schemeClr val="tx1"/>
                </a:solidFill>
                <a:latin typeface="+mj-lt"/>
                <a:ea typeface="+mj-ea"/>
                <a:cs typeface="+mj-cs"/>
              </a:rPr>
              <a:t>Applications of T5 Transformer-based Model</a:t>
            </a:r>
            <a:r>
              <a:rPr lang="en-IN" sz="3200" b="1">
                <a:solidFill>
                  <a:schemeClr val="tx1"/>
                </a:solidFill>
                <a:latin typeface="+mj-lt"/>
                <a:ea typeface="+mj-ea"/>
                <a:cs typeface="+mj-cs"/>
              </a:rPr>
              <a:t>:</a:t>
            </a:r>
            <a:endParaRPr lang="en-IN" sz="3200">
              <a:solidFill>
                <a:schemeClr val="tx1"/>
              </a:solidFill>
              <a:latin typeface="+mj-lt"/>
              <a:ea typeface="+mj-ea"/>
              <a:cs typeface="Calibri"/>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42</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410943"/>
            <a:ext cx="8823096" cy="5348105"/>
          </a:xfrm>
        </p:spPr>
        <p:txBody>
          <a:bodyPr vert="horz" lIns="91440" tIns="45720" rIns="91440" bIns="45720" rtlCol="0" anchor="t">
            <a:noAutofit/>
          </a:bodyPr>
          <a:lstStyle/>
          <a:p>
            <a:pPr>
              <a:lnSpc>
                <a:spcPct val="150000"/>
              </a:lnSpc>
              <a:buNone/>
            </a:pPr>
            <a:endParaRPr lang="en-IN" sz="1200" b="1">
              <a:solidFill>
                <a:srgbClr val="343541"/>
              </a:solidFill>
              <a:latin typeface="system-ui"/>
              <a:cs typeface="Calibri"/>
            </a:endParaRPr>
          </a:p>
          <a:p>
            <a:pPr>
              <a:lnSpc>
                <a:spcPct val="150000"/>
              </a:lnSpc>
              <a:buNone/>
            </a:pPr>
            <a:r>
              <a:rPr lang="en-IN" sz="1200" b="1">
                <a:solidFill>
                  <a:srgbClr val="343541"/>
                </a:solidFill>
                <a:latin typeface="system-ui"/>
                <a:cs typeface="Calibri"/>
              </a:rPr>
              <a:t>1. </a:t>
            </a:r>
            <a:r>
              <a:rPr lang="en-IN" sz="1200" b="1">
                <a:solidFill>
                  <a:srgbClr val="343541"/>
                </a:solidFill>
                <a:latin typeface="system-ui"/>
                <a:ea typeface="Calibri"/>
                <a:cs typeface="Calibri"/>
              </a:rPr>
              <a:t>Text Summarization:</a:t>
            </a:r>
            <a:endParaRPr lang="en-US">
              <a:cs typeface="Calibri"/>
            </a:endParaRPr>
          </a:p>
          <a:p>
            <a:pPr>
              <a:lnSpc>
                <a:spcPct val="150000"/>
              </a:lnSpc>
              <a:buNone/>
            </a:pPr>
            <a:r>
              <a:rPr lang="en-IN" sz="1200">
                <a:solidFill>
                  <a:srgbClr val="343541"/>
                </a:solidFill>
                <a:latin typeface="system-ui"/>
                <a:ea typeface="Calibri"/>
                <a:cs typeface="Calibri"/>
              </a:rPr>
              <a:t>   - T5 can be fine-tuned for summarization tasks, where it generates concise and informative summaries of input text.</a:t>
            </a:r>
          </a:p>
          <a:p>
            <a:pPr>
              <a:lnSpc>
                <a:spcPct val="150000"/>
              </a:lnSpc>
              <a:buNone/>
            </a:pPr>
            <a:endParaRPr lang="en-IN" sz="1200">
              <a:solidFill>
                <a:srgbClr val="343541"/>
              </a:solidFill>
              <a:latin typeface="system-ui"/>
              <a:ea typeface="Calibri"/>
              <a:cs typeface="Calibri"/>
            </a:endParaRPr>
          </a:p>
          <a:p>
            <a:pPr>
              <a:lnSpc>
                <a:spcPct val="150000"/>
              </a:lnSpc>
              <a:buNone/>
            </a:pPr>
            <a:r>
              <a:rPr lang="en-IN" sz="1200" b="1">
                <a:solidFill>
                  <a:srgbClr val="343541"/>
                </a:solidFill>
                <a:latin typeface="system-ui"/>
                <a:ea typeface="Calibri"/>
                <a:cs typeface="Calibri"/>
              </a:rPr>
              <a:t>2. Translation:</a:t>
            </a:r>
            <a:endParaRPr lang="en-IN" b="1">
              <a:cs typeface="Calibri"/>
            </a:endParaRPr>
          </a:p>
          <a:p>
            <a:pPr>
              <a:lnSpc>
                <a:spcPct val="150000"/>
              </a:lnSpc>
              <a:buNone/>
            </a:pPr>
            <a:r>
              <a:rPr lang="en-IN" sz="1200">
                <a:solidFill>
                  <a:srgbClr val="343541"/>
                </a:solidFill>
                <a:latin typeface="system-ui"/>
                <a:ea typeface="Calibri"/>
                <a:cs typeface="Calibri"/>
              </a:rPr>
              <a:t>   - T5 is effective for language translation tasks, producing translations that capture the nuances of the input text.</a:t>
            </a:r>
          </a:p>
          <a:p>
            <a:pPr>
              <a:lnSpc>
                <a:spcPct val="150000"/>
              </a:lnSpc>
              <a:buNone/>
            </a:pPr>
            <a:endParaRPr lang="en-IN" sz="1200">
              <a:solidFill>
                <a:srgbClr val="343541"/>
              </a:solidFill>
              <a:latin typeface="system-ui"/>
              <a:ea typeface="Calibri"/>
              <a:cs typeface="Calibri"/>
            </a:endParaRPr>
          </a:p>
          <a:p>
            <a:pPr>
              <a:lnSpc>
                <a:spcPct val="150000"/>
              </a:lnSpc>
              <a:buNone/>
            </a:pPr>
            <a:r>
              <a:rPr lang="en-IN" sz="1200" b="1">
                <a:solidFill>
                  <a:srgbClr val="343541"/>
                </a:solidFill>
                <a:latin typeface="system-ui"/>
                <a:ea typeface="Calibri"/>
                <a:cs typeface="Calibri"/>
              </a:rPr>
              <a:t>3. Question Answering:</a:t>
            </a:r>
          </a:p>
          <a:p>
            <a:pPr>
              <a:lnSpc>
                <a:spcPct val="150000"/>
              </a:lnSpc>
              <a:buNone/>
            </a:pPr>
            <a:r>
              <a:rPr lang="en-IN" sz="1200">
                <a:solidFill>
                  <a:srgbClr val="343541"/>
                </a:solidFill>
                <a:latin typeface="system-ui"/>
                <a:ea typeface="Calibri"/>
                <a:cs typeface="Calibri"/>
              </a:rPr>
              <a:t>   - T5 can be fine-tuned for question answering tasks, generating relevant and detailed answers based on input questions.</a:t>
            </a:r>
          </a:p>
          <a:p>
            <a:pPr>
              <a:lnSpc>
                <a:spcPct val="150000"/>
              </a:lnSpc>
              <a:buNone/>
            </a:pPr>
            <a:endParaRPr lang="en-IN" sz="1200">
              <a:solidFill>
                <a:srgbClr val="343541"/>
              </a:solidFill>
              <a:latin typeface="system-ui"/>
              <a:ea typeface="Calibri"/>
              <a:cs typeface="Calibri"/>
            </a:endParaRPr>
          </a:p>
          <a:p>
            <a:pPr>
              <a:lnSpc>
                <a:spcPct val="150000"/>
              </a:lnSpc>
              <a:buNone/>
            </a:pPr>
            <a:r>
              <a:rPr lang="en-IN" sz="1200" b="1">
                <a:solidFill>
                  <a:srgbClr val="343541"/>
                </a:solidFill>
                <a:latin typeface="system-ui"/>
                <a:ea typeface="Calibri"/>
                <a:cs typeface="Calibri"/>
              </a:rPr>
              <a:t>4. Text Classification:</a:t>
            </a:r>
          </a:p>
          <a:p>
            <a:pPr>
              <a:lnSpc>
                <a:spcPct val="150000"/>
              </a:lnSpc>
              <a:buNone/>
            </a:pPr>
            <a:r>
              <a:rPr lang="en-IN" sz="1200">
                <a:solidFill>
                  <a:srgbClr val="343541"/>
                </a:solidFill>
                <a:latin typeface="system-ui"/>
                <a:ea typeface="Calibri"/>
                <a:cs typeface="Calibri"/>
              </a:rPr>
              <a:t>   - T5 can handle text classification tasks by generating class labels or relevant categories for input text.</a:t>
            </a:r>
          </a:p>
          <a:p>
            <a:pPr>
              <a:lnSpc>
                <a:spcPct val="150000"/>
              </a:lnSpc>
              <a:buNone/>
            </a:pPr>
            <a:endParaRPr lang="en-IN" sz="1200" b="1">
              <a:solidFill>
                <a:srgbClr val="343541"/>
              </a:solidFill>
              <a:latin typeface="system-ui"/>
              <a:ea typeface="Calibri"/>
              <a:cs typeface="Calibri"/>
            </a:endParaRPr>
          </a:p>
          <a:p>
            <a:pPr>
              <a:lnSpc>
                <a:spcPct val="150000"/>
              </a:lnSpc>
              <a:buNone/>
            </a:pPr>
            <a:r>
              <a:rPr lang="en-IN" sz="1200" b="1">
                <a:solidFill>
                  <a:srgbClr val="343541"/>
                </a:solidFill>
                <a:latin typeface="system-ui"/>
                <a:ea typeface="Calibri"/>
                <a:cs typeface="Calibri"/>
              </a:rPr>
              <a:t>5. Named Entity Recognition (NER):</a:t>
            </a:r>
          </a:p>
          <a:p>
            <a:pPr>
              <a:lnSpc>
                <a:spcPct val="150000"/>
              </a:lnSpc>
              <a:buNone/>
            </a:pPr>
            <a:r>
              <a:rPr lang="en-IN" sz="1200">
                <a:solidFill>
                  <a:srgbClr val="343541"/>
                </a:solidFill>
                <a:latin typeface="system-ui"/>
                <a:ea typeface="Calibri"/>
                <a:cs typeface="Calibri"/>
              </a:rPr>
              <a:t>   - T5 can be applied to NER tasks by generating sequences that identify and classify named entities.</a:t>
            </a:r>
            <a:endParaRPr lang="en-IN" sz="1200">
              <a:solidFill>
                <a:srgbClr val="343541"/>
              </a:solidFill>
              <a:latin typeface="system-ui"/>
            </a:endParaRPr>
          </a:p>
          <a:p>
            <a:pPr>
              <a:lnSpc>
                <a:spcPct val="150000"/>
              </a:lnSpc>
              <a:buNone/>
            </a:pPr>
            <a:endParaRPr lang="en-IN" sz="1200" b="1">
              <a:solidFill>
                <a:srgbClr val="343541"/>
              </a:solidFill>
              <a:latin typeface="system-ui"/>
              <a:ea typeface="Calibri"/>
              <a:cs typeface="Calibri"/>
            </a:endParaRPr>
          </a:p>
        </p:txBody>
      </p:sp>
    </p:spTree>
    <p:extLst>
      <p:ext uri="{BB962C8B-B14F-4D97-AF65-F5344CB8AC3E}">
        <p14:creationId xmlns:p14="http://schemas.microsoft.com/office/powerpoint/2010/main" val="7444682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256032"/>
            <a:ext cx="7879842" cy="101498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2500" lnSpcReduction="10000"/>
          </a:bodyPr>
          <a:lstStyle/>
          <a:p>
            <a:pPr algn="ctr">
              <a:defRPr/>
            </a:pPr>
            <a:r>
              <a:rPr lang="en-US" sz="3500" b="1">
                <a:solidFill>
                  <a:schemeClr val="tx1"/>
                </a:solidFill>
                <a:latin typeface="+mj-lt"/>
                <a:ea typeface="+mj-ea"/>
                <a:cs typeface="+mj-cs"/>
              </a:rPr>
              <a:t>Benefits &amp; Limitations of T5 Transformer-based Model</a:t>
            </a:r>
            <a:r>
              <a:rPr lang="en-IN" sz="3200" b="1">
                <a:solidFill>
                  <a:schemeClr val="tx1"/>
                </a:solidFill>
                <a:latin typeface="+mj-lt"/>
                <a:ea typeface="+mj-ea"/>
                <a:cs typeface="+mj-cs"/>
              </a:rPr>
              <a:t>:</a:t>
            </a:r>
            <a:endParaRPr lang="en-IN" sz="3200">
              <a:solidFill>
                <a:schemeClr val="tx1"/>
              </a:solidFill>
              <a:latin typeface="+mj-lt"/>
              <a:ea typeface="+mj-ea"/>
              <a:cs typeface="+mj-cs"/>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43</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410943"/>
            <a:ext cx="8823096" cy="5348105"/>
          </a:xfrm>
        </p:spPr>
        <p:txBody>
          <a:bodyPr vert="horz" lIns="91440" tIns="45720" rIns="91440" bIns="45720" rtlCol="0" anchor="t">
            <a:noAutofit/>
          </a:bodyPr>
          <a:lstStyle/>
          <a:p>
            <a:pPr>
              <a:lnSpc>
                <a:spcPct val="200000"/>
              </a:lnSpc>
              <a:buNone/>
            </a:pPr>
            <a:r>
              <a:rPr lang="en-IN" sz="1400" b="1">
                <a:solidFill>
                  <a:srgbClr val="343541"/>
                </a:solidFill>
                <a:latin typeface="system-ui"/>
                <a:cs typeface="Calibri"/>
              </a:rPr>
              <a:t>Benefits:</a:t>
            </a:r>
            <a:endParaRPr lang="en-US" sz="1400">
              <a:cs typeface="Calibri"/>
            </a:endParaRPr>
          </a:p>
          <a:p>
            <a:pPr>
              <a:lnSpc>
                <a:spcPct val="200000"/>
              </a:lnSpc>
              <a:buNone/>
            </a:pPr>
            <a:r>
              <a:rPr lang="en-IN" sz="1400" b="1">
                <a:solidFill>
                  <a:srgbClr val="343541"/>
                </a:solidFill>
                <a:latin typeface="system-ui"/>
                <a:cs typeface="Calibri"/>
              </a:rPr>
              <a:t>- Unified Framework:</a:t>
            </a:r>
            <a:r>
              <a:rPr lang="en-IN" sz="1400">
                <a:solidFill>
                  <a:srgbClr val="343541"/>
                </a:solidFill>
                <a:latin typeface="system-ui"/>
                <a:cs typeface="Calibri"/>
              </a:rPr>
              <a:t> T5's text-to-text approach provides a unified framework for handling diverse NLP tasks without the need for task-specific architectures</a:t>
            </a:r>
            <a:r>
              <a:rPr lang="en-IN" sz="1400">
                <a:solidFill>
                  <a:srgbClr val="343541"/>
                </a:solidFill>
                <a:latin typeface="system-ui"/>
                <a:ea typeface="Calibri"/>
                <a:cs typeface="Calibri"/>
              </a:rPr>
              <a:t>.</a:t>
            </a:r>
            <a:endParaRPr lang="en-IN" sz="1400">
              <a:solidFill>
                <a:srgbClr val="343541"/>
              </a:solidFill>
              <a:latin typeface="system-ui"/>
              <a:cs typeface="Calibri"/>
            </a:endParaRPr>
          </a:p>
          <a:p>
            <a:pPr>
              <a:lnSpc>
                <a:spcPct val="200000"/>
              </a:lnSpc>
              <a:buNone/>
            </a:pPr>
            <a:r>
              <a:rPr lang="en-IN" sz="1400" b="1">
                <a:solidFill>
                  <a:srgbClr val="343541"/>
                </a:solidFill>
                <a:latin typeface="system-ui"/>
                <a:ea typeface="Calibri"/>
                <a:cs typeface="Calibri"/>
              </a:rPr>
              <a:t>- Transfer Learning:</a:t>
            </a:r>
            <a:r>
              <a:rPr lang="en-IN" sz="1400">
                <a:solidFill>
                  <a:srgbClr val="343541"/>
                </a:solidFill>
                <a:latin typeface="system-ui"/>
                <a:ea typeface="Calibri"/>
                <a:cs typeface="Calibri"/>
              </a:rPr>
              <a:t> Pre-training on a large corpus allows T5 to transfer knowledge effectively to various downstream tasks.</a:t>
            </a:r>
          </a:p>
          <a:p>
            <a:pPr>
              <a:buNone/>
            </a:pPr>
            <a:endParaRPr lang="en-IN" sz="1400">
              <a:solidFill>
                <a:srgbClr val="343541"/>
              </a:solidFill>
              <a:latin typeface="system-ui"/>
              <a:cs typeface="Calibri"/>
            </a:endParaRPr>
          </a:p>
          <a:p>
            <a:pPr>
              <a:lnSpc>
                <a:spcPct val="200000"/>
              </a:lnSpc>
              <a:buNone/>
            </a:pPr>
            <a:r>
              <a:rPr lang="en-IN" sz="1400" b="1">
                <a:solidFill>
                  <a:srgbClr val="343541"/>
                </a:solidFill>
                <a:latin typeface="system-ui"/>
                <a:cs typeface="Calibri"/>
              </a:rPr>
              <a:t>Limitations:</a:t>
            </a:r>
          </a:p>
          <a:p>
            <a:pPr>
              <a:lnSpc>
                <a:spcPct val="200000"/>
              </a:lnSpc>
              <a:buNone/>
            </a:pPr>
            <a:r>
              <a:rPr lang="en-IN" sz="1400" b="1">
                <a:solidFill>
                  <a:srgbClr val="343541"/>
                </a:solidFill>
                <a:latin typeface="system-ui"/>
                <a:ea typeface="Calibri"/>
                <a:cs typeface="Calibri"/>
              </a:rPr>
              <a:t>- Computational Resources:</a:t>
            </a:r>
            <a:r>
              <a:rPr lang="en-IN" sz="1400">
                <a:solidFill>
                  <a:srgbClr val="343541"/>
                </a:solidFill>
                <a:latin typeface="system-ui"/>
                <a:ea typeface="Calibri"/>
                <a:cs typeface="Calibri"/>
              </a:rPr>
              <a:t> Training and fine-tuning large T5 models can be computationally expensive.</a:t>
            </a:r>
          </a:p>
          <a:p>
            <a:pPr>
              <a:lnSpc>
                <a:spcPct val="200000"/>
              </a:lnSpc>
              <a:buNone/>
            </a:pPr>
            <a:r>
              <a:rPr lang="en-IN" sz="1400" b="1">
                <a:solidFill>
                  <a:srgbClr val="343541"/>
                </a:solidFill>
                <a:latin typeface="system-ui"/>
                <a:ea typeface="Calibri"/>
                <a:cs typeface="Calibri"/>
              </a:rPr>
              <a:t>- Model Size:</a:t>
            </a:r>
            <a:r>
              <a:rPr lang="en-IN" sz="1400">
                <a:solidFill>
                  <a:srgbClr val="343541"/>
                </a:solidFill>
                <a:latin typeface="system-ui"/>
                <a:ea typeface="Calibri"/>
                <a:cs typeface="Calibri"/>
              </a:rPr>
              <a:t> Large model sizes may have limitations in deployment on resource-constrained devices.</a:t>
            </a:r>
            <a:endParaRPr lang="en-IN" sz="1400">
              <a:solidFill>
                <a:srgbClr val="343541"/>
              </a:solidFill>
              <a:latin typeface="system-ui"/>
            </a:endParaRPr>
          </a:p>
          <a:p>
            <a:pPr>
              <a:lnSpc>
                <a:spcPct val="200000"/>
              </a:lnSpc>
              <a:buNone/>
            </a:pPr>
            <a:endParaRPr lang="en-IN" sz="1400" b="1">
              <a:solidFill>
                <a:srgbClr val="343541"/>
              </a:solidFill>
              <a:latin typeface="system-ui"/>
              <a:ea typeface="Calibri"/>
              <a:cs typeface="Calibri"/>
            </a:endParaRPr>
          </a:p>
        </p:txBody>
      </p:sp>
    </p:spTree>
    <p:extLst>
      <p:ext uri="{BB962C8B-B14F-4D97-AF65-F5344CB8AC3E}">
        <p14:creationId xmlns:p14="http://schemas.microsoft.com/office/powerpoint/2010/main" val="21163574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334644"/>
            <a:ext cx="7882128" cy="107691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3500" b="1" dirty="0">
                <a:solidFill>
                  <a:schemeClr val="tx1"/>
                </a:solidFill>
                <a:latin typeface="+mj-lt"/>
                <a:ea typeface="+mj-ea"/>
                <a:cs typeface="+mj-cs"/>
              </a:rPr>
              <a:t>Introduction to Hugging Face Transformers:</a:t>
            </a:r>
            <a:endParaRPr lang="en-US" dirty="0">
              <a:solidFill>
                <a:schemeClr val="tx1"/>
              </a:solidFill>
              <a:ea typeface="+mj-ea"/>
              <a:cs typeface="+mj-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44</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extLst>
              <p:ext uri="{D42A27DB-BD31-4B8C-83A1-F6EECF244321}">
                <p14:modId xmlns:p14="http://schemas.microsoft.com/office/powerpoint/2010/main" val="3347093247"/>
              </p:ext>
            </p:extLst>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767796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334644"/>
            <a:ext cx="7882128" cy="107691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3500" b="1" dirty="0">
                <a:solidFill>
                  <a:schemeClr val="tx1"/>
                </a:solidFill>
                <a:latin typeface="+mj-lt"/>
                <a:ea typeface="+mj-ea"/>
                <a:cs typeface="+mj-cs"/>
              </a:rPr>
              <a:t>Key Features &amp; Components of Hugging Face Transformers:</a:t>
            </a:r>
            <a:endParaRPr lang="en-US" dirty="0">
              <a:solidFill>
                <a:schemeClr val="tx1"/>
              </a:solidFill>
              <a:ea typeface="+mj-ea"/>
              <a:cs typeface="+mj-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45</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extLst>
              <p:ext uri="{D42A27DB-BD31-4B8C-83A1-F6EECF244321}">
                <p14:modId xmlns:p14="http://schemas.microsoft.com/office/powerpoint/2010/main" val="3347093247"/>
              </p:ext>
            </p:extLst>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344100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334644"/>
            <a:ext cx="7882128" cy="107691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lnSpc>
                <a:spcPct val="90000"/>
              </a:lnSpc>
              <a:spcBef>
                <a:spcPct val="0"/>
              </a:spcBef>
              <a:spcAft>
                <a:spcPts val="600"/>
              </a:spcAft>
              <a:defRPr/>
            </a:pPr>
            <a:r>
              <a:rPr lang="en-US" sz="3500" b="1" dirty="0">
                <a:solidFill>
                  <a:schemeClr val="tx1"/>
                </a:solidFill>
                <a:latin typeface="+mj-lt"/>
                <a:ea typeface="+mj-ea"/>
                <a:cs typeface="+mj-cs"/>
              </a:rPr>
              <a:t>Workflow with Hugging Face Transformers:</a:t>
            </a:r>
            <a:endParaRPr lang="en-US" dirty="0">
              <a:solidFill>
                <a:schemeClr val="tx1"/>
              </a:solidFill>
              <a:ea typeface="+mj-ea"/>
              <a:cs typeface="+mj-cs"/>
            </a:endParaRPr>
          </a:p>
        </p:txBody>
      </p:sp>
      <p:sp>
        <p:nvSpPr>
          <p:cNvPr id="6" name="Slide Number Placeholder 5"/>
          <p:cNvSpPr>
            <a:spLocks noGrp="1"/>
          </p:cNvSpPr>
          <p:nvPr>
            <p:ph type="sldNum" sz="quarter" idx="12"/>
          </p:nvPr>
        </p:nvSpPr>
        <p:spPr>
          <a:xfrm>
            <a:off x="6537960" y="6356350"/>
            <a:ext cx="197510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46</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8" name="Content Placeholder 2">
            <a:extLst>
              <a:ext uri="{FF2B5EF4-FFF2-40B4-BE49-F238E27FC236}">
                <a16:creationId xmlns:a16="http://schemas.microsoft.com/office/drawing/2014/main" id="{7911BCD3-FD89-BC16-4A6F-1F614AC172FE}"/>
              </a:ext>
            </a:extLst>
          </p:cNvPr>
          <p:cNvGraphicFramePr>
            <a:graphicFrameLocks noGrp="1"/>
          </p:cNvGraphicFramePr>
          <p:nvPr>
            <p:ph idx="1"/>
            <p:extLst>
              <p:ext uri="{D42A27DB-BD31-4B8C-83A1-F6EECF244321}">
                <p14:modId xmlns:p14="http://schemas.microsoft.com/office/powerpoint/2010/main" val="3347093247"/>
              </p:ext>
            </p:extLst>
          </p:nvPr>
        </p:nvGraphicFramePr>
        <p:xfrm>
          <a:off x="628650" y="1737360"/>
          <a:ext cx="7879842" cy="45354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484094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256032"/>
            <a:ext cx="7879842" cy="101498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fontScale="92500" lnSpcReduction="10000"/>
          </a:bodyPr>
          <a:lstStyle/>
          <a:p>
            <a:pPr algn="ctr">
              <a:defRPr/>
            </a:pPr>
            <a:r>
              <a:rPr lang="en-US" sz="3500" b="1" dirty="0">
                <a:solidFill>
                  <a:schemeClr val="tx1"/>
                </a:solidFill>
                <a:latin typeface="+mj-lt"/>
                <a:ea typeface="+mj-ea"/>
                <a:cs typeface="+mj-cs"/>
              </a:rPr>
              <a:t>Benefits &amp; Limitations of Hugging Face Transformers</a:t>
            </a:r>
            <a:r>
              <a:rPr lang="en-IN" sz="3200" b="1" dirty="0">
                <a:solidFill>
                  <a:schemeClr val="tx1"/>
                </a:solidFill>
                <a:latin typeface="+mj-lt"/>
                <a:ea typeface="+mj-ea"/>
                <a:cs typeface="+mj-cs"/>
              </a:rPr>
              <a:t>:</a:t>
            </a:r>
            <a:endParaRPr lang="en-IN" sz="3200" dirty="0">
              <a:solidFill>
                <a:schemeClr val="tx1"/>
              </a:solidFill>
              <a:latin typeface="+mj-lt"/>
              <a:ea typeface="+mj-ea"/>
              <a:cs typeface="+mj-cs"/>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47</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410943"/>
            <a:ext cx="8823096" cy="5348105"/>
          </a:xfrm>
        </p:spPr>
        <p:txBody>
          <a:bodyPr vert="horz" lIns="91440" tIns="45720" rIns="91440" bIns="45720" rtlCol="0" anchor="t">
            <a:noAutofit/>
          </a:bodyPr>
          <a:lstStyle/>
          <a:p>
            <a:pPr>
              <a:lnSpc>
                <a:spcPct val="150000"/>
              </a:lnSpc>
              <a:buNone/>
            </a:pPr>
            <a:r>
              <a:rPr lang="en-IN" sz="1400" b="1">
                <a:solidFill>
                  <a:srgbClr val="343541"/>
                </a:solidFill>
                <a:latin typeface="system-ui"/>
                <a:cs typeface="Calibri"/>
              </a:rPr>
              <a:t>Benefits:</a:t>
            </a:r>
            <a:endParaRPr lang="en-US" sz="1400" b="1">
              <a:ea typeface="Calibri"/>
              <a:cs typeface="Calibri"/>
            </a:endParaRPr>
          </a:p>
          <a:p>
            <a:pPr>
              <a:lnSpc>
                <a:spcPct val="150000"/>
              </a:lnSpc>
              <a:buNone/>
            </a:pPr>
            <a:r>
              <a:rPr lang="en-IN" sz="1400" b="1" dirty="0">
                <a:solidFill>
                  <a:srgbClr val="343541"/>
                </a:solidFill>
                <a:latin typeface="system-ui"/>
                <a:cs typeface="Calibri"/>
              </a:rPr>
              <a:t>- Model Reusability:</a:t>
            </a:r>
            <a:r>
              <a:rPr lang="en-IN" sz="1400" dirty="0">
                <a:solidFill>
                  <a:srgbClr val="343541"/>
                </a:solidFill>
                <a:latin typeface="system-ui"/>
                <a:cs typeface="Calibri"/>
              </a:rPr>
              <a:t> Easily switch between different transformer models for experimentation or production use</a:t>
            </a:r>
            <a:r>
              <a:rPr lang="en-IN" sz="1400" dirty="0">
                <a:solidFill>
                  <a:srgbClr val="343541"/>
                </a:solidFill>
                <a:latin typeface="system-ui"/>
                <a:ea typeface="Calibri"/>
                <a:cs typeface="Calibri"/>
              </a:rPr>
              <a:t>.</a:t>
            </a:r>
            <a:endParaRPr lang="en-IN" sz="1400" dirty="0">
              <a:solidFill>
                <a:srgbClr val="343541"/>
              </a:solidFill>
              <a:latin typeface="system-ui"/>
              <a:cs typeface="Calibri"/>
            </a:endParaRPr>
          </a:p>
          <a:p>
            <a:pPr>
              <a:lnSpc>
                <a:spcPct val="150000"/>
              </a:lnSpc>
              <a:buNone/>
            </a:pPr>
            <a:r>
              <a:rPr lang="en-IN" sz="1400" b="1" dirty="0">
                <a:solidFill>
                  <a:srgbClr val="343541"/>
                </a:solidFill>
                <a:latin typeface="system-ui"/>
                <a:ea typeface="Calibri"/>
                <a:cs typeface="Calibri"/>
              </a:rPr>
              <a:t>- Community Support:</a:t>
            </a:r>
            <a:r>
              <a:rPr lang="en-IN" sz="1400" dirty="0">
                <a:solidFill>
                  <a:srgbClr val="343541"/>
                </a:solidFill>
                <a:latin typeface="system-ui"/>
                <a:ea typeface="Calibri"/>
                <a:cs typeface="Calibri"/>
              </a:rPr>
              <a:t> Access a large and active community for support, contributions, and sharing of models.</a:t>
            </a:r>
          </a:p>
          <a:p>
            <a:pPr>
              <a:lnSpc>
                <a:spcPct val="150000"/>
              </a:lnSpc>
              <a:buNone/>
            </a:pPr>
            <a:r>
              <a:rPr lang="en-IN" sz="1400" dirty="0">
                <a:solidFill>
                  <a:srgbClr val="343541"/>
                </a:solidFill>
                <a:latin typeface="system-ui"/>
                <a:ea typeface="Calibri"/>
                <a:cs typeface="Calibri"/>
              </a:rPr>
              <a:t>- Accelerated Development: Hugging Face Transformers streamlines the development process by providing pre-trained models and consistent APIs.</a:t>
            </a:r>
          </a:p>
          <a:p>
            <a:pPr>
              <a:lnSpc>
                <a:spcPct val="150000"/>
              </a:lnSpc>
              <a:buNone/>
            </a:pPr>
            <a:endParaRPr lang="en-IN" sz="1400" b="1" dirty="0">
              <a:solidFill>
                <a:srgbClr val="343541"/>
              </a:solidFill>
              <a:latin typeface="system-ui"/>
              <a:cs typeface="Calibri"/>
            </a:endParaRPr>
          </a:p>
          <a:p>
            <a:pPr>
              <a:lnSpc>
                <a:spcPct val="150000"/>
              </a:lnSpc>
              <a:buNone/>
            </a:pPr>
            <a:r>
              <a:rPr lang="en-IN" sz="1400" b="1" dirty="0">
                <a:solidFill>
                  <a:srgbClr val="343541"/>
                </a:solidFill>
                <a:latin typeface="system-ui"/>
                <a:cs typeface="Calibri"/>
              </a:rPr>
              <a:t>Limitations:</a:t>
            </a:r>
            <a:endParaRPr lang="en-IN" sz="1400" b="1" dirty="0">
              <a:solidFill>
                <a:srgbClr val="343541"/>
              </a:solidFill>
              <a:latin typeface="system-ui"/>
              <a:ea typeface="Calibri"/>
              <a:cs typeface="Calibri"/>
            </a:endParaRPr>
          </a:p>
          <a:p>
            <a:pPr>
              <a:lnSpc>
                <a:spcPct val="150000"/>
              </a:lnSpc>
              <a:buNone/>
            </a:pPr>
            <a:r>
              <a:rPr lang="en-IN" sz="1400" b="1" dirty="0">
                <a:solidFill>
                  <a:srgbClr val="343541"/>
                </a:solidFill>
                <a:latin typeface="system-ui"/>
                <a:ea typeface="Calibri"/>
                <a:cs typeface="Calibri"/>
              </a:rPr>
              <a:t>- Computational Resources:</a:t>
            </a:r>
            <a:r>
              <a:rPr lang="en-IN" sz="1400" dirty="0">
                <a:solidFill>
                  <a:srgbClr val="343541"/>
                </a:solidFill>
                <a:latin typeface="system-ui"/>
                <a:ea typeface="Calibri"/>
                <a:cs typeface="Calibri"/>
              </a:rPr>
              <a:t> Fine-tuning and training large models may require significant computational resources.</a:t>
            </a:r>
          </a:p>
          <a:p>
            <a:pPr>
              <a:lnSpc>
                <a:spcPct val="150000"/>
              </a:lnSpc>
              <a:buNone/>
            </a:pPr>
            <a:r>
              <a:rPr lang="en-IN" sz="1400" b="1" dirty="0">
                <a:solidFill>
                  <a:srgbClr val="343541"/>
                </a:solidFill>
                <a:latin typeface="system-ui"/>
                <a:ea typeface="Calibri"/>
                <a:cs typeface="Calibri"/>
              </a:rPr>
              <a:t>- Learning Curve:</a:t>
            </a:r>
            <a:r>
              <a:rPr lang="en-IN" sz="1400" dirty="0">
                <a:solidFill>
                  <a:srgbClr val="343541"/>
                </a:solidFill>
                <a:latin typeface="system-ui"/>
                <a:ea typeface="Calibri"/>
                <a:cs typeface="Calibri"/>
              </a:rPr>
              <a:t> While the library is user-friendly, working with transformer models might have a learning curve for users new to deep learning and NLP.</a:t>
            </a:r>
            <a:endParaRPr lang="en-IN" sz="1400">
              <a:ea typeface="Calibri"/>
              <a:cs typeface="Calibri"/>
            </a:endParaRPr>
          </a:p>
          <a:p>
            <a:pPr>
              <a:lnSpc>
                <a:spcPct val="150000"/>
              </a:lnSpc>
              <a:buNone/>
            </a:pPr>
            <a:endParaRPr lang="en-IN" sz="1400" b="1" dirty="0">
              <a:solidFill>
                <a:srgbClr val="343541"/>
              </a:solidFill>
              <a:latin typeface="system-ui"/>
              <a:ea typeface="Calibri"/>
              <a:cs typeface="Calibri"/>
            </a:endParaRPr>
          </a:p>
        </p:txBody>
      </p:sp>
    </p:spTree>
    <p:extLst>
      <p:ext uri="{BB962C8B-B14F-4D97-AF65-F5344CB8AC3E}">
        <p14:creationId xmlns:p14="http://schemas.microsoft.com/office/powerpoint/2010/main" val="14159077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256032"/>
            <a:ext cx="7879842" cy="101498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defRPr/>
            </a:pPr>
            <a:r>
              <a:rPr lang="en-US" sz="3500" b="1" dirty="0">
                <a:solidFill>
                  <a:schemeClr val="tx1"/>
                </a:solidFill>
                <a:latin typeface="+mj-lt"/>
                <a:ea typeface="+mj-ea"/>
                <a:cs typeface="+mj-cs"/>
              </a:rPr>
              <a:t>Case Study </a:t>
            </a:r>
            <a:r>
              <a:rPr lang="en-IN" sz="3200" b="1" dirty="0">
                <a:solidFill>
                  <a:schemeClr val="tx1"/>
                </a:solidFill>
                <a:latin typeface="+mj-lt"/>
                <a:ea typeface="+mj-ea"/>
                <a:cs typeface="+mj-cs"/>
              </a:rPr>
              <a:t>: </a:t>
            </a:r>
            <a:r>
              <a:rPr lang="en-IN" sz="3500" b="1" dirty="0">
                <a:solidFill>
                  <a:schemeClr val="tx1"/>
                </a:solidFill>
                <a:latin typeface="+mj-lt"/>
                <a:ea typeface="+mj-ea"/>
                <a:cs typeface="+mj-cs"/>
              </a:rPr>
              <a:t>1</a:t>
            </a: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48</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410943"/>
            <a:ext cx="8823096" cy="5348105"/>
          </a:xfrm>
        </p:spPr>
        <p:txBody>
          <a:bodyPr vert="horz" lIns="91440" tIns="45720" rIns="91440" bIns="45720" rtlCol="0" anchor="t">
            <a:noAutofit/>
          </a:bodyPr>
          <a:lstStyle/>
          <a:p>
            <a:pPr>
              <a:buNone/>
            </a:pPr>
            <a:r>
              <a:rPr lang="en-IN" sz="1200" b="1" dirty="0">
                <a:solidFill>
                  <a:srgbClr val="343541"/>
                </a:solidFill>
                <a:latin typeface="system-ui"/>
                <a:cs typeface="Calibri"/>
              </a:rPr>
              <a:t>Title: Improving Customer </a:t>
            </a:r>
            <a:r>
              <a:rPr lang="en-IN" sz="1200" b="1" dirty="0">
                <a:solidFill>
                  <a:srgbClr val="343541"/>
                </a:solidFill>
                <a:latin typeface="system-ui"/>
                <a:ea typeface="Calibri"/>
                <a:cs typeface="Calibri"/>
              </a:rPr>
              <a:t>Support with Sentiment Analysis using Hugging Face Transformers</a:t>
            </a:r>
            <a:endParaRPr lang="en-IN" sz="1200" dirty="0">
              <a:solidFill>
                <a:srgbClr val="343541"/>
              </a:solidFill>
              <a:latin typeface="system-ui"/>
              <a:ea typeface="Calibri"/>
              <a:cs typeface="Calibri"/>
            </a:endParaRPr>
          </a:p>
          <a:p>
            <a:pPr>
              <a:buNone/>
            </a:pPr>
            <a:endParaRPr lang="en-IN" sz="1200">
              <a:solidFill>
                <a:srgbClr val="343541"/>
              </a:solidFill>
              <a:latin typeface="system-ui"/>
              <a:ea typeface="Calibri"/>
              <a:cs typeface="Calibri"/>
            </a:endParaRPr>
          </a:p>
          <a:p>
            <a:pPr>
              <a:buNone/>
            </a:pPr>
            <a:r>
              <a:rPr lang="en-IN" sz="1200" b="1" dirty="0">
                <a:solidFill>
                  <a:srgbClr val="343541"/>
                </a:solidFill>
                <a:latin typeface="system-ui"/>
                <a:cs typeface="Calibri"/>
              </a:rPr>
              <a:t>Objectives:</a:t>
            </a:r>
            <a:endParaRPr lang="en-IN" sz="1200" dirty="0">
              <a:solidFill>
                <a:srgbClr val="343541"/>
              </a:solidFill>
              <a:latin typeface="system-ui"/>
              <a:cs typeface="Calibri"/>
            </a:endParaRPr>
          </a:p>
          <a:p>
            <a:pPr>
              <a:buNone/>
            </a:pPr>
            <a:r>
              <a:rPr lang="en-IN" sz="1200" dirty="0">
                <a:solidFill>
                  <a:srgbClr val="343541"/>
                </a:solidFill>
                <a:latin typeface="system-ui"/>
                <a:cs typeface="Calibri"/>
              </a:rPr>
              <a:t>1. Analyse customer</a:t>
            </a:r>
            <a:r>
              <a:rPr lang="en-IN" sz="1200" dirty="0">
                <a:solidFill>
                  <a:srgbClr val="343541"/>
                </a:solidFill>
                <a:latin typeface="system-ui"/>
                <a:ea typeface="Calibri"/>
                <a:cs typeface="Calibri"/>
              </a:rPr>
              <a:t> sentiment in reviews to understand overall satisfaction levels.</a:t>
            </a:r>
          </a:p>
          <a:p>
            <a:pPr>
              <a:buNone/>
            </a:pPr>
            <a:r>
              <a:rPr lang="en-IN" sz="1200" dirty="0">
                <a:solidFill>
                  <a:srgbClr val="343541"/>
                </a:solidFill>
                <a:latin typeface="system-ui"/>
                <a:ea typeface="Calibri"/>
                <a:cs typeface="Calibri"/>
              </a:rPr>
              <a:t>2. Identify common issues or pain points mentioned by customers.</a:t>
            </a:r>
          </a:p>
          <a:p>
            <a:pPr>
              <a:buNone/>
            </a:pPr>
            <a:r>
              <a:rPr lang="en-IN" sz="1200" dirty="0">
                <a:solidFill>
                  <a:srgbClr val="343541"/>
                </a:solidFill>
                <a:latin typeface="system-ui"/>
                <a:ea typeface="Calibri"/>
                <a:cs typeface="Calibri"/>
              </a:rPr>
              <a:t>3. Provide actionable insights to improve customer support and overall user experience.</a:t>
            </a:r>
          </a:p>
          <a:p>
            <a:pPr>
              <a:buNone/>
            </a:pPr>
            <a:endParaRPr lang="en-IN" sz="1200" b="1" dirty="0">
              <a:solidFill>
                <a:srgbClr val="343541"/>
              </a:solidFill>
              <a:latin typeface="system-ui"/>
              <a:ea typeface="Calibri"/>
              <a:cs typeface="Calibri"/>
            </a:endParaRPr>
          </a:p>
          <a:p>
            <a:pPr>
              <a:buNone/>
            </a:pPr>
            <a:r>
              <a:rPr lang="en-IN" sz="1200" b="1" dirty="0">
                <a:solidFill>
                  <a:srgbClr val="343541"/>
                </a:solidFill>
                <a:latin typeface="system-ui"/>
                <a:ea typeface="Calibri"/>
                <a:cs typeface="Calibri"/>
              </a:rPr>
              <a:t>Methodology:</a:t>
            </a:r>
            <a:endParaRPr lang="en-IN" sz="1200" dirty="0">
              <a:solidFill>
                <a:srgbClr val="343541"/>
              </a:solidFill>
              <a:latin typeface="system-ui"/>
              <a:ea typeface="Calibri"/>
              <a:cs typeface="Calibri"/>
            </a:endParaRPr>
          </a:p>
          <a:p>
            <a:pPr>
              <a:buNone/>
            </a:pPr>
            <a:r>
              <a:rPr lang="en-IN" sz="1200" b="1" dirty="0">
                <a:solidFill>
                  <a:srgbClr val="343541"/>
                </a:solidFill>
                <a:latin typeface="system-ui"/>
                <a:ea typeface="Calibri"/>
                <a:cs typeface="Calibri"/>
              </a:rPr>
              <a:t>1. Data Collection:</a:t>
            </a:r>
          </a:p>
          <a:p>
            <a:pPr>
              <a:buNone/>
            </a:pPr>
            <a:r>
              <a:rPr lang="en-IN" sz="1200" dirty="0">
                <a:solidFill>
                  <a:srgbClr val="343541"/>
                </a:solidFill>
                <a:latin typeface="system-ui"/>
                <a:ea typeface="Calibri"/>
                <a:cs typeface="Calibri"/>
              </a:rPr>
              <a:t>   - Gather a dataset of customer reviews from various sources, such as online reviews, support tickets, and surveys.</a:t>
            </a:r>
          </a:p>
          <a:p>
            <a:pPr>
              <a:buNone/>
            </a:pPr>
            <a:r>
              <a:rPr lang="en-IN" sz="1200" dirty="0">
                <a:solidFill>
                  <a:srgbClr val="343541"/>
                </a:solidFill>
                <a:latin typeface="system-ui"/>
                <a:ea typeface="Calibri"/>
                <a:cs typeface="Calibri"/>
              </a:rPr>
              <a:t>   - Annotate the dataset with sentiment labels (positive, negative, neutral).</a:t>
            </a:r>
          </a:p>
          <a:p>
            <a:pPr>
              <a:buNone/>
            </a:pPr>
            <a:endParaRPr lang="en-IN" sz="1200">
              <a:solidFill>
                <a:srgbClr val="343541"/>
              </a:solidFill>
              <a:latin typeface="system-ui"/>
              <a:ea typeface="Calibri"/>
              <a:cs typeface="Calibri"/>
            </a:endParaRPr>
          </a:p>
          <a:p>
            <a:pPr>
              <a:buNone/>
            </a:pPr>
            <a:r>
              <a:rPr lang="en-IN" sz="1200" b="1" dirty="0">
                <a:solidFill>
                  <a:srgbClr val="343541"/>
                </a:solidFill>
                <a:latin typeface="system-ui"/>
                <a:ea typeface="Calibri"/>
                <a:cs typeface="Calibri"/>
              </a:rPr>
              <a:t>2. Data Preprocessing:</a:t>
            </a:r>
          </a:p>
          <a:p>
            <a:pPr>
              <a:buNone/>
            </a:pPr>
            <a:r>
              <a:rPr lang="en-IN" sz="1200" dirty="0">
                <a:solidFill>
                  <a:srgbClr val="343541"/>
                </a:solidFill>
                <a:latin typeface="system-ui"/>
                <a:ea typeface="Calibri"/>
                <a:cs typeface="Calibri"/>
              </a:rPr>
              <a:t>   - Tokenize and preprocess the text data using Hugging Face Transformers' tokenization utilities.</a:t>
            </a:r>
          </a:p>
          <a:p>
            <a:pPr>
              <a:buNone/>
            </a:pPr>
            <a:r>
              <a:rPr lang="en-IN" sz="1200" dirty="0">
                <a:solidFill>
                  <a:srgbClr val="343541"/>
                </a:solidFill>
                <a:latin typeface="system-ui"/>
                <a:ea typeface="Calibri"/>
                <a:cs typeface="Calibri"/>
              </a:rPr>
              <a:t>   - Split the dataset into training and testing sets.</a:t>
            </a:r>
          </a:p>
          <a:p>
            <a:pPr>
              <a:buNone/>
            </a:pPr>
            <a:endParaRPr lang="en-IN" sz="1200">
              <a:solidFill>
                <a:srgbClr val="343541"/>
              </a:solidFill>
              <a:latin typeface="system-ui"/>
              <a:ea typeface="Calibri"/>
              <a:cs typeface="Calibri"/>
            </a:endParaRPr>
          </a:p>
          <a:p>
            <a:pPr>
              <a:buNone/>
            </a:pPr>
            <a:r>
              <a:rPr lang="en-IN" sz="1200" b="1" dirty="0">
                <a:solidFill>
                  <a:srgbClr val="343541"/>
                </a:solidFill>
                <a:latin typeface="system-ui"/>
                <a:ea typeface="Calibri"/>
                <a:cs typeface="Calibri"/>
              </a:rPr>
              <a:t>3. Model Selection:</a:t>
            </a:r>
          </a:p>
          <a:p>
            <a:pPr>
              <a:buNone/>
            </a:pPr>
            <a:r>
              <a:rPr lang="en-IN" sz="1200" dirty="0">
                <a:solidFill>
                  <a:srgbClr val="343541"/>
                </a:solidFill>
                <a:latin typeface="system-ui"/>
                <a:ea typeface="Calibri"/>
                <a:cs typeface="Calibri"/>
              </a:rPr>
              <a:t>   - Choose a pre-trained sentiment analysis model from the Hugging Face model hub, such as a BERT-based model.</a:t>
            </a:r>
          </a:p>
          <a:p>
            <a:pPr>
              <a:buNone/>
            </a:pPr>
            <a:r>
              <a:rPr lang="en-IN" sz="1200" dirty="0">
                <a:solidFill>
                  <a:srgbClr val="343541"/>
                </a:solidFill>
                <a:latin typeface="system-ui"/>
                <a:ea typeface="Calibri"/>
                <a:cs typeface="Calibri"/>
              </a:rPr>
              <a:t>   - Fine-tune the selected model on the annotated dataset for sentiment analysis.</a:t>
            </a:r>
          </a:p>
          <a:p>
            <a:pPr>
              <a:lnSpc>
                <a:spcPct val="150000"/>
              </a:lnSpc>
              <a:buNone/>
            </a:pPr>
            <a:endParaRPr lang="en-IN" sz="1400" b="1" dirty="0">
              <a:solidFill>
                <a:srgbClr val="343541"/>
              </a:solidFill>
              <a:latin typeface="system-ui"/>
              <a:ea typeface="Calibri"/>
              <a:cs typeface="Calibri"/>
            </a:endParaRPr>
          </a:p>
          <a:p>
            <a:pPr>
              <a:buNone/>
            </a:pPr>
            <a:r>
              <a:rPr lang="en-IN" sz="1200" b="1" dirty="0">
                <a:solidFill>
                  <a:srgbClr val="343541"/>
                </a:solidFill>
                <a:latin typeface="system-ui"/>
                <a:ea typeface="Calibri"/>
                <a:cs typeface="Calibri"/>
              </a:rPr>
              <a:t>4. Model Evaluation:</a:t>
            </a:r>
          </a:p>
          <a:p>
            <a:pPr>
              <a:buNone/>
            </a:pPr>
            <a:r>
              <a:rPr lang="en-IN" sz="1200" dirty="0">
                <a:solidFill>
                  <a:srgbClr val="343541"/>
                </a:solidFill>
                <a:latin typeface="system-ui"/>
                <a:ea typeface="Calibri"/>
                <a:cs typeface="Calibri"/>
              </a:rPr>
              <a:t>   - Evaluate the fine-tuned model on the testing set using metrics like accuracy, precision, recall, and F1-score.</a:t>
            </a:r>
          </a:p>
          <a:p>
            <a:pPr>
              <a:buNone/>
            </a:pPr>
            <a:r>
              <a:rPr lang="en-IN" sz="1200" dirty="0">
                <a:solidFill>
                  <a:srgbClr val="343541"/>
                </a:solidFill>
                <a:latin typeface="system-ui"/>
                <a:ea typeface="Calibri"/>
                <a:cs typeface="Calibri"/>
              </a:rPr>
              <a:t>   - Analyse the model's performance on different sentiment classes.</a:t>
            </a:r>
          </a:p>
          <a:p>
            <a:pPr>
              <a:buNone/>
            </a:pPr>
            <a:endParaRPr lang="en-IN" sz="1200" dirty="0">
              <a:solidFill>
                <a:srgbClr val="343541"/>
              </a:solidFill>
              <a:latin typeface="system-ui"/>
              <a:ea typeface="Calibri"/>
              <a:cs typeface="Calibri"/>
            </a:endParaRPr>
          </a:p>
        </p:txBody>
      </p:sp>
    </p:spTree>
    <p:extLst>
      <p:ext uri="{BB962C8B-B14F-4D97-AF65-F5344CB8AC3E}">
        <p14:creationId xmlns:p14="http://schemas.microsoft.com/office/powerpoint/2010/main" val="20647492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256032"/>
            <a:ext cx="7879842" cy="101498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defRPr/>
            </a:pPr>
            <a:r>
              <a:rPr lang="en-US" sz="3500" b="1" dirty="0">
                <a:solidFill>
                  <a:schemeClr val="tx1"/>
                </a:solidFill>
                <a:latin typeface="+mj-lt"/>
                <a:ea typeface="+mj-ea"/>
                <a:cs typeface="+mj-cs"/>
              </a:rPr>
              <a:t>Case Study </a:t>
            </a:r>
            <a:r>
              <a:rPr lang="en-IN" sz="3200" b="1" dirty="0">
                <a:solidFill>
                  <a:schemeClr val="tx1"/>
                </a:solidFill>
                <a:latin typeface="+mj-lt"/>
                <a:ea typeface="+mj-ea"/>
                <a:cs typeface="+mj-cs"/>
              </a:rPr>
              <a:t>: </a:t>
            </a:r>
            <a:r>
              <a:rPr lang="en-IN" sz="3500" b="1" dirty="0">
                <a:solidFill>
                  <a:schemeClr val="tx1"/>
                </a:solidFill>
                <a:latin typeface="+mj-lt"/>
                <a:ea typeface="+mj-ea"/>
                <a:cs typeface="+mj-cs"/>
              </a:rPr>
              <a:t>1</a:t>
            </a: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49</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410943"/>
            <a:ext cx="8823096" cy="5348105"/>
          </a:xfrm>
        </p:spPr>
        <p:txBody>
          <a:bodyPr vert="horz" lIns="91440" tIns="45720" rIns="91440" bIns="45720" rtlCol="0" anchor="t">
            <a:noAutofit/>
          </a:bodyPr>
          <a:lstStyle/>
          <a:p>
            <a:pPr>
              <a:lnSpc>
                <a:spcPct val="150000"/>
              </a:lnSpc>
              <a:buNone/>
            </a:pPr>
            <a:r>
              <a:rPr lang="en-IN" sz="1200" b="1" dirty="0">
                <a:solidFill>
                  <a:srgbClr val="343541"/>
                </a:solidFill>
                <a:latin typeface="system-ui"/>
                <a:cs typeface="Calibri"/>
              </a:rPr>
              <a:t>5. Insights and Recommendations:</a:t>
            </a:r>
            <a:endParaRPr lang="en-US"/>
          </a:p>
          <a:p>
            <a:pPr>
              <a:lnSpc>
                <a:spcPct val="150000"/>
              </a:lnSpc>
              <a:buNone/>
            </a:pPr>
            <a:r>
              <a:rPr lang="en-IN" sz="1200" dirty="0">
                <a:solidFill>
                  <a:srgbClr val="343541"/>
                </a:solidFill>
                <a:latin typeface="system-ui"/>
                <a:cs typeface="Calibri"/>
              </a:rPr>
              <a:t>   - Extract insights from the </a:t>
            </a:r>
            <a:r>
              <a:rPr lang="en-IN" sz="1200" dirty="0">
                <a:solidFill>
                  <a:srgbClr val="343541"/>
                </a:solidFill>
                <a:latin typeface="system-ui"/>
                <a:ea typeface="Calibri"/>
                <a:cs typeface="Calibri"/>
              </a:rPr>
              <a:t>sentiment analysis results, identifying recurring themes in positive and negative feedback.</a:t>
            </a:r>
          </a:p>
          <a:p>
            <a:pPr>
              <a:lnSpc>
                <a:spcPct val="150000"/>
              </a:lnSpc>
              <a:buNone/>
            </a:pPr>
            <a:r>
              <a:rPr lang="en-IN" sz="1200" dirty="0">
                <a:solidFill>
                  <a:srgbClr val="343541"/>
                </a:solidFill>
                <a:latin typeface="system-ui"/>
                <a:ea typeface="Calibri"/>
                <a:cs typeface="Calibri"/>
              </a:rPr>
              <a:t>   - Provide actionable recommendations to improve customer support based on the identified issues.</a:t>
            </a:r>
          </a:p>
          <a:p>
            <a:pPr>
              <a:lnSpc>
                <a:spcPct val="150000"/>
              </a:lnSpc>
              <a:buNone/>
            </a:pPr>
            <a:endParaRPr lang="en-IN" sz="1200">
              <a:solidFill>
                <a:srgbClr val="343541"/>
              </a:solidFill>
              <a:latin typeface="system-ui"/>
              <a:ea typeface="Calibri"/>
              <a:cs typeface="Calibri"/>
            </a:endParaRPr>
          </a:p>
          <a:p>
            <a:pPr>
              <a:lnSpc>
                <a:spcPct val="150000"/>
              </a:lnSpc>
              <a:buNone/>
            </a:pPr>
            <a:r>
              <a:rPr lang="en-IN" sz="1200" b="1" dirty="0">
                <a:solidFill>
                  <a:srgbClr val="343541"/>
                </a:solidFill>
                <a:latin typeface="system-ui"/>
                <a:ea typeface="Calibri"/>
                <a:cs typeface="Calibri"/>
              </a:rPr>
              <a:t>6. Implementation:</a:t>
            </a:r>
          </a:p>
          <a:p>
            <a:pPr>
              <a:lnSpc>
                <a:spcPct val="150000"/>
              </a:lnSpc>
              <a:buNone/>
            </a:pPr>
            <a:r>
              <a:rPr lang="en-IN" sz="1200" dirty="0">
                <a:solidFill>
                  <a:srgbClr val="343541"/>
                </a:solidFill>
                <a:latin typeface="system-ui"/>
                <a:ea typeface="Calibri"/>
                <a:cs typeface="Calibri"/>
              </a:rPr>
              <a:t>   - Implement changes in the customer support process based on the insights gained from the sentiment analysis.</a:t>
            </a:r>
          </a:p>
          <a:p>
            <a:pPr>
              <a:lnSpc>
                <a:spcPct val="150000"/>
              </a:lnSpc>
              <a:buNone/>
            </a:pPr>
            <a:r>
              <a:rPr lang="en-IN" sz="1200" dirty="0">
                <a:solidFill>
                  <a:srgbClr val="343541"/>
                </a:solidFill>
                <a:latin typeface="system-ui"/>
                <a:ea typeface="Calibri"/>
                <a:cs typeface="Calibri"/>
              </a:rPr>
              <a:t>   - Monitor the impact of the changes over time.</a:t>
            </a:r>
          </a:p>
          <a:p>
            <a:pPr>
              <a:lnSpc>
                <a:spcPct val="150000"/>
              </a:lnSpc>
              <a:buNone/>
            </a:pPr>
            <a:endParaRPr lang="en-IN" sz="1200">
              <a:solidFill>
                <a:srgbClr val="343541"/>
              </a:solidFill>
              <a:latin typeface="system-ui"/>
              <a:ea typeface="Calibri"/>
              <a:cs typeface="Calibri"/>
            </a:endParaRPr>
          </a:p>
          <a:p>
            <a:pPr>
              <a:lnSpc>
                <a:spcPct val="150000"/>
              </a:lnSpc>
              <a:buNone/>
            </a:pPr>
            <a:r>
              <a:rPr lang="en-IN" sz="1200" b="1" dirty="0">
                <a:solidFill>
                  <a:srgbClr val="343541"/>
                </a:solidFill>
                <a:latin typeface="system-ui"/>
                <a:ea typeface="Calibri"/>
                <a:cs typeface="Calibri"/>
              </a:rPr>
              <a:t>Results:</a:t>
            </a:r>
          </a:p>
          <a:p>
            <a:pPr>
              <a:lnSpc>
                <a:spcPct val="150000"/>
              </a:lnSpc>
              <a:buNone/>
            </a:pPr>
            <a:r>
              <a:rPr lang="en-IN" sz="1200" dirty="0">
                <a:solidFill>
                  <a:srgbClr val="343541"/>
                </a:solidFill>
                <a:latin typeface="system-ui"/>
                <a:ea typeface="Calibri"/>
                <a:cs typeface="Calibri"/>
              </a:rPr>
              <a:t>1. The sentiment analysis model achieved high accuracy in predicting customer sentiment.</a:t>
            </a:r>
          </a:p>
          <a:p>
            <a:pPr>
              <a:lnSpc>
                <a:spcPct val="150000"/>
              </a:lnSpc>
              <a:buNone/>
            </a:pPr>
            <a:r>
              <a:rPr lang="en-IN" sz="1200" dirty="0">
                <a:solidFill>
                  <a:srgbClr val="343541"/>
                </a:solidFill>
                <a:latin typeface="system-ui"/>
                <a:ea typeface="Calibri"/>
                <a:cs typeface="Calibri"/>
              </a:rPr>
              <a:t>2. Common issues highlighted in negative reviews were addressed, leading to an improvement in overall customer satisfaction.</a:t>
            </a:r>
          </a:p>
          <a:p>
            <a:pPr>
              <a:lnSpc>
                <a:spcPct val="150000"/>
              </a:lnSpc>
              <a:buNone/>
            </a:pPr>
            <a:r>
              <a:rPr lang="en-IN" sz="1200" dirty="0">
                <a:solidFill>
                  <a:srgbClr val="343541"/>
                </a:solidFill>
                <a:latin typeface="system-ui"/>
                <a:ea typeface="Calibri"/>
                <a:cs typeface="Calibri"/>
              </a:rPr>
              <a:t>3. The customer support team reported a decrease in the resolution time for identified issues.</a:t>
            </a:r>
          </a:p>
          <a:p>
            <a:pPr>
              <a:lnSpc>
                <a:spcPct val="150000"/>
              </a:lnSpc>
              <a:buNone/>
            </a:pPr>
            <a:endParaRPr lang="en-IN" sz="1200">
              <a:solidFill>
                <a:srgbClr val="343541"/>
              </a:solidFill>
              <a:latin typeface="system-ui"/>
              <a:ea typeface="Calibri"/>
              <a:cs typeface="Calibri"/>
            </a:endParaRPr>
          </a:p>
          <a:p>
            <a:pPr>
              <a:lnSpc>
                <a:spcPct val="150000"/>
              </a:lnSpc>
              <a:buNone/>
            </a:pPr>
            <a:r>
              <a:rPr lang="en-IN" sz="1200" b="1" dirty="0">
                <a:solidFill>
                  <a:srgbClr val="343541"/>
                </a:solidFill>
                <a:latin typeface="system-ui"/>
                <a:ea typeface="Calibri"/>
                <a:cs typeface="Calibri"/>
              </a:rPr>
              <a:t>Conclusion:</a:t>
            </a:r>
          </a:p>
          <a:p>
            <a:pPr>
              <a:lnSpc>
                <a:spcPct val="150000"/>
              </a:lnSpc>
              <a:buNone/>
            </a:pPr>
            <a:r>
              <a:rPr lang="en-IN" sz="1200" dirty="0">
                <a:solidFill>
                  <a:srgbClr val="343541"/>
                </a:solidFill>
                <a:latin typeface="system-ui"/>
                <a:ea typeface="Calibri"/>
                <a:cs typeface="Calibri"/>
              </a:rPr>
              <a:t>The integration of Hugging Face Transformers for sentiment analysis proved to be effective in gaining actionable insights from customer feedback. The company successfully improved its customer support process, leading to a more positive user experience.</a:t>
            </a:r>
          </a:p>
          <a:p>
            <a:pPr>
              <a:lnSpc>
                <a:spcPct val="150000"/>
              </a:lnSpc>
              <a:buNone/>
            </a:pPr>
            <a:endParaRPr lang="en-IN" sz="1200" b="1" dirty="0">
              <a:solidFill>
                <a:srgbClr val="343541"/>
              </a:solidFill>
              <a:latin typeface="system-ui"/>
              <a:ea typeface="Calibri"/>
              <a:cs typeface="Calibri"/>
            </a:endParaRPr>
          </a:p>
        </p:txBody>
      </p:sp>
    </p:spTree>
    <p:extLst>
      <p:ext uri="{BB962C8B-B14F-4D97-AF65-F5344CB8AC3E}">
        <p14:creationId xmlns:p14="http://schemas.microsoft.com/office/powerpoint/2010/main" val="1920755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256032"/>
            <a:ext cx="7879842" cy="101498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defRPr/>
            </a:pPr>
            <a:r>
              <a:rPr lang="en-US" sz="3500" b="1" dirty="0">
                <a:solidFill>
                  <a:schemeClr val="tx1"/>
                </a:solidFill>
                <a:latin typeface="+mj-lt"/>
                <a:ea typeface="+mj-ea"/>
                <a:cs typeface="+mj-cs"/>
              </a:rPr>
              <a:t>Case Study </a:t>
            </a:r>
            <a:r>
              <a:rPr lang="en-IN" sz="3200" b="1" dirty="0">
                <a:solidFill>
                  <a:schemeClr val="tx1"/>
                </a:solidFill>
                <a:latin typeface="+mj-lt"/>
                <a:ea typeface="+mj-ea"/>
                <a:cs typeface="+mj-cs"/>
              </a:rPr>
              <a:t>: 2</a:t>
            </a:r>
            <a:endParaRPr lang="en-IN" sz="3500" b="1" dirty="0">
              <a:solidFill>
                <a:schemeClr val="tx1"/>
              </a:solidFill>
              <a:latin typeface="+mj-lt"/>
              <a:ea typeface="+mj-ea"/>
              <a:cs typeface="Calibri"/>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50</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410943"/>
            <a:ext cx="8823096" cy="5348105"/>
          </a:xfrm>
        </p:spPr>
        <p:txBody>
          <a:bodyPr vert="horz" lIns="91440" tIns="45720" rIns="91440" bIns="45720" rtlCol="0" anchor="t">
            <a:noAutofit/>
          </a:bodyPr>
          <a:lstStyle/>
          <a:p>
            <a:pPr>
              <a:buNone/>
            </a:pPr>
            <a:r>
              <a:rPr lang="en-IN" sz="1200" b="1" dirty="0">
                <a:solidFill>
                  <a:srgbClr val="343541"/>
                </a:solidFill>
                <a:latin typeface="system-ui"/>
                <a:cs typeface="Calibri"/>
              </a:rPr>
              <a:t>Title: Enhancing Customer Feedback Analysis in E-Commerce with Hugging Face Transformers</a:t>
            </a:r>
          </a:p>
          <a:p>
            <a:pPr>
              <a:buNone/>
            </a:pPr>
            <a:endParaRPr lang="en-IN" sz="1200">
              <a:solidFill>
                <a:srgbClr val="343541"/>
              </a:solidFill>
              <a:latin typeface="system-ui"/>
              <a:ea typeface="Calibri"/>
              <a:cs typeface="Calibri"/>
            </a:endParaRPr>
          </a:p>
          <a:p>
            <a:pPr>
              <a:buNone/>
            </a:pPr>
            <a:r>
              <a:rPr lang="en-IN" sz="1200" b="1" dirty="0">
                <a:solidFill>
                  <a:srgbClr val="343541"/>
                </a:solidFill>
                <a:latin typeface="system-ui"/>
                <a:cs typeface="Calibri"/>
              </a:rPr>
              <a:t>Objectives:</a:t>
            </a:r>
            <a:endParaRPr lang="en-IN" sz="1200" dirty="0">
              <a:solidFill>
                <a:srgbClr val="343541"/>
              </a:solidFill>
              <a:latin typeface="system-ui"/>
              <a:cs typeface="Calibri"/>
            </a:endParaRPr>
          </a:p>
          <a:p>
            <a:pPr>
              <a:buNone/>
            </a:pPr>
            <a:r>
              <a:rPr lang="en-IN" sz="1200" dirty="0">
                <a:solidFill>
                  <a:srgbClr val="343541"/>
                </a:solidFill>
                <a:latin typeface="system-ui"/>
                <a:cs typeface="Calibri"/>
              </a:rPr>
              <a:t>1. </a:t>
            </a:r>
            <a:r>
              <a:rPr lang="en-IN" sz="1200" dirty="0" err="1">
                <a:solidFill>
                  <a:srgbClr val="343541"/>
                </a:solidFill>
                <a:latin typeface="system-ui"/>
                <a:cs typeface="Calibri"/>
              </a:rPr>
              <a:t>Analyze</a:t>
            </a:r>
            <a:r>
              <a:rPr lang="en-IN" sz="1200" dirty="0">
                <a:solidFill>
                  <a:srgbClr val="343541"/>
                </a:solidFill>
                <a:latin typeface="system-ui"/>
                <a:cs typeface="Calibri"/>
              </a:rPr>
              <a:t> customer</a:t>
            </a:r>
            <a:r>
              <a:rPr lang="en-IN" sz="1200" dirty="0">
                <a:solidFill>
                  <a:srgbClr val="343541"/>
                </a:solidFill>
                <a:latin typeface="system-ui"/>
                <a:ea typeface="Calibri"/>
                <a:cs typeface="Calibri"/>
              </a:rPr>
              <a:t> sentiment in product reviews to understand overall satisfaction levels.</a:t>
            </a:r>
          </a:p>
          <a:p>
            <a:pPr>
              <a:buNone/>
            </a:pPr>
            <a:r>
              <a:rPr lang="en-IN" sz="1200" dirty="0">
                <a:solidFill>
                  <a:srgbClr val="343541"/>
                </a:solidFill>
                <a:latin typeface="system-ui"/>
                <a:ea typeface="Calibri"/>
                <a:cs typeface="Calibri"/>
              </a:rPr>
              <a:t>2. Identify key product features mentioned in positive and negative reviews.</a:t>
            </a:r>
          </a:p>
          <a:p>
            <a:pPr>
              <a:buNone/>
            </a:pPr>
            <a:r>
              <a:rPr lang="en-IN" sz="1200" dirty="0">
                <a:solidFill>
                  <a:srgbClr val="343541"/>
                </a:solidFill>
                <a:latin typeface="system-ui"/>
                <a:ea typeface="Calibri"/>
                <a:cs typeface="Calibri"/>
              </a:rPr>
              <a:t>3. Develop a recommendation system based on customer preferences extracted from reviews.</a:t>
            </a:r>
            <a:endParaRPr lang="en-IN" dirty="0"/>
          </a:p>
          <a:p>
            <a:pPr>
              <a:buNone/>
            </a:pPr>
            <a:endParaRPr lang="en-IN" sz="1200" b="1" dirty="0">
              <a:solidFill>
                <a:srgbClr val="343541"/>
              </a:solidFill>
              <a:latin typeface="system-ui"/>
              <a:ea typeface="Calibri"/>
              <a:cs typeface="Calibri"/>
            </a:endParaRPr>
          </a:p>
          <a:p>
            <a:pPr>
              <a:buNone/>
            </a:pPr>
            <a:r>
              <a:rPr lang="en-IN" sz="1200" b="1" dirty="0">
                <a:solidFill>
                  <a:srgbClr val="343541"/>
                </a:solidFill>
                <a:latin typeface="system-ui"/>
                <a:ea typeface="Calibri"/>
                <a:cs typeface="Calibri"/>
              </a:rPr>
              <a:t>Methodology:</a:t>
            </a:r>
            <a:endParaRPr lang="en-IN" sz="1200" dirty="0">
              <a:solidFill>
                <a:srgbClr val="343541"/>
              </a:solidFill>
              <a:latin typeface="system-ui"/>
              <a:ea typeface="Calibri"/>
              <a:cs typeface="Calibri"/>
            </a:endParaRPr>
          </a:p>
          <a:p>
            <a:pPr>
              <a:buNone/>
            </a:pPr>
            <a:r>
              <a:rPr lang="en-IN" sz="1200" b="1" dirty="0">
                <a:solidFill>
                  <a:srgbClr val="343541"/>
                </a:solidFill>
                <a:latin typeface="system-ui"/>
                <a:ea typeface="Calibri"/>
                <a:cs typeface="Calibri"/>
              </a:rPr>
              <a:t>1. Data Collection:</a:t>
            </a:r>
          </a:p>
          <a:p>
            <a:pPr marL="0" indent="0">
              <a:buNone/>
            </a:pPr>
            <a:r>
              <a:rPr lang="en-IN" sz="1200" dirty="0">
                <a:solidFill>
                  <a:srgbClr val="343541"/>
                </a:solidFill>
                <a:latin typeface="system-ui"/>
                <a:ea typeface="Calibri"/>
                <a:cs typeface="Calibri"/>
              </a:rPr>
              <a:t>   - Gather a large dataset of product reviews from the e-commerce platform, spanning various product categories.</a:t>
            </a:r>
          </a:p>
          <a:p>
            <a:pPr>
              <a:buNone/>
            </a:pPr>
            <a:r>
              <a:rPr lang="en-IN" sz="1200" dirty="0">
                <a:solidFill>
                  <a:srgbClr val="343541"/>
                </a:solidFill>
                <a:latin typeface="system-ui"/>
                <a:ea typeface="Calibri"/>
                <a:cs typeface="Calibri"/>
              </a:rPr>
              <a:t>   - Annotate the dataset with sentiment labels (positive, negative, neutral).</a:t>
            </a:r>
          </a:p>
          <a:p>
            <a:pPr>
              <a:buNone/>
            </a:pPr>
            <a:endParaRPr lang="en-IN" sz="1200">
              <a:solidFill>
                <a:srgbClr val="343541"/>
              </a:solidFill>
              <a:latin typeface="system-ui"/>
              <a:ea typeface="Calibri"/>
              <a:cs typeface="Calibri"/>
            </a:endParaRPr>
          </a:p>
          <a:p>
            <a:pPr>
              <a:buNone/>
            </a:pPr>
            <a:r>
              <a:rPr lang="en-IN" sz="1200" b="1" dirty="0">
                <a:solidFill>
                  <a:srgbClr val="343541"/>
                </a:solidFill>
                <a:latin typeface="system-ui"/>
                <a:ea typeface="Calibri"/>
                <a:cs typeface="Calibri"/>
              </a:rPr>
              <a:t>2. Data Preprocessing:</a:t>
            </a:r>
          </a:p>
          <a:p>
            <a:pPr marL="0" indent="0">
              <a:buNone/>
            </a:pPr>
            <a:r>
              <a:rPr lang="en-IN" sz="1200" dirty="0">
                <a:solidFill>
                  <a:srgbClr val="343541"/>
                </a:solidFill>
                <a:latin typeface="system-ui"/>
                <a:ea typeface="Calibri"/>
                <a:cs typeface="Calibri"/>
              </a:rPr>
              <a:t>  - Clean and preprocess the text data, including removing stop words, punctuation, and handling rare words.</a:t>
            </a:r>
          </a:p>
          <a:p>
            <a:pPr>
              <a:buNone/>
            </a:pPr>
            <a:r>
              <a:rPr lang="en-IN" sz="1200" dirty="0">
                <a:solidFill>
                  <a:srgbClr val="343541"/>
                </a:solidFill>
                <a:latin typeface="system-ui"/>
                <a:ea typeface="Calibri"/>
                <a:cs typeface="Calibri"/>
              </a:rPr>
              <a:t>   - Tokenize the text using Hugging Face Transformers' tokenization tools.</a:t>
            </a:r>
          </a:p>
          <a:p>
            <a:pPr>
              <a:buNone/>
            </a:pPr>
            <a:endParaRPr lang="en-IN" sz="1200">
              <a:solidFill>
                <a:srgbClr val="343541"/>
              </a:solidFill>
              <a:latin typeface="system-ui"/>
              <a:ea typeface="Calibri"/>
              <a:cs typeface="Calibri"/>
            </a:endParaRPr>
          </a:p>
          <a:p>
            <a:pPr>
              <a:buNone/>
            </a:pPr>
            <a:r>
              <a:rPr lang="en-IN" sz="1200" b="1" dirty="0">
                <a:solidFill>
                  <a:srgbClr val="343541"/>
                </a:solidFill>
                <a:latin typeface="system-ui"/>
                <a:ea typeface="Calibri"/>
                <a:cs typeface="Calibri"/>
              </a:rPr>
              <a:t>3. Model Selection:</a:t>
            </a:r>
          </a:p>
          <a:p>
            <a:pPr marL="0" indent="0">
              <a:buNone/>
            </a:pPr>
            <a:r>
              <a:rPr lang="en-IN" sz="1200" dirty="0">
                <a:solidFill>
                  <a:srgbClr val="343541"/>
                </a:solidFill>
                <a:latin typeface="system-ui"/>
                <a:ea typeface="Calibri"/>
                <a:cs typeface="Calibri"/>
              </a:rPr>
              <a:t>   - Choose a pre-trained sentiment analysis model from the Hugging Face model hub, such as a BERT-based model.</a:t>
            </a:r>
          </a:p>
          <a:p>
            <a:pPr>
              <a:buNone/>
            </a:pPr>
            <a:r>
              <a:rPr lang="en-IN" sz="1200" dirty="0">
                <a:solidFill>
                  <a:srgbClr val="343541"/>
                </a:solidFill>
                <a:latin typeface="system-ui"/>
                <a:ea typeface="Calibri"/>
                <a:cs typeface="Calibri"/>
              </a:rPr>
              <a:t>   - Fine-tune the selected model on the annotated dataset for sentiment analysis.</a:t>
            </a:r>
          </a:p>
          <a:p>
            <a:pPr>
              <a:lnSpc>
                <a:spcPct val="150000"/>
              </a:lnSpc>
              <a:buNone/>
            </a:pPr>
            <a:endParaRPr lang="en-IN" sz="1400" b="1" dirty="0">
              <a:solidFill>
                <a:srgbClr val="343541"/>
              </a:solidFill>
              <a:latin typeface="system-ui"/>
              <a:ea typeface="Calibri"/>
              <a:cs typeface="Calibri"/>
            </a:endParaRPr>
          </a:p>
          <a:p>
            <a:pPr>
              <a:buNone/>
            </a:pPr>
            <a:r>
              <a:rPr lang="en-IN" sz="1200" b="1" dirty="0">
                <a:solidFill>
                  <a:srgbClr val="343541"/>
                </a:solidFill>
                <a:latin typeface="system-ui"/>
                <a:ea typeface="Calibri"/>
                <a:cs typeface="Calibri"/>
              </a:rPr>
              <a:t>4. </a:t>
            </a:r>
            <a:r>
              <a:rPr lang="en-IN" sz="1200" b="1" dirty="0">
                <a:solidFill>
                  <a:srgbClr val="343541"/>
                </a:solidFill>
                <a:latin typeface="system-ui"/>
                <a:cs typeface="Calibri"/>
              </a:rPr>
              <a:t>Aspect-Based Sentiment Analysis:</a:t>
            </a:r>
          </a:p>
          <a:p>
            <a:pPr>
              <a:buNone/>
            </a:pPr>
            <a:r>
              <a:rPr lang="en-IN" sz="1200" dirty="0">
                <a:solidFill>
                  <a:srgbClr val="343541"/>
                </a:solidFill>
                <a:latin typeface="system-ui"/>
                <a:ea typeface="Calibri"/>
                <a:cs typeface="Calibri"/>
              </a:rPr>
              <a:t>  - Extend the analysis to perform aspect-based sentiment analysis to identify sentiments related to specific product features (e.g., design, usability, shipping).</a:t>
            </a:r>
          </a:p>
          <a:p>
            <a:pPr>
              <a:buNone/>
            </a:pPr>
            <a:endParaRPr lang="en-IN" sz="1200" dirty="0">
              <a:solidFill>
                <a:srgbClr val="343541"/>
              </a:solidFill>
              <a:latin typeface="system-ui"/>
              <a:ea typeface="Calibri"/>
              <a:cs typeface="Calibri"/>
            </a:endParaRPr>
          </a:p>
        </p:txBody>
      </p:sp>
    </p:spTree>
    <p:extLst>
      <p:ext uri="{BB962C8B-B14F-4D97-AF65-F5344CB8AC3E}">
        <p14:creationId xmlns:p14="http://schemas.microsoft.com/office/powerpoint/2010/main" val="12007788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1"/>
          <p:cNvSpPr txBox="1">
            <a:spLocks/>
          </p:cNvSpPr>
          <p:nvPr/>
        </p:nvSpPr>
        <p:spPr>
          <a:xfrm>
            <a:off x="630936" y="256032"/>
            <a:ext cx="7879842" cy="1014984"/>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defRPr/>
            </a:pPr>
            <a:r>
              <a:rPr lang="en-US" sz="3500" b="1" dirty="0">
                <a:solidFill>
                  <a:schemeClr val="tx1"/>
                </a:solidFill>
                <a:latin typeface="+mj-lt"/>
                <a:ea typeface="+mj-ea"/>
                <a:cs typeface="+mj-cs"/>
              </a:rPr>
              <a:t>Case Study </a:t>
            </a:r>
            <a:r>
              <a:rPr lang="en-IN" sz="3200" b="1" dirty="0">
                <a:solidFill>
                  <a:schemeClr val="tx1"/>
                </a:solidFill>
                <a:latin typeface="+mj-lt"/>
                <a:ea typeface="+mj-ea"/>
                <a:cs typeface="+mj-cs"/>
              </a:rPr>
              <a:t>: 2</a:t>
            </a:r>
            <a:endParaRPr lang="en-IN" sz="3500" b="1" dirty="0">
              <a:solidFill>
                <a:schemeClr val="tx1"/>
              </a:solidFill>
              <a:latin typeface="+mj-lt"/>
              <a:ea typeface="+mj-ea"/>
              <a:cs typeface="Calibri"/>
            </a:endParaRPr>
          </a:p>
        </p:txBody>
      </p:sp>
      <p:sp>
        <p:nvSpPr>
          <p:cNvPr id="6" name="Slide Number Placeholder 5"/>
          <p:cNvSpPr>
            <a:spLocks noGrp="1"/>
          </p:cNvSpPr>
          <p:nvPr>
            <p:ph type="sldNum" sz="quarter" idx="12"/>
          </p:nvPr>
        </p:nvSpPr>
        <p:spPr>
          <a:xfrm>
            <a:off x="6654940" y="6356350"/>
            <a:ext cx="1858124" cy="365125"/>
          </a:xfrm>
        </p:spPr>
        <p:txBody>
          <a:bodyPr vert="horz" lIns="91440" tIns="45720" rIns="91440" bIns="45720" rtlCol="0" anchor="ctr">
            <a:normAutofit/>
          </a:bodyPr>
          <a:lstStyle/>
          <a:p>
            <a:pPr>
              <a:spcAft>
                <a:spcPts val="600"/>
              </a:spcAft>
            </a:pPr>
            <a:fld id="{B6F15528-21DE-4FAA-801E-634DDDAF4B2B}" type="slidenum">
              <a:rPr lang="en-US">
                <a:solidFill>
                  <a:schemeClr val="tx1">
                    <a:lumMod val="50000"/>
                    <a:lumOff val="50000"/>
                  </a:schemeClr>
                </a:solidFill>
              </a:rPr>
              <a:pPr>
                <a:spcAft>
                  <a:spcPts val="600"/>
                </a:spcAft>
              </a:pPr>
              <a:t>51</a:t>
            </a:fld>
            <a:endParaRPr lang="en-US">
              <a:solidFill>
                <a:schemeClr val="tx1">
                  <a:lumMod val="50000"/>
                  <a:lumOff val="50000"/>
                </a:schemeClr>
              </a:solidFill>
            </a:endParaRP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864" y="27782"/>
            <a:ext cx="1316036" cy="658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 name="Content Placeholder 2">
            <a:extLst>
              <a:ext uri="{FF2B5EF4-FFF2-40B4-BE49-F238E27FC236}">
                <a16:creationId xmlns:a16="http://schemas.microsoft.com/office/drawing/2014/main" id="{FDC1A734-1528-FC7A-7C7C-B49C8922968A}"/>
              </a:ext>
            </a:extLst>
          </p:cNvPr>
          <p:cNvSpPr>
            <a:spLocks noGrp="1"/>
          </p:cNvSpPr>
          <p:nvPr>
            <p:ph idx="1"/>
          </p:nvPr>
        </p:nvSpPr>
        <p:spPr>
          <a:xfrm>
            <a:off x="170676" y="1410943"/>
            <a:ext cx="8823096" cy="5348105"/>
          </a:xfrm>
        </p:spPr>
        <p:txBody>
          <a:bodyPr vert="horz" lIns="91440" tIns="45720" rIns="91440" bIns="45720" rtlCol="0" anchor="t">
            <a:noAutofit/>
          </a:bodyPr>
          <a:lstStyle/>
          <a:p>
            <a:pPr>
              <a:lnSpc>
                <a:spcPct val="150000"/>
              </a:lnSpc>
              <a:buNone/>
            </a:pPr>
            <a:r>
              <a:rPr lang="en-IN" sz="1200" b="1" dirty="0">
                <a:solidFill>
                  <a:srgbClr val="343541"/>
                </a:solidFill>
                <a:latin typeface="system-ui"/>
                <a:cs typeface="Calibri"/>
              </a:rPr>
              <a:t>5. Recommendation System:</a:t>
            </a:r>
            <a:endParaRPr lang="en-US" sz="1200" b="1" dirty="0">
              <a:solidFill>
                <a:srgbClr val="343541"/>
              </a:solidFill>
              <a:latin typeface="system-ui"/>
              <a:cs typeface="Calibri"/>
            </a:endParaRPr>
          </a:p>
          <a:p>
            <a:pPr marL="0" indent="0">
              <a:buNone/>
            </a:pPr>
            <a:r>
              <a:rPr lang="en-IN" sz="1200" dirty="0">
                <a:solidFill>
                  <a:srgbClr val="343541"/>
                </a:solidFill>
                <a:latin typeface="system-ui"/>
                <a:cs typeface="Calibri"/>
              </a:rPr>
              <a:t>  </a:t>
            </a:r>
            <a:r>
              <a:rPr lang="en-IN" sz="1200">
                <a:solidFill>
                  <a:srgbClr val="343541"/>
                </a:solidFill>
                <a:latin typeface="system-ui"/>
                <a:cs typeface="Calibri"/>
              </a:rPr>
              <a:t>- Develop a recommendation system that suggests products to users based on their past reviews </a:t>
            </a:r>
            <a:r>
              <a:rPr lang="en-IN" sz="1200">
                <a:solidFill>
                  <a:srgbClr val="343541"/>
                </a:solidFill>
                <a:latin typeface="system-ui"/>
                <a:ea typeface="Calibri"/>
                <a:cs typeface="Calibri"/>
              </a:rPr>
              <a:t>and sentiments.</a:t>
            </a:r>
          </a:p>
          <a:p>
            <a:pPr>
              <a:buNone/>
            </a:pPr>
            <a:r>
              <a:rPr lang="en-IN" sz="1200">
                <a:solidFill>
                  <a:srgbClr val="343541"/>
                </a:solidFill>
                <a:latin typeface="system-ui"/>
                <a:ea typeface="Calibri"/>
                <a:cs typeface="Calibri"/>
              </a:rPr>
              <a:t>   - Utilize collaborative filtering and NLP techniques to personalize recommendations.</a:t>
            </a:r>
          </a:p>
          <a:p>
            <a:pPr>
              <a:lnSpc>
                <a:spcPct val="150000"/>
              </a:lnSpc>
              <a:buNone/>
            </a:pPr>
            <a:r>
              <a:rPr lang="en-IN" sz="1200" b="1" dirty="0">
                <a:solidFill>
                  <a:srgbClr val="343541"/>
                </a:solidFill>
                <a:latin typeface="system-ui"/>
                <a:ea typeface="Calibri"/>
                <a:cs typeface="Calibri"/>
              </a:rPr>
              <a:t>6. Model</a:t>
            </a:r>
            <a:r>
              <a:rPr lang="en-IN" sz="1200" b="1" dirty="0">
                <a:solidFill>
                  <a:srgbClr val="343541"/>
                </a:solidFill>
                <a:latin typeface="system-ui"/>
                <a:cs typeface="Calibri"/>
              </a:rPr>
              <a:t> Evaluation:</a:t>
            </a:r>
          </a:p>
          <a:p>
            <a:pPr marL="0" indent="0">
              <a:buNone/>
            </a:pPr>
            <a:r>
              <a:rPr lang="en-IN" sz="1200" dirty="0">
                <a:solidFill>
                  <a:srgbClr val="343541"/>
                </a:solidFill>
                <a:latin typeface="system-ui"/>
                <a:ea typeface="Calibri"/>
                <a:cs typeface="Calibri"/>
              </a:rPr>
              <a:t>   </a:t>
            </a:r>
            <a:r>
              <a:rPr lang="en-IN" sz="1200">
                <a:solidFill>
                  <a:srgbClr val="343541"/>
                </a:solidFill>
                <a:latin typeface="system-ui"/>
                <a:ea typeface="Calibri"/>
                <a:cs typeface="Calibri"/>
              </a:rPr>
              <a:t>- Evaluate the sentiment analysis model on a separate testing dataset using metrics like accuracy, precision, recall, and F1-score.</a:t>
            </a:r>
          </a:p>
          <a:p>
            <a:pPr>
              <a:buNone/>
            </a:pPr>
            <a:r>
              <a:rPr lang="en-IN" sz="1200" dirty="0">
                <a:solidFill>
                  <a:srgbClr val="343541"/>
                </a:solidFill>
                <a:latin typeface="system-ui"/>
                <a:ea typeface="Calibri"/>
                <a:cs typeface="Calibri"/>
              </a:rPr>
              <a:t>   - Assess the effectiveness of the recommendation system through A/B testing.</a:t>
            </a:r>
          </a:p>
          <a:p>
            <a:pPr>
              <a:lnSpc>
                <a:spcPct val="150000"/>
              </a:lnSpc>
              <a:buNone/>
            </a:pPr>
            <a:r>
              <a:rPr lang="en-IN" sz="1200" b="1" dirty="0">
                <a:solidFill>
                  <a:srgbClr val="343541"/>
                </a:solidFill>
                <a:latin typeface="system-ui"/>
                <a:cs typeface="Calibri"/>
              </a:rPr>
              <a:t>Results:</a:t>
            </a:r>
            <a:endParaRPr lang="en-IN" dirty="0"/>
          </a:p>
          <a:p>
            <a:pPr>
              <a:buNone/>
            </a:pPr>
            <a:r>
              <a:rPr lang="en-IN" sz="1200" b="1" dirty="0">
                <a:solidFill>
                  <a:srgbClr val="343541"/>
                </a:solidFill>
                <a:latin typeface="system-ui"/>
                <a:ea typeface="Calibri"/>
                <a:cs typeface="Calibri"/>
              </a:rPr>
              <a:t>1. Sentiment Analysis:</a:t>
            </a:r>
          </a:p>
          <a:p>
            <a:pPr>
              <a:buNone/>
            </a:pPr>
            <a:r>
              <a:rPr lang="en-IN" sz="1200" dirty="0">
                <a:solidFill>
                  <a:srgbClr val="343541"/>
                </a:solidFill>
                <a:latin typeface="system-ui"/>
                <a:ea typeface="Calibri"/>
                <a:cs typeface="Calibri"/>
              </a:rPr>
              <a:t>   - The sentiment analysis model achieved high accuracy, providing accurate sentiment labels for reviews.</a:t>
            </a:r>
            <a:endParaRPr lang="en-IN" sz="1200" dirty="0">
              <a:solidFill>
                <a:srgbClr val="343541"/>
              </a:solidFill>
              <a:latin typeface="system-ui"/>
            </a:endParaRPr>
          </a:p>
          <a:p>
            <a:pPr>
              <a:buNone/>
            </a:pPr>
            <a:r>
              <a:rPr lang="en-IN" sz="1200" dirty="0">
                <a:solidFill>
                  <a:srgbClr val="343541"/>
                </a:solidFill>
                <a:latin typeface="system-ui"/>
                <a:ea typeface="Calibri"/>
                <a:cs typeface="Calibri"/>
              </a:rPr>
              <a:t>   - Positive sentiments were often associated with product quality, while negative sentiments were linked to issues with shipping and customer service.</a:t>
            </a:r>
          </a:p>
          <a:p>
            <a:pPr>
              <a:buNone/>
            </a:pPr>
            <a:r>
              <a:rPr lang="en-IN" sz="1200" b="1" dirty="0">
                <a:solidFill>
                  <a:srgbClr val="343541"/>
                </a:solidFill>
                <a:latin typeface="system-ui"/>
                <a:ea typeface="Calibri"/>
                <a:cs typeface="Calibri"/>
              </a:rPr>
              <a:t>2. Aspect-Based Analysis:</a:t>
            </a:r>
          </a:p>
          <a:p>
            <a:pPr>
              <a:buNone/>
            </a:pPr>
            <a:r>
              <a:rPr lang="en-IN" sz="1200" dirty="0">
                <a:solidFill>
                  <a:srgbClr val="343541"/>
                </a:solidFill>
                <a:latin typeface="system-ui"/>
                <a:ea typeface="Calibri"/>
                <a:cs typeface="Calibri"/>
              </a:rPr>
              <a:t>   - Identified specific product features that received positive or negative feedback, providing actionable insights for product improvement.</a:t>
            </a:r>
            <a:endParaRPr lang="en-IN" sz="1200" dirty="0">
              <a:solidFill>
                <a:srgbClr val="343541"/>
              </a:solidFill>
              <a:latin typeface="system-ui"/>
            </a:endParaRPr>
          </a:p>
          <a:p>
            <a:pPr>
              <a:buNone/>
            </a:pPr>
            <a:r>
              <a:rPr lang="en-IN" sz="1200" b="1" dirty="0">
                <a:solidFill>
                  <a:srgbClr val="343541"/>
                </a:solidFill>
                <a:latin typeface="system-ui"/>
                <a:ea typeface="Calibri"/>
                <a:cs typeface="Calibri"/>
              </a:rPr>
              <a:t>3. Recommendation System:</a:t>
            </a:r>
          </a:p>
          <a:p>
            <a:pPr>
              <a:buNone/>
            </a:pPr>
            <a:r>
              <a:rPr lang="en-IN" sz="1200" dirty="0">
                <a:solidFill>
                  <a:srgbClr val="343541"/>
                </a:solidFill>
                <a:latin typeface="system-ui"/>
                <a:ea typeface="Calibri"/>
                <a:cs typeface="Calibri"/>
              </a:rPr>
              <a:t>   - The recommendation system successfully personalized product suggestions for users based on their expressed preferences in reviews.</a:t>
            </a:r>
          </a:p>
          <a:p>
            <a:pPr>
              <a:buNone/>
            </a:pPr>
            <a:r>
              <a:rPr lang="en-IN" sz="1200" dirty="0">
                <a:solidFill>
                  <a:srgbClr val="343541"/>
                </a:solidFill>
                <a:latin typeface="system-ui"/>
                <a:ea typeface="Calibri"/>
                <a:cs typeface="Calibri"/>
              </a:rPr>
              <a:t>   - Increased user engagement and satisfaction with the platform.</a:t>
            </a:r>
            <a:endParaRPr lang="en-IN" sz="1200" b="1" dirty="0">
              <a:solidFill>
                <a:srgbClr val="343541"/>
              </a:solidFill>
              <a:latin typeface="system-ui"/>
            </a:endParaRPr>
          </a:p>
          <a:p>
            <a:pPr>
              <a:buNone/>
            </a:pPr>
            <a:endParaRPr lang="en-IN" sz="1200" b="1" dirty="0">
              <a:solidFill>
                <a:srgbClr val="343541"/>
              </a:solidFill>
              <a:latin typeface="system-ui"/>
              <a:ea typeface="Calibri"/>
              <a:cs typeface="Calibri"/>
            </a:endParaRPr>
          </a:p>
          <a:p>
            <a:pPr>
              <a:buNone/>
            </a:pPr>
            <a:r>
              <a:rPr lang="en-IN" sz="1200" b="1" dirty="0">
                <a:solidFill>
                  <a:srgbClr val="343541"/>
                </a:solidFill>
                <a:latin typeface="system-ui"/>
                <a:ea typeface="Calibri"/>
                <a:cs typeface="Calibri"/>
              </a:rPr>
              <a:t>Conclusion:</a:t>
            </a:r>
            <a:endParaRPr lang="en-IN" sz="1200" b="1" dirty="0">
              <a:solidFill>
                <a:srgbClr val="343541"/>
              </a:solidFill>
              <a:latin typeface="system-ui"/>
            </a:endParaRPr>
          </a:p>
          <a:p>
            <a:pPr>
              <a:buNone/>
            </a:pPr>
            <a:r>
              <a:rPr lang="en-IN" sz="1200" dirty="0">
                <a:solidFill>
                  <a:srgbClr val="343541"/>
                </a:solidFill>
                <a:latin typeface="system-ui"/>
                <a:ea typeface="Calibri"/>
                <a:cs typeface="Calibri"/>
              </a:rPr>
              <a:t>The integration of Hugging Face Transformers for sentiment analysis and aspect-based analysis proved invaluable in understanding customer sentiment and preferences. The developed recommendation system contributed to a more personalized and satisfying shopping experience for users on the e-commerce platform.</a:t>
            </a:r>
          </a:p>
          <a:p>
            <a:pPr>
              <a:lnSpc>
                <a:spcPct val="150000"/>
              </a:lnSpc>
              <a:buNone/>
            </a:pPr>
            <a:endParaRPr lang="en-IN" sz="1200" dirty="0">
              <a:solidFill>
                <a:srgbClr val="343541"/>
              </a:solidFill>
              <a:latin typeface="system-ui"/>
              <a:cs typeface="Calibri"/>
            </a:endParaRPr>
          </a:p>
          <a:p>
            <a:pPr>
              <a:lnSpc>
                <a:spcPct val="150000"/>
              </a:lnSpc>
              <a:buNone/>
            </a:pPr>
            <a:endParaRPr lang="en-IN" sz="1200" b="1" dirty="0">
              <a:solidFill>
                <a:srgbClr val="343541"/>
              </a:solidFill>
              <a:latin typeface="system-ui"/>
              <a:ea typeface="Calibri"/>
              <a:cs typeface="Calibri"/>
            </a:endParaRPr>
          </a:p>
        </p:txBody>
      </p:sp>
    </p:spTree>
    <p:extLst>
      <p:ext uri="{BB962C8B-B14F-4D97-AF65-F5344CB8AC3E}">
        <p14:creationId xmlns:p14="http://schemas.microsoft.com/office/powerpoint/2010/main" val="37850643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43050" y="1714501"/>
            <a:ext cx="6172200" cy="2715368"/>
          </a:xfrm>
        </p:spPr>
        <p:txBody>
          <a:bodyPr vert="horz" lIns="91440" tIns="45720" rIns="91440" bIns="45720" rtlCol="0" anchor="t">
            <a:normAutofit/>
          </a:bodyPr>
          <a:lstStyle/>
          <a:p>
            <a:pPr marL="0" indent="0" algn="ctr">
              <a:buNone/>
            </a:pPr>
            <a:endParaRPr lang="en-US"/>
          </a:p>
          <a:p>
            <a:pPr marL="0" indent="0" algn="ctr">
              <a:buNone/>
            </a:pPr>
            <a:endParaRPr lang="en-US"/>
          </a:p>
          <a:p>
            <a:pPr marL="0" indent="0" algn="ctr">
              <a:buNone/>
            </a:pPr>
            <a:r>
              <a:rPr lang="en-US"/>
              <a:t>THANK YOU</a:t>
            </a:r>
            <a:br>
              <a:rPr lang="en-US"/>
            </a:br>
            <a:endParaRPr lang="en-US">
              <a:ea typeface="Calibri"/>
              <a:cs typeface="Calibri"/>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
        <p:nvSpPr>
          <p:cNvPr id="7" name="Title 1"/>
          <p:cNvSpPr txBox="1">
            <a:spLocks/>
          </p:cNvSpPr>
          <p:nvPr/>
        </p:nvSpPr>
        <p:spPr>
          <a:xfrm>
            <a:off x="1121228" y="50348"/>
            <a:ext cx="8022771" cy="514349"/>
          </a:xfrm>
          <a:prstGeom prst="rect">
            <a:avLst/>
          </a:prstGeom>
        </p:spPr>
        <p:style>
          <a:lnRef idx="1">
            <a:schemeClr val="accent5"/>
          </a:lnRef>
          <a:fillRef idx="2">
            <a:schemeClr val="accent5"/>
          </a:fillRef>
          <a:effectRef idx="1">
            <a:schemeClr val="accent5"/>
          </a:effectRef>
          <a:fontRef idx="minor">
            <a:schemeClr val="dk1"/>
          </a:fontRef>
        </p:style>
        <p:txBody>
          <a:bodyPr vert="horz" lIns="68580" tIns="34290" rIns="68580" bIns="34290" rtlCol="0" anchor="ctr">
            <a:noAutofit/>
          </a:bodyPr>
          <a:lstStyle/>
          <a:p>
            <a:pPr lvl="0" algn="ctr">
              <a:spcBef>
                <a:spcPct val="0"/>
              </a:spcBef>
              <a:defRPr/>
            </a:pPr>
            <a:r>
              <a:rPr lang="en-US"/>
              <a:t> </a:t>
            </a:r>
          </a:p>
        </p:txBody>
      </p:sp>
      <p:pic>
        <p:nvPicPr>
          <p:cNvPr id="9" name="Picture 4">
            <a:extLst>
              <a:ext uri="{FF2B5EF4-FFF2-40B4-BE49-F238E27FC236}">
                <a16:creationId xmlns:a16="http://schemas.microsoft.com/office/drawing/2014/main" id="{C927257E-084A-415B-BF9B-22EABE25ABE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42154"/>
            <a:ext cx="987027" cy="493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03175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0</TotalTime>
  <Words>7378</Words>
  <Application>Microsoft Office PowerPoint</Application>
  <PresentationFormat>On-screen Show (4:3)</PresentationFormat>
  <Paragraphs>560</Paragraphs>
  <Slides>52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Arial</vt:lpstr>
      <vt:lpstr>Calibri</vt:lpstr>
      <vt:lpstr>system-ui</vt:lpstr>
      <vt:lpstr>Times New Roman</vt:lpstr>
      <vt:lpstr>Wingdings</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Mohd Abdul Mateen</cp:lastModifiedBy>
  <cp:revision>111</cp:revision>
  <dcterms:created xsi:type="dcterms:W3CDTF">2006-08-16T00:00:00Z</dcterms:created>
  <dcterms:modified xsi:type="dcterms:W3CDTF">2025-10-30T09:22:01Z</dcterms:modified>
</cp:coreProperties>
</file>