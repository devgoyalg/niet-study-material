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1650" r:id="rId2"/>
    <p:sldId id="1651" r:id="rId3"/>
    <p:sldId id="269" r:id="rId4"/>
    <p:sldId id="270" r:id="rId5"/>
    <p:sldId id="1382" r:id="rId6"/>
    <p:sldId id="272" r:id="rId7"/>
    <p:sldId id="273" r:id="rId8"/>
    <p:sldId id="274" r:id="rId9"/>
    <p:sldId id="1389" r:id="rId10"/>
    <p:sldId id="1381" r:id="rId11"/>
    <p:sldId id="1390" r:id="rId12"/>
    <p:sldId id="279" r:id="rId13"/>
    <p:sldId id="281" r:id="rId14"/>
    <p:sldId id="1560" r:id="rId15"/>
    <p:sldId id="1602" r:id="rId16"/>
    <p:sldId id="1605" r:id="rId17"/>
    <p:sldId id="1632" r:id="rId18"/>
    <p:sldId id="1629" r:id="rId19"/>
    <p:sldId id="1633" r:id="rId20"/>
    <p:sldId id="1634" r:id="rId21"/>
    <p:sldId id="1635" r:id="rId22"/>
    <p:sldId id="1636" r:id="rId23"/>
    <p:sldId id="1637" r:id="rId24"/>
    <p:sldId id="1638" r:id="rId25"/>
    <p:sldId id="1639" r:id="rId26"/>
    <p:sldId id="1640" r:id="rId27"/>
    <p:sldId id="1641" r:id="rId28"/>
    <p:sldId id="1642" r:id="rId29"/>
    <p:sldId id="1643" r:id="rId30"/>
    <p:sldId id="1644" r:id="rId31"/>
    <p:sldId id="1645" r:id="rId32"/>
    <p:sldId id="1646" r:id="rId33"/>
    <p:sldId id="1647" r:id="rId34"/>
    <p:sldId id="1648" r:id="rId35"/>
    <p:sldId id="1649" r:id="rId36"/>
    <p:sldId id="332"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CBF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C13EA6-F00E-4A22-B00F-6F8694EDBE6B}" v="53" dt="2023-10-04T04:00:18.906"/>
    <p1510:client id="{11092429-62C6-43B0-82AD-D0162A1C50B3}" v="92" dt="2023-08-23T04:15:00.470"/>
    <p1510:client id="{17A0E2E3-9CA2-C975-38E0-6CA120B7656C}" v="86" dt="2023-09-08T10:12:12.375"/>
    <p1510:client id="{24B6CF88-50E6-AD1E-3A17-1FF34733D8EF}" v="144" dt="2023-08-22T07:39:32.095"/>
    <p1510:client id="{314DF113-DEFA-5200-AC94-CE3AF55FB404}" v="137" dt="2023-08-22T08:41:03.310"/>
    <p1510:client id="{32683770-8880-4559-98EF-CD6ED0897CD0}" v="107" dt="2023-09-05T04:21:16.012"/>
    <p1510:client id="{37F25F49-305A-5ABC-7387-8EE01DDEC523}" v="173" dt="2023-09-02T10:30:11.929"/>
    <p1510:client id="{382BE158-941A-E9A6-0BB6-CF9EDB08CD91}" v="2" dt="2023-09-04T06:36:29.207"/>
    <p1510:client id="{3F243914-9A1E-DCF7-7E5F-3AE966E6FA10}" v="300" dt="2023-09-04T11:07:52.739"/>
    <p1510:client id="{5BAAF0DA-74C9-4AD1-84AD-D9BE74280E54}" v="59" dt="2023-10-16T06:03:55.177"/>
    <p1510:client id="{6281522C-7E6F-529C-2A1E-8D8EB592BDE8}" v="16" dt="2023-10-04T04:22:03.305"/>
    <p1510:client id="{679FD096-6A17-F560-234F-281B2969DF71}" v="137" dt="2023-09-25T04:28:35.665"/>
    <p1510:client id="{687C5E9E-EA70-7F60-0F73-6A13D528796D}" v="260" dt="2023-09-12T09:09:06.022"/>
    <p1510:client id="{6B0B12BF-768C-BCA1-41EE-748C06158B21}" v="84" dt="2023-10-09T06:56:18.316"/>
    <p1510:client id="{89676F4E-627F-4BD4-956C-58FEE723C2B3}" v="245" dt="2023-10-11T04:15:48.169"/>
    <p1510:client id="{8FC508FC-911A-CD75-EDF2-573FBD9F6961}" v="738" dt="2023-11-05T09:22:38.136"/>
    <p1510:client id="{9B253117-5525-9C38-5080-87AA603007A9}" v="4" dt="2023-08-22T04:00:25.649"/>
    <p1510:client id="{B4AB676F-2D03-2C58-0FDC-1D5749CA1545}" v="314" dt="2023-08-29T06:33:27.486"/>
    <p1510:client id="{B7206FBC-3717-F983-ED3D-838EF64C2D4E}" v="71" dt="2023-09-02T10:04:24.008"/>
    <p1510:client id="{B7806D42-A0CB-9980-92C3-76DCDFFD9970}" v="102" dt="2023-09-11T04:40:13.867"/>
    <p1510:client id="{BD9B034B-ADF0-4CF5-BD55-20BA486BAA37}" v="27" dt="2023-09-18T04:54:43.511"/>
    <p1510:client id="{C2DB9CCB-6F58-4AD1-91BC-D5335A6B77D8}" v="10" dt="2023-08-30T04:12:15.698"/>
    <p1510:client id="{C3C58A7B-486C-1DDA-F148-07AB932DA0EE}" v="2" dt="2023-09-11T04:44:03.628"/>
    <p1510:client id="{DBD9E93B-85D2-593E-8A2C-EA755D93B1D7}" v="219" dt="2023-09-04T04:06:08.693"/>
    <p1510:client id="{DF2D1929-F79C-41FA-B4AC-6567ADE46609}" v="240" dt="2023-10-08T14:35:32.043"/>
    <p1510:client id="{E2A95BBF-7372-4155-8F56-EA5D3A5D83C3}" v="47" dt="2023-09-19T05:01:16.447"/>
    <p1510:client id="{E7089051-CBBB-4764-362C-3A5DCE6224C6}" v="49" dt="2023-10-06T05:23:29.556"/>
    <p1510:client id="{F35547D1-FE30-44CF-8033-C8E759F08C79}" v="127" dt="2023-09-06T04:08:26.593"/>
    <p1510:client id="{FDC7407B-04F5-4109-83A8-4A2244EA635B}" v="367" dt="2023-11-01T04:04:09.0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203" y="54"/>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r. Sumit Sharma" userId="S::sumitsharma.cse@niet.co.in::0287a0e3-d7f5-4815-a5d5-4670a436bb9e" providerId="AD" clId="Web-{E2A95BBF-7372-4155-8F56-EA5D3A5D83C3}"/>
    <pc:docChg chg="modSld">
      <pc:chgData name="Mr. Sumit Sharma" userId="S::sumitsharma.cse@niet.co.in::0287a0e3-d7f5-4815-a5d5-4670a436bb9e" providerId="AD" clId="Web-{E2A95BBF-7372-4155-8F56-EA5D3A5D83C3}" dt="2023-09-19T05:01:16.447" v="47" actId="20577"/>
      <pc:docMkLst>
        <pc:docMk/>
      </pc:docMkLst>
      <pc:sldChg chg="modSp">
        <pc:chgData name="Mr. Sumit Sharma" userId="S::sumitsharma.cse@niet.co.in::0287a0e3-d7f5-4815-a5d5-4670a436bb9e" providerId="AD" clId="Web-{E2A95BBF-7372-4155-8F56-EA5D3A5D83C3}" dt="2023-09-19T05:01:16.447" v="47" actId="20577"/>
        <pc:sldMkLst>
          <pc:docMk/>
          <pc:sldMk cId="719459484" sldId="1625"/>
        </pc:sldMkLst>
        <pc:spChg chg="mod">
          <ac:chgData name="Mr. Sumit Sharma" userId="S::sumitsharma.cse@niet.co.in::0287a0e3-d7f5-4815-a5d5-4670a436bb9e" providerId="AD" clId="Web-{E2A95BBF-7372-4155-8F56-EA5D3A5D83C3}" dt="2023-09-19T05:01:16.447" v="47" actId="20577"/>
          <ac:spMkLst>
            <pc:docMk/>
            <pc:sldMk cId="719459484" sldId="1625"/>
            <ac:spMk id="182" creationId="{FDC1A734-1528-FC7A-7C7C-B49C8922968A}"/>
          </ac:spMkLst>
        </pc:spChg>
      </pc:sldChg>
      <pc:sldChg chg="modSp">
        <pc:chgData name="Mr. Sumit Sharma" userId="S::sumitsharma.cse@niet.co.in::0287a0e3-d7f5-4815-a5d5-4670a436bb9e" providerId="AD" clId="Web-{E2A95BBF-7372-4155-8F56-EA5D3A5D83C3}" dt="2023-09-19T04:05:08.064" v="2" actId="20577"/>
        <pc:sldMkLst>
          <pc:docMk/>
          <pc:sldMk cId="1556240971" sldId="1626"/>
        </pc:sldMkLst>
        <pc:spChg chg="mod">
          <ac:chgData name="Mr. Sumit Sharma" userId="S::sumitsharma.cse@niet.co.in::0287a0e3-d7f5-4815-a5d5-4670a436bb9e" providerId="AD" clId="Web-{E2A95BBF-7372-4155-8F56-EA5D3A5D83C3}" dt="2023-09-19T04:05:08.064" v="2" actId="20577"/>
          <ac:spMkLst>
            <pc:docMk/>
            <pc:sldMk cId="1556240971" sldId="1626"/>
            <ac:spMk id="182" creationId="{FDC1A734-1528-FC7A-7C7C-B49C8922968A}"/>
          </ac:spMkLst>
        </pc:spChg>
      </pc:sldChg>
    </pc:docChg>
  </pc:docChgLst>
  <pc:docChgLst>
    <pc:chgData name="Mr. Sumit Sharma" userId="S::sumitsharma.cse@niet.co.in::0287a0e3-d7f5-4815-a5d5-4670a436bb9e" providerId="AD" clId="Web-{5E282818-7906-71E9-9D93-54DCF77B464D}"/>
    <pc:docChg chg="modSld">
      <pc:chgData name="Mr. Sumit Sharma" userId="S::sumitsharma.cse@niet.co.in::0287a0e3-d7f5-4815-a5d5-4670a436bb9e" providerId="AD" clId="Web-{5E282818-7906-71E9-9D93-54DCF77B464D}" dt="2023-10-03T14:34:27.465" v="0" actId="20577"/>
      <pc:docMkLst>
        <pc:docMk/>
      </pc:docMkLst>
      <pc:sldChg chg="modSp">
        <pc:chgData name="Mr. Sumit Sharma" userId="S::sumitsharma.cse@niet.co.in::0287a0e3-d7f5-4815-a5d5-4670a436bb9e" providerId="AD" clId="Web-{5E282818-7906-71E9-9D93-54DCF77B464D}" dt="2023-10-03T14:34:27.465" v="0" actId="20577"/>
        <pc:sldMkLst>
          <pc:docMk/>
          <pc:sldMk cId="1147002948" sldId="1602"/>
        </pc:sldMkLst>
        <pc:graphicFrameChg chg="modGraphic">
          <ac:chgData name="Mr. Sumit Sharma" userId="S::sumitsharma.cse@niet.co.in::0287a0e3-d7f5-4815-a5d5-4670a436bb9e" providerId="AD" clId="Web-{5E282818-7906-71E9-9D93-54DCF77B464D}" dt="2023-10-03T14:34:27.465" v="0" actId="20577"/>
          <ac:graphicFrameMkLst>
            <pc:docMk/>
            <pc:sldMk cId="1147002948" sldId="1602"/>
            <ac:graphicFrameMk id="28" creationId="{7911BCD3-FD89-BC16-4A6F-1F614AC172FE}"/>
          </ac:graphicFrameMkLst>
        </pc:graphicFrameChg>
      </pc:sldChg>
    </pc:docChg>
  </pc:docChgLst>
  <pc:docChgLst>
    <pc:chgData name="Mr. Sumit Sharma" userId="S::sumitsharma.cse@niet.co.in::0287a0e3-d7f5-4815-a5d5-4670a436bb9e" providerId="AD" clId="Web-{8FC508FC-911A-CD75-EDF2-573FBD9F6961}"/>
    <pc:docChg chg="addSld delSld modSld">
      <pc:chgData name="Mr. Sumit Sharma" userId="S::sumitsharma.cse@niet.co.in::0287a0e3-d7f5-4815-a5d5-4670a436bb9e" providerId="AD" clId="Web-{8FC508FC-911A-CD75-EDF2-573FBD9F6961}" dt="2023-11-05T09:22:34.511" v="857" actId="20577"/>
      <pc:docMkLst>
        <pc:docMk/>
      </pc:docMkLst>
      <pc:sldChg chg="modSp">
        <pc:chgData name="Mr. Sumit Sharma" userId="S::sumitsharma.cse@niet.co.in::0287a0e3-d7f5-4815-a5d5-4670a436bb9e" providerId="AD" clId="Web-{8FC508FC-911A-CD75-EDF2-573FBD9F6961}" dt="2023-11-05T08:20:10.556" v="124" actId="20577"/>
        <pc:sldMkLst>
          <pc:docMk/>
          <pc:sldMk cId="3898563862" sldId="1629"/>
        </pc:sldMkLst>
        <pc:spChg chg="mod">
          <ac:chgData name="Mr. Sumit Sharma" userId="S::sumitsharma.cse@niet.co.in::0287a0e3-d7f5-4815-a5d5-4670a436bb9e" providerId="AD" clId="Web-{8FC508FC-911A-CD75-EDF2-573FBD9F6961}" dt="2023-11-05T08:09:11.687" v="7" actId="20577"/>
          <ac:spMkLst>
            <pc:docMk/>
            <pc:sldMk cId="3898563862" sldId="1629"/>
            <ac:spMk id="7" creationId="{00000000-0000-0000-0000-000000000000}"/>
          </ac:spMkLst>
        </pc:spChg>
        <pc:spChg chg="mod">
          <ac:chgData name="Mr. Sumit Sharma" userId="S::sumitsharma.cse@niet.co.in::0287a0e3-d7f5-4815-a5d5-4670a436bb9e" providerId="AD" clId="Web-{8FC508FC-911A-CD75-EDF2-573FBD9F6961}" dt="2023-11-05T08:20:10.556" v="124" actId="20577"/>
          <ac:spMkLst>
            <pc:docMk/>
            <pc:sldMk cId="3898563862" sldId="1629"/>
            <ac:spMk id="182" creationId="{FDC1A734-1528-FC7A-7C7C-B49C8922968A}"/>
          </ac:spMkLst>
        </pc:spChg>
      </pc:sldChg>
      <pc:sldChg chg="modSp add replId">
        <pc:chgData name="Mr. Sumit Sharma" userId="S::sumitsharma.cse@niet.co.in::0287a0e3-d7f5-4815-a5d5-4670a436bb9e" providerId="AD" clId="Web-{8FC508FC-911A-CD75-EDF2-573FBD9F6961}" dt="2023-11-05T08:19:48.899" v="118" actId="20577"/>
        <pc:sldMkLst>
          <pc:docMk/>
          <pc:sldMk cId="3325095983" sldId="1633"/>
        </pc:sldMkLst>
        <pc:spChg chg="mod">
          <ac:chgData name="Mr. Sumit Sharma" userId="S::sumitsharma.cse@niet.co.in::0287a0e3-d7f5-4815-a5d5-4670a436bb9e" providerId="AD" clId="Web-{8FC508FC-911A-CD75-EDF2-573FBD9F6961}" dt="2023-11-05T08:19:48.899" v="118" actId="20577"/>
          <ac:spMkLst>
            <pc:docMk/>
            <pc:sldMk cId="3325095983" sldId="1633"/>
            <ac:spMk id="182" creationId="{FDC1A734-1528-FC7A-7C7C-B49C8922968A}"/>
          </ac:spMkLst>
        </pc:spChg>
      </pc:sldChg>
      <pc:sldChg chg="modSp add replId">
        <pc:chgData name="Mr. Sumit Sharma" userId="S::sumitsharma.cse@niet.co.in::0287a0e3-d7f5-4815-a5d5-4670a436bb9e" providerId="AD" clId="Web-{8FC508FC-911A-CD75-EDF2-573FBD9F6961}" dt="2023-11-05T08:20:27.509" v="128" actId="20577"/>
        <pc:sldMkLst>
          <pc:docMk/>
          <pc:sldMk cId="809903864" sldId="1634"/>
        </pc:sldMkLst>
        <pc:spChg chg="mod">
          <ac:chgData name="Mr. Sumit Sharma" userId="S::sumitsharma.cse@niet.co.in::0287a0e3-d7f5-4815-a5d5-4670a436bb9e" providerId="AD" clId="Web-{8FC508FC-911A-CD75-EDF2-573FBD9F6961}" dt="2023-11-05T08:18:26.974" v="96" actId="20577"/>
          <ac:spMkLst>
            <pc:docMk/>
            <pc:sldMk cId="809903864" sldId="1634"/>
            <ac:spMk id="7" creationId="{00000000-0000-0000-0000-000000000000}"/>
          </ac:spMkLst>
        </pc:spChg>
        <pc:spChg chg="mod">
          <ac:chgData name="Mr. Sumit Sharma" userId="S::sumitsharma.cse@niet.co.in::0287a0e3-d7f5-4815-a5d5-4670a436bb9e" providerId="AD" clId="Web-{8FC508FC-911A-CD75-EDF2-573FBD9F6961}" dt="2023-11-05T08:20:27.509" v="128" actId="20577"/>
          <ac:spMkLst>
            <pc:docMk/>
            <pc:sldMk cId="809903864" sldId="1634"/>
            <ac:spMk id="182" creationId="{FDC1A734-1528-FC7A-7C7C-B49C8922968A}"/>
          </ac:spMkLst>
        </pc:spChg>
      </pc:sldChg>
      <pc:sldChg chg="modSp add replId">
        <pc:chgData name="Mr. Sumit Sharma" userId="S::sumitsharma.cse@niet.co.in::0287a0e3-d7f5-4815-a5d5-4670a436bb9e" providerId="AD" clId="Web-{8FC508FC-911A-CD75-EDF2-573FBD9F6961}" dt="2023-11-05T08:22:19.357" v="176" actId="14100"/>
        <pc:sldMkLst>
          <pc:docMk/>
          <pc:sldMk cId="608385784" sldId="1635"/>
        </pc:sldMkLst>
        <pc:spChg chg="mod">
          <ac:chgData name="Mr. Sumit Sharma" userId="S::sumitsharma.cse@niet.co.in::0287a0e3-d7f5-4815-a5d5-4670a436bb9e" providerId="AD" clId="Web-{8FC508FC-911A-CD75-EDF2-573FBD9F6961}" dt="2023-11-05T08:22:19.357" v="176" actId="14100"/>
          <ac:spMkLst>
            <pc:docMk/>
            <pc:sldMk cId="608385784" sldId="1635"/>
            <ac:spMk id="182" creationId="{FDC1A734-1528-FC7A-7C7C-B49C8922968A}"/>
          </ac:spMkLst>
        </pc:spChg>
      </pc:sldChg>
      <pc:sldChg chg="modSp add replId">
        <pc:chgData name="Mr. Sumit Sharma" userId="S::sumitsharma.cse@niet.co.in::0287a0e3-d7f5-4815-a5d5-4670a436bb9e" providerId="AD" clId="Web-{8FC508FC-911A-CD75-EDF2-573FBD9F6961}" dt="2023-11-05T08:23:57.736" v="200" actId="20577"/>
        <pc:sldMkLst>
          <pc:docMk/>
          <pc:sldMk cId="3239838786" sldId="1636"/>
        </pc:sldMkLst>
        <pc:spChg chg="mod">
          <ac:chgData name="Mr. Sumit Sharma" userId="S::sumitsharma.cse@niet.co.in::0287a0e3-d7f5-4815-a5d5-4670a436bb9e" providerId="AD" clId="Web-{8FC508FC-911A-CD75-EDF2-573FBD9F6961}" dt="2023-11-05T08:22:42.905" v="178" actId="20577"/>
          <ac:spMkLst>
            <pc:docMk/>
            <pc:sldMk cId="3239838786" sldId="1636"/>
            <ac:spMk id="7" creationId="{00000000-0000-0000-0000-000000000000}"/>
          </ac:spMkLst>
        </pc:spChg>
        <pc:spChg chg="mod">
          <ac:chgData name="Mr. Sumit Sharma" userId="S::sumitsharma.cse@niet.co.in::0287a0e3-d7f5-4815-a5d5-4670a436bb9e" providerId="AD" clId="Web-{8FC508FC-911A-CD75-EDF2-573FBD9F6961}" dt="2023-11-05T08:23:57.736" v="200" actId="20577"/>
          <ac:spMkLst>
            <pc:docMk/>
            <pc:sldMk cId="3239838786" sldId="1636"/>
            <ac:spMk id="182" creationId="{FDC1A734-1528-FC7A-7C7C-B49C8922968A}"/>
          </ac:spMkLst>
        </pc:spChg>
      </pc:sldChg>
      <pc:sldChg chg="modSp add replId">
        <pc:chgData name="Mr. Sumit Sharma" userId="S::sumitsharma.cse@niet.co.in::0287a0e3-d7f5-4815-a5d5-4670a436bb9e" providerId="AD" clId="Web-{8FC508FC-911A-CD75-EDF2-573FBD9F6961}" dt="2023-11-05T08:25:25.083" v="229" actId="20577"/>
        <pc:sldMkLst>
          <pc:docMk/>
          <pc:sldMk cId="1087063166" sldId="1637"/>
        </pc:sldMkLst>
        <pc:spChg chg="mod">
          <ac:chgData name="Mr. Sumit Sharma" userId="S::sumitsharma.cse@niet.co.in::0287a0e3-d7f5-4815-a5d5-4670a436bb9e" providerId="AD" clId="Web-{8FC508FC-911A-CD75-EDF2-573FBD9F6961}" dt="2023-11-05T08:25:25.083" v="229" actId="20577"/>
          <ac:spMkLst>
            <pc:docMk/>
            <pc:sldMk cId="1087063166" sldId="1637"/>
            <ac:spMk id="182" creationId="{FDC1A734-1528-FC7A-7C7C-B49C8922968A}"/>
          </ac:spMkLst>
        </pc:spChg>
      </pc:sldChg>
      <pc:sldChg chg="modSp add del replId">
        <pc:chgData name="Mr. Sumit Sharma" userId="S::sumitsharma.cse@niet.co.in::0287a0e3-d7f5-4815-a5d5-4670a436bb9e" providerId="AD" clId="Web-{8FC508FC-911A-CD75-EDF2-573FBD9F6961}" dt="2023-11-05T08:28:26.137" v="243"/>
        <pc:sldMkLst>
          <pc:docMk/>
          <pc:sldMk cId="1924334385" sldId="1638"/>
        </pc:sldMkLst>
        <pc:spChg chg="mod">
          <ac:chgData name="Mr. Sumit Sharma" userId="S::sumitsharma.cse@niet.co.in::0287a0e3-d7f5-4815-a5d5-4670a436bb9e" providerId="AD" clId="Web-{8FC508FC-911A-CD75-EDF2-573FBD9F6961}" dt="2023-11-05T08:28:08.746" v="242" actId="20577"/>
          <ac:spMkLst>
            <pc:docMk/>
            <pc:sldMk cId="1924334385" sldId="1638"/>
            <ac:spMk id="7" creationId="{00000000-0000-0000-0000-000000000000}"/>
          </ac:spMkLst>
        </pc:spChg>
      </pc:sldChg>
      <pc:sldChg chg="modSp add replId">
        <pc:chgData name="Mr. Sumit Sharma" userId="S::sumitsharma.cse@niet.co.in::0287a0e3-d7f5-4815-a5d5-4670a436bb9e" providerId="AD" clId="Web-{8FC508FC-911A-CD75-EDF2-573FBD9F6961}" dt="2023-11-05T08:33:30.743" v="290" actId="20577"/>
        <pc:sldMkLst>
          <pc:docMk/>
          <pc:sldMk cId="4139842801" sldId="1638"/>
        </pc:sldMkLst>
        <pc:spChg chg="mod">
          <ac:chgData name="Mr. Sumit Sharma" userId="S::sumitsharma.cse@niet.co.in::0287a0e3-d7f5-4815-a5d5-4670a436bb9e" providerId="AD" clId="Web-{8FC508FC-911A-CD75-EDF2-573FBD9F6961}" dt="2023-11-05T08:32:39.663" v="282" actId="20577"/>
          <ac:spMkLst>
            <pc:docMk/>
            <pc:sldMk cId="4139842801" sldId="1638"/>
            <ac:spMk id="7" creationId="{00000000-0000-0000-0000-000000000000}"/>
          </ac:spMkLst>
        </pc:spChg>
        <pc:graphicFrameChg chg="modGraphic">
          <ac:chgData name="Mr. Sumit Sharma" userId="S::sumitsharma.cse@niet.co.in::0287a0e3-d7f5-4815-a5d5-4670a436bb9e" providerId="AD" clId="Web-{8FC508FC-911A-CD75-EDF2-573FBD9F6961}" dt="2023-11-05T08:33:30.743" v="290" actId="20577"/>
          <ac:graphicFrameMkLst>
            <pc:docMk/>
            <pc:sldMk cId="4139842801" sldId="1638"/>
            <ac:graphicFrameMk id="28" creationId="{7911BCD3-FD89-BC16-4A6F-1F614AC172FE}"/>
          </ac:graphicFrameMkLst>
        </pc:graphicFrameChg>
      </pc:sldChg>
      <pc:sldChg chg="modSp add replId">
        <pc:chgData name="Mr. Sumit Sharma" userId="S::sumitsharma.cse@niet.co.in::0287a0e3-d7f5-4815-a5d5-4670a436bb9e" providerId="AD" clId="Web-{8FC508FC-911A-CD75-EDF2-573FBD9F6961}" dt="2023-11-05T08:35:31.232" v="340" actId="20577"/>
        <pc:sldMkLst>
          <pc:docMk/>
          <pc:sldMk cId="2561921270" sldId="1639"/>
        </pc:sldMkLst>
        <pc:spChg chg="mod">
          <ac:chgData name="Mr. Sumit Sharma" userId="S::sumitsharma.cse@niet.co.in::0287a0e3-d7f5-4815-a5d5-4670a436bb9e" providerId="AD" clId="Web-{8FC508FC-911A-CD75-EDF2-573FBD9F6961}" dt="2023-11-05T08:34:34.573" v="310" actId="20577"/>
          <ac:spMkLst>
            <pc:docMk/>
            <pc:sldMk cId="2561921270" sldId="1639"/>
            <ac:spMk id="7" creationId="{00000000-0000-0000-0000-000000000000}"/>
          </ac:spMkLst>
        </pc:spChg>
        <pc:graphicFrameChg chg="modGraphic">
          <ac:chgData name="Mr. Sumit Sharma" userId="S::sumitsharma.cse@niet.co.in::0287a0e3-d7f5-4815-a5d5-4670a436bb9e" providerId="AD" clId="Web-{8FC508FC-911A-CD75-EDF2-573FBD9F6961}" dt="2023-11-05T08:35:31.232" v="340" actId="20577"/>
          <ac:graphicFrameMkLst>
            <pc:docMk/>
            <pc:sldMk cId="2561921270" sldId="1639"/>
            <ac:graphicFrameMk id="28" creationId="{7911BCD3-FD89-BC16-4A6F-1F614AC172FE}"/>
          </ac:graphicFrameMkLst>
        </pc:graphicFrameChg>
      </pc:sldChg>
      <pc:sldChg chg="modSp add replId">
        <pc:chgData name="Mr. Sumit Sharma" userId="S::sumitsharma.cse@niet.co.in::0287a0e3-d7f5-4815-a5d5-4670a436bb9e" providerId="AD" clId="Web-{8FC508FC-911A-CD75-EDF2-573FBD9F6961}" dt="2023-11-05T08:37:06.735" v="372" actId="20577"/>
        <pc:sldMkLst>
          <pc:docMk/>
          <pc:sldMk cId="3124687220" sldId="1640"/>
        </pc:sldMkLst>
        <pc:graphicFrameChg chg="modGraphic">
          <ac:chgData name="Mr. Sumit Sharma" userId="S::sumitsharma.cse@niet.co.in::0287a0e3-d7f5-4815-a5d5-4670a436bb9e" providerId="AD" clId="Web-{8FC508FC-911A-CD75-EDF2-573FBD9F6961}" dt="2023-11-05T08:37:06.735" v="372" actId="20577"/>
          <ac:graphicFrameMkLst>
            <pc:docMk/>
            <pc:sldMk cId="3124687220" sldId="1640"/>
            <ac:graphicFrameMk id="28" creationId="{7911BCD3-FD89-BC16-4A6F-1F614AC172FE}"/>
          </ac:graphicFrameMkLst>
        </pc:graphicFrameChg>
      </pc:sldChg>
      <pc:sldChg chg="addSp delSp modSp add replId">
        <pc:chgData name="Mr. Sumit Sharma" userId="S::sumitsharma.cse@niet.co.in::0287a0e3-d7f5-4815-a5d5-4670a436bb9e" providerId="AD" clId="Web-{8FC508FC-911A-CD75-EDF2-573FBD9F6961}" dt="2023-11-05T08:41:06.307" v="411"/>
        <pc:sldMkLst>
          <pc:docMk/>
          <pc:sldMk cId="2027776359" sldId="1641"/>
        </pc:sldMkLst>
        <pc:spChg chg="mod">
          <ac:chgData name="Mr. Sumit Sharma" userId="S::sumitsharma.cse@niet.co.in::0287a0e3-d7f5-4815-a5d5-4670a436bb9e" providerId="AD" clId="Web-{8FC508FC-911A-CD75-EDF2-573FBD9F6961}" dt="2023-11-05T08:41:06.307" v="411"/>
          <ac:spMkLst>
            <pc:docMk/>
            <pc:sldMk cId="2027776359" sldId="1641"/>
            <ac:spMk id="6" creationId="{00000000-0000-0000-0000-000000000000}"/>
          </ac:spMkLst>
        </pc:spChg>
        <pc:spChg chg="mod">
          <ac:chgData name="Mr. Sumit Sharma" userId="S::sumitsharma.cse@niet.co.in::0287a0e3-d7f5-4815-a5d5-4670a436bb9e" providerId="AD" clId="Web-{8FC508FC-911A-CD75-EDF2-573FBD9F6961}" dt="2023-11-05T08:41:06.307" v="411"/>
          <ac:spMkLst>
            <pc:docMk/>
            <pc:sldMk cId="2027776359" sldId="1641"/>
            <ac:spMk id="7" creationId="{00000000-0000-0000-0000-000000000000}"/>
          </ac:spMkLst>
        </pc:spChg>
        <pc:spChg chg="add del">
          <ac:chgData name="Mr. Sumit Sharma" userId="S::sumitsharma.cse@niet.co.in::0287a0e3-d7f5-4815-a5d5-4670a436bb9e" providerId="AD" clId="Web-{8FC508FC-911A-CD75-EDF2-573FBD9F6961}" dt="2023-11-05T08:41:06.307" v="411"/>
          <ac:spMkLst>
            <pc:docMk/>
            <pc:sldMk cId="2027776359" sldId="1641"/>
            <ac:spMk id="25" creationId="{7301F447-EEF7-48F5-AF73-7566EE7F64AD}"/>
          </ac:spMkLst>
        </pc:spChg>
        <pc:spChg chg="add del">
          <ac:chgData name="Mr. Sumit Sharma" userId="S::sumitsharma.cse@niet.co.in::0287a0e3-d7f5-4815-a5d5-4670a436bb9e" providerId="AD" clId="Web-{8FC508FC-911A-CD75-EDF2-573FBD9F6961}" dt="2023-11-05T08:41:06.307" v="411"/>
          <ac:spMkLst>
            <pc:docMk/>
            <pc:sldMk cId="2027776359" sldId="1641"/>
            <ac:spMk id="26" creationId="{F7117410-A2A4-4085-9ADC-46744551DBDE}"/>
          </ac:spMkLst>
        </pc:spChg>
        <pc:spChg chg="add del">
          <ac:chgData name="Mr. Sumit Sharma" userId="S::sumitsharma.cse@niet.co.in::0287a0e3-d7f5-4815-a5d5-4670a436bb9e" providerId="AD" clId="Web-{8FC508FC-911A-CD75-EDF2-573FBD9F6961}" dt="2023-11-05T08:41:06.307" v="411"/>
          <ac:spMkLst>
            <pc:docMk/>
            <pc:sldMk cId="2027776359" sldId="1641"/>
            <ac:spMk id="27" creationId="{99F74EB5-E547-4FB4-95F5-BCC788F3C4A0}"/>
          </ac:spMkLst>
        </pc:spChg>
        <pc:spChg chg="add del">
          <ac:chgData name="Mr. Sumit Sharma" userId="S::sumitsharma.cse@niet.co.in::0287a0e3-d7f5-4815-a5d5-4670a436bb9e" providerId="AD" clId="Web-{8FC508FC-911A-CD75-EDF2-573FBD9F6961}" dt="2023-11-05T08:41:06.307" v="411"/>
          <ac:spMkLst>
            <pc:docMk/>
            <pc:sldMk cId="2027776359" sldId="1641"/>
            <ac:spMk id="33" creationId="{5C8908E2-EE49-44D2-9428-A28D2312A8D5}"/>
          </ac:spMkLst>
        </pc:spChg>
        <pc:spChg chg="add del">
          <ac:chgData name="Mr. Sumit Sharma" userId="S::sumitsharma.cse@niet.co.in::0287a0e3-d7f5-4815-a5d5-4670a436bb9e" providerId="AD" clId="Web-{8FC508FC-911A-CD75-EDF2-573FBD9F6961}" dt="2023-11-05T08:41:06.307" v="411"/>
          <ac:spMkLst>
            <pc:docMk/>
            <pc:sldMk cId="2027776359" sldId="1641"/>
            <ac:spMk id="39" creationId="{7449A6C7-D15F-4AA5-BFA5-71A404B47016}"/>
          </ac:spMkLst>
        </pc:spChg>
        <pc:spChg chg="add del">
          <ac:chgData name="Mr. Sumit Sharma" userId="S::sumitsharma.cse@niet.co.in::0287a0e3-d7f5-4815-a5d5-4670a436bb9e" providerId="AD" clId="Web-{8FC508FC-911A-CD75-EDF2-573FBD9F6961}" dt="2023-11-05T08:41:06.307" v="411"/>
          <ac:spMkLst>
            <pc:docMk/>
            <pc:sldMk cId="2027776359" sldId="1641"/>
            <ac:spMk id="41" creationId="{ED888B23-07FA-482A-96DF-47E31AF1A603}"/>
          </ac:spMkLst>
        </pc:spChg>
        <pc:grpChg chg="add del">
          <ac:chgData name="Mr. Sumit Sharma" userId="S::sumitsharma.cse@niet.co.in::0287a0e3-d7f5-4815-a5d5-4670a436bb9e" providerId="AD" clId="Web-{8FC508FC-911A-CD75-EDF2-573FBD9F6961}" dt="2023-11-05T08:41:06.307" v="411"/>
          <ac:grpSpMkLst>
            <pc:docMk/>
            <pc:sldMk cId="2027776359" sldId="1641"/>
            <ac:grpSpMk id="35" creationId="{05314994-6337-4875-8CF5-652CAFE8342C}"/>
          </ac:grpSpMkLst>
        </pc:grpChg>
        <pc:graphicFrameChg chg="mod modGraphic">
          <ac:chgData name="Mr. Sumit Sharma" userId="S::sumitsharma.cse@niet.co.in::0287a0e3-d7f5-4815-a5d5-4670a436bb9e" providerId="AD" clId="Web-{8FC508FC-911A-CD75-EDF2-573FBD9F6961}" dt="2023-11-05T08:41:06.307" v="411"/>
          <ac:graphicFrameMkLst>
            <pc:docMk/>
            <pc:sldMk cId="2027776359" sldId="1641"/>
            <ac:graphicFrameMk id="28" creationId="{7911BCD3-FD89-BC16-4A6F-1F614AC172FE}"/>
          </ac:graphicFrameMkLst>
        </pc:graphicFrameChg>
      </pc:sldChg>
      <pc:sldChg chg="modSp add replId">
        <pc:chgData name="Mr. Sumit Sharma" userId="S::sumitsharma.cse@niet.co.in::0287a0e3-d7f5-4815-a5d5-4670a436bb9e" providerId="AD" clId="Web-{8FC508FC-911A-CD75-EDF2-573FBD9F6961}" dt="2023-11-05T08:46:13.725" v="535" actId="20577"/>
        <pc:sldMkLst>
          <pc:docMk/>
          <pc:sldMk cId="2829405295" sldId="1642"/>
        </pc:sldMkLst>
        <pc:spChg chg="mod">
          <ac:chgData name="Mr. Sumit Sharma" userId="S::sumitsharma.cse@niet.co.in::0287a0e3-d7f5-4815-a5d5-4670a436bb9e" providerId="AD" clId="Web-{8FC508FC-911A-CD75-EDF2-573FBD9F6961}" dt="2023-11-05T08:44:46.487" v="509" actId="20577"/>
          <ac:spMkLst>
            <pc:docMk/>
            <pc:sldMk cId="2829405295" sldId="1642"/>
            <ac:spMk id="7" creationId="{00000000-0000-0000-0000-000000000000}"/>
          </ac:spMkLst>
        </pc:spChg>
        <pc:spChg chg="mod">
          <ac:chgData name="Mr. Sumit Sharma" userId="S::sumitsharma.cse@niet.co.in::0287a0e3-d7f5-4815-a5d5-4670a436bb9e" providerId="AD" clId="Web-{8FC508FC-911A-CD75-EDF2-573FBD9F6961}" dt="2023-11-05T08:46:13.725" v="535" actId="20577"/>
          <ac:spMkLst>
            <pc:docMk/>
            <pc:sldMk cId="2829405295" sldId="1642"/>
            <ac:spMk id="182" creationId="{FDC1A734-1528-FC7A-7C7C-B49C8922968A}"/>
          </ac:spMkLst>
        </pc:spChg>
      </pc:sldChg>
      <pc:sldChg chg="addSp delSp modSp add del replId">
        <pc:chgData name="Mr. Sumit Sharma" userId="S::sumitsharma.cse@niet.co.in::0287a0e3-d7f5-4815-a5d5-4670a436bb9e" providerId="AD" clId="Web-{8FC508FC-911A-CD75-EDF2-573FBD9F6961}" dt="2023-11-05T08:43:35.547" v="467"/>
        <pc:sldMkLst>
          <pc:docMk/>
          <pc:sldMk cId="3295639599" sldId="1642"/>
        </pc:sldMkLst>
        <pc:spChg chg="mod">
          <ac:chgData name="Mr. Sumit Sharma" userId="S::sumitsharma.cse@niet.co.in::0287a0e3-d7f5-4815-a5d5-4670a436bb9e" providerId="AD" clId="Web-{8FC508FC-911A-CD75-EDF2-573FBD9F6961}" dt="2023-11-05T08:41:54.418" v="435" actId="20577"/>
          <ac:spMkLst>
            <pc:docMk/>
            <pc:sldMk cId="3295639599" sldId="1642"/>
            <ac:spMk id="7" creationId="{00000000-0000-0000-0000-000000000000}"/>
          </ac:spMkLst>
        </pc:spChg>
        <pc:spChg chg="add del mod">
          <ac:chgData name="Mr. Sumit Sharma" userId="S::sumitsharma.cse@niet.co.in::0287a0e3-d7f5-4815-a5d5-4670a436bb9e" providerId="AD" clId="Web-{8FC508FC-911A-CD75-EDF2-573FBD9F6961}" dt="2023-11-05T08:43:17.718" v="462"/>
          <ac:spMkLst>
            <pc:docMk/>
            <pc:sldMk cId="3295639599" sldId="1642"/>
            <ac:spMk id="383" creationId="{C2F0B914-D058-2DB8-6738-1FBB09377EF5}"/>
          </ac:spMkLst>
        </pc:spChg>
        <pc:spChg chg="add del mod">
          <ac:chgData name="Mr. Sumit Sharma" userId="S::sumitsharma.cse@niet.co.in::0287a0e3-d7f5-4815-a5d5-4670a436bb9e" providerId="AD" clId="Web-{8FC508FC-911A-CD75-EDF2-573FBD9F6961}" dt="2023-11-05T08:43:21.718" v="466"/>
          <ac:spMkLst>
            <pc:docMk/>
            <pc:sldMk cId="3295639599" sldId="1642"/>
            <ac:spMk id="384" creationId="{9A9F78D5-76A2-4BE4-BBB8-20C4DEE2E87A}"/>
          </ac:spMkLst>
        </pc:spChg>
        <pc:graphicFrameChg chg="del modGraphic">
          <ac:chgData name="Mr. Sumit Sharma" userId="S::sumitsharma.cse@niet.co.in::0287a0e3-d7f5-4815-a5d5-4670a436bb9e" providerId="AD" clId="Web-{8FC508FC-911A-CD75-EDF2-573FBD9F6961}" dt="2023-11-05T08:43:03.343" v="461"/>
          <ac:graphicFrameMkLst>
            <pc:docMk/>
            <pc:sldMk cId="3295639599" sldId="1642"/>
            <ac:graphicFrameMk id="28" creationId="{7911BCD3-FD89-BC16-4A6F-1F614AC172FE}"/>
          </ac:graphicFrameMkLst>
        </pc:graphicFrameChg>
      </pc:sldChg>
      <pc:sldChg chg="modSp add replId">
        <pc:chgData name="Mr. Sumit Sharma" userId="S::sumitsharma.cse@niet.co.in::0287a0e3-d7f5-4815-a5d5-4670a436bb9e" providerId="AD" clId="Web-{8FC508FC-911A-CD75-EDF2-573FBD9F6961}" dt="2023-11-05T08:54:18.025" v="567" actId="20577"/>
        <pc:sldMkLst>
          <pc:docMk/>
          <pc:sldMk cId="2055003255" sldId="1643"/>
        </pc:sldMkLst>
        <pc:spChg chg="mod">
          <ac:chgData name="Mr. Sumit Sharma" userId="S::sumitsharma.cse@niet.co.in::0287a0e3-d7f5-4815-a5d5-4670a436bb9e" providerId="AD" clId="Web-{8FC508FC-911A-CD75-EDF2-573FBD9F6961}" dt="2023-11-05T08:53:01.647" v="542" actId="20577"/>
          <ac:spMkLst>
            <pc:docMk/>
            <pc:sldMk cId="2055003255" sldId="1643"/>
            <ac:spMk id="7" creationId="{00000000-0000-0000-0000-000000000000}"/>
          </ac:spMkLst>
        </pc:spChg>
        <pc:spChg chg="mod">
          <ac:chgData name="Mr. Sumit Sharma" userId="S::sumitsharma.cse@niet.co.in::0287a0e3-d7f5-4815-a5d5-4670a436bb9e" providerId="AD" clId="Web-{8FC508FC-911A-CD75-EDF2-573FBD9F6961}" dt="2023-11-05T08:54:18.025" v="567" actId="20577"/>
          <ac:spMkLst>
            <pc:docMk/>
            <pc:sldMk cId="2055003255" sldId="1643"/>
            <ac:spMk id="182" creationId="{FDC1A734-1528-FC7A-7C7C-B49C8922968A}"/>
          </ac:spMkLst>
        </pc:spChg>
      </pc:sldChg>
      <pc:sldChg chg="modSp add replId">
        <pc:chgData name="Mr. Sumit Sharma" userId="S::sumitsharma.cse@niet.co.in::0287a0e3-d7f5-4815-a5d5-4670a436bb9e" providerId="AD" clId="Web-{8FC508FC-911A-CD75-EDF2-573FBD9F6961}" dt="2023-11-05T09:08:25.588" v="642" actId="20577"/>
        <pc:sldMkLst>
          <pc:docMk/>
          <pc:sldMk cId="538178126" sldId="1644"/>
        </pc:sldMkLst>
        <pc:spChg chg="mod">
          <ac:chgData name="Mr. Sumit Sharma" userId="S::sumitsharma.cse@niet.co.in::0287a0e3-d7f5-4815-a5d5-4670a436bb9e" providerId="AD" clId="Web-{8FC508FC-911A-CD75-EDF2-573FBD9F6961}" dt="2023-11-05T09:05:43.879" v="596" actId="20577"/>
          <ac:spMkLst>
            <pc:docMk/>
            <pc:sldMk cId="538178126" sldId="1644"/>
            <ac:spMk id="7" creationId="{00000000-0000-0000-0000-000000000000}"/>
          </ac:spMkLst>
        </pc:spChg>
        <pc:spChg chg="mod">
          <ac:chgData name="Mr. Sumit Sharma" userId="S::sumitsharma.cse@niet.co.in::0287a0e3-d7f5-4815-a5d5-4670a436bb9e" providerId="AD" clId="Web-{8FC508FC-911A-CD75-EDF2-573FBD9F6961}" dt="2023-11-05T09:08:25.588" v="642" actId="20577"/>
          <ac:spMkLst>
            <pc:docMk/>
            <pc:sldMk cId="538178126" sldId="1644"/>
            <ac:spMk id="182" creationId="{FDC1A734-1528-FC7A-7C7C-B49C8922968A}"/>
          </ac:spMkLst>
        </pc:spChg>
      </pc:sldChg>
      <pc:sldChg chg="modSp add replId">
        <pc:chgData name="Mr. Sumit Sharma" userId="S::sumitsharma.cse@niet.co.in::0287a0e3-d7f5-4815-a5d5-4670a436bb9e" providerId="AD" clId="Web-{8FC508FC-911A-CD75-EDF2-573FBD9F6961}" dt="2023-11-05T09:11:46.065" v="706" actId="20577"/>
        <pc:sldMkLst>
          <pc:docMk/>
          <pc:sldMk cId="218606843" sldId="1645"/>
        </pc:sldMkLst>
        <pc:spChg chg="mod">
          <ac:chgData name="Mr. Sumit Sharma" userId="S::sumitsharma.cse@niet.co.in::0287a0e3-d7f5-4815-a5d5-4670a436bb9e" providerId="AD" clId="Web-{8FC508FC-911A-CD75-EDF2-573FBD9F6961}" dt="2023-11-05T09:09:26.137" v="652" actId="20577"/>
          <ac:spMkLst>
            <pc:docMk/>
            <pc:sldMk cId="218606843" sldId="1645"/>
            <ac:spMk id="7" creationId="{00000000-0000-0000-0000-000000000000}"/>
          </ac:spMkLst>
        </pc:spChg>
        <pc:spChg chg="mod">
          <ac:chgData name="Mr. Sumit Sharma" userId="S::sumitsharma.cse@niet.co.in::0287a0e3-d7f5-4815-a5d5-4670a436bb9e" providerId="AD" clId="Web-{8FC508FC-911A-CD75-EDF2-573FBD9F6961}" dt="2023-11-05T09:11:46.065" v="706" actId="20577"/>
          <ac:spMkLst>
            <pc:docMk/>
            <pc:sldMk cId="218606843" sldId="1645"/>
            <ac:spMk id="182" creationId="{FDC1A734-1528-FC7A-7C7C-B49C8922968A}"/>
          </ac:spMkLst>
        </pc:spChg>
      </pc:sldChg>
      <pc:sldChg chg="modSp add replId">
        <pc:chgData name="Mr. Sumit Sharma" userId="S::sumitsharma.cse@niet.co.in::0287a0e3-d7f5-4815-a5d5-4670a436bb9e" providerId="AD" clId="Web-{8FC508FC-911A-CD75-EDF2-573FBD9F6961}" dt="2023-11-05T09:11:53.346" v="707" actId="20577"/>
        <pc:sldMkLst>
          <pc:docMk/>
          <pc:sldMk cId="923037065" sldId="1646"/>
        </pc:sldMkLst>
        <pc:spChg chg="mod">
          <ac:chgData name="Mr. Sumit Sharma" userId="S::sumitsharma.cse@niet.co.in::0287a0e3-d7f5-4815-a5d5-4670a436bb9e" providerId="AD" clId="Web-{8FC508FC-911A-CD75-EDF2-573FBD9F6961}" dt="2023-11-05T09:11:53.346" v="707" actId="20577"/>
          <ac:spMkLst>
            <pc:docMk/>
            <pc:sldMk cId="923037065" sldId="1646"/>
            <ac:spMk id="182" creationId="{FDC1A734-1528-FC7A-7C7C-B49C8922968A}"/>
          </ac:spMkLst>
        </pc:spChg>
      </pc:sldChg>
      <pc:sldChg chg="modSp add replId">
        <pc:chgData name="Mr. Sumit Sharma" userId="S::sumitsharma.cse@niet.co.in::0287a0e3-d7f5-4815-a5d5-4670a436bb9e" providerId="AD" clId="Web-{8FC508FC-911A-CD75-EDF2-573FBD9F6961}" dt="2023-11-05T09:21:37.212" v="840" actId="20577"/>
        <pc:sldMkLst>
          <pc:docMk/>
          <pc:sldMk cId="2369748499" sldId="1647"/>
        </pc:sldMkLst>
        <pc:spChg chg="mod">
          <ac:chgData name="Mr. Sumit Sharma" userId="S::sumitsharma.cse@niet.co.in::0287a0e3-d7f5-4815-a5d5-4670a436bb9e" providerId="AD" clId="Web-{8FC508FC-911A-CD75-EDF2-573FBD9F6961}" dt="2023-11-05T09:14:43.728" v="721" actId="20577"/>
          <ac:spMkLst>
            <pc:docMk/>
            <pc:sldMk cId="2369748499" sldId="1647"/>
            <ac:spMk id="7" creationId="{00000000-0000-0000-0000-000000000000}"/>
          </ac:spMkLst>
        </pc:spChg>
        <pc:spChg chg="mod">
          <ac:chgData name="Mr. Sumit Sharma" userId="S::sumitsharma.cse@niet.co.in::0287a0e3-d7f5-4815-a5d5-4670a436bb9e" providerId="AD" clId="Web-{8FC508FC-911A-CD75-EDF2-573FBD9F6961}" dt="2023-11-05T09:21:37.212" v="840" actId="20577"/>
          <ac:spMkLst>
            <pc:docMk/>
            <pc:sldMk cId="2369748499" sldId="1647"/>
            <ac:spMk id="182" creationId="{FDC1A734-1528-FC7A-7C7C-B49C8922968A}"/>
          </ac:spMkLst>
        </pc:spChg>
      </pc:sldChg>
      <pc:sldChg chg="modSp add replId">
        <pc:chgData name="Mr. Sumit Sharma" userId="S::sumitsharma.cse@niet.co.in::0287a0e3-d7f5-4815-a5d5-4670a436bb9e" providerId="AD" clId="Web-{8FC508FC-911A-CD75-EDF2-573FBD9F6961}" dt="2023-11-05T09:22:34.511" v="857" actId="20577"/>
        <pc:sldMkLst>
          <pc:docMk/>
          <pc:sldMk cId="4271535836" sldId="1648"/>
        </pc:sldMkLst>
        <pc:spChg chg="mod">
          <ac:chgData name="Mr. Sumit Sharma" userId="S::sumitsharma.cse@niet.co.in::0287a0e3-d7f5-4815-a5d5-4670a436bb9e" providerId="AD" clId="Web-{8FC508FC-911A-CD75-EDF2-573FBD9F6961}" dt="2023-11-05T09:22:34.511" v="857" actId="20577"/>
          <ac:spMkLst>
            <pc:docMk/>
            <pc:sldMk cId="4271535836" sldId="1648"/>
            <ac:spMk id="182" creationId="{FDC1A734-1528-FC7A-7C7C-B49C8922968A}"/>
          </ac:spMkLst>
        </pc:spChg>
      </pc:sldChg>
      <pc:sldChg chg="modSp add replId">
        <pc:chgData name="Mr. Sumit Sharma" userId="S::sumitsharma.cse@niet.co.in::0287a0e3-d7f5-4815-a5d5-4670a436bb9e" providerId="AD" clId="Web-{8FC508FC-911A-CD75-EDF2-573FBD9F6961}" dt="2023-11-05T09:22:31.574" v="856" actId="20577"/>
        <pc:sldMkLst>
          <pc:docMk/>
          <pc:sldMk cId="619113253" sldId="1649"/>
        </pc:sldMkLst>
        <pc:spChg chg="mod">
          <ac:chgData name="Mr. Sumit Sharma" userId="S::sumitsharma.cse@niet.co.in::0287a0e3-d7f5-4815-a5d5-4670a436bb9e" providerId="AD" clId="Web-{8FC508FC-911A-CD75-EDF2-573FBD9F6961}" dt="2023-11-05T09:22:31.574" v="856" actId="20577"/>
          <ac:spMkLst>
            <pc:docMk/>
            <pc:sldMk cId="619113253" sldId="1649"/>
            <ac:spMk id="182" creationId="{FDC1A734-1528-FC7A-7C7C-B49C8922968A}"/>
          </ac:spMkLst>
        </pc:spChg>
      </pc:sldChg>
    </pc:docChg>
  </pc:docChgLst>
  <pc:docChgLst>
    <pc:chgData name="Mr. Sumit Sharma" userId="S::sumitsharma.cse@niet.co.in::0287a0e3-d7f5-4815-a5d5-4670a436bb9e" providerId="AD" clId="Web-{BD9B034B-ADF0-4CF5-BD55-20BA486BAA37}"/>
    <pc:docChg chg="modSld">
      <pc:chgData name="Mr. Sumit Sharma" userId="S::sumitsharma.cse@niet.co.in::0287a0e3-d7f5-4815-a5d5-4670a436bb9e" providerId="AD" clId="Web-{BD9B034B-ADF0-4CF5-BD55-20BA486BAA37}" dt="2023-09-18T04:53:50.057" v="22" actId="20577"/>
      <pc:docMkLst>
        <pc:docMk/>
      </pc:docMkLst>
      <pc:sldChg chg="modSp">
        <pc:chgData name="Mr. Sumit Sharma" userId="S::sumitsharma.cse@niet.co.in::0287a0e3-d7f5-4815-a5d5-4670a436bb9e" providerId="AD" clId="Web-{BD9B034B-ADF0-4CF5-BD55-20BA486BAA37}" dt="2023-09-18T04:06:57.897" v="3" actId="14100"/>
        <pc:sldMkLst>
          <pc:docMk/>
          <pc:sldMk cId="4093949934" sldId="1618"/>
        </pc:sldMkLst>
        <pc:spChg chg="mod">
          <ac:chgData name="Mr. Sumit Sharma" userId="S::sumitsharma.cse@niet.co.in::0287a0e3-d7f5-4815-a5d5-4670a436bb9e" providerId="AD" clId="Web-{BD9B034B-ADF0-4CF5-BD55-20BA486BAA37}" dt="2023-09-18T04:06:57.897" v="3" actId="14100"/>
          <ac:spMkLst>
            <pc:docMk/>
            <pc:sldMk cId="4093949934" sldId="1618"/>
            <ac:spMk id="182" creationId="{FDC1A734-1528-FC7A-7C7C-B49C8922968A}"/>
          </ac:spMkLst>
        </pc:spChg>
      </pc:sldChg>
      <pc:sldChg chg="modSp">
        <pc:chgData name="Mr. Sumit Sharma" userId="S::sumitsharma.cse@niet.co.in::0287a0e3-d7f5-4815-a5d5-4670a436bb9e" providerId="AD" clId="Web-{BD9B034B-ADF0-4CF5-BD55-20BA486BAA37}" dt="2023-09-18T04:23:48.389" v="12" actId="14100"/>
        <pc:sldMkLst>
          <pc:docMk/>
          <pc:sldMk cId="2160946289" sldId="1620"/>
        </pc:sldMkLst>
        <pc:spChg chg="mod">
          <ac:chgData name="Mr. Sumit Sharma" userId="S::sumitsharma.cse@niet.co.in::0287a0e3-d7f5-4815-a5d5-4670a436bb9e" providerId="AD" clId="Web-{BD9B034B-ADF0-4CF5-BD55-20BA486BAA37}" dt="2023-09-18T04:23:48.389" v="12" actId="14100"/>
          <ac:spMkLst>
            <pc:docMk/>
            <pc:sldMk cId="2160946289" sldId="1620"/>
            <ac:spMk id="182" creationId="{FDC1A734-1528-FC7A-7C7C-B49C8922968A}"/>
          </ac:spMkLst>
        </pc:spChg>
      </pc:sldChg>
      <pc:sldChg chg="modSp">
        <pc:chgData name="Mr. Sumit Sharma" userId="S::sumitsharma.cse@niet.co.in::0287a0e3-d7f5-4815-a5d5-4670a436bb9e" providerId="AD" clId="Web-{BD9B034B-ADF0-4CF5-BD55-20BA486BAA37}" dt="2023-09-18T04:53:50.057" v="22" actId="20577"/>
        <pc:sldMkLst>
          <pc:docMk/>
          <pc:sldMk cId="3568023145" sldId="1623"/>
        </pc:sldMkLst>
        <pc:spChg chg="mod">
          <ac:chgData name="Mr. Sumit Sharma" userId="S::sumitsharma.cse@niet.co.in::0287a0e3-d7f5-4815-a5d5-4670a436bb9e" providerId="AD" clId="Web-{BD9B034B-ADF0-4CF5-BD55-20BA486BAA37}" dt="2023-09-18T04:53:50.057" v="22" actId="20577"/>
          <ac:spMkLst>
            <pc:docMk/>
            <pc:sldMk cId="3568023145" sldId="1623"/>
            <ac:spMk id="182" creationId="{FDC1A734-1528-FC7A-7C7C-B49C8922968A}"/>
          </ac:spMkLst>
        </pc:spChg>
      </pc:sldChg>
      <pc:sldChg chg="modSp">
        <pc:chgData name="Mr. Sumit Sharma" userId="S::sumitsharma.cse@niet.co.in::0287a0e3-d7f5-4815-a5d5-4670a436bb9e" providerId="AD" clId="Web-{BD9B034B-ADF0-4CF5-BD55-20BA486BAA37}" dt="2023-09-18T04:42:49.166" v="18" actId="14100"/>
        <pc:sldMkLst>
          <pc:docMk/>
          <pc:sldMk cId="1044315574" sldId="1624"/>
        </pc:sldMkLst>
        <pc:spChg chg="mod">
          <ac:chgData name="Mr. Sumit Sharma" userId="S::sumitsharma.cse@niet.co.in::0287a0e3-d7f5-4815-a5d5-4670a436bb9e" providerId="AD" clId="Web-{BD9B034B-ADF0-4CF5-BD55-20BA486BAA37}" dt="2023-09-18T04:42:49.166" v="18" actId="14100"/>
          <ac:spMkLst>
            <pc:docMk/>
            <pc:sldMk cId="1044315574" sldId="1624"/>
            <ac:spMk id="182" creationId="{FDC1A734-1528-FC7A-7C7C-B49C8922968A}"/>
          </ac:spMkLst>
        </pc:spChg>
      </pc:sldChg>
    </pc:docChg>
  </pc:docChgLst>
  <pc:docChgLst>
    <pc:chgData name="Mr. Sumit Sharma" userId="S::sumitsharma.cse@niet.co.in::0287a0e3-d7f5-4815-a5d5-4670a436bb9e" providerId="AD" clId="Web-{F35547D1-FE30-44CF-8033-C8E759F08C79}"/>
    <pc:docChg chg="addSld modSld">
      <pc:chgData name="Mr. Sumit Sharma" userId="S::sumitsharma.cse@niet.co.in::0287a0e3-d7f5-4815-a5d5-4670a436bb9e" providerId="AD" clId="Web-{F35547D1-FE30-44CF-8033-C8E759F08C79}" dt="2023-09-06T04:07:54.576" v="140" actId="20577"/>
      <pc:docMkLst>
        <pc:docMk/>
      </pc:docMkLst>
      <pc:sldChg chg="addSp delSp modSp add replId">
        <pc:chgData name="Mr. Sumit Sharma" userId="S::sumitsharma.cse@niet.co.in::0287a0e3-d7f5-4815-a5d5-4670a436bb9e" providerId="AD" clId="Web-{F35547D1-FE30-44CF-8033-C8E759F08C79}" dt="2023-09-06T03:59:50.998" v="25"/>
        <pc:sldMkLst>
          <pc:docMk/>
          <pc:sldMk cId="187815721" sldId="1609"/>
        </pc:sldMkLst>
        <pc:spChg chg="add del mod">
          <ac:chgData name="Mr. Sumit Sharma" userId="S::sumitsharma.cse@niet.co.in::0287a0e3-d7f5-4815-a5d5-4670a436bb9e" providerId="AD" clId="Web-{F35547D1-FE30-44CF-8033-C8E759F08C79}" dt="2023-09-06T03:59:50.998" v="25"/>
          <ac:spMkLst>
            <pc:docMk/>
            <pc:sldMk cId="187815721" sldId="1609"/>
            <ac:spMk id="2" creationId="{DB1F3465-1D03-BB1A-7D7B-4852E214BEC1}"/>
          </ac:spMkLst>
        </pc:spChg>
        <pc:spChg chg="mod">
          <ac:chgData name="Mr. Sumit Sharma" userId="S::sumitsharma.cse@niet.co.in::0287a0e3-d7f5-4815-a5d5-4670a436bb9e" providerId="AD" clId="Web-{F35547D1-FE30-44CF-8033-C8E759F08C79}" dt="2023-09-06T03:57:44.790" v="8" actId="20577"/>
          <ac:spMkLst>
            <pc:docMk/>
            <pc:sldMk cId="187815721" sldId="1609"/>
            <ac:spMk id="7" creationId="{00000000-0000-0000-0000-000000000000}"/>
          </ac:spMkLst>
        </pc:spChg>
        <pc:spChg chg="mod">
          <ac:chgData name="Mr. Sumit Sharma" userId="S::sumitsharma.cse@niet.co.in::0287a0e3-d7f5-4815-a5d5-4670a436bb9e" providerId="AD" clId="Web-{F35547D1-FE30-44CF-8033-C8E759F08C79}" dt="2023-09-06T03:59:38.951" v="22" actId="20577"/>
          <ac:spMkLst>
            <pc:docMk/>
            <pc:sldMk cId="187815721" sldId="1609"/>
            <ac:spMk id="182" creationId="{FDC1A734-1528-FC7A-7C7C-B49C8922968A}"/>
          </ac:spMkLst>
        </pc:spChg>
      </pc:sldChg>
      <pc:sldChg chg="modSp add replId">
        <pc:chgData name="Mr. Sumit Sharma" userId="S::sumitsharma.cse@niet.co.in::0287a0e3-d7f5-4815-a5d5-4670a436bb9e" providerId="AD" clId="Web-{F35547D1-FE30-44CF-8033-C8E759F08C79}" dt="2023-09-06T04:02:09.255" v="49" actId="20577"/>
        <pc:sldMkLst>
          <pc:docMk/>
          <pc:sldMk cId="3928331190" sldId="1610"/>
        </pc:sldMkLst>
        <pc:spChg chg="mod">
          <ac:chgData name="Mr. Sumit Sharma" userId="S::sumitsharma.cse@niet.co.in::0287a0e3-d7f5-4815-a5d5-4670a436bb9e" providerId="AD" clId="Web-{F35547D1-FE30-44CF-8033-C8E759F08C79}" dt="2023-09-06T04:00:28.515" v="33" actId="20577"/>
          <ac:spMkLst>
            <pc:docMk/>
            <pc:sldMk cId="3928331190" sldId="1610"/>
            <ac:spMk id="7" creationId="{00000000-0000-0000-0000-000000000000}"/>
          </ac:spMkLst>
        </pc:spChg>
        <pc:spChg chg="mod">
          <ac:chgData name="Mr. Sumit Sharma" userId="S::sumitsharma.cse@niet.co.in::0287a0e3-d7f5-4815-a5d5-4670a436bb9e" providerId="AD" clId="Web-{F35547D1-FE30-44CF-8033-C8E759F08C79}" dt="2023-09-06T04:02:09.255" v="49" actId="20577"/>
          <ac:spMkLst>
            <pc:docMk/>
            <pc:sldMk cId="3928331190" sldId="1610"/>
            <ac:spMk id="182" creationId="{FDC1A734-1528-FC7A-7C7C-B49C8922968A}"/>
          </ac:spMkLst>
        </pc:spChg>
      </pc:sldChg>
      <pc:sldChg chg="addSp delSp modSp add replId">
        <pc:chgData name="Mr. Sumit Sharma" userId="S::sumitsharma.cse@niet.co.in::0287a0e3-d7f5-4815-a5d5-4670a436bb9e" providerId="AD" clId="Web-{F35547D1-FE30-44CF-8033-C8E759F08C79}" dt="2023-09-06T04:04:03.898" v="76"/>
        <pc:sldMkLst>
          <pc:docMk/>
          <pc:sldMk cId="1877501331" sldId="1611"/>
        </pc:sldMkLst>
        <pc:spChg chg="add del mod">
          <ac:chgData name="Mr. Sumit Sharma" userId="S::sumitsharma.cse@niet.co.in::0287a0e3-d7f5-4815-a5d5-4670a436bb9e" providerId="AD" clId="Web-{F35547D1-FE30-44CF-8033-C8E759F08C79}" dt="2023-09-06T04:04:03.898" v="76"/>
          <ac:spMkLst>
            <pc:docMk/>
            <pc:sldMk cId="1877501331" sldId="1611"/>
            <ac:spMk id="2" creationId="{4D9491A2-78C4-E5B8-B158-38B50300EEC7}"/>
          </ac:spMkLst>
        </pc:spChg>
        <pc:spChg chg="mod">
          <ac:chgData name="Mr. Sumit Sharma" userId="S::sumitsharma.cse@niet.co.in::0287a0e3-d7f5-4815-a5d5-4670a436bb9e" providerId="AD" clId="Web-{F35547D1-FE30-44CF-8033-C8E759F08C79}" dt="2023-09-06T04:02:45.474" v="63" actId="20577"/>
          <ac:spMkLst>
            <pc:docMk/>
            <pc:sldMk cId="1877501331" sldId="1611"/>
            <ac:spMk id="7" creationId="{00000000-0000-0000-0000-000000000000}"/>
          </ac:spMkLst>
        </pc:spChg>
        <pc:spChg chg="mod">
          <ac:chgData name="Mr. Sumit Sharma" userId="S::sumitsharma.cse@niet.co.in::0287a0e3-d7f5-4815-a5d5-4670a436bb9e" providerId="AD" clId="Web-{F35547D1-FE30-44CF-8033-C8E759F08C79}" dt="2023-09-06T04:03:34.179" v="72" actId="20577"/>
          <ac:spMkLst>
            <pc:docMk/>
            <pc:sldMk cId="1877501331" sldId="1611"/>
            <ac:spMk id="182" creationId="{FDC1A734-1528-FC7A-7C7C-B49C8922968A}"/>
          </ac:spMkLst>
        </pc:spChg>
      </pc:sldChg>
      <pc:sldChg chg="modSp add replId">
        <pc:chgData name="Mr. Sumit Sharma" userId="S::sumitsharma.cse@niet.co.in::0287a0e3-d7f5-4815-a5d5-4670a436bb9e" providerId="AD" clId="Web-{F35547D1-FE30-44CF-8033-C8E759F08C79}" dt="2023-09-06T04:07:54.576" v="140" actId="20577"/>
        <pc:sldMkLst>
          <pc:docMk/>
          <pc:sldMk cId="717088700" sldId="1612"/>
        </pc:sldMkLst>
        <pc:spChg chg="mod">
          <ac:chgData name="Mr. Sumit Sharma" userId="S::sumitsharma.cse@niet.co.in::0287a0e3-d7f5-4815-a5d5-4670a436bb9e" providerId="AD" clId="Web-{F35547D1-FE30-44CF-8033-C8E759F08C79}" dt="2023-09-06T04:04:20.618" v="100" actId="20577"/>
          <ac:spMkLst>
            <pc:docMk/>
            <pc:sldMk cId="717088700" sldId="1612"/>
            <ac:spMk id="7" creationId="{00000000-0000-0000-0000-000000000000}"/>
          </ac:spMkLst>
        </pc:spChg>
        <pc:spChg chg="mod">
          <ac:chgData name="Mr. Sumit Sharma" userId="S::sumitsharma.cse@niet.co.in::0287a0e3-d7f5-4815-a5d5-4670a436bb9e" providerId="AD" clId="Web-{F35547D1-FE30-44CF-8033-C8E759F08C79}" dt="2023-09-06T04:07:54.576" v="140" actId="20577"/>
          <ac:spMkLst>
            <pc:docMk/>
            <pc:sldMk cId="717088700" sldId="1612"/>
            <ac:spMk id="182" creationId="{FDC1A734-1528-FC7A-7C7C-B49C8922968A}"/>
          </ac:spMkLst>
        </pc:spChg>
      </pc:sldChg>
    </pc:docChg>
  </pc:docChgLst>
  <pc:docChgLst>
    <pc:chgData name="Mr. Sumit Sharma" userId="S::sumitsharma.cse@niet.co.in::0287a0e3-d7f5-4815-a5d5-4670a436bb9e" providerId="AD" clId="Web-{37F25F49-305A-5ABC-7387-8EE01DDEC523}"/>
    <pc:docChg chg="addSld modSld">
      <pc:chgData name="Mr. Sumit Sharma" userId="S::sumitsharma.cse@niet.co.in::0287a0e3-d7f5-4815-a5d5-4670a436bb9e" providerId="AD" clId="Web-{37F25F49-305A-5ABC-7387-8EE01DDEC523}" dt="2023-09-02T10:30:04.631" v="178" actId="20577"/>
      <pc:docMkLst>
        <pc:docMk/>
      </pc:docMkLst>
      <pc:sldChg chg="addSp delSp modSp">
        <pc:chgData name="Mr. Sumit Sharma" userId="S::sumitsharma.cse@niet.co.in::0287a0e3-d7f5-4815-a5d5-4670a436bb9e" providerId="AD" clId="Web-{37F25F49-305A-5ABC-7387-8EE01DDEC523}" dt="2023-09-02T10:13:54.029" v="29" actId="1076"/>
        <pc:sldMkLst>
          <pc:docMk/>
          <pc:sldMk cId="1962279143" sldId="1592"/>
        </pc:sldMkLst>
        <pc:spChg chg="del">
          <ac:chgData name="Mr. Sumit Sharma" userId="S::sumitsharma.cse@niet.co.in::0287a0e3-d7f5-4815-a5d5-4670a436bb9e" providerId="AD" clId="Web-{37F25F49-305A-5ABC-7387-8EE01DDEC523}" dt="2023-09-02T10:05:54.573" v="0"/>
          <ac:spMkLst>
            <pc:docMk/>
            <pc:sldMk cId="1962279143" sldId="1592"/>
            <ac:spMk id="122" creationId="{B50AB553-2A96-4A92-96F2-93548E096954}"/>
          </ac:spMkLst>
        </pc:spChg>
        <pc:spChg chg="add">
          <ac:chgData name="Mr. Sumit Sharma" userId="S::sumitsharma.cse@niet.co.in::0287a0e3-d7f5-4815-a5d5-4670a436bb9e" providerId="AD" clId="Web-{37F25F49-305A-5ABC-7387-8EE01DDEC523}" dt="2023-09-02T10:05:54.573" v="0"/>
          <ac:spMkLst>
            <pc:docMk/>
            <pc:sldMk cId="1962279143" sldId="1592"/>
            <ac:spMk id="127" creationId="{B50AB553-2A96-4A92-96F2-93548E096954}"/>
          </ac:spMkLst>
        </pc:spChg>
        <pc:graphicFrameChg chg="mod modGraphic">
          <ac:chgData name="Mr. Sumit Sharma" userId="S::sumitsharma.cse@niet.co.in::0287a0e3-d7f5-4815-a5d5-4670a436bb9e" providerId="AD" clId="Web-{37F25F49-305A-5ABC-7387-8EE01DDEC523}" dt="2023-09-02T10:13:54.029" v="29" actId="1076"/>
          <ac:graphicFrameMkLst>
            <pc:docMk/>
            <pc:sldMk cId="1962279143" sldId="1592"/>
            <ac:graphicFrameMk id="115" creationId="{5E7B02D7-812F-8FB5-ACDD-4128603C06A6}"/>
          </ac:graphicFrameMkLst>
        </pc:graphicFrameChg>
      </pc:sldChg>
      <pc:sldChg chg="addSp delSp modSp add replId">
        <pc:chgData name="Mr. Sumit Sharma" userId="S::sumitsharma.cse@niet.co.in::0287a0e3-d7f5-4815-a5d5-4670a436bb9e" providerId="AD" clId="Web-{37F25F49-305A-5ABC-7387-8EE01DDEC523}" dt="2023-09-02T10:13:26.528" v="26" actId="14100"/>
        <pc:sldMkLst>
          <pc:docMk/>
          <pc:sldMk cId="326434851" sldId="1593"/>
        </pc:sldMkLst>
        <pc:spChg chg="del mod">
          <ac:chgData name="Mr. Sumit Sharma" userId="S::sumitsharma.cse@niet.co.in::0287a0e3-d7f5-4815-a5d5-4670a436bb9e" providerId="AD" clId="Web-{37F25F49-305A-5ABC-7387-8EE01DDEC523}" dt="2023-09-02T10:06:26.168" v="3"/>
          <ac:spMkLst>
            <pc:docMk/>
            <pc:sldMk cId="326434851" sldId="1593"/>
            <ac:spMk id="3" creationId="{F8CC24E1-E4CB-4555-AAFE-79673E88E287}"/>
          </ac:spMkLst>
        </pc:spChg>
        <pc:spChg chg="add mod">
          <ac:chgData name="Mr. Sumit Sharma" userId="S::sumitsharma.cse@niet.co.in::0287a0e3-d7f5-4815-a5d5-4670a436bb9e" providerId="AD" clId="Web-{37F25F49-305A-5ABC-7387-8EE01DDEC523}" dt="2023-09-02T10:13:26.528" v="26" actId="14100"/>
          <ac:spMkLst>
            <pc:docMk/>
            <pc:sldMk cId="326434851" sldId="1593"/>
            <ac:spMk id="4" creationId="{7FA8EF7C-98A4-19B1-DF88-0AA67459A072}"/>
          </ac:spMkLst>
        </pc:spChg>
      </pc:sldChg>
      <pc:sldChg chg="modSp add replId">
        <pc:chgData name="Mr. Sumit Sharma" userId="S::sumitsharma.cse@niet.co.in::0287a0e3-d7f5-4815-a5d5-4670a436bb9e" providerId="AD" clId="Web-{37F25F49-305A-5ABC-7387-8EE01DDEC523}" dt="2023-09-02T10:17:41.506" v="42" actId="20577"/>
        <pc:sldMkLst>
          <pc:docMk/>
          <pc:sldMk cId="3257631459" sldId="1594"/>
        </pc:sldMkLst>
        <pc:spChg chg="mod">
          <ac:chgData name="Mr. Sumit Sharma" userId="S::sumitsharma.cse@niet.co.in::0287a0e3-d7f5-4815-a5d5-4670a436bb9e" providerId="AD" clId="Web-{37F25F49-305A-5ABC-7387-8EE01DDEC523}" dt="2023-09-02T10:17:41.506" v="42" actId="20577"/>
          <ac:spMkLst>
            <pc:docMk/>
            <pc:sldMk cId="3257631459" sldId="1594"/>
            <ac:spMk id="4" creationId="{7FA8EF7C-98A4-19B1-DF88-0AA67459A072}"/>
          </ac:spMkLst>
        </pc:spChg>
      </pc:sldChg>
      <pc:sldChg chg="modSp add replId">
        <pc:chgData name="Mr. Sumit Sharma" userId="S::sumitsharma.cse@niet.co.in::0287a0e3-d7f5-4815-a5d5-4670a436bb9e" providerId="AD" clId="Web-{37F25F49-305A-5ABC-7387-8EE01DDEC523}" dt="2023-09-02T10:19:17.994" v="55" actId="20577"/>
        <pc:sldMkLst>
          <pc:docMk/>
          <pc:sldMk cId="2120114595" sldId="1595"/>
        </pc:sldMkLst>
        <pc:spChg chg="mod">
          <ac:chgData name="Mr. Sumit Sharma" userId="S::sumitsharma.cse@niet.co.in::0287a0e3-d7f5-4815-a5d5-4670a436bb9e" providerId="AD" clId="Web-{37F25F49-305A-5ABC-7387-8EE01DDEC523}" dt="2023-09-02T10:19:17.994" v="55" actId="20577"/>
          <ac:spMkLst>
            <pc:docMk/>
            <pc:sldMk cId="2120114595" sldId="1595"/>
            <ac:spMk id="4" creationId="{7FA8EF7C-98A4-19B1-DF88-0AA67459A072}"/>
          </ac:spMkLst>
        </pc:spChg>
      </pc:sldChg>
      <pc:sldChg chg="modSp add replId">
        <pc:chgData name="Mr. Sumit Sharma" userId="S::sumitsharma.cse@niet.co.in::0287a0e3-d7f5-4815-a5d5-4670a436bb9e" providerId="AD" clId="Web-{37F25F49-305A-5ABC-7387-8EE01DDEC523}" dt="2023-09-02T10:21:11.092" v="77" actId="14100"/>
        <pc:sldMkLst>
          <pc:docMk/>
          <pc:sldMk cId="402774072" sldId="1596"/>
        </pc:sldMkLst>
        <pc:spChg chg="mod">
          <ac:chgData name="Mr. Sumit Sharma" userId="S::sumitsharma.cse@niet.co.in::0287a0e3-d7f5-4815-a5d5-4670a436bb9e" providerId="AD" clId="Web-{37F25F49-305A-5ABC-7387-8EE01DDEC523}" dt="2023-09-02T10:21:11.092" v="77" actId="14100"/>
          <ac:spMkLst>
            <pc:docMk/>
            <pc:sldMk cId="402774072" sldId="1596"/>
            <ac:spMk id="4" creationId="{7FA8EF7C-98A4-19B1-DF88-0AA67459A072}"/>
          </ac:spMkLst>
        </pc:spChg>
      </pc:sldChg>
      <pc:sldChg chg="modSp add replId">
        <pc:chgData name="Mr. Sumit Sharma" userId="S::sumitsharma.cse@niet.co.in::0287a0e3-d7f5-4815-a5d5-4670a436bb9e" providerId="AD" clId="Web-{37F25F49-305A-5ABC-7387-8EE01DDEC523}" dt="2023-09-02T10:22:30.767" v="92" actId="20577"/>
        <pc:sldMkLst>
          <pc:docMk/>
          <pc:sldMk cId="333784858" sldId="1597"/>
        </pc:sldMkLst>
        <pc:spChg chg="mod">
          <ac:chgData name="Mr. Sumit Sharma" userId="S::sumitsharma.cse@niet.co.in::0287a0e3-d7f5-4815-a5d5-4670a436bb9e" providerId="AD" clId="Web-{37F25F49-305A-5ABC-7387-8EE01DDEC523}" dt="2023-09-02T10:22:30.767" v="92" actId="20577"/>
          <ac:spMkLst>
            <pc:docMk/>
            <pc:sldMk cId="333784858" sldId="1597"/>
            <ac:spMk id="4" creationId="{7FA8EF7C-98A4-19B1-DF88-0AA67459A072}"/>
          </ac:spMkLst>
        </pc:spChg>
      </pc:sldChg>
      <pc:sldChg chg="modSp add replId">
        <pc:chgData name="Mr. Sumit Sharma" userId="S::sumitsharma.cse@niet.co.in::0287a0e3-d7f5-4815-a5d5-4670a436bb9e" providerId="AD" clId="Web-{37F25F49-305A-5ABC-7387-8EE01DDEC523}" dt="2023-09-02T10:23:37.411" v="118" actId="14100"/>
        <pc:sldMkLst>
          <pc:docMk/>
          <pc:sldMk cId="3283346478" sldId="1598"/>
        </pc:sldMkLst>
        <pc:spChg chg="mod">
          <ac:chgData name="Mr. Sumit Sharma" userId="S::sumitsharma.cse@niet.co.in::0287a0e3-d7f5-4815-a5d5-4670a436bb9e" providerId="AD" clId="Web-{37F25F49-305A-5ABC-7387-8EE01DDEC523}" dt="2023-09-02T10:23:37.411" v="118" actId="14100"/>
          <ac:spMkLst>
            <pc:docMk/>
            <pc:sldMk cId="3283346478" sldId="1598"/>
            <ac:spMk id="4" creationId="{7FA8EF7C-98A4-19B1-DF88-0AA67459A072}"/>
          </ac:spMkLst>
        </pc:spChg>
      </pc:sldChg>
      <pc:sldChg chg="modSp add replId">
        <pc:chgData name="Mr. Sumit Sharma" userId="S::sumitsharma.cse@niet.co.in::0287a0e3-d7f5-4815-a5d5-4670a436bb9e" providerId="AD" clId="Web-{37F25F49-305A-5ABC-7387-8EE01DDEC523}" dt="2023-09-02T10:27:29.954" v="150" actId="20577"/>
        <pc:sldMkLst>
          <pc:docMk/>
          <pc:sldMk cId="2149703403" sldId="1599"/>
        </pc:sldMkLst>
        <pc:spChg chg="mod">
          <ac:chgData name="Mr. Sumit Sharma" userId="S::sumitsharma.cse@niet.co.in::0287a0e3-d7f5-4815-a5d5-4670a436bb9e" providerId="AD" clId="Web-{37F25F49-305A-5ABC-7387-8EE01DDEC523}" dt="2023-09-02T10:27:29.954" v="150" actId="20577"/>
          <ac:spMkLst>
            <pc:docMk/>
            <pc:sldMk cId="2149703403" sldId="1599"/>
            <ac:spMk id="4" creationId="{7FA8EF7C-98A4-19B1-DF88-0AA67459A072}"/>
          </ac:spMkLst>
        </pc:spChg>
      </pc:sldChg>
      <pc:sldChg chg="modSp add replId">
        <pc:chgData name="Mr. Sumit Sharma" userId="S::sumitsharma.cse@niet.co.in::0287a0e3-d7f5-4815-a5d5-4670a436bb9e" providerId="AD" clId="Web-{37F25F49-305A-5ABC-7387-8EE01DDEC523}" dt="2023-09-02T10:30:04.631" v="178" actId="20577"/>
        <pc:sldMkLst>
          <pc:docMk/>
          <pc:sldMk cId="2382672243" sldId="1600"/>
        </pc:sldMkLst>
        <pc:spChg chg="mod">
          <ac:chgData name="Mr. Sumit Sharma" userId="S::sumitsharma.cse@niet.co.in::0287a0e3-d7f5-4815-a5d5-4670a436bb9e" providerId="AD" clId="Web-{37F25F49-305A-5ABC-7387-8EE01DDEC523}" dt="2023-09-02T10:30:04.631" v="178" actId="20577"/>
          <ac:spMkLst>
            <pc:docMk/>
            <pc:sldMk cId="2382672243" sldId="1600"/>
            <ac:spMk id="4" creationId="{7FA8EF7C-98A4-19B1-DF88-0AA67459A072}"/>
          </ac:spMkLst>
        </pc:spChg>
      </pc:sldChg>
    </pc:docChg>
  </pc:docChgLst>
  <pc:docChgLst>
    <pc:chgData name="Mr. Sumit Sharma" userId="S::sumitsharma.cse@niet.co.in::0287a0e3-d7f5-4815-a5d5-4670a436bb9e" providerId="AD" clId="Web-{05C13EA6-F00E-4A22-B00F-6F8694EDBE6B}"/>
    <pc:docChg chg="addSld modSld">
      <pc:chgData name="Mr. Sumit Sharma" userId="S::sumitsharma.cse@niet.co.in::0287a0e3-d7f5-4815-a5d5-4670a436bb9e" providerId="AD" clId="Web-{05C13EA6-F00E-4A22-B00F-6F8694EDBE6B}" dt="2023-10-04T04:00:18.906" v="61" actId="20577"/>
      <pc:docMkLst>
        <pc:docMk/>
      </pc:docMkLst>
      <pc:sldChg chg="modSp">
        <pc:chgData name="Mr. Sumit Sharma" userId="S::sumitsharma.cse@niet.co.in::0287a0e3-d7f5-4815-a5d5-4670a436bb9e" providerId="AD" clId="Web-{05C13EA6-F00E-4A22-B00F-6F8694EDBE6B}" dt="2023-10-04T03:54:53.162" v="4" actId="20577"/>
        <pc:sldMkLst>
          <pc:docMk/>
          <pc:sldMk cId="1147002948" sldId="1602"/>
        </pc:sldMkLst>
        <pc:graphicFrameChg chg="modGraphic">
          <ac:chgData name="Mr. Sumit Sharma" userId="S::sumitsharma.cse@niet.co.in::0287a0e3-d7f5-4815-a5d5-4670a436bb9e" providerId="AD" clId="Web-{05C13EA6-F00E-4A22-B00F-6F8694EDBE6B}" dt="2023-10-04T03:54:53.162" v="4" actId="20577"/>
          <ac:graphicFrameMkLst>
            <pc:docMk/>
            <pc:sldMk cId="1147002948" sldId="1602"/>
            <ac:graphicFrameMk id="28" creationId="{7911BCD3-FD89-BC16-4A6F-1F614AC172FE}"/>
          </ac:graphicFrameMkLst>
        </pc:graphicFrameChg>
      </pc:sldChg>
      <pc:sldChg chg="addSp delSp modSp">
        <pc:chgData name="Mr. Sumit Sharma" userId="S::sumitsharma.cse@niet.co.in::0287a0e3-d7f5-4815-a5d5-4670a436bb9e" providerId="AD" clId="Web-{05C13EA6-F00E-4A22-B00F-6F8694EDBE6B}" dt="2023-10-04T03:58:40.638" v="29" actId="20577"/>
        <pc:sldMkLst>
          <pc:docMk/>
          <pc:sldMk cId="2762524818" sldId="1603"/>
        </pc:sldMkLst>
        <pc:spChg chg="mod">
          <ac:chgData name="Mr. Sumit Sharma" userId="S::sumitsharma.cse@niet.co.in::0287a0e3-d7f5-4815-a5d5-4670a436bb9e" providerId="AD" clId="Web-{05C13EA6-F00E-4A22-B00F-6F8694EDBE6B}" dt="2023-10-04T03:58:40.638" v="29" actId="20577"/>
          <ac:spMkLst>
            <pc:docMk/>
            <pc:sldMk cId="2762524818" sldId="1603"/>
            <ac:spMk id="7" creationId="{00000000-0000-0000-0000-000000000000}"/>
          </ac:spMkLst>
        </pc:spChg>
        <pc:spChg chg="add del">
          <ac:chgData name="Mr. Sumit Sharma" userId="S::sumitsharma.cse@niet.co.in::0287a0e3-d7f5-4815-a5d5-4670a436bb9e" providerId="AD" clId="Web-{05C13EA6-F00E-4A22-B00F-6F8694EDBE6B}" dt="2023-10-04T03:58:36.372" v="28"/>
          <ac:spMkLst>
            <pc:docMk/>
            <pc:sldMk cId="2762524818" sldId="1603"/>
            <ac:spMk id="15" creationId="{53B021B3-DE93-4AB7-8A18-CF5F1CED88B8}"/>
          </ac:spMkLst>
        </pc:spChg>
        <pc:spChg chg="add del">
          <ac:chgData name="Mr. Sumit Sharma" userId="S::sumitsharma.cse@niet.co.in::0287a0e3-d7f5-4815-a5d5-4670a436bb9e" providerId="AD" clId="Web-{05C13EA6-F00E-4A22-B00F-6F8694EDBE6B}" dt="2023-10-04T03:58:36.372" v="28"/>
          <ac:spMkLst>
            <pc:docMk/>
            <pc:sldMk cId="2762524818" sldId="1603"/>
            <ac:spMk id="17" creationId="{52D502E5-F6B4-4D58-B4AE-FC466FF15EE8}"/>
          </ac:spMkLst>
        </pc:spChg>
        <pc:spChg chg="add del">
          <ac:chgData name="Mr. Sumit Sharma" userId="S::sumitsharma.cse@niet.co.in::0287a0e3-d7f5-4815-a5d5-4670a436bb9e" providerId="AD" clId="Web-{05C13EA6-F00E-4A22-B00F-6F8694EDBE6B}" dt="2023-10-04T03:58:36.372" v="28"/>
          <ac:spMkLst>
            <pc:docMk/>
            <pc:sldMk cId="2762524818" sldId="1603"/>
            <ac:spMk id="19" creationId="{9DECDBF4-02B6-4BB4-B65B-B8107AD6A9E8}"/>
          </ac:spMkLst>
        </pc:spChg>
        <pc:spChg chg="add del mod">
          <ac:chgData name="Mr. Sumit Sharma" userId="S::sumitsharma.cse@niet.co.in::0287a0e3-d7f5-4815-a5d5-4670a436bb9e" providerId="AD" clId="Web-{05C13EA6-F00E-4A22-B00F-6F8694EDBE6B}" dt="2023-10-04T03:58:36.372" v="28"/>
          <ac:spMkLst>
            <pc:docMk/>
            <pc:sldMk cId="2762524818" sldId="1603"/>
            <ac:spMk id="182" creationId="{FDC1A734-1528-FC7A-7C7C-B49C8922968A}"/>
          </ac:spMkLst>
        </pc:spChg>
        <pc:spChg chg="add">
          <ac:chgData name="Mr. Sumit Sharma" userId="S::sumitsharma.cse@niet.co.in::0287a0e3-d7f5-4815-a5d5-4670a436bb9e" providerId="AD" clId="Web-{05C13EA6-F00E-4A22-B00F-6F8694EDBE6B}" dt="2023-10-04T03:58:36.372" v="28"/>
          <ac:spMkLst>
            <pc:docMk/>
            <pc:sldMk cId="2762524818" sldId="1603"/>
            <ac:spMk id="185" creationId="{53B021B3-DE93-4AB7-8A18-CF5F1CED88B8}"/>
          </ac:spMkLst>
        </pc:spChg>
        <pc:spChg chg="add">
          <ac:chgData name="Mr. Sumit Sharma" userId="S::sumitsharma.cse@niet.co.in::0287a0e3-d7f5-4815-a5d5-4670a436bb9e" providerId="AD" clId="Web-{05C13EA6-F00E-4A22-B00F-6F8694EDBE6B}" dt="2023-10-04T03:58:36.372" v="28"/>
          <ac:spMkLst>
            <pc:docMk/>
            <pc:sldMk cId="2762524818" sldId="1603"/>
            <ac:spMk id="186" creationId="{52D502E5-F6B4-4D58-B4AE-FC466FF15EE8}"/>
          </ac:spMkLst>
        </pc:spChg>
        <pc:spChg chg="add">
          <ac:chgData name="Mr. Sumit Sharma" userId="S::sumitsharma.cse@niet.co.in::0287a0e3-d7f5-4815-a5d5-4670a436bb9e" providerId="AD" clId="Web-{05C13EA6-F00E-4A22-B00F-6F8694EDBE6B}" dt="2023-10-04T03:58:36.372" v="28"/>
          <ac:spMkLst>
            <pc:docMk/>
            <pc:sldMk cId="2762524818" sldId="1603"/>
            <ac:spMk id="187" creationId="{9DECDBF4-02B6-4BB4-B65B-B8107AD6A9E8}"/>
          </ac:spMkLst>
        </pc:spChg>
        <pc:spChg chg="add del">
          <ac:chgData name="Mr. Sumit Sharma" userId="S::sumitsharma.cse@niet.co.in::0287a0e3-d7f5-4815-a5d5-4670a436bb9e" providerId="AD" clId="Web-{05C13EA6-F00E-4A22-B00F-6F8694EDBE6B}" dt="2023-10-04T03:58:25.747" v="26"/>
          <ac:spMkLst>
            <pc:docMk/>
            <pc:sldMk cId="2762524818" sldId="1603"/>
            <ac:spMk id="188" creationId="{53B021B3-DE93-4AB7-8A18-CF5F1CED88B8}"/>
          </ac:spMkLst>
        </pc:spChg>
        <pc:spChg chg="add del">
          <ac:chgData name="Mr. Sumit Sharma" userId="S::sumitsharma.cse@niet.co.in::0287a0e3-d7f5-4815-a5d5-4670a436bb9e" providerId="AD" clId="Web-{05C13EA6-F00E-4A22-B00F-6F8694EDBE6B}" dt="2023-10-04T03:58:25.747" v="26"/>
          <ac:spMkLst>
            <pc:docMk/>
            <pc:sldMk cId="2762524818" sldId="1603"/>
            <ac:spMk id="190" creationId="{52D502E5-F6B4-4D58-B4AE-FC466FF15EE8}"/>
          </ac:spMkLst>
        </pc:spChg>
        <pc:spChg chg="add del">
          <ac:chgData name="Mr. Sumit Sharma" userId="S::sumitsharma.cse@niet.co.in::0287a0e3-d7f5-4815-a5d5-4670a436bb9e" providerId="AD" clId="Web-{05C13EA6-F00E-4A22-B00F-6F8694EDBE6B}" dt="2023-10-04T03:58:25.747" v="26"/>
          <ac:spMkLst>
            <pc:docMk/>
            <pc:sldMk cId="2762524818" sldId="1603"/>
            <ac:spMk id="192" creationId="{9DECDBF4-02B6-4BB4-B65B-B8107AD6A9E8}"/>
          </ac:spMkLst>
        </pc:spChg>
        <pc:graphicFrameChg chg="add del">
          <ac:chgData name="Mr. Sumit Sharma" userId="S::sumitsharma.cse@niet.co.in::0287a0e3-d7f5-4815-a5d5-4670a436bb9e" providerId="AD" clId="Web-{05C13EA6-F00E-4A22-B00F-6F8694EDBE6B}" dt="2023-10-04T03:58:25.747" v="26"/>
          <ac:graphicFrameMkLst>
            <pc:docMk/>
            <pc:sldMk cId="2762524818" sldId="1603"/>
            <ac:graphicFrameMk id="184" creationId="{847FA389-B682-D491-3EC1-6D0C1A486357}"/>
          </ac:graphicFrameMkLst>
        </pc:graphicFrameChg>
        <pc:graphicFrameChg chg="add">
          <ac:chgData name="Mr. Sumit Sharma" userId="S::sumitsharma.cse@niet.co.in::0287a0e3-d7f5-4815-a5d5-4670a436bb9e" providerId="AD" clId="Web-{05C13EA6-F00E-4A22-B00F-6F8694EDBE6B}" dt="2023-10-04T03:58:36.372" v="28"/>
          <ac:graphicFrameMkLst>
            <pc:docMk/>
            <pc:sldMk cId="2762524818" sldId="1603"/>
            <ac:graphicFrameMk id="189" creationId="{EAEE85EF-0E78-BC41-6940-948F160FCB8D}"/>
          </ac:graphicFrameMkLst>
        </pc:graphicFrameChg>
      </pc:sldChg>
      <pc:sldChg chg="modSp add replId">
        <pc:chgData name="Mr. Sumit Sharma" userId="S::sumitsharma.cse@niet.co.in::0287a0e3-d7f5-4815-a5d5-4670a436bb9e" providerId="AD" clId="Web-{05C13EA6-F00E-4A22-B00F-6F8694EDBE6B}" dt="2023-10-04T03:55:39.241" v="7" actId="20577"/>
        <pc:sldMkLst>
          <pc:docMk/>
          <pc:sldMk cId="2020227136" sldId="1605"/>
        </pc:sldMkLst>
        <pc:graphicFrameChg chg="modGraphic">
          <ac:chgData name="Mr. Sumit Sharma" userId="S::sumitsharma.cse@niet.co.in::0287a0e3-d7f5-4815-a5d5-4670a436bb9e" providerId="AD" clId="Web-{05C13EA6-F00E-4A22-B00F-6F8694EDBE6B}" dt="2023-10-04T03:55:39.241" v="7" actId="20577"/>
          <ac:graphicFrameMkLst>
            <pc:docMk/>
            <pc:sldMk cId="2020227136" sldId="1605"/>
            <ac:graphicFrameMk id="28" creationId="{7911BCD3-FD89-BC16-4A6F-1F614AC172FE}"/>
          </ac:graphicFrameMkLst>
        </pc:graphicFrameChg>
      </pc:sldChg>
      <pc:sldChg chg="modSp add replId">
        <pc:chgData name="Mr. Sumit Sharma" userId="S::sumitsharma.cse@niet.co.in::0287a0e3-d7f5-4815-a5d5-4670a436bb9e" providerId="AD" clId="Web-{05C13EA6-F00E-4A22-B00F-6F8694EDBE6B}" dt="2023-10-04T04:00:18.906" v="61" actId="20577"/>
        <pc:sldMkLst>
          <pc:docMk/>
          <pc:sldMk cId="2751998733" sldId="1606"/>
        </pc:sldMkLst>
        <pc:spChg chg="mod">
          <ac:chgData name="Mr. Sumit Sharma" userId="S::sumitsharma.cse@niet.co.in::0287a0e3-d7f5-4815-a5d5-4670a436bb9e" providerId="AD" clId="Web-{05C13EA6-F00E-4A22-B00F-6F8694EDBE6B}" dt="2023-10-04T03:59:03.326" v="34" actId="20577"/>
          <ac:spMkLst>
            <pc:docMk/>
            <pc:sldMk cId="2751998733" sldId="1606"/>
            <ac:spMk id="7" creationId="{00000000-0000-0000-0000-000000000000}"/>
          </ac:spMkLst>
        </pc:spChg>
        <pc:spChg chg="mod">
          <ac:chgData name="Mr. Sumit Sharma" userId="S::sumitsharma.cse@niet.co.in::0287a0e3-d7f5-4815-a5d5-4670a436bb9e" providerId="AD" clId="Web-{05C13EA6-F00E-4A22-B00F-6F8694EDBE6B}" dt="2023-10-04T04:00:18.906" v="61" actId="20577"/>
          <ac:spMkLst>
            <pc:docMk/>
            <pc:sldMk cId="2751998733" sldId="1606"/>
            <ac:spMk id="182" creationId="{FDC1A734-1528-FC7A-7C7C-B49C8922968A}"/>
          </ac:spMkLst>
        </pc:spChg>
      </pc:sldChg>
    </pc:docChg>
  </pc:docChgLst>
  <pc:docChgLst>
    <pc:chgData name="Mr. Sumit Sharma" userId="S::sumitsharma.cse@niet.co.in::0287a0e3-d7f5-4815-a5d5-4670a436bb9e" providerId="AD" clId="Web-{5BAAF0DA-74C9-4AD1-84AD-D9BE74280E54}"/>
    <pc:docChg chg="modSld">
      <pc:chgData name="Mr. Sumit Sharma" userId="S::sumitsharma.cse@niet.co.in::0287a0e3-d7f5-4815-a5d5-4670a436bb9e" providerId="AD" clId="Web-{5BAAF0DA-74C9-4AD1-84AD-D9BE74280E54}" dt="2023-10-16T06:03:55.177" v="58" actId="20577"/>
      <pc:docMkLst>
        <pc:docMk/>
      </pc:docMkLst>
      <pc:sldChg chg="modSp">
        <pc:chgData name="Mr. Sumit Sharma" userId="S::sumitsharma.cse@niet.co.in::0287a0e3-d7f5-4815-a5d5-4670a436bb9e" providerId="AD" clId="Web-{5BAAF0DA-74C9-4AD1-84AD-D9BE74280E54}" dt="2023-10-16T05:42:11.830" v="42" actId="20577"/>
        <pc:sldMkLst>
          <pc:docMk/>
          <pc:sldMk cId="195056096" sldId="1614"/>
        </pc:sldMkLst>
        <pc:spChg chg="mod">
          <ac:chgData name="Mr. Sumit Sharma" userId="S::sumitsharma.cse@niet.co.in::0287a0e3-d7f5-4815-a5d5-4670a436bb9e" providerId="AD" clId="Web-{5BAAF0DA-74C9-4AD1-84AD-D9BE74280E54}" dt="2023-10-16T05:42:11.830" v="42" actId="20577"/>
          <ac:spMkLst>
            <pc:docMk/>
            <pc:sldMk cId="195056096" sldId="1614"/>
            <ac:spMk id="182" creationId="{FDC1A734-1528-FC7A-7C7C-B49C8922968A}"/>
          </ac:spMkLst>
        </pc:spChg>
      </pc:sldChg>
      <pc:sldChg chg="modSp">
        <pc:chgData name="Mr. Sumit Sharma" userId="S::sumitsharma.cse@niet.co.in::0287a0e3-d7f5-4815-a5d5-4670a436bb9e" providerId="AD" clId="Web-{5BAAF0DA-74C9-4AD1-84AD-D9BE74280E54}" dt="2023-10-16T06:03:55.177" v="58" actId="20577"/>
        <pc:sldMkLst>
          <pc:docMk/>
          <pc:sldMk cId="3259819603" sldId="1622"/>
        </pc:sldMkLst>
        <pc:spChg chg="mod">
          <ac:chgData name="Mr. Sumit Sharma" userId="S::sumitsharma.cse@niet.co.in::0287a0e3-d7f5-4815-a5d5-4670a436bb9e" providerId="AD" clId="Web-{5BAAF0DA-74C9-4AD1-84AD-D9BE74280E54}" dt="2023-10-16T06:03:55.177" v="58" actId="20577"/>
          <ac:spMkLst>
            <pc:docMk/>
            <pc:sldMk cId="3259819603" sldId="1622"/>
            <ac:spMk id="182" creationId="{FDC1A734-1528-FC7A-7C7C-B49C8922968A}"/>
          </ac:spMkLst>
        </pc:spChg>
      </pc:sldChg>
    </pc:docChg>
  </pc:docChgLst>
  <pc:docChgLst>
    <pc:chgData name="Mr. Sumit Sharma" userId="S::sumitsharma.cse@niet.co.in::0287a0e3-d7f5-4815-a5d5-4670a436bb9e" providerId="AD" clId="Web-{B4AB676F-2D03-2C58-0FDC-1D5749CA1545}"/>
    <pc:docChg chg="addSld delSld modSld">
      <pc:chgData name="Mr. Sumit Sharma" userId="S::sumitsharma.cse@niet.co.in::0287a0e3-d7f5-4815-a5d5-4670a436bb9e" providerId="AD" clId="Web-{B4AB676F-2D03-2C58-0FDC-1D5749CA1545}" dt="2023-08-29T06:33:27.486" v="336" actId="20577"/>
      <pc:docMkLst>
        <pc:docMk/>
      </pc:docMkLst>
      <pc:sldChg chg="addSp delSp modSp add replId">
        <pc:chgData name="Mr. Sumit Sharma" userId="S::sumitsharma.cse@niet.co.in::0287a0e3-d7f5-4815-a5d5-4670a436bb9e" providerId="AD" clId="Web-{B4AB676F-2D03-2C58-0FDC-1D5749CA1545}" dt="2023-08-29T06:07:59.578" v="16" actId="14100"/>
        <pc:sldMkLst>
          <pc:docMk/>
          <pc:sldMk cId="1985676765" sldId="1583"/>
        </pc:sldMkLst>
        <pc:spChg chg="del mod">
          <ac:chgData name="Mr. Sumit Sharma" userId="S::sumitsharma.cse@niet.co.in::0287a0e3-d7f5-4815-a5d5-4670a436bb9e" providerId="AD" clId="Web-{B4AB676F-2D03-2C58-0FDC-1D5749CA1545}" dt="2023-08-29T06:06:44.545" v="3"/>
          <ac:spMkLst>
            <pc:docMk/>
            <pc:sldMk cId="1985676765" sldId="1583"/>
            <ac:spMk id="3" creationId="{F8CC24E1-E4CB-4555-AAFE-79673E88E287}"/>
          </ac:spMkLst>
        </pc:spChg>
        <pc:spChg chg="add del mod">
          <ac:chgData name="Mr. Sumit Sharma" userId="S::sumitsharma.cse@niet.co.in::0287a0e3-d7f5-4815-a5d5-4670a436bb9e" providerId="AD" clId="Web-{B4AB676F-2D03-2C58-0FDC-1D5749CA1545}" dt="2023-08-29T06:06:48.014" v="4"/>
          <ac:spMkLst>
            <pc:docMk/>
            <pc:sldMk cId="1985676765" sldId="1583"/>
            <ac:spMk id="4" creationId="{4EC34E13-6DFC-518F-F579-5FBF71C7FD1E}"/>
          </ac:spMkLst>
        </pc:spChg>
        <pc:spChg chg="mod">
          <ac:chgData name="Mr. Sumit Sharma" userId="S::sumitsharma.cse@niet.co.in::0287a0e3-d7f5-4815-a5d5-4670a436bb9e" providerId="AD" clId="Web-{B4AB676F-2D03-2C58-0FDC-1D5749CA1545}" dt="2023-08-29T06:07:53.468" v="13"/>
          <ac:spMkLst>
            <pc:docMk/>
            <pc:sldMk cId="1985676765" sldId="1583"/>
            <ac:spMk id="6" creationId="{00000000-0000-0000-0000-000000000000}"/>
          </ac:spMkLst>
        </pc:spChg>
        <pc:spChg chg="del">
          <ac:chgData name="Mr. Sumit Sharma" userId="S::sumitsharma.cse@niet.co.in::0287a0e3-d7f5-4815-a5d5-4670a436bb9e" providerId="AD" clId="Web-{B4AB676F-2D03-2C58-0FDC-1D5749CA1545}" dt="2023-08-29T06:06:42.482" v="1"/>
          <ac:spMkLst>
            <pc:docMk/>
            <pc:sldMk cId="1985676765" sldId="1583"/>
            <ac:spMk id="7" creationId="{00000000-0000-0000-0000-000000000000}"/>
          </ac:spMkLst>
        </pc:spChg>
        <pc:spChg chg="add del">
          <ac:chgData name="Mr. Sumit Sharma" userId="S::sumitsharma.cse@niet.co.in::0287a0e3-d7f5-4815-a5d5-4670a436bb9e" providerId="AD" clId="Web-{B4AB676F-2D03-2C58-0FDC-1D5749CA1545}" dt="2023-08-29T06:07:31.983" v="9"/>
          <ac:spMkLst>
            <pc:docMk/>
            <pc:sldMk cId="1985676765" sldId="1583"/>
            <ac:spMk id="54" creationId="{907EF6B7-1338-4443-8C46-6A318D952DFD}"/>
          </ac:spMkLst>
        </pc:spChg>
        <pc:spChg chg="add del">
          <ac:chgData name="Mr. Sumit Sharma" userId="S::sumitsharma.cse@niet.co.in::0287a0e3-d7f5-4815-a5d5-4670a436bb9e" providerId="AD" clId="Web-{B4AB676F-2D03-2C58-0FDC-1D5749CA1545}" dt="2023-08-29T06:07:31.983" v="9"/>
          <ac:spMkLst>
            <pc:docMk/>
            <pc:sldMk cId="1985676765" sldId="1583"/>
            <ac:spMk id="56" creationId="{DAAE4CDD-124C-4DCF-9584-B6033B545DD5}"/>
          </ac:spMkLst>
        </pc:spChg>
        <pc:spChg chg="add del">
          <ac:chgData name="Mr. Sumit Sharma" userId="S::sumitsharma.cse@niet.co.in::0287a0e3-d7f5-4815-a5d5-4670a436bb9e" providerId="AD" clId="Web-{B4AB676F-2D03-2C58-0FDC-1D5749CA1545}" dt="2023-08-29T06:07:31.983" v="9"/>
          <ac:spMkLst>
            <pc:docMk/>
            <pc:sldMk cId="1985676765" sldId="1583"/>
            <ac:spMk id="58" creationId="{081E4A58-353D-44AE-B2FC-2A74E2E400F7}"/>
          </ac:spMkLst>
        </pc:spChg>
        <pc:spChg chg="add del">
          <ac:chgData name="Mr. Sumit Sharma" userId="S::sumitsharma.cse@niet.co.in::0287a0e3-d7f5-4815-a5d5-4670a436bb9e" providerId="AD" clId="Web-{B4AB676F-2D03-2C58-0FDC-1D5749CA1545}" dt="2023-08-29T06:07:53.468" v="14"/>
          <ac:spMkLst>
            <pc:docMk/>
            <pc:sldMk cId="1985676765" sldId="1583"/>
            <ac:spMk id="63" creationId="{AB8C311F-7253-4AED-9701-7FC0708C41C7}"/>
          </ac:spMkLst>
        </pc:spChg>
        <pc:spChg chg="add del">
          <ac:chgData name="Mr. Sumit Sharma" userId="S::sumitsharma.cse@niet.co.in::0287a0e3-d7f5-4815-a5d5-4670a436bb9e" providerId="AD" clId="Web-{B4AB676F-2D03-2C58-0FDC-1D5749CA1545}" dt="2023-08-29T06:07:53.468" v="14"/>
          <ac:spMkLst>
            <pc:docMk/>
            <pc:sldMk cId="1985676765" sldId="1583"/>
            <ac:spMk id="65" creationId="{E2384209-CB15-4CDF-9D31-C44FD9A3F20D}"/>
          </ac:spMkLst>
        </pc:spChg>
        <pc:spChg chg="add del">
          <ac:chgData name="Mr. Sumit Sharma" userId="S::sumitsharma.cse@niet.co.in::0287a0e3-d7f5-4815-a5d5-4670a436bb9e" providerId="AD" clId="Web-{B4AB676F-2D03-2C58-0FDC-1D5749CA1545}" dt="2023-08-29T06:07:53.468" v="14"/>
          <ac:spMkLst>
            <pc:docMk/>
            <pc:sldMk cId="1985676765" sldId="1583"/>
            <ac:spMk id="67" creationId="{2633B3B5-CC90-43F0-8714-D31D1F3F0209}"/>
          </ac:spMkLst>
        </pc:spChg>
        <pc:spChg chg="add del">
          <ac:chgData name="Mr. Sumit Sharma" userId="S::sumitsharma.cse@niet.co.in::0287a0e3-d7f5-4815-a5d5-4670a436bb9e" providerId="AD" clId="Web-{B4AB676F-2D03-2C58-0FDC-1D5749CA1545}" dt="2023-08-29T06:07:53.468" v="14"/>
          <ac:spMkLst>
            <pc:docMk/>
            <pc:sldMk cId="1985676765" sldId="1583"/>
            <ac:spMk id="69" creationId="{A8D57A06-A426-446D-B02C-A2DC6B62E45E}"/>
          </ac:spMkLst>
        </pc:spChg>
        <pc:spChg chg="add del">
          <ac:chgData name="Mr. Sumit Sharma" userId="S::sumitsharma.cse@niet.co.in::0287a0e3-d7f5-4815-a5d5-4670a436bb9e" providerId="AD" clId="Web-{B4AB676F-2D03-2C58-0FDC-1D5749CA1545}" dt="2023-08-29T06:07:53.468" v="13"/>
          <ac:spMkLst>
            <pc:docMk/>
            <pc:sldMk cId="1985676765" sldId="1583"/>
            <ac:spMk id="74" creationId="{42A4FC2C-047E-45A5-965D-8E1E3BF09BC6}"/>
          </ac:spMkLst>
        </pc:spChg>
        <pc:spChg chg="add">
          <ac:chgData name="Mr. Sumit Sharma" userId="S::sumitsharma.cse@niet.co.in::0287a0e3-d7f5-4815-a5d5-4670a436bb9e" providerId="AD" clId="Web-{B4AB676F-2D03-2C58-0FDC-1D5749CA1545}" dt="2023-08-29T06:07:53.468" v="14"/>
          <ac:spMkLst>
            <pc:docMk/>
            <pc:sldMk cId="1985676765" sldId="1583"/>
            <ac:spMk id="76" creationId="{E2384209-CB15-4CDF-9D31-C44FD9A3F20D}"/>
          </ac:spMkLst>
        </pc:spChg>
        <pc:spChg chg="add">
          <ac:chgData name="Mr. Sumit Sharma" userId="S::sumitsharma.cse@niet.co.in::0287a0e3-d7f5-4815-a5d5-4670a436bb9e" providerId="AD" clId="Web-{B4AB676F-2D03-2C58-0FDC-1D5749CA1545}" dt="2023-08-29T06:07:53.468" v="14"/>
          <ac:spMkLst>
            <pc:docMk/>
            <pc:sldMk cId="1985676765" sldId="1583"/>
            <ac:spMk id="77" creationId="{AB8C311F-7253-4AED-9701-7FC0708C41C7}"/>
          </ac:spMkLst>
        </pc:spChg>
        <pc:spChg chg="add">
          <ac:chgData name="Mr. Sumit Sharma" userId="S::sumitsharma.cse@niet.co.in::0287a0e3-d7f5-4815-a5d5-4670a436bb9e" providerId="AD" clId="Web-{B4AB676F-2D03-2C58-0FDC-1D5749CA1545}" dt="2023-08-29T06:07:53.468" v="14"/>
          <ac:spMkLst>
            <pc:docMk/>
            <pc:sldMk cId="1985676765" sldId="1583"/>
            <ac:spMk id="78" creationId="{2633B3B5-CC90-43F0-8714-D31D1F3F0209}"/>
          </ac:spMkLst>
        </pc:spChg>
        <pc:spChg chg="add">
          <ac:chgData name="Mr. Sumit Sharma" userId="S::sumitsharma.cse@niet.co.in::0287a0e3-d7f5-4815-a5d5-4670a436bb9e" providerId="AD" clId="Web-{B4AB676F-2D03-2C58-0FDC-1D5749CA1545}" dt="2023-08-29T06:07:53.468" v="14"/>
          <ac:spMkLst>
            <pc:docMk/>
            <pc:sldMk cId="1985676765" sldId="1583"/>
            <ac:spMk id="80" creationId="{A8D57A06-A426-446D-B02C-A2DC6B62E45E}"/>
          </ac:spMkLst>
        </pc:spChg>
        <pc:picChg chg="add mod ord">
          <ac:chgData name="Mr. Sumit Sharma" userId="S::sumitsharma.cse@niet.co.in::0287a0e3-d7f5-4815-a5d5-4670a436bb9e" providerId="AD" clId="Web-{B4AB676F-2D03-2C58-0FDC-1D5749CA1545}" dt="2023-08-29T06:07:59.578" v="16" actId="14100"/>
          <ac:picMkLst>
            <pc:docMk/>
            <pc:sldMk cId="1985676765" sldId="1583"/>
            <ac:picMk id="5" creationId="{2AAE6229-A22A-40BE-3FEF-391D82DC4A90}"/>
          </ac:picMkLst>
        </pc:picChg>
      </pc:sldChg>
      <pc:sldChg chg="addSp delSp modSp add del replId">
        <pc:chgData name="Mr. Sumit Sharma" userId="S::sumitsharma.cse@niet.co.in::0287a0e3-d7f5-4815-a5d5-4670a436bb9e" providerId="AD" clId="Web-{B4AB676F-2D03-2C58-0FDC-1D5749CA1545}" dt="2023-08-29T06:10:59.691" v="25"/>
        <pc:sldMkLst>
          <pc:docMk/>
          <pc:sldMk cId="567769167" sldId="1584"/>
        </pc:sldMkLst>
        <pc:spChg chg="del">
          <ac:chgData name="Mr. Sumit Sharma" userId="S::sumitsharma.cse@niet.co.in::0287a0e3-d7f5-4815-a5d5-4670a436bb9e" providerId="AD" clId="Web-{B4AB676F-2D03-2C58-0FDC-1D5749CA1545}" dt="2023-08-29T06:08:37.969" v="22"/>
          <ac:spMkLst>
            <pc:docMk/>
            <pc:sldMk cId="567769167" sldId="1584"/>
            <ac:spMk id="3" creationId="{F8CC24E1-E4CB-4555-AAFE-79673E88E287}"/>
          </ac:spMkLst>
        </pc:spChg>
        <pc:spChg chg="add del mod">
          <ac:chgData name="Mr. Sumit Sharma" userId="S::sumitsharma.cse@niet.co.in::0287a0e3-d7f5-4815-a5d5-4670a436bb9e" providerId="AD" clId="Web-{B4AB676F-2D03-2C58-0FDC-1D5749CA1545}" dt="2023-08-29T06:08:43.376" v="23"/>
          <ac:spMkLst>
            <pc:docMk/>
            <pc:sldMk cId="567769167" sldId="1584"/>
            <ac:spMk id="4" creationId="{69AA62FF-F446-4672-F957-400D6833FDE6}"/>
          </ac:spMkLst>
        </pc:spChg>
        <pc:spChg chg="del">
          <ac:chgData name="Mr. Sumit Sharma" userId="S::sumitsharma.cse@niet.co.in::0287a0e3-d7f5-4815-a5d5-4670a436bb9e" providerId="AD" clId="Web-{B4AB676F-2D03-2C58-0FDC-1D5749CA1545}" dt="2023-08-29T06:08:35.782" v="21"/>
          <ac:spMkLst>
            <pc:docMk/>
            <pc:sldMk cId="567769167" sldId="1584"/>
            <ac:spMk id="7" creationId="{00000000-0000-0000-0000-000000000000}"/>
          </ac:spMkLst>
        </pc:spChg>
        <pc:picChg chg="mod">
          <ac:chgData name="Mr. Sumit Sharma" userId="S::sumitsharma.cse@niet.co.in::0287a0e3-d7f5-4815-a5d5-4670a436bb9e" providerId="AD" clId="Web-{B4AB676F-2D03-2C58-0FDC-1D5749CA1545}" dt="2023-08-29T06:08:48.266" v="24" actId="1076"/>
          <ac:picMkLst>
            <pc:docMk/>
            <pc:sldMk cId="567769167" sldId="1584"/>
            <ac:picMk id="9" creationId="{C927257E-084A-415B-BF9B-22EABE25ABE7}"/>
          </ac:picMkLst>
        </pc:picChg>
      </pc:sldChg>
      <pc:sldChg chg="delSp add del replId">
        <pc:chgData name="Mr. Sumit Sharma" userId="S::sumitsharma.cse@niet.co.in::0287a0e3-d7f5-4815-a5d5-4670a436bb9e" providerId="AD" clId="Web-{B4AB676F-2D03-2C58-0FDC-1D5749CA1545}" dt="2023-08-29T06:08:26.328" v="19"/>
        <pc:sldMkLst>
          <pc:docMk/>
          <pc:sldMk cId="583062153" sldId="1584"/>
        </pc:sldMkLst>
        <pc:picChg chg="del">
          <ac:chgData name="Mr. Sumit Sharma" userId="S::sumitsharma.cse@niet.co.in::0287a0e3-d7f5-4815-a5d5-4670a436bb9e" providerId="AD" clId="Web-{B4AB676F-2D03-2C58-0FDC-1D5749CA1545}" dt="2023-08-29T06:08:21.735" v="18"/>
          <ac:picMkLst>
            <pc:docMk/>
            <pc:sldMk cId="583062153" sldId="1584"/>
            <ac:picMk id="5" creationId="{2AAE6229-A22A-40BE-3FEF-391D82DC4A90}"/>
          </ac:picMkLst>
        </pc:picChg>
      </pc:sldChg>
      <pc:sldChg chg="addSp modSp add mod replId setBg">
        <pc:chgData name="Mr. Sumit Sharma" userId="S::sumitsharma.cse@niet.co.in::0287a0e3-d7f5-4815-a5d5-4670a436bb9e" providerId="AD" clId="Web-{B4AB676F-2D03-2C58-0FDC-1D5749CA1545}" dt="2023-08-29T06:18:30.685" v="104" actId="14100"/>
        <pc:sldMkLst>
          <pc:docMk/>
          <pc:sldMk cId="3311729789" sldId="1584"/>
        </pc:sldMkLst>
        <pc:spChg chg="mod">
          <ac:chgData name="Mr. Sumit Sharma" userId="S::sumitsharma.cse@niet.co.in::0287a0e3-d7f5-4815-a5d5-4670a436bb9e" providerId="AD" clId="Web-{B4AB676F-2D03-2C58-0FDC-1D5749CA1545}" dt="2023-08-29T06:18:30.685" v="104" actId="14100"/>
          <ac:spMkLst>
            <pc:docMk/>
            <pc:sldMk cId="3311729789" sldId="1584"/>
            <ac:spMk id="3" creationId="{F8CC24E1-E4CB-4555-AAFE-79673E88E287}"/>
          </ac:spMkLst>
        </pc:spChg>
        <pc:spChg chg="mod ord">
          <ac:chgData name="Mr. Sumit Sharma" userId="S::sumitsharma.cse@niet.co.in::0287a0e3-d7f5-4815-a5d5-4670a436bb9e" providerId="AD" clId="Web-{B4AB676F-2D03-2C58-0FDC-1D5749CA1545}" dt="2023-08-29T06:17:43.387" v="99"/>
          <ac:spMkLst>
            <pc:docMk/>
            <pc:sldMk cId="3311729789" sldId="1584"/>
            <ac:spMk id="6" creationId="{00000000-0000-0000-0000-000000000000}"/>
          </ac:spMkLst>
        </pc:spChg>
        <pc:spChg chg="mod">
          <ac:chgData name="Mr. Sumit Sharma" userId="S::sumitsharma.cse@niet.co.in::0287a0e3-d7f5-4815-a5d5-4670a436bb9e" providerId="AD" clId="Web-{B4AB676F-2D03-2C58-0FDC-1D5749CA1545}" dt="2023-08-29T06:17:43.387" v="99"/>
          <ac:spMkLst>
            <pc:docMk/>
            <pc:sldMk cId="3311729789" sldId="1584"/>
            <ac:spMk id="7" creationId="{00000000-0000-0000-0000-000000000000}"/>
          </ac:spMkLst>
        </pc:spChg>
        <pc:spChg chg="add">
          <ac:chgData name="Mr. Sumit Sharma" userId="S::sumitsharma.cse@niet.co.in::0287a0e3-d7f5-4815-a5d5-4670a436bb9e" providerId="AD" clId="Web-{B4AB676F-2D03-2C58-0FDC-1D5749CA1545}" dt="2023-08-29T06:17:43.387" v="99"/>
          <ac:spMkLst>
            <pc:docMk/>
            <pc:sldMk cId="3311729789" sldId="1584"/>
            <ac:spMk id="16" creationId="{AFA67CD3-AB4E-4A7A-BEB8-53C445D8C44E}"/>
          </ac:spMkLst>
        </pc:spChg>
        <pc:spChg chg="add">
          <ac:chgData name="Mr. Sumit Sharma" userId="S::sumitsharma.cse@niet.co.in::0287a0e3-d7f5-4815-a5d5-4670a436bb9e" providerId="AD" clId="Web-{B4AB676F-2D03-2C58-0FDC-1D5749CA1545}" dt="2023-08-29T06:17:43.387" v="99"/>
          <ac:spMkLst>
            <pc:docMk/>
            <pc:sldMk cId="3311729789" sldId="1584"/>
            <ac:spMk id="20" creationId="{339C8D78-A644-462F-B674-F440635E5353}"/>
          </ac:spMkLst>
        </pc:spChg>
        <pc:picChg chg="ord">
          <ac:chgData name="Mr. Sumit Sharma" userId="S::sumitsharma.cse@niet.co.in::0287a0e3-d7f5-4815-a5d5-4670a436bb9e" providerId="AD" clId="Web-{B4AB676F-2D03-2C58-0FDC-1D5749CA1545}" dt="2023-08-29T06:17:43.387" v="99"/>
          <ac:picMkLst>
            <pc:docMk/>
            <pc:sldMk cId="3311729789" sldId="1584"/>
            <ac:picMk id="9" creationId="{C927257E-084A-415B-BF9B-22EABE25ABE7}"/>
          </ac:picMkLst>
        </pc:picChg>
        <pc:picChg chg="add">
          <ac:chgData name="Mr. Sumit Sharma" userId="S::sumitsharma.cse@niet.co.in::0287a0e3-d7f5-4815-a5d5-4670a436bb9e" providerId="AD" clId="Web-{B4AB676F-2D03-2C58-0FDC-1D5749CA1545}" dt="2023-08-29T06:17:43.387" v="99"/>
          <ac:picMkLst>
            <pc:docMk/>
            <pc:sldMk cId="3311729789" sldId="1584"/>
            <ac:picMk id="13" creationId="{B4A6B947-9921-48E1-F1A5-4553D097EB3F}"/>
          </ac:picMkLst>
        </pc:picChg>
        <pc:picChg chg="add">
          <ac:chgData name="Mr. Sumit Sharma" userId="S::sumitsharma.cse@niet.co.in::0287a0e3-d7f5-4815-a5d5-4670a436bb9e" providerId="AD" clId="Web-{B4AB676F-2D03-2C58-0FDC-1D5749CA1545}" dt="2023-08-29T06:17:43.387" v="99"/>
          <ac:picMkLst>
            <pc:docMk/>
            <pc:sldMk cId="3311729789" sldId="1584"/>
            <ac:picMk id="18" creationId="{07CF545F-9C2E-4446-97CD-AD92990C2B68}"/>
          </ac:picMkLst>
        </pc:picChg>
      </pc:sldChg>
      <pc:sldChg chg="addSp delSp modSp add replId">
        <pc:chgData name="Mr. Sumit Sharma" userId="S::sumitsharma.cse@niet.co.in::0287a0e3-d7f5-4815-a5d5-4670a436bb9e" providerId="AD" clId="Web-{B4AB676F-2D03-2C58-0FDC-1D5749CA1545}" dt="2023-08-29T06:22:55.175" v="158"/>
        <pc:sldMkLst>
          <pc:docMk/>
          <pc:sldMk cId="1501446876" sldId="1585"/>
        </pc:sldMkLst>
        <pc:spChg chg="mod ord">
          <ac:chgData name="Mr. Sumit Sharma" userId="S::sumitsharma.cse@niet.co.in::0287a0e3-d7f5-4815-a5d5-4670a436bb9e" providerId="AD" clId="Web-{B4AB676F-2D03-2C58-0FDC-1D5749CA1545}" dt="2023-08-29T06:22:55.175" v="158"/>
          <ac:spMkLst>
            <pc:docMk/>
            <pc:sldMk cId="1501446876" sldId="1585"/>
            <ac:spMk id="3" creationId="{F8CC24E1-E4CB-4555-AAFE-79673E88E287}"/>
          </ac:spMkLst>
        </pc:spChg>
        <pc:spChg chg="mod">
          <ac:chgData name="Mr. Sumit Sharma" userId="S::sumitsharma.cse@niet.co.in::0287a0e3-d7f5-4815-a5d5-4670a436bb9e" providerId="AD" clId="Web-{B4AB676F-2D03-2C58-0FDC-1D5749CA1545}" dt="2023-08-29T06:22:55.175" v="158"/>
          <ac:spMkLst>
            <pc:docMk/>
            <pc:sldMk cId="1501446876" sldId="1585"/>
            <ac:spMk id="6" creationId="{00000000-0000-0000-0000-000000000000}"/>
          </ac:spMkLst>
        </pc:spChg>
        <pc:spChg chg="del">
          <ac:chgData name="Mr. Sumit Sharma" userId="S::sumitsharma.cse@niet.co.in::0287a0e3-d7f5-4815-a5d5-4670a436bb9e" providerId="AD" clId="Web-{B4AB676F-2D03-2C58-0FDC-1D5749CA1545}" dt="2023-08-29T06:18:55.233" v="106"/>
          <ac:spMkLst>
            <pc:docMk/>
            <pc:sldMk cId="1501446876" sldId="1585"/>
            <ac:spMk id="7" creationId="{00000000-0000-0000-0000-000000000000}"/>
          </ac:spMkLst>
        </pc:spChg>
        <pc:spChg chg="add del">
          <ac:chgData name="Mr. Sumit Sharma" userId="S::sumitsharma.cse@niet.co.in::0287a0e3-d7f5-4815-a5d5-4670a436bb9e" providerId="AD" clId="Web-{B4AB676F-2D03-2C58-0FDC-1D5749CA1545}" dt="2023-08-29T06:19:50.859" v="115"/>
          <ac:spMkLst>
            <pc:docMk/>
            <pc:sldMk cId="1501446876" sldId="1585"/>
            <ac:spMk id="16" creationId="{AFA67CD3-AB4E-4A7A-BEB8-53C445D8C44E}"/>
          </ac:spMkLst>
        </pc:spChg>
        <pc:spChg chg="add del">
          <ac:chgData name="Mr. Sumit Sharma" userId="S::sumitsharma.cse@niet.co.in::0287a0e3-d7f5-4815-a5d5-4670a436bb9e" providerId="AD" clId="Web-{B4AB676F-2D03-2C58-0FDC-1D5749CA1545}" dt="2023-08-29T06:19:50.859" v="115"/>
          <ac:spMkLst>
            <pc:docMk/>
            <pc:sldMk cId="1501446876" sldId="1585"/>
            <ac:spMk id="20" creationId="{339C8D78-A644-462F-B674-F440635E5353}"/>
          </ac:spMkLst>
        </pc:spChg>
        <pc:spChg chg="add del">
          <ac:chgData name="Mr. Sumit Sharma" userId="S::sumitsharma.cse@niet.co.in::0287a0e3-d7f5-4815-a5d5-4670a436bb9e" providerId="AD" clId="Web-{B4AB676F-2D03-2C58-0FDC-1D5749CA1545}" dt="2023-08-29T06:19:50.843" v="114"/>
          <ac:spMkLst>
            <pc:docMk/>
            <pc:sldMk cId="1501446876" sldId="1585"/>
            <ac:spMk id="25" creationId="{7B831B6F-405A-4B47-B9BB-5CA88F285844}"/>
          </ac:spMkLst>
        </pc:spChg>
        <pc:spChg chg="add del">
          <ac:chgData name="Mr. Sumit Sharma" userId="S::sumitsharma.cse@niet.co.in::0287a0e3-d7f5-4815-a5d5-4670a436bb9e" providerId="AD" clId="Web-{B4AB676F-2D03-2C58-0FDC-1D5749CA1545}" dt="2023-08-29T06:19:50.843" v="114"/>
          <ac:spMkLst>
            <pc:docMk/>
            <pc:sldMk cId="1501446876" sldId="1585"/>
            <ac:spMk id="27" creationId="{15109354-9C5D-4F8C-B0E6-D1043C7BF20A}"/>
          </ac:spMkLst>
        </pc:spChg>
        <pc:spChg chg="add del">
          <ac:chgData name="Mr. Sumit Sharma" userId="S::sumitsharma.cse@niet.co.in::0287a0e3-d7f5-4815-a5d5-4670a436bb9e" providerId="AD" clId="Web-{B4AB676F-2D03-2C58-0FDC-1D5749CA1545}" dt="2023-08-29T06:19:50.843" v="114"/>
          <ac:spMkLst>
            <pc:docMk/>
            <pc:sldMk cId="1501446876" sldId="1585"/>
            <ac:spMk id="29" creationId="{49B530FE-A87D-41A0-A920-ADC6539EAA44}"/>
          </ac:spMkLst>
        </pc:spChg>
        <pc:spChg chg="add del">
          <ac:chgData name="Mr. Sumit Sharma" userId="S::sumitsharma.cse@niet.co.in::0287a0e3-d7f5-4815-a5d5-4670a436bb9e" providerId="AD" clId="Web-{B4AB676F-2D03-2C58-0FDC-1D5749CA1545}" dt="2023-08-29T06:20:15.516" v="120"/>
          <ac:spMkLst>
            <pc:docMk/>
            <pc:sldMk cId="1501446876" sldId="1585"/>
            <ac:spMk id="31" creationId="{2813A4FA-24A5-41ED-A534-3807D1B2F344}"/>
          </ac:spMkLst>
        </pc:spChg>
        <pc:spChg chg="add del">
          <ac:chgData name="Mr. Sumit Sharma" userId="S::sumitsharma.cse@niet.co.in::0287a0e3-d7f5-4815-a5d5-4670a436bb9e" providerId="AD" clId="Web-{B4AB676F-2D03-2C58-0FDC-1D5749CA1545}" dt="2023-08-29T06:20:15.516" v="120"/>
          <ac:spMkLst>
            <pc:docMk/>
            <pc:sldMk cId="1501446876" sldId="1585"/>
            <ac:spMk id="32" creationId="{12609869-9E80-471B-A487-A53288E0E791}"/>
          </ac:spMkLst>
        </pc:spChg>
        <pc:spChg chg="add del">
          <ac:chgData name="Mr. Sumit Sharma" userId="S::sumitsharma.cse@niet.co.in::0287a0e3-d7f5-4815-a5d5-4670a436bb9e" providerId="AD" clId="Web-{B4AB676F-2D03-2C58-0FDC-1D5749CA1545}" dt="2023-08-29T06:20:15.516" v="120"/>
          <ac:spMkLst>
            <pc:docMk/>
            <pc:sldMk cId="1501446876" sldId="1585"/>
            <ac:spMk id="33" creationId="{C3944F27-CA70-4E84-A51A-E6BF89558979}"/>
          </ac:spMkLst>
        </pc:spChg>
        <pc:spChg chg="add del">
          <ac:chgData name="Mr. Sumit Sharma" userId="S::sumitsharma.cse@niet.co.in::0287a0e3-d7f5-4815-a5d5-4670a436bb9e" providerId="AD" clId="Web-{B4AB676F-2D03-2C58-0FDC-1D5749CA1545}" dt="2023-08-29T06:20:15.516" v="120"/>
          <ac:spMkLst>
            <pc:docMk/>
            <pc:sldMk cId="1501446876" sldId="1585"/>
            <ac:spMk id="34" creationId="{7004738A-9D34-43E8-97D2-CA0EED4F8BE0}"/>
          </ac:spMkLst>
        </pc:spChg>
        <pc:spChg chg="add del">
          <ac:chgData name="Mr. Sumit Sharma" userId="S::sumitsharma.cse@niet.co.in::0287a0e3-d7f5-4815-a5d5-4670a436bb9e" providerId="AD" clId="Web-{B4AB676F-2D03-2C58-0FDC-1D5749CA1545}" dt="2023-08-29T06:20:15.516" v="120"/>
          <ac:spMkLst>
            <pc:docMk/>
            <pc:sldMk cId="1501446876" sldId="1585"/>
            <ac:spMk id="35" creationId="{B8B8D07F-F13E-443E-BA68-2D26672D76B9}"/>
          </ac:spMkLst>
        </pc:spChg>
        <pc:spChg chg="add del">
          <ac:chgData name="Mr. Sumit Sharma" userId="S::sumitsharma.cse@niet.co.in::0287a0e3-d7f5-4815-a5d5-4670a436bb9e" providerId="AD" clId="Web-{B4AB676F-2D03-2C58-0FDC-1D5749CA1545}" dt="2023-08-29T06:20:45.063" v="132"/>
          <ac:spMkLst>
            <pc:docMk/>
            <pc:sldMk cId="1501446876" sldId="1585"/>
            <ac:spMk id="40" creationId="{2EB492CD-616E-47F8-933B-5E2D952A0593}"/>
          </ac:spMkLst>
        </pc:spChg>
        <pc:spChg chg="add del">
          <ac:chgData name="Mr. Sumit Sharma" userId="S::sumitsharma.cse@niet.co.in::0287a0e3-d7f5-4815-a5d5-4670a436bb9e" providerId="AD" clId="Web-{B4AB676F-2D03-2C58-0FDC-1D5749CA1545}" dt="2023-08-29T06:20:45.063" v="132"/>
          <ac:spMkLst>
            <pc:docMk/>
            <pc:sldMk cId="1501446876" sldId="1585"/>
            <ac:spMk id="42" creationId="{59383CF9-23B5-4335-9B21-1791C4CF1C75}"/>
          </ac:spMkLst>
        </pc:spChg>
        <pc:spChg chg="add del">
          <ac:chgData name="Mr. Sumit Sharma" userId="S::sumitsharma.cse@niet.co.in::0287a0e3-d7f5-4815-a5d5-4670a436bb9e" providerId="AD" clId="Web-{B4AB676F-2D03-2C58-0FDC-1D5749CA1545}" dt="2023-08-29T06:20:45.063" v="132"/>
          <ac:spMkLst>
            <pc:docMk/>
            <pc:sldMk cId="1501446876" sldId="1585"/>
            <ac:spMk id="44" creationId="{0007FE00-9498-4706-B255-6437B0252C02}"/>
          </ac:spMkLst>
        </pc:spChg>
        <pc:spChg chg="add del">
          <ac:chgData name="Mr. Sumit Sharma" userId="S::sumitsharma.cse@niet.co.in::0287a0e3-d7f5-4815-a5d5-4670a436bb9e" providerId="AD" clId="Web-{B4AB676F-2D03-2C58-0FDC-1D5749CA1545}" dt="2023-08-29T06:22:55.175" v="158"/>
          <ac:spMkLst>
            <pc:docMk/>
            <pc:sldMk cId="1501446876" sldId="1585"/>
            <ac:spMk id="49" creationId="{12609869-9E80-471B-A487-A53288E0E791}"/>
          </ac:spMkLst>
        </pc:spChg>
        <pc:spChg chg="add del">
          <ac:chgData name="Mr. Sumit Sharma" userId="S::sumitsharma.cse@niet.co.in::0287a0e3-d7f5-4815-a5d5-4670a436bb9e" providerId="AD" clId="Web-{B4AB676F-2D03-2C58-0FDC-1D5749CA1545}" dt="2023-08-29T06:22:55.175" v="158"/>
          <ac:spMkLst>
            <pc:docMk/>
            <pc:sldMk cId="1501446876" sldId="1585"/>
            <ac:spMk id="51" creationId="{7004738A-9D34-43E8-97D2-CA0EED4F8BE0}"/>
          </ac:spMkLst>
        </pc:spChg>
        <pc:spChg chg="add del">
          <ac:chgData name="Mr. Sumit Sharma" userId="S::sumitsharma.cse@niet.co.in::0287a0e3-d7f5-4815-a5d5-4670a436bb9e" providerId="AD" clId="Web-{B4AB676F-2D03-2C58-0FDC-1D5749CA1545}" dt="2023-08-29T06:22:55.175" v="158"/>
          <ac:spMkLst>
            <pc:docMk/>
            <pc:sldMk cId="1501446876" sldId="1585"/>
            <ac:spMk id="53" creationId="{B8B8D07F-F13E-443E-BA68-2D26672D76B9}"/>
          </ac:spMkLst>
        </pc:spChg>
        <pc:spChg chg="add del">
          <ac:chgData name="Mr. Sumit Sharma" userId="S::sumitsharma.cse@niet.co.in::0287a0e3-d7f5-4815-a5d5-4670a436bb9e" providerId="AD" clId="Web-{B4AB676F-2D03-2C58-0FDC-1D5749CA1545}" dt="2023-08-29T06:22:55.175" v="158"/>
          <ac:spMkLst>
            <pc:docMk/>
            <pc:sldMk cId="1501446876" sldId="1585"/>
            <ac:spMk id="55" creationId="{2813A4FA-24A5-41ED-A534-3807D1B2F344}"/>
          </ac:spMkLst>
        </pc:spChg>
        <pc:spChg chg="add del">
          <ac:chgData name="Mr. Sumit Sharma" userId="S::sumitsharma.cse@niet.co.in::0287a0e3-d7f5-4815-a5d5-4670a436bb9e" providerId="AD" clId="Web-{B4AB676F-2D03-2C58-0FDC-1D5749CA1545}" dt="2023-08-29T06:22:55.175" v="158"/>
          <ac:spMkLst>
            <pc:docMk/>
            <pc:sldMk cId="1501446876" sldId="1585"/>
            <ac:spMk id="57" creationId="{C3944F27-CA70-4E84-A51A-E6BF89558979}"/>
          </ac:spMkLst>
        </pc:spChg>
        <pc:spChg chg="add del">
          <ac:chgData name="Mr. Sumit Sharma" userId="S::sumitsharma.cse@niet.co.in::0287a0e3-d7f5-4815-a5d5-4670a436bb9e" providerId="AD" clId="Web-{B4AB676F-2D03-2C58-0FDC-1D5749CA1545}" dt="2023-08-29T06:22:55.175" v="158"/>
          <ac:spMkLst>
            <pc:docMk/>
            <pc:sldMk cId="1501446876" sldId="1585"/>
            <ac:spMk id="62" creationId="{743AA782-23D1-4521-8CAD-47662984AA08}"/>
          </ac:spMkLst>
        </pc:spChg>
        <pc:spChg chg="add del">
          <ac:chgData name="Mr. Sumit Sharma" userId="S::sumitsharma.cse@niet.co.in::0287a0e3-d7f5-4815-a5d5-4670a436bb9e" providerId="AD" clId="Web-{B4AB676F-2D03-2C58-0FDC-1D5749CA1545}" dt="2023-08-29T06:22:55.175" v="158"/>
          <ac:spMkLst>
            <pc:docMk/>
            <pc:sldMk cId="1501446876" sldId="1585"/>
            <ac:spMk id="64" creationId="{71877DBC-BB60-40F0-AC93-2ACDBAAE60CE}"/>
          </ac:spMkLst>
        </pc:spChg>
        <pc:picChg chg="add mod ord">
          <ac:chgData name="Mr. Sumit Sharma" userId="S::sumitsharma.cse@niet.co.in::0287a0e3-d7f5-4815-a5d5-4670a436bb9e" providerId="AD" clId="Web-{B4AB676F-2D03-2C58-0FDC-1D5749CA1545}" dt="2023-08-29T06:22:55.175" v="158"/>
          <ac:picMkLst>
            <pc:docMk/>
            <pc:sldMk cId="1501446876" sldId="1585"/>
            <ac:picMk id="2" creationId="{249DD00E-0EDD-909A-2C70-09B765B5AC61}"/>
          </ac:picMkLst>
        </pc:picChg>
        <pc:picChg chg="del">
          <ac:chgData name="Mr. Sumit Sharma" userId="S::sumitsharma.cse@niet.co.in::0287a0e3-d7f5-4815-a5d5-4670a436bb9e" providerId="AD" clId="Web-{B4AB676F-2D03-2C58-0FDC-1D5749CA1545}" dt="2023-08-29T06:19:43.562" v="112"/>
          <ac:picMkLst>
            <pc:docMk/>
            <pc:sldMk cId="1501446876" sldId="1585"/>
            <ac:picMk id="13" creationId="{B4A6B947-9921-48E1-F1A5-4553D097EB3F}"/>
          </ac:picMkLst>
        </pc:picChg>
        <pc:picChg chg="add del">
          <ac:chgData name="Mr. Sumit Sharma" userId="S::sumitsharma.cse@niet.co.in::0287a0e3-d7f5-4815-a5d5-4670a436bb9e" providerId="AD" clId="Web-{B4AB676F-2D03-2C58-0FDC-1D5749CA1545}" dt="2023-08-29T06:19:50.859" v="115"/>
          <ac:picMkLst>
            <pc:docMk/>
            <pc:sldMk cId="1501446876" sldId="1585"/>
            <ac:picMk id="18" creationId="{07CF545F-9C2E-4446-97CD-AD92990C2B68}"/>
          </ac:picMkLst>
        </pc:picChg>
      </pc:sldChg>
      <pc:sldChg chg="addSp delSp modSp add replId">
        <pc:chgData name="Mr. Sumit Sharma" userId="S::sumitsharma.cse@niet.co.in::0287a0e3-d7f5-4815-a5d5-4670a436bb9e" providerId="AD" clId="Web-{B4AB676F-2D03-2C58-0FDC-1D5749CA1545}" dt="2023-08-29T06:25:15.522" v="191" actId="20577"/>
        <pc:sldMkLst>
          <pc:docMk/>
          <pc:sldMk cId="2503656626" sldId="1586"/>
        </pc:sldMkLst>
        <pc:spChg chg="mod">
          <ac:chgData name="Mr. Sumit Sharma" userId="S::sumitsharma.cse@niet.co.in::0287a0e3-d7f5-4815-a5d5-4670a436bb9e" providerId="AD" clId="Web-{B4AB676F-2D03-2C58-0FDC-1D5749CA1545}" dt="2023-08-29T06:25:15.522" v="191" actId="20577"/>
          <ac:spMkLst>
            <pc:docMk/>
            <pc:sldMk cId="2503656626" sldId="1586"/>
            <ac:spMk id="3" creationId="{F8CC24E1-E4CB-4555-AAFE-79673E88E287}"/>
          </ac:spMkLst>
        </pc:spChg>
        <pc:spChg chg="mod">
          <ac:chgData name="Mr. Sumit Sharma" userId="S::sumitsharma.cse@niet.co.in::0287a0e3-d7f5-4815-a5d5-4670a436bb9e" providerId="AD" clId="Web-{B4AB676F-2D03-2C58-0FDC-1D5749CA1545}" dt="2023-08-29T06:23:49.661" v="176"/>
          <ac:spMkLst>
            <pc:docMk/>
            <pc:sldMk cId="2503656626" sldId="1586"/>
            <ac:spMk id="6" creationId="{00000000-0000-0000-0000-000000000000}"/>
          </ac:spMkLst>
        </pc:spChg>
        <pc:spChg chg="del">
          <ac:chgData name="Mr. Sumit Sharma" userId="S::sumitsharma.cse@niet.co.in::0287a0e3-d7f5-4815-a5d5-4670a436bb9e" providerId="AD" clId="Web-{B4AB676F-2D03-2C58-0FDC-1D5749CA1545}" dt="2023-08-29T06:23:49.661" v="176"/>
          <ac:spMkLst>
            <pc:docMk/>
            <pc:sldMk cId="2503656626" sldId="1586"/>
            <ac:spMk id="49" creationId="{12609869-9E80-471B-A487-A53288E0E791}"/>
          </ac:spMkLst>
        </pc:spChg>
        <pc:spChg chg="del">
          <ac:chgData name="Mr. Sumit Sharma" userId="S::sumitsharma.cse@niet.co.in::0287a0e3-d7f5-4815-a5d5-4670a436bb9e" providerId="AD" clId="Web-{B4AB676F-2D03-2C58-0FDC-1D5749CA1545}" dt="2023-08-29T06:23:49.661" v="176"/>
          <ac:spMkLst>
            <pc:docMk/>
            <pc:sldMk cId="2503656626" sldId="1586"/>
            <ac:spMk id="51" creationId="{7004738A-9D34-43E8-97D2-CA0EED4F8BE0}"/>
          </ac:spMkLst>
        </pc:spChg>
        <pc:spChg chg="del">
          <ac:chgData name="Mr. Sumit Sharma" userId="S::sumitsharma.cse@niet.co.in::0287a0e3-d7f5-4815-a5d5-4670a436bb9e" providerId="AD" clId="Web-{B4AB676F-2D03-2C58-0FDC-1D5749CA1545}" dt="2023-08-29T06:23:49.661" v="176"/>
          <ac:spMkLst>
            <pc:docMk/>
            <pc:sldMk cId="2503656626" sldId="1586"/>
            <ac:spMk id="53" creationId="{B8B8D07F-F13E-443E-BA68-2D26672D76B9}"/>
          </ac:spMkLst>
        </pc:spChg>
        <pc:spChg chg="del">
          <ac:chgData name="Mr. Sumit Sharma" userId="S::sumitsharma.cse@niet.co.in::0287a0e3-d7f5-4815-a5d5-4670a436bb9e" providerId="AD" clId="Web-{B4AB676F-2D03-2C58-0FDC-1D5749CA1545}" dt="2023-08-29T06:23:49.661" v="176"/>
          <ac:spMkLst>
            <pc:docMk/>
            <pc:sldMk cId="2503656626" sldId="1586"/>
            <ac:spMk id="55" creationId="{2813A4FA-24A5-41ED-A534-3807D1B2F344}"/>
          </ac:spMkLst>
        </pc:spChg>
        <pc:spChg chg="del">
          <ac:chgData name="Mr. Sumit Sharma" userId="S::sumitsharma.cse@niet.co.in::0287a0e3-d7f5-4815-a5d5-4670a436bb9e" providerId="AD" clId="Web-{B4AB676F-2D03-2C58-0FDC-1D5749CA1545}" dt="2023-08-29T06:23:49.661" v="176"/>
          <ac:spMkLst>
            <pc:docMk/>
            <pc:sldMk cId="2503656626" sldId="1586"/>
            <ac:spMk id="57" creationId="{C3944F27-CA70-4E84-A51A-E6BF89558979}"/>
          </ac:spMkLst>
        </pc:spChg>
        <pc:spChg chg="add del">
          <ac:chgData name="Mr. Sumit Sharma" userId="S::sumitsharma.cse@niet.co.in::0287a0e3-d7f5-4815-a5d5-4670a436bb9e" providerId="AD" clId="Web-{B4AB676F-2D03-2C58-0FDC-1D5749CA1545}" dt="2023-08-29T06:24:53.944" v="188"/>
          <ac:spMkLst>
            <pc:docMk/>
            <pc:sldMk cId="2503656626" sldId="1586"/>
            <ac:spMk id="62" creationId="{2EB492CD-616E-47F8-933B-5E2D952A0593}"/>
          </ac:spMkLst>
        </pc:spChg>
        <pc:spChg chg="add del">
          <ac:chgData name="Mr. Sumit Sharma" userId="S::sumitsharma.cse@niet.co.in::0287a0e3-d7f5-4815-a5d5-4670a436bb9e" providerId="AD" clId="Web-{B4AB676F-2D03-2C58-0FDC-1D5749CA1545}" dt="2023-08-29T06:24:53.944" v="188"/>
          <ac:spMkLst>
            <pc:docMk/>
            <pc:sldMk cId="2503656626" sldId="1586"/>
            <ac:spMk id="64" creationId="{59383CF9-23B5-4335-9B21-1791C4CF1C75}"/>
          </ac:spMkLst>
        </pc:spChg>
        <pc:spChg chg="add del">
          <ac:chgData name="Mr. Sumit Sharma" userId="S::sumitsharma.cse@niet.co.in::0287a0e3-d7f5-4815-a5d5-4670a436bb9e" providerId="AD" clId="Web-{B4AB676F-2D03-2C58-0FDC-1D5749CA1545}" dt="2023-08-29T06:24:53.944" v="188"/>
          <ac:spMkLst>
            <pc:docMk/>
            <pc:sldMk cId="2503656626" sldId="1586"/>
            <ac:spMk id="66" creationId="{0007FE00-9498-4706-B255-6437B0252C02}"/>
          </ac:spMkLst>
        </pc:spChg>
        <pc:spChg chg="add">
          <ac:chgData name="Mr. Sumit Sharma" userId="S::sumitsharma.cse@niet.co.in::0287a0e3-d7f5-4815-a5d5-4670a436bb9e" providerId="AD" clId="Web-{B4AB676F-2D03-2C58-0FDC-1D5749CA1545}" dt="2023-08-29T06:24:53.944" v="188"/>
          <ac:spMkLst>
            <pc:docMk/>
            <pc:sldMk cId="2503656626" sldId="1586"/>
            <ac:spMk id="71" creationId="{2EB492CD-616E-47F8-933B-5E2D952A0593}"/>
          </ac:spMkLst>
        </pc:spChg>
        <pc:spChg chg="add">
          <ac:chgData name="Mr. Sumit Sharma" userId="S::sumitsharma.cse@niet.co.in::0287a0e3-d7f5-4815-a5d5-4670a436bb9e" providerId="AD" clId="Web-{B4AB676F-2D03-2C58-0FDC-1D5749CA1545}" dt="2023-08-29T06:24:53.944" v="188"/>
          <ac:spMkLst>
            <pc:docMk/>
            <pc:sldMk cId="2503656626" sldId="1586"/>
            <ac:spMk id="73" creationId="{59383CF9-23B5-4335-9B21-1791C4CF1C75}"/>
          </ac:spMkLst>
        </pc:spChg>
        <pc:spChg chg="add">
          <ac:chgData name="Mr. Sumit Sharma" userId="S::sumitsharma.cse@niet.co.in::0287a0e3-d7f5-4815-a5d5-4670a436bb9e" providerId="AD" clId="Web-{B4AB676F-2D03-2C58-0FDC-1D5749CA1545}" dt="2023-08-29T06:24:53.944" v="188"/>
          <ac:spMkLst>
            <pc:docMk/>
            <pc:sldMk cId="2503656626" sldId="1586"/>
            <ac:spMk id="75" creationId="{0007FE00-9498-4706-B255-6437B0252C02}"/>
          </ac:spMkLst>
        </pc:spChg>
        <pc:picChg chg="del">
          <ac:chgData name="Mr. Sumit Sharma" userId="S::sumitsharma.cse@niet.co.in::0287a0e3-d7f5-4815-a5d5-4670a436bb9e" providerId="AD" clId="Web-{B4AB676F-2D03-2C58-0FDC-1D5749CA1545}" dt="2023-08-29T06:23:09.910" v="160"/>
          <ac:picMkLst>
            <pc:docMk/>
            <pc:sldMk cId="2503656626" sldId="1586"/>
            <ac:picMk id="2" creationId="{249DD00E-0EDD-909A-2C70-09B765B5AC61}"/>
          </ac:picMkLst>
        </pc:picChg>
        <pc:picChg chg="add mod ord">
          <ac:chgData name="Mr. Sumit Sharma" userId="S::sumitsharma.cse@niet.co.in::0287a0e3-d7f5-4815-a5d5-4670a436bb9e" providerId="AD" clId="Web-{B4AB676F-2D03-2C58-0FDC-1D5749CA1545}" dt="2023-08-29T06:23:49.661" v="176"/>
          <ac:picMkLst>
            <pc:docMk/>
            <pc:sldMk cId="2503656626" sldId="1586"/>
            <ac:picMk id="4" creationId="{5332998D-E295-D0AF-8754-D5D751AF3A47}"/>
          </ac:picMkLst>
        </pc:picChg>
      </pc:sldChg>
      <pc:sldChg chg="addSp delSp modSp add replId">
        <pc:chgData name="Mr. Sumit Sharma" userId="S::sumitsharma.cse@niet.co.in::0287a0e3-d7f5-4815-a5d5-4670a436bb9e" providerId="AD" clId="Web-{B4AB676F-2D03-2C58-0FDC-1D5749CA1545}" dt="2023-08-29T06:27:33.650" v="251" actId="20577"/>
        <pc:sldMkLst>
          <pc:docMk/>
          <pc:sldMk cId="330888047" sldId="1587"/>
        </pc:sldMkLst>
        <pc:spChg chg="mod">
          <ac:chgData name="Mr. Sumit Sharma" userId="S::sumitsharma.cse@niet.co.in::0287a0e3-d7f5-4815-a5d5-4670a436bb9e" providerId="AD" clId="Web-{B4AB676F-2D03-2C58-0FDC-1D5749CA1545}" dt="2023-08-29T06:27:33.650" v="251" actId="20577"/>
          <ac:spMkLst>
            <pc:docMk/>
            <pc:sldMk cId="330888047" sldId="1587"/>
            <ac:spMk id="3" creationId="{F8CC24E1-E4CB-4555-AAFE-79673E88E287}"/>
          </ac:spMkLst>
        </pc:spChg>
        <pc:picChg chg="add mod">
          <ac:chgData name="Mr. Sumit Sharma" userId="S::sumitsharma.cse@niet.co.in::0287a0e3-d7f5-4815-a5d5-4670a436bb9e" providerId="AD" clId="Web-{B4AB676F-2D03-2C58-0FDC-1D5749CA1545}" dt="2023-08-29T06:26:47.555" v="218" actId="1076"/>
          <ac:picMkLst>
            <pc:docMk/>
            <pc:sldMk cId="330888047" sldId="1587"/>
            <ac:picMk id="2" creationId="{3CB22A0F-0678-F35A-7D73-65CCFE619E9F}"/>
          </ac:picMkLst>
        </pc:picChg>
        <pc:picChg chg="del">
          <ac:chgData name="Mr. Sumit Sharma" userId="S::sumitsharma.cse@niet.co.in::0287a0e3-d7f5-4815-a5d5-4670a436bb9e" providerId="AD" clId="Web-{B4AB676F-2D03-2C58-0FDC-1D5749CA1545}" dt="2023-08-29T06:25:29.069" v="193"/>
          <ac:picMkLst>
            <pc:docMk/>
            <pc:sldMk cId="330888047" sldId="1587"/>
            <ac:picMk id="4" creationId="{5332998D-E295-D0AF-8754-D5D751AF3A47}"/>
          </ac:picMkLst>
        </pc:picChg>
      </pc:sldChg>
      <pc:sldChg chg="addSp delSp modSp add replId">
        <pc:chgData name="Mr. Sumit Sharma" userId="S::sumitsharma.cse@niet.co.in::0287a0e3-d7f5-4815-a5d5-4670a436bb9e" providerId="AD" clId="Web-{B4AB676F-2D03-2C58-0FDC-1D5749CA1545}" dt="2023-08-29T06:30:13.450" v="283" actId="20577"/>
        <pc:sldMkLst>
          <pc:docMk/>
          <pc:sldMk cId="1585696966" sldId="1588"/>
        </pc:sldMkLst>
        <pc:spChg chg="mod ord">
          <ac:chgData name="Mr. Sumit Sharma" userId="S::sumitsharma.cse@niet.co.in::0287a0e3-d7f5-4815-a5d5-4670a436bb9e" providerId="AD" clId="Web-{B4AB676F-2D03-2C58-0FDC-1D5749CA1545}" dt="2023-08-29T06:30:13.450" v="283" actId="20577"/>
          <ac:spMkLst>
            <pc:docMk/>
            <pc:sldMk cId="1585696966" sldId="1588"/>
            <ac:spMk id="3" creationId="{F8CC24E1-E4CB-4555-AAFE-79673E88E287}"/>
          </ac:spMkLst>
        </pc:spChg>
        <pc:spChg chg="del mod">
          <ac:chgData name="Mr. Sumit Sharma" userId="S::sumitsharma.cse@niet.co.in::0287a0e3-d7f5-4815-a5d5-4670a436bb9e" providerId="AD" clId="Web-{B4AB676F-2D03-2C58-0FDC-1D5749CA1545}" dt="2023-08-29T06:29:52.122" v="280"/>
          <ac:spMkLst>
            <pc:docMk/>
            <pc:sldMk cId="1585696966" sldId="1588"/>
            <ac:spMk id="6" creationId="{00000000-0000-0000-0000-000000000000}"/>
          </ac:spMkLst>
        </pc:spChg>
        <pc:spChg chg="del">
          <ac:chgData name="Mr. Sumit Sharma" userId="S::sumitsharma.cse@niet.co.in::0287a0e3-d7f5-4815-a5d5-4670a436bb9e" providerId="AD" clId="Web-{B4AB676F-2D03-2C58-0FDC-1D5749CA1545}" dt="2023-08-29T06:29:43.575" v="279"/>
          <ac:spMkLst>
            <pc:docMk/>
            <pc:sldMk cId="1585696966" sldId="1588"/>
            <ac:spMk id="71" creationId="{2EB492CD-616E-47F8-933B-5E2D952A0593}"/>
          </ac:spMkLst>
        </pc:spChg>
        <pc:spChg chg="del">
          <ac:chgData name="Mr. Sumit Sharma" userId="S::sumitsharma.cse@niet.co.in::0287a0e3-d7f5-4815-a5d5-4670a436bb9e" providerId="AD" clId="Web-{B4AB676F-2D03-2C58-0FDC-1D5749CA1545}" dt="2023-08-29T06:29:43.575" v="279"/>
          <ac:spMkLst>
            <pc:docMk/>
            <pc:sldMk cId="1585696966" sldId="1588"/>
            <ac:spMk id="73" creationId="{59383CF9-23B5-4335-9B21-1791C4CF1C75}"/>
          </ac:spMkLst>
        </pc:spChg>
        <pc:spChg chg="del">
          <ac:chgData name="Mr. Sumit Sharma" userId="S::sumitsharma.cse@niet.co.in::0287a0e3-d7f5-4815-a5d5-4670a436bb9e" providerId="AD" clId="Web-{B4AB676F-2D03-2C58-0FDC-1D5749CA1545}" dt="2023-08-29T06:29:43.575" v="279"/>
          <ac:spMkLst>
            <pc:docMk/>
            <pc:sldMk cId="1585696966" sldId="1588"/>
            <ac:spMk id="75" creationId="{0007FE00-9498-4706-B255-6437B0252C02}"/>
          </ac:spMkLst>
        </pc:spChg>
        <pc:spChg chg="add del">
          <ac:chgData name="Mr. Sumit Sharma" userId="S::sumitsharma.cse@niet.co.in::0287a0e3-d7f5-4815-a5d5-4670a436bb9e" providerId="AD" clId="Web-{B4AB676F-2D03-2C58-0FDC-1D5749CA1545}" dt="2023-08-29T06:29:59.341" v="281"/>
          <ac:spMkLst>
            <pc:docMk/>
            <pc:sldMk cId="1585696966" sldId="1588"/>
            <ac:spMk id="80" creationId="{70DFC902-7D23-471A-B557-B6B6917D7A0D}"/>
          </ac:spMkLst>
        </pc:spChg>
        <pc:spChg chg="add del">
          <ac:chgData name="Mr. Sumit Sharma" userId="S::sumitsharma.cse@niet.co.in::0287a0e3-d7f5-4815-a5d5-4670a436bb9e" providerId="AD" clId="Web-{B4AB676F-2D03-2C58-0FDC-1D5749CA1545}" dt="2023-08-29T06:29:59.341" v="281"/>
          <ac:spMkLst>
            <pc:docMk/>
            <pc:sldMk cId="1585696966" sldId="1588"/>
            <ac:spMk id="82" creationId="{A55D5633-D557-4DCA-982C-FF36EB7A1C00}"/>
          </ac:spMkLst>
        </pc:spChg>
        <pc:spChg chg="add del">
          <ac:chgData name="Mr. Sumit Sharma" userId="S::sumitsharma.cse@niet.co.in::0287a0e3-d7f5-4815-a5d5-4670a436bb9e" providerId="AD" clId="Web-{B4AB676F-2D03-2C58-0FDC-1D5749CA1545}" dt="2023-08-29T06:29:59.341" v="281"/>
          <ac:spMkLst>
            <pc:docMk/>
            <pc:sldMk cId="1585696966" sldId="1588"/>
            <ac:spMk id="84" creationId="{450D3AD2-FA80-415F-A9CE-54D884561CD7}"/>
          </ac:spMkLst>
        </pc:spChg>
        <pc:spChg chg="add">
          <ac:chgData name="Mr. Sumit Sharma" userId="S::sumitsharma.cse@niet.co.in::0287a0e3-d7f5-4815-a5d5-4670a436bb9e" providerId="AD" clId="Web-{B4AB676F-2D03-2C58-0FDC-1D5749CA1545}" dt="2023-08-29T06:29:59.341" v="281"/>
          <ac:spMkLst>
            <pc:docMk/>
            <pc:sldMk cId="1585696966" sldId="1588"/>
            <ac:spMk id="89" creationId="{907EF6B7-1338-4443-8C46-6A318D952DFD}"/>
          </ac:spMkLst>
        </pc:spChg>
        <pc:spChg chg="add">
          <ac:chgData name="Mr. Sumit Sharma" userId="S::sumitsharma.cse@niet.co.in::0287a0e3-d7f5-4815-a5d5-4670a436bb9e" providerId="AD" clId="Web-{B4AB676F-2D03-2C58-0FDC-1D5749CA1545}" dt="2023-08-29T06:29:59.341" v="281"/>
          <ac:spMkLst>
            <pc:docMk/>
            <pc:sldMk cId="1585696966" sldId="1588"/>
            <ac:spMk id="91" creationId="{DAAE4CDD-124C-4DCF-9584-B6033B545DD5}"/>
          </ac:spMkLst>
        </pc:spChg>
        <pc:spChg chg="add">
          <ac:chgData name="Mr. Sumit Sharma" userId="S::sumitsharma.cse@niet.co.in::0287a0e3-d7f5-4815-a5d5-4670a436bb9e" providerId="AD" clId="Web-{B4AB676F-2D03-2C58-0FDC-1D5749CA1545}" dt="2023-08-29T06:29:59.341" v="281"/>
          <ac:spMkLst>
            <pc:docMk/>
            <pc:sldMk cId="1585696966" sldId="1588"/>
            <ac:spMk id="93" creationId="{081E4A58-353D-44AE-B2FC-2A74E2E400F7}"/>
          </ac:spMkLst>
        </pc:spChg>
        <pc:picChg chg="del">
          <ac:chgData name="Mr. Sumit Sharma" userId="S::sumitsharma.cse@niet.co.in::0287a0e3-d7f5-4815-a5d5-4670a436bb9e" providerId="AD" clId="Web-{B4AB676F-2D03-2C58-0FDC-1D5749CA1545}" dt="2023-08-29T06:27:51.322" v="253"/>
          <ac:picMkLst>
            <pc:docMk/>
            <pc:sldMk cId="1585696966" sldId="1588"/>
            <ac:picMk id="2" creationId="{3CB22A0F-0678-F35A-7D73-65CCFE619E9F}"/>
          </ac:picMkLst>
        </pc:picChg>
      </pc:sldChg>
      <pc:sldChg chg="addSp delSp modSp add replId">
        <pc:chgData name="Mr. Sumit Sharma" userId="S::sumitsharma.cse@niet.co.in::0287a0e3-d7f5-4815-a5d5-4670a436bb9e" providerId="AD" clId="Web-{B4AB676F-2D03-2C58-0FDC-1D5749CA1545}" dt="2023-08-29T06:32:03.140" v="312"/>
        <pc:sldMkLst>
          <pc:docMk/>
          <pc:sldMk cId="1590766498" sldId="1589"/>
        </pc:sldMkLst>
        <pc:spChg chg="mod">
          <ac:chgData name="Mr. Sumit Sharma" userId="S::sumitsharma.cse@niet.co.in::0287a0e3-d7f5-4815-a5d5-4670a436bb9e" providerId="AD" clId="Web-{B4AB676F-2D03-2C58-0FDC-1D5749CA1545}" dt="2023-08-29T06:32:03.140" v="312"/>
          <ac:spMkLst>
            <pc:docMk/>
            <pc:sldMk cId="1590766498" sldId="1589"/>
            <ac:spMk id="3" creationId="{F8CC24E1-E4CB-4555-AAFE-79673E88E287}"/>
          </ac:spMkLst>
        </pc:spChg>
        <pc:spChg chg="mod">
          <ac:chgData name="Mr. Sumit Sharma" userId="S::sumitsharma.cse@niet.co.in::0287a0e3-d7f5-4815-a5d5-4670a436bb9e" providerId="AD" clId="Web-{B4AB676F-2D03-2C58-0FDC-1D5749CA1545}" dt="2023-08-29T06:32:03.140" v="311"/>
          <ac:spMkLst>
            <pc:docMk/>
            <pc:sldMk cId="1590766498" sldId="1589"/>
            <ac:spMk id="6" creationId="{00000000-0000-0000-0000-000000000000}"/>
          </ac:spMkLst>
        </pc:spChg>
        <pc:spChg chg="add del">
          <ac:chgData name="Mr. Sumit Sharma" userId="S::sumitsharma.cse@niet.co.in::0287a0e3-d7f5-4815-a5d5-4670a436bb9e" providerId="AD" clId="Web-{B4AB676F-2D03-2C58-0FDC-1D5749CA1545}" dt="2023-08-29T06:32:03.140" v="312"/>
          <ac:spMkLst>
            <pc:docMk/>
            <pc:sldMk cId="1590766498" sldId="1589"/>
            <ac:spMk id="71" creationId="{2EB492CD-616E-47F8-933B-5E2D952A0593}"/>
          </ac:spMkLst>
        </pc:spChg>
        <pc:spChg chg="add del">
          <ac:chgData name="Mr. Sumit Sharma" userId="S::sumitsharma.cse@niet.co.in::0287a0e3-d7f5-4815-a5d5-4670a436bb9e" providerId="AD" clId="Web-{B4AB676F-2D03-2C58-0FDC-1D5749CA1545}" dt="2023-08-29T06:32:03.140" v="312"/>
          <ac:spMkLst>
            <pc:docMk/>
            <pc:sldMk cId="1590766498" sldId="1589"/>
            <ac:spMk id="73" creationId="{59383CF9-23B5-4335-9B21-1791C4CF1C75}"/>
          </ac:spMkLst>
        </pc:spChg>
        <pc:spChg chg="add del">
          <ac:chgData name="Mr. Sumit Sharma" userId="S::sumitsharma.cse@niet.co.in::0287a0e3-d7f5-4815-a5d5-4670a436bb9e" providerId="AD" clId="Web-{B4AB676F-2D03-2C58-0FDC-1D5749CA1545}" dt="2023-08-29T06:32:03.140" v="312"/>
          <ac:spMkLst>
            <pc:docMk/>
            <pc:sldMk cId="1590766498" sldId="1589"/>
            <ac:spMk id="75" creationId="{0007FE00-9498-4706-B255-6437B0252C02}"/>
          </ac:spMkLst>
        </pc:spChg>
        <pc:spChg chg="add del">
          <ac:chgData name="Mr. Sumit Sharma" userId="S::sumitsharma.cse@niet.co.in::0287a0e3-d7f5-4815-a5d5-4670a436bb9e" providerId="AD" clId="Web-{B4AB676F-2D03-2C58-0FDC-1D5749CA1545}" dt="2023-08-29T06:32:03.140" v="311"/>
          <ac:spMkLst>
            <pc:docMk/>
            <pc:sldMk cId="1590766498" sldId="1589"/>
            <ac:spMk id="80" creationId="{E8A8EAB8-D2FF-444D-B34B-7D32F106AD0E}"/>
          </ac:spMkLst>
        </pc:spChg>
        <pc:spChg chg="add">
          <ac:chgData name="Mr. Sumit Sharma" userId="S::sumitsharma.cse@niet.co.in::0287a0e3-d7f5-4815-a5d5-4670a436bb9e" providerId="AD" clId="Web-{B4AB676F-2D03-2C58-0FDC-1D5749CA1545}" dt="2023-08-29T06:32:03.140" v="312"/>
          <ac:spMkLst>
            <pc:docMk/>
            <pc:sldMk cId="1590766498" sldId="1589"/>
            <ac:spMk id="86" creationId="{2EB492CD-616E-47F8-933B-5E2D952A0593}"/>
          </ac:spMkLst>
        </pc:spChg>
        <pc:spChg chg="add">
          <ac:chgData name="Mr. Sumit Sharma" userId="S::sumitsharma.cse@niet.co.in::0287a0e3-d7f5-4815-a5d5-4670a436bb9e" providerId="AD" clId="Web-{B4AB676F-2D03-2C58-0FDC-1D5749CA1545}" dt="2023-08-29T06:32:03.140" v="312"/>
          <ac:spMkLst>
            <pc:docMk/>
            <pc:sldMk cId="1590766498" sldId="1589"/>
            <ac:spMk id="87" creationId="{59383CF9-23B5-4335-9B21-1791C4CF1C75}"/>
          </ac:spMkLst>
        </pc:spChg>
        <pc:spChg chg="add">
          <ac:chgData name="Mr. Sumit Sharma" userId="S::sumitsharma.cse@niet.co.in::0287a0e3-d7f5-4815-a5d5-4670a436bb9e" providerId="AD" clId="Web-{B4AB676F-2D03-2C58-0FDC-1D5749CA1545}" dt="2023-08-29T06:32:03.140" v="312"/>
          <ac:spMkLst>
            <pc:docMk/>
            <pc:sldMk cId="1590766498" sldId="1589"/>
            <ac:spMk id="88" creationId="{0007FE00-9498-4706-B255-6437B0252C02}"/>
          </ac:spMkLst>
        </pc:spChg>
        <pc:picChg chg="del">
          <ac:chgData name="Mr. Sumit Sharma" userId="S::sumitsharma.cse@niet.co.in::0287a0e3-d7f5-4815-a5d5-4670a436bb9e" providerId="AD" clId="Web-{B4AB676F-2D03-2C58-0FDC-1D5749CA1545}" dt="2023-08-29T06:30:34.201" v="285"/>
          <ac:picMkLst>
            <pc:docMk/>
            <pc:sldMk cId="1590766498" sldId="1589"/>
            <ac:picMk id="2" creationId="{3CB22A0F-0678-F35A-7D73-65CCFE619E9F}"/>
          </ac:picMkLst>
        </pc:picChg>
        <pc:picChg chg="add mod ord">
          <ac:chgData name="Mr. Sumit Sharma" userId="S::sumitsharma.cse@niet.co.in::0287a0e3-d7f5-4815-a5d5-4670a436bb9e" providerId="AD" clId="Web-{B4AB676F-2D03-2C58-0FDC-1D5749CA1545}" dt="2023-08-29T06:32:03.140" v="312"/>
          <ac:picMkLst>
            <pc:docMk/>
            <pc:sldMk cId="1590766498" sldId="1589"/>
            <ac:picMk id="4" creationId="{8019D9AF-830D-C840-30FE-EFC27F292A9D}"/>
          </ac:picMkLst>
        </pc:picChg>
        <pc:cxnChg chg="add del">
          <ac:chgData name="Mr. Sumit Sharma" userId="S::sumitsharma.cse@niet.co.in::0287a0e3-d7f5-4815-a5d5-4670a436bb9e" providerId="AD" clId="Web-{B4AB676F-2D03-2C58-0FDC-1D5749CA1545}" dt="2023-08-29T06:32:03.140" v="311"/>
          <ac:cxnSpMkLst>
            <pc:docMk/>
            <pc:sldMk cId="1590766498" sldId="1589"/>
            <ac:cxnSpMk id="82" creationId="{EEA38897-7BA3-4408-8083-3235339C4A60}"/>
          </ac:cxnSpMkLst>
        </pc:cxnChg>
        <pc:cxnChg chg="add del">
          <ac:chgData name="Mr. Sumit Sharma" userId="S::sumitsharma.cse@niet.co.in::0287a0e3-d7f5-4815-a5d5-4670a436bb9e" providerId="AD" clId="Web-{B4AB676F-2D03-2C58-0FDC-1D5749CA1545}" dt="2023-08-29T06:32:03.140" v="311"/>
          <ac:cxnSpMkLst>
            <pc:docMk/>
            <pc:sldMk cId="1590766498" sldId="1589"/>
            <ac:cxnSpMk id="84" creationId="{F11AD06B-AB20-4097-8606-5DA00DBACE88}"/>
          </ac:cxnSpMkLst>
        </pc:cxnChg>
      </pc:sldChg>
      <pc:sldChg chg="addSp delSp modSp add replId">
        <pc:chgData name="Mr. Sumit Sharma" userId="S::sumitsharma.cse@niet.co.in::0287a0e3-d7f5-4815-a5d5-4670a436bb9e" providerId="AD" clId="Web-{B4AB676F-2D03-2C58-0FDC-1D5749CA1545}" dt="2023-08-29T06:33:27.486" v="336" actId="20577"/>
        <pc:sldMkLst>
          <pc:docMk/>
          <pc:sldMk cId="672710708" sldId="1590"/>
        </pc:sldMkLst>
        <pc:spChg chg="mod">
          <ac:chgData name="Mr. Sumit Sharma" userId="S::sumitsharma.cse@niet.co.in::0287a0e3-d7f5-4815-a5d5-4670a436bb9e" providerId="AD" clId="Web-{B4AB676F-2D03-2C58-0FDC-1D5749CA1545}" dt="2023-08-29T06:33:27.486" v="336" actId="20577"/>
          <ac:spMkLst>
            <pc:docMk/>
            <pc:sldMk cId="672710708" sldId="1590"/>
            <ac:spMk id="3" creationId="{F8CC24E1-E4CB-4555-AAFE-79673E88E287}"/>
          </ac:spMkLst>
        </pc:spChg>
        <pc:picChg chg="add mod">
          <ac:chgData name="Mr. Sumit Sharma" userId="S::sumitsharma.cse@niet.co.in::0287a0e3-d7f5-4815-a5d5-4670a436bb9e" providerId="AD" clId="Web-{B4AB676F-2D03-2C58-0FDC-1D5749CA1545}" dt="2023-08-29T06:32:33.282" v="318" actId="14100"/>
          <ac:picMkLst>
            <pc:docMk/>
            <pc:sldMk cId="672710708" sldId="1590"/>
            <ac:picMk id="2" creationId="{EB37C7B9-24F2-3FFF-154F-BF07BE73F984}"/>
          </ac:picMkLst>
        </pc:picChg>
        <pc:picChg chg="del">
          <ac:chgData name="Mr. Sumit Sharma" userId="S::sumitsharma.cse@niet.co.in::0287a0e3-d7f5-4815-a5d5-4670a436bb9e" providerId="AD" clId="Web-{B4AB676F-2D03-2C58-0FDC-1D5749CA1545}" dt="2023-08-29T06:32:23.234" v="314"/>
          <ac:picMkLst>
            <pc:docMk/>
            <pc:sldMk cId="672710708" sldId="1590"/>
            <ac:picMk id="4" creationId="{8019D9AF-830D-C840-30FE-EFC27F292A9D}"/>
          </ac:picMkLst>
        </pc:picChg>
      </pc:sldChg>
    </pc:docChg>
  </pc:docChgLst>
  <pc:docChgLst>
    <pc:chgData name="Mr. Sumit Sharma" userId="S::sumitsharma.cse@niet.co.in::0287a0e3-d7f5-4815-a5d5-4670a436bb9e" providerId="AD" clId="Web-{687C5E9E-EA70-7F60-0F73-6A13D528796D}"/>
    <pc:docChg chg="addSld modSld">
      <pc:chgData name="Mr. Sumit Sharma" userId="S::sumitsharma.cse@niet.co.in::0287a0e3-d7f5-4815-a5d5-4670a436bb9e" providerId="AD" clId="Web-{687C5E9E-EA70-7F60-0F73-6A13D528796D}" dt="2023-09-12T09:09:06.022" v="227" actId="20577"/>
      <pc:docMkLst>
        <pc:docMk/>
      </pc:docMkLst>
      <pc:sldChg chg="modSp add replId">
        <pc:chgData name="Mr. Sumit Sharma" userId="S::sumitsharma.cse@niet.co.in::0287a0e3-d7f5-4815-a5d5-4670a436bb9e" providerId="AD" clId="Web-{687C5E9E-EA70-7F60-0F73-6A13D528796D}" dt="2023-09-12T08:49:56.616" v="42" actId="20577"/>
        <pc:sldMkLst>
          <pc:docMk/>
          <pc:sldMk cId="2160946289" sldId="1620"/>
        </pc:sldMkLst>
        <pc:spChg chg="mod">
          <ac:chgData name="Mr. Sumit Sharma" userId="S::sumitsharma.cse@niet.co.in::0287a0e3-d7f5-4815-a5d5-4670a436bb9e" providerId="AD" clId="Web-{687C5E9E-EA70-7F60-0F73-6A13D528796D}" dt="2023-09-12T08:49:56.616" v="42" actId="20577"/>
          <ac:spMkLst>
            <pc:docMk/>
            <pc:sldMk cId="2160946289" sldId="1620"/>
            <ac:spMk id="7" creationId="{00000000-0000-0000-0000-000000000000}"/>
          </ac:spMkLst>
        </pc:spChg>
        <pc:spChg chg="mod">
          <ac:chgData name="Mr. Sumit Sharma" userId="S::sumitsharma.cse@niet.co.in::0287a0e3-d7f5-4815-a5d5-4670a436bb9e" providerId="AD" clId="Web-{687C5E9E-EA70-7F60-0F73-6A13D528796D}" dt="2023-09-12T08:32:37.697" v="22" actId="20577"/>
          <ac:spMkLst>
            <pc:docMk/>
            <pc:sldMk cId="2160946289" sldId="1620"/>
            <ac:spMk id="182" creationId="{FDC1A734-1528-FC7A-7C7C-B49C8922968A}"/>
          </ac:spMkLst>
        </pc:spChg>
      </pc:sldChg>
      <pc:sldChg chg="modSp add replId">
        <pc:chgData name="Mr. Sumit Sharma" userId="S::sumitsharma.cse@niet.co.in::0287a0e3-d7f5-4815-a5d5-4670a436bb9e" providerId="AD" clId="Web-{687C5E9E-EA70-7F60-0F73-6A13D528796D}" dt="2023-09-12T08:49:49.741" v="41" actId="20577"/>
        <pc:sldMkLst>
          <pc:docMk/>
          <pc:sldMk cId="2931088248" sldId="1621"/>
        </pc:sldMkLst>
        <pc:spChg chg="mod">
          <ac:chgData name="Mr. Sumit Sharma" userId="S::sumitsharma.cse@niet.co.in::0287a0e3-d7f5-4815-a5d5-4670a436bb9e" providerId="AD" clId="Web-{687C5E9E-EA70-7F60-0F73-6A13D528796D}" dt="2023-09-12T08:49:49.741" v="41" actId="20577"/>
          <ac:spMkLst>
            <pc:docMk/>
            <pc:sldMk cId="2931088248" sldId="1621"/>
            <ac:spMk id="7" creationId="{00000000-0000-0000-0000-000000000000}"/>
          </ac:spMkLst>
        </pc:spChg>
        <pc:spChg chg="mod">
          <ac:chgData name="Mr. Sumit Sharma" userId="S::sumitsharma.cse@niet.co.in::0287a0e3-d7f5-4815-a5d5-4670a436bb9e" providerId="AD" clId="Web-{687C5E9E-EA70-7F60-0F73-6A13D528796D}" dt="2023-09-12T08:48:29.926" v="31" actId="14100"/>
          <ac:spMkLst>
            <pc:docMk/>
            <pc:sldMk cId="2931088248" sldId="1621"/>
            <ac:spMk id="182" creationId="{FDC1A734-1528-FC7A-7C7C-B49C8922968A}"/>
          </ac:spMkLst>
        </pc:spChg>
      </pc:sldChg>
      <pc:sldChg chg="modSp add replId">
        <pc:chgData name="Mr. Sumit Sharma" userId="S::sumitsharma.cse@niet.co.in::0287a0e3-d7f5-4815-a5d5-4670a436bb9e" providerId="AD" clId="Web-{687C5E9E-EA70-7F60-0F73-6A13D528796D}" dt="2023-09-12T08:51:51.978" v="66" actId="14100"/>
        <pc:sldMkLst>
          <pc:docMk/>
          <pc:sldMk cId="2795272576" sldId="1622"/>
        </pc:sldMkLst>
        <pc:spChg chg="mod">
          <ac:chgData name="Mr. Sumit Sharma" userId="S::sumitsharma.cse@niet.co.in::0287a0e3-d7f5-4815-a5d5-4670a436bb9e" providerId="AD" clId="Web-{687C5E9E-EA70-7F60-0F73-6A13D528796D}" dt="2023-09-12T08:49:46.397" v="40" actId="20577"/>
          <ac:spMkLst>
            <pc:docMk/>
            <pc:sldMk cId="2795272576" sldId="1622"/>
            <ac:spMk id="7" creationId="{00000000-0000-0000-0000-000000000000}"/>
          </ac:spMkLst>
        </pc:spChg>
        <pc:spChg chg="mod">
          <ac:chgData name="Mr. Sumit Sharma" userId="S::sumitsharma.cse@niet.co.in::0287a0e3-d7f5-4815-a5d5-4670a436bb9e" providerId="AD" clId="Web-{687C5E9E-EA70-7F60-0F73-6A13D528796D}" dt="2023-09-12T08:51:51.978" v="66" actId="14100"/>
          <ac:spMkLst>
            <pc:docMk/>
            <pc:sldMk cId="2795272576" sldId="1622"/>
            <ac:spMk id="182" creationId="{FDC1A734-1528-FC7A-7C7C-B49C8922968A}"/>
          </ac:spMkLst>
        </pc:spChg>
      </pc:sldChg>
      <pc:sldChg chg="modSp add replId">
        <pc:chgData name="Mr. Sumit Sharma" userId="S::sumitsharma.cse@niet.co.in::0287a0e3-d7f5-4815-a5d5-4670a436bb9e" providerId="AD" clId="Web-{687C5E9E-EA70-7F60-0F73-6A13D528796D}" dt="2023-09-12T08:53:30.247" v="86" actId="14100"/>
        <pc:sldMkLst>
          <pc:docMk/>
          <pc:sldMk cId="3568023145" sldId="1623"/>
        </pc:sldMkLst>
        <pc:spChg chg="mod">
          <ac:chgData name="Mr. Sumit Sharma" userId="S::sumitsharma.cse@niet.co.in::0287a0e3-d7f5-4815-a5d5-4670a436bb9e" providerId="AD" clId="Web-{687C5E9E-EA70-7F60-0F73-6A13D528796D}" dt="2023-09-12T08:52:14.979" v="74" actId="20577"/>
          <ac:spMkLst>
            <pc:docMk/>
            <pc:sldMk cId="3568023145" sldId="1623"/>
            <ac:spMk id="7" creationId="{00000000-0000-0000-0000-000000000000}"/>
          </ac:spMkLst>
        </pc:spChg>
        <pc:spChg chg="mod">
          <ac:chgData name="Mr. Sumit Sharma" userId="S::sumitsharma.cse@niet.co.in::0287a0e3-d7f5-4815-a5d5-4670a436bb9e" providerId="AD" clId="Web-{687C5E9E-EA70-7F60-0F73-6A13D528796D}" dt="2023-09-12T08:53:30.247" v="86" actId="14100"/>
          <ac:spMkLst>
            <pc:docMk/>
            <pc:sldMk cId="3568023145" sldId="1623"/>
            <ac:spMk id="182" creationId="{FDC1A734-1528-FC7A-7C7C-B49C8922968A}"/>
          </ac:spMkLst>
        </pc:spChg>
      </pc:sldChg>
      <pc:sldChg chg="modSp add replId">
        <pc:chgData name="Mr. Sumit Sharma" userId="S::sumitsharma.cse@niet.co.in::0287a0e3-d7f5-4815-a5d5-4670a436bb9e" providerId="AD" clId="Web-{687C5E9E-EA70-7F60-0F73-6A13D528796D}" dt="2023-09-12T08:54:10.201" v="92" actId="20577"/>
        <pc:sldMkLst>
          <pc:docMk/>
          <pc:sldMk cId="1044315574" sldId="1624"/>
        </pc:sldMkLst>
        <pc:spChg chg="mod">
          <ac:chgData name="Mr. Sumit Sharma" userId="S::sumitsharma.cse@niet.co.in::0287a0e3-d7f5-4815-a5d5-4670a436bb9e" providerId="AD" clId="Web-{687C5E9E-EA70-7F60-0F73-6A13D528796D}" dt="2023-09-12T08:54:10.201" v="92" actId="20577"/>
          <ac:spMkLst>
            <pc:docMk/>
            <pc:sldMk cId="1044315574" sldId="1624"/>
            <ac:spMk id="182" creationId="{FDC1A734-1528-FC7A-7C7C-B49C8922968A}"/>
          </ac:spMkLst>
        </pc:spChg>
      </pc:sldChg>
      <pc:sldChg chg="modSp add replId">
        <pc:chgData name="Mr. Sumit Sharma" userId="S::sumitsharma.cse@niet.co.in::0287a0e3-d7f5-4815-a5d5-4670a436bb9e" providerId="AD" clId="Web-{687C5E9E-EA70-7F60-0F73-6A13D528796D}" dt="2023-09-12T09:00:01.851" v="118" actId="20577"/>
        <pc:sldMkLst>
          <pc:docMk/>
          <pc:sldMk cId="719459484" sldId="1625"/>
        </pc:sldMkLst>
        <pc:spChg chg="mod">
          <ac:chgData name="Mr. Sumit Sharma" userId="S::sumitsharma.cse@niet.co.in::0287a0e3-d7f5-4815-a5d5-4670a436bb9e" providerId="AD" clId="Web-{687C5E9E-EA70-7F60-0F73-6A13D528796D}" dt="2023-09-12T08:59:18.116" v="106" actId="20577"/>
          <ac:spMkLst>
            <pc:docMk/>
            <pc:sldMk cId="719459484" sldId="1625"/>
            <ac:spMk id="7" creationId="{00000000-0000-0000-0000-000000000000}"/>
          </ac:spMkLst>
        </pc:spChg>
        <pc:spChg chg="mod">
          <ac:chgData name="Mr. Sumit Sharma" userId="S::sumitsharma.cse@niet.co.in::0287a0e3-d7f5-4815-a5d5-4670a436bb9e" providerId="AD" clId="Web-{687C5E9E-EA70-7F60-0F73-6A13D528796D}" dt="2023-09-12T09:00:01.851" v="118" actId="20577"/>
          <ac:spMkLst>
            <pc:docMk/>
            <pc:sldMk cId="719459484" sldId="1625"/>
            <ac:spMk id="182" creationId="{FDC1A734-1528-FC7A-7C7C-B49C8922968A}"/>
          </ac:spMkLst>
        </pc:spChg>
      </pc:sldChg>
      <pc:sldChg chg="modSp add replId">
        <pc:chgData name="Mr. Sumit Sharma" userId="S::sumitsharma.cse@niet.co.in::0287a0e3-d7f5-4815-a5d5-4670a436bb9e" providerId="AD" clId="Web-{687C5E9E-EA70-7F60-0F73-6A13D528796D}" dt="2023-09-12T09:00:57.259" v="133" actId="20577"/>
        <pc:sldMkLst>
          <pc:docMk/>
          <pc:sldMk cId="1556240971" sldId="1626"/>
        </pc:sldMkLst>
        <pc:spChg chg="mod">
          <ac:chgData name="Mr. Sumit Sharma" userId="S::sumitsharma.cse@niet.co.in::0287a0e3-d7f5-4815-a5d5-4670a436bb9e" providerId="AD" clId="Web-{687C5E9E-EA70-7F60-0F73-6A13D528796D}" dt="2023-09-12T09:00:57.259" v="133" actId="20577"/>
          <ac:spMkLst>
            <pc:docMk/>
            <pc:sldMk cId="1556240971" sldId="1626"/>
            <ac:spMk id="182" creationId="{FDC1A734-1528-FC7A-7C7C-B49C8922968A}"/>
          </ac:spMkLst>
        </pc:spChg>
      </pc:sldChg>
      <pc:sldChg chg="modSp add replId">
        <pc:chgData name="Mr. Sumit Sharma" userId="S::sumitsharma.cse@niet.co.in::0287a0e3-d7f5-4815-a5d5-4670a436bb9e" providerId="AD" clId="Web-{687C5E9E-EA70-7F60-0F73-6A13D528796D}" dt="2023-09-12T09:08:07.817" v="217" actId="14100"/>
        <pc:sldMkLst>
          <pc:docMk/>
          <pc:sldMk cId="3976822806" sldId="1627"/>
        </pc:sldMkLst>
        <pc:spChg chg="mod">
          <ac:chgData name="Mr. Sumit Sharma" userId="S::sumitsharma.cse@niet.co.in::0287a0e3-d7f5-4815-a5d5-4670a436bb9e" providerId="AD" clId="Web-{687C5E9E-EA70-7F60-0F73-6A13D528796D}" dt="2023-09-12T09:01:19.713" v="136" actId="20577"/>
          <ac:spMkLst>
            <pc:docMk/>
            <pc:sldMk cId="3976822806" sldId="1627"/>
            <ac:spMk id="7" creationId="{00000000-0000-0000-0000-000000000000}"/>
          </ac:spMkLst>
        </pc:spChg>
        <pc:spChg chg="mod">
          <ac:chgData name="Mr. Sumit Sharma" userId="S::sumitsharma.cse@niet.co.in::0287a0e3-d7f5-4815-a5d5-4670a436bb9e" providerId="AD" clId="Web-{687C5E9E-EA70-7F60-0F73-6A13D528796D}" dt="2023-09-12T09:08:07.817" v="217" actId="14100"/>
          <ac:spMkLst>
            <pc:docMk/>
            <pc:sldMk cId="3976822806" sldId="1627"/>
            <ac:spMk id="182" creationId="{FDC1A734-1528-FC7A-7C7C-B49C8922968A}"/>
          </ac:spMkLst>
        </pc:spChg>
      </pc:sldChg>
      <pc:sldChg chg="modSp add replId">
        <pc:chgData name="Mr. Sumit Sharma" userId="S::sumitsharma.cse@niet.co.in::0287a0e3-d7f5-4815-a5d5-4670a436bb9e" providerId="AD" clId="Web-{687C5E9E-EA70-7F60-0F73-6A13D528796D}" dt="2023-09-12T09:07:05.050" v="204" actId="20577"/>
        <pc:sldMkLst>
          <pc:docMk/>
          <pc:sldMk cId="3368049691" sldId="1628"/>
        </pc:sldMkLst>
        <pc:spChg chg="mod">
          <ac:chgData name="Mr. Sumit Sharma" userId="S::sumitsharma.cse@niet.co.in::0287a0e3-d7f5-4815-a5d5-4670a436bb9e" providerId="AD" clId="Web-{687C5E9E-EA70-7F60-0F73-6A13D528796D}" dt="2023-09-12T09:04:09.077" v="159" actId="20577"/>
          <ac:spMkLst>
            <pc:docMk/>
            <pc:sldMk cId="3368049691" sldId="1628"/>
            <ac:spMk id="7" creationId="{00000000-0000-0000-0000-000000000000}"/>
          </ac:spMkLst>
        </pc:spChg>
        <pc:spChg chg="mod">
          <ac:chgData name="Mr. Sumit Sharma" userId="S::sumitsharma.cse@niet.co.in::0287a0e3-d7f5-4815-a5d5-4670a436bb9e" providerId="AD" clId="Web-{687C5E9E-EA70-7F60-0F73-6A13D528796D}" dt="2023-09-12T09:07:05.050" v="204" actId="20577"/>
          <ac:spMkLst>
            <pc:docMk/>
            <pc:sldMk cId="3368049691" sldId="1628"/>
            <ac:spMk id="182" creationId="{FDC1A734-1528-FC7A-7C7C-B49C8922968A}"/>
          </ac:spMkLst>
        </pc:spChg>
      </pc:sldChg>
      <pc:sldChg chg="modSp add replId">
        <pc:chgData name="Mr. Sumit Sharma" userId="S::sumitsharma.cse@niet.co.in::0287a0e3-d7f5-4815-a5d5-4670a436bb9e" providerId="AD" clId="Web-{687C5E9E-EA70-7F60-0F73-6A13D528796D}" dt="2023-09-12T09:06:23.283" v="184" actId="20577"/>
        <pc:sldMkLst>
          <pc:docMk/>
          <pc:sldMk cId="821847592" sldId="1629"/>
        </pc:sldMkLst>
        <pc:spChg chg="mod">
          <ac:chgData name="Mr. Sumit Sharma" userId="S::sumitsharma.cse@niet.co.in::0287a0e3-d7f5-4815-a5d5-4670a436bb9e" providerId="AD" clId="Web-{687C5E9E-EA70-7F60-0F73-6A13D528796D}" dt="2023-09-12T09:05:56.939" v="176" actId="20577"/>
          <ac:spMkLst>
            <pc:docMk/>
            <pc:sldMk cId="821847592" sldId="1629"/>
            <ac:spMk id="7" creationId="{00000000-0000-0000-0000-000000000000}"/>
          </ac:spMkLst>
        </pc:spChg>
        <pc:spChg chg="mod">
          <ac:chgData name="Mr. Sumit Sharma" userId="S::sumitsharma.cse@niet.co.in::0287a0e3-d7f5-4815-a5d5-4670a436bb9e" providerId="AD" clId="Web-{687C5E9E-EA70-7F60-0F73-6A13D528796D}" dt="2023-09-12T09:06:23.283" v="184" actId="20577"/>
          <ac:spMkLst>
            <pc:docMk/>
            <pc:sldMk cId="821847592" sldId="1629"/>
            <ac:spMk id="182" creationId="{FDC1A734-1528-FC7A-7C7C-B49C8922968A}"/>
          </ac:spMkLst>
        </pc:spChg>
      </pc:sldChg>
      <pc:sldChg chg="modSp add replId">
        <pc:chgData name="Mr. Sumit Sharma" userId="S::sumitsharma.cse@niet.co.in::0287a0e3-d7f5-4815-a5d5-4670a436bb9e" providerId="AD" clId="Web-{687C5E9E-EA70-7F60-0F73-6A13D528796D}" dt="2023-09-12T09:09:06.022" v="227" actId="20577"/>
        <pc:sldMkLst>
          <pc:docMk/>
          <pc:sldMk cId="720429055" sldId="1630"/>
        </pc:sldMkLst>
        <pc:spChg chg="mod">
          <ac:chgData name="Mr. Sumit Sharma" userId="S::sumitsharma.cse@niet.co.in::0287a0e3-d7f5-4815-a5d5-4670a436bb9e" providerId="AD" clId="Web-{687C5E9E-EA70-7F60-0F73-6A13D528796D}" dt="2023-09-12T09:09:06.022" v="227" actId="20577"/>
          <ac:spMkLst>
            <pc:docMk/>
            <pc:sldMk cId="720429055" sldId="1630"/>
            <ac:spMk id="182" creationId="{FDC1A734-1528-FC7A-7C7C-B49C8922968A}"/>
          </ac:spMkLst>
        </pc:spChg>
      </pc:sldChg>
    </pc:docChg>
  </pc:docChgLst>
  <pc:docChgLst>
    <pc:chgData name="Mr. Sumit Sharma" userId="S::sumitsharma.cse@niet.co.in::0287a0e3-d7f5-4815-a5d5-4670a436bb9e" providerId="AD" clId="Web-{679FD096-6A17-F560-234F-281B2969DF71}"/>
    <pc:docChg chg="addSld delSld modSld sldOrd">
      <pc:chgData name="Mr. Sumit Sharma" userId="S::sumitsharma.cse@niet.co.in::0287a0e3-d7f5-4815-a5d5-4670a436bb9e" providerId="AD" clId="Web-{679FD096-6A17-F560-234F-281B2969DF71}" dt="2023-09-25T04:29:07.322" v="175" actId="20577"/>
      <pc:docMkLst>
        <pc:docMk/>
      </pc:docMkLst>
      <pc:sldChg chg="modSp ord">
        <pc:chgData name="Mr. Sumit Sharma" userId="S::sumitsharma.cse@niet.co.in::0287a0e3-d7f5-4815-a5d5-4670a436bb9e" providerId="AD" clId="Web-{679FD096-6A17-F560-234F-281B2969DF71}" dt="2023-09-25T04:23:05.299" v="94"/>
        <pc:sldMkLst>
          <pc:docMk/>
          <pc:sldMk cId="2717630238" sldId="281"/>
        </pc:sldMkLst>
        <pc:spChg chg="mod">
          <ac:chgData name="Mr. Sumit Sharma" userId="S::sumitsharma.cse@niet.co.in::0287a0e3-d7f5-4815-a5d5-4670a436bb9e" providerId="AD" clId="Web-{679FD096-6A17-F560-234F-281B2969DF71}" dt="2023-09-25T04:16:37.353" v="1" actId="20577"/>
          <ac:spMkLst>
            <pc:docMk/>
            <pc:sldMk cId="2717630238" sldId="281"/>
            <ac:spMk id="7" creationId="{00000000-0000-0000-0000-000000000000}"/>
          </ac:spMkLst>
        </pc:spChg>
        <pc:spChg chg="mod">
          <ac:chgData name="Mr. Sumit Sharma" userId="S::sumitsharma.cse@niet.co.in::0287a0e3-d7f5-4815-a5d5-4670a436bb9e" providerId="AD" clId="Web-{679FD096-6A17-F560-234F-281B2969DF71}" dt="2023-09-25T04:21:16.281" v="72" actId="14100"/>
          <ac:spMkLst>
            <pc:docMk/>
            <pc:sldMk cId="2717630238" sldId="281"/>
            <ac:spMk id="8" creationId="{D7F71052-C096-41E2-9234-43D568F9BDDA}"/>
          </ac:spMkLst>
        </pc:spChg>
      </pc:sldChg>
      <pc:sldChg chg="modSp">
        <pc:chgData name="Mr. Sumit Sharma" userId="S::sumitsharma.cse@niet.co.in::0287a0e3-d7f5-4815-a5d5-4670a436bb9e" providerId="AD" clId="Web-{679FD096-6A17-F560-234F-281B2969DF71}" dt="2023-09-25T04:22:55.892" v="92" actId="20577"/>
        <pc:sldMkLst>
          <pc:docMk/>
          <pc:sldMk cId="14382847" sldId="1560"/>
        </pc:sldMkLst>
        <pc:spChg chg="mod">
          <ac:chgData name="Mr. Sumit Sharma" userId="S::sumitsharma.cse@niet.co.in::0287a0e3-d7f5-4815-a5d5-4670a436bb9e" providerId="AD" clId="Web-{679FD096-6A17-F560-234F-281B2969DF71}" dt="2023-09-25T04:22:11.985" v="81" actId="20577"/>
          <ac:spMkLst>
            <pc:docMk/>
            <pc:sldMk cId="14382847" sldId="1560"/>
            <ac:spMk id="7" creationId="{00000000-0000-0000-0000-000000000000}"/>
          </ac:spMkLst>
        </pc:spChg>
        <pc:graphicFrameChg chg="modGraphic">
          <ac:chgData name="Mr. Sumit Sharma" userId="S::sumitsharma.cse@niet.co.in::0287a0e3-d7f5-4815-a5d5-4670a436bb9e" providerId="AD" clId="Web-{679FD096-6A17-F560-234F-281B2969DF71}" dt="2023-09-25T04:22:55.892" v="92" actId="20577"/>
          <ac:graphicFrameMkLst>
            <pc:docMk/>
            <pc:sldMk cId="14382847" sldId="1560"/>
            <ac:graphicFrameMk id="28" creationId="{7911BCD3-FD89-BC16-4A6F-1F614AC172FE}"/>
          </ac:graphicFrameMkLst>
        </pc:graphicFrameChg>
      </pc:sldChg>
      <pc:sldChg chg="del">
        <pc:chgData name="Mr. Sumit Sharma" userId="S::sumitsharma.cse@niet.co.in::0287a0e3-d7f5-4815-a5d5-4670a436bb9e" providerId="AD" clId="Web-{679FD096-6A17-F560-234F-281B2969DF71}" dt="2023-09-25T04:26:38.428" v="131"/>
        <pc:sldMkLst>
          <pc:docMk/>
          <pc:sldMk cId="472746572" sldId="1562"/>
        </pc:sldMkLst>
      </pc:sldChg>
      <pc:sldChg chg="del">
        <pc:chgData name="Mr. Sumit Sharma" userId="S::sumitsharma.cse@niet.co.in::0287a0e3-d7f5-4815-a5d5-4670a436bb9e" providerId="AD" clId="Web-{679FD096-6A17-F560-234F-281B2969DF71}" dt="2023-09-25T04:23:26.252" v="95"/>
        <pc:sldMkLst>
          <pc:docMk/>
          <pc:sldMk cId="560792800" sldId="1601"/>
        </pc:sldMkLst>
      </pc:sldChg>
      <pc:sldChg chg="modSp">
        <pc:chgData name="Mr. Sumit Sharma" userId="S::sumitsharma.cse@niet.co.in::0287a0e3-d7f5-4815-a5d5-4670a436bb9e" providerId="AD" clId="Web-{679FD096-6A17-F560-234F-281B2969DF71}" dt="2023-09-25T04:26:09.318" v="130" actId="20577"/>
        <pc:sldMkLst>
          <pc:docMk/>
          <pc:sldMk cId="1147002948" sldId="1602"/>
        </pc:sldMkLst>
        <pc:spChg chg="mod">
          <ac:chgData name="Mr. Sumit Sharma" userId="S::sumitsharma.cse@niet.co.in::0287a0e3-d7f5-4815-a5d5-4670a436bb9e" providerId="AD" clId="Web-{679FD096-6A17-F560-234F-281B2969DF71}" dt="2023-09-25T04:24:25.441" v="104" actId="20577"/>
          <ac:spMkLst>
            <pc:docMk/>
            <pc:sldMk cId="1147002948" sldId="1602"/>
            <ac:spMk id="7" creationId="{00000000-0000-0000-0000-000000000000}"/>
          </ac:spMkLst>
        </pc:spChg>
        <pc:graphicFrameChg chg="modGraphic">
          <ac:chgData name="Mr. Sumit Sharma" userId="S::sumitsharma.cse@niet.co.in::0287a0e3-d7f5-4815-a5d5-4670a436bb9e" providerId="AD" clId="Web-{679FD096-6A17-F560-234F-281B2969DF71}" dt="2023-09-25T04:26:09.318" v="130" actId="20577"/>
          <ac:graphicFrameMkLst>
            <pc:docMk/>
            <pc:sldMk cId="1147002948" sldId="1602"/>
            <ac:graphicFrameMk id="28" creationId="{7911BCD3-FD89-BC16-4A6F-1F614AC172FE}"/>
          </ac:graphicFrameMkLst>
        </pc:graphicFrameChg>
      </pc:sldChg>
      <pc:sldChg chg="del">
        <pc:chgData name="Mr. Sumit Sharma" userId="S::sumitsharma.cse@niet.co.in::0287a0e3-d7f5-4815-a5d5-4670a436bb9e" providerId="AD" clId="Web-{679FD096-6A17-F560-234F-281B2969DF71}" dt="2023-09-25T04:26:43.006" v="158"/>
        <pc:sldMkLst>
          <pc:docMk/>
          <pc:sldMk cId="770435180" sldId="1604"/>
        </pc:sldMkLst>
      </pc:sldChg>
      <pc:sldChg chg="modSp add replId">
        <pc:chgData name="Mr. Sumit Sharma" userId="S::sumitsharma.cse@niet.co.in::0287a0e3-d7f5-4815-a5d5-4670a436bb9e" providerId="AD" clId="Web-{679FD096-6A17-F560-234F-281B2969DF71}" dt="2023-09-25T04:29:07.322" v="175" actId="20577"/>
        <pc:sldMkLst>
          <pc:docMk/>
          <pc:sldMk cId="1040383172" sldId="1604"/>
        </pc:sldMkLst>
        <pc:spChg chg="mod">
          <ac:chgData name="Mr. Sumit Sharma" userId="S::sumitsharma.cse@niet.co.in::0287a0e3-d7f5-4815-a5d5-4670a436bb9e" providerId="AD" clId="Web-{679FD096-6A17-F560-234F-281B2969DF71}" dt="2023-09-25T04:28:27.883" v="168" actId="20577"/>
          <ac:spMkLst>
            <pc:docMk/>
            <pc:sldMk cId="1040383172" sldId="1604"/>
            <ac:spMk id="7" creationId="{00000000-0000-0000-0000-000000000000}"/>
          </ac:spMkLst>
        </pc:spChg>
        <pc:graphicFrameChg chg="modGraphic">
          <ac:chgData name="Mr. Sumit Sharma" userId="S::sumitsharma.cse@niet.co.in::0287a0e3-d7f5-4815-a5d5-4670a436bb9e" providerId="AD" clId="Web-{679FD096-6A17-F560-234F-281B2969DF71}" dt="2023-09-25T04:29:07.322" v="175" actId="20577"/>
          <ac:graphicFrameMkLst>
            <pc:docMk/>
            <pc:sldMk cId="1040383172" sldId="1604"/>
            <ac:graphicFrameMk id="28" creationId="{7911BCD3-FD89-BC16-4A6F-1F614AC172FE}"/>
          </ac:graphicFrameMkLst>
        </pc:graphicFrameChg>
      </pc:sldChg>
      <pc:sldChg chg="del">
        <pc:chgData name="Mr. Sumit Sharma" userId="S::sumitsharma.cse@niet.co.in::0287a0e3-d7f5-4815-a5d5-4670a436bb9e" providerId="AD" clId="Web-{679FD096-6A17-F560-234F-281B2969DF71}" dt="2023-09-25T04:26:42.991" v="157"/>
        <pc:sldMkLst>
          <pc:docMk/>
          <pc:sldMk cId="3501026821" sldId="1605"/>
        </pc:sldMkLst>
      </pc:sldChg>
      <pc:sldChg chg="del">
        <pc:chgData name="Mr. Sumit Sharma" userId="S::sumitsharma.cse@niet.co.in::0287a0e3-d7f5-4815-a5d5-4670a436bb9e" providerId="AD" clId="Web-{679FD096-6A17-F560-234F-281B2969DF71}" dt="2023-09-25T04:26:42.991" v="156"/>
        <pc:sldMkLst>
          <pc:docMk/>
          <pc:sldMk cId="342949744" sldId="1606"/>
        </pc:sldMkLst>
      </pc:sldChg>
      <pc:sldChg chg="del">
        <pc:chgData name="Mr. Sumit Sharma" userId="S::sumitsharma.cse@niet.co.in::0287a0e3-d7f5-4815-a5d5-4670a436bb9e" providerId="AD" clId="Web-{679FD096-6A17-F560-234F-281B2969DF71}" dt="2023-09-25T04:26:42.991" v="155"/>
        <pc:sldMkLst>
          <pc:docMk/>
          <pc:sldMk cId="4199993203" sldId="1607"/>
        </pc:sldMkLst>
      </pc:sldChg>
      <pc:sldChg chg="del">
        <pc:chgData name="Mr. Sumit Sharma" userId="S::sumitsharma.cse@niet.co.in::0287a0e3-d7f5-4815-a5d5-4670a436bb9e" providerId="AD" clId="Web-{679FD096-6A17-F560-234F-281B2969DF71}" dt="2023-09-25T04:26:42.991" v="154"/>
        <pc:sldMkLst>
          <pc:docMk/>
          <pc:sldMk cId="2337258122" sldId="1608"/>
        </pc:sldMkLst>
      </pc:sldChg>
      <pc:sldChg chg="del">
        <pc:chgData name="Mr. Sumit Sharma" userId="S::sumitsharma.cse@niet.co.in::0287a0e3-d7f5-4815-a5d5-4670a436bb9e" providerId="AD" clId="Web-{679FD096-6A17-F560-234F-281B2969DF71}" dt="2023-09-25T04:26:42.991" v="153"/>
        <pc:sldMkLst>
          <pc:docMk/>
          <pc:sldMk cId="187815721" sldId="1609"/>
        </pc:sldMkLst>
      </pc:sldChg>
      <pc:sldChg chg="del">
        <pc:chgData name="Mr. Sumit Sharma" userId="S::sumitsharma.cse@niet.co.in::0287a0e3-d7f5-4815-a5d5-4670a436bb9e" providerId="AD" clId="Web-{679FD096-6A17-F560-234F-281B2969DF71}" dt="2023-09-25T04:26:42.991" v="152"/>
        <pc:sldMkLst>
          <pc:docMk/>
          <pc:sldMk cId="3928331190" sldId="1610"/>
        </pc:sldMkLst>
      </pc:sldChg>
      <pc:sldChg chg="del">
        <pc:chgData name="Mr. Sumit Sharma" userId="S::sumitsharma.cse@niet.co.in::0287a0e3-d7f5-4815-a5d5-4670a436bb9e" providerId="AD" clId="Web-{679FD096-6A17-F560-234F-281B2969DF71}" dt="2023-09-25T04:26:42.991" v="151"/>
        <pc:sldMkLst>
          <pc:docMk/>
          <pc:sldMk cId="1877501331" sldId="1611"/>
        </pc:sldMkLst>
      </pc:sldChg>
      <pc:sldChg chg="del">
        <pc:chgData name="Mr. Sumit Sharma" userId="S::sumitsharma.cse@niet.co.in::0287a0e3-d7f5-4815-a5d5-4670a436bb9e" providerId="AD" clId="Web-{679FD096-6A17-F560-234F-281B2969DF71}" dt="2023-09-25T04:26:42.991" v="150"/>
        <pc:sldMkLst>
          <pc:docMk/>
          <pc:sldMk cId="717088700" sldId="1612"/>
        </pc:sldMkLst>
      </pc:sldChg>
      <pc:sldChg chg="del">
        <pc:chgData name="Mr. Sumit Sharma" userId="S::sumitsharma.cse@niet.co.in::0287a0e3-d7f5-4815-a5d5-4670a436bb9e" providerId="AD" clId="Web-{679FD096-6A17-F560-234F-281B2969DF71}" dt="2023-09-25T04:26:42.991" v="149"/>
        <pc:sldMkLst>
          <pc:docMk/>
          <pc:sldMk cId="514159642" sldId="1613"/>
        </pc:sldMkLst>
      </pc:sldChg>
      <pc:sldChg chg="del">
        <pc:chgData name="Mr. Sumit Sharma" userId="S::sumitsharma.cse@niet.co.in::0287a0e3-d7f5-4815-a5d5-4670a436bb9e" providerId="AD" clId="Web-{679FD096-6A17-F560-234F-281B2969DF71}" dt="2023-09-25T04:26:42.991" v="148"/>
        <pc:sldMkLst>
          <pc:docMk/>
          <pc:sldMk cId="3570345156" sldId="1614"/>
        </pc:sldMkLst>
      </pc:sldChg>
      <pc:sldChg chg="del">
        <pc:chgData name="Mr. Sumit Sharma" userId="S::sumitsharma.cse@niet.co.in::0287a0e3-d7f5-4815-a5d5-4670a436bb9e" providerId="AD" clId="Web-{679FD096-6A17-F560-234F-281B2969DF71}" dt="2023-09-25T04:26:42.975" v="147"/>
        <pc:sldMkLst>
          <pc:docMk/>
          <pc:sldMk cId="2515123753" sldId="1615"/>
        </pc:sldMkLst>
      </pc:sldChg>
      <pc:sldChg chg="del">
        <pc:chgData name="Mr. Sumit Sharma" userId="S::sumitsharma.cse@niet.co.in::0287a0e3-d7f5-4815-a5d5-4670a436bb9e" providerId="AD" clId="Web-{679FD096-6A17-F560-234F-281B2969DF71}" dt="2023-09-25T04:26:42.975" v="146"/>
        <pc:sldMkLst>
          <pc:docMk/>
          <pc:sldMk cId="745149550" sldId="1616"/>
        </pc:sldMkLst>
      </pc:sldChg>
      <pc:sldChg chg="del">
        <pc:chgData name="Mr. Sumit Sharma" userId="S::sumitsharma.cse@niet.co.in::0287a0e3-d7f5-4815-a5d5-4670a436bb9e" providerId="AD" clId="Web-{679FD096-6A17-F560-234F-281B2969DF71}" dt="2023-09-25T04:26:42.975" v="145"/>
        <pc:sldMkLst>
          <pc:docMk/>
          <pc:sldMk cId="612255534" sldId="1617"/>
        </pc:sldMkLst>
      </pc:sldChg>
      <pc:sldChg chg="del">
        <pc:chgData name="Mr. Sumit Sharma" userId="S::sumitsharma.cse@niet.co.in::0287a0e3-d7f5-4815-a5d5-4670a436bb9e" providerId="AD" clId="Web-{679FD096-6A17-F560-234F-281B2969DF71}" dt="2023-09-25T04:26:42.975" v="144"/>
        <pc:sldMkLst>
          <pc:docMk/>
          <pc:sldMk cId="4093949934" sldId="1618"/>
        </pc:sldMkLst>
      </pc:sldChg>
      <pc:sldChg chg="del">
        <pc:chgData name="Mr. Sumit Sharma" userId="S::sumitsharma.cse@niet.co.in::0287a0e3-d7f5-4815-a5d5-4670a436bb9e" providerId="AD" clId="Web-{679FD096-6A17-F560-234F-281B2969DF71}" dt="2023-09-25T04:26:42.975" v="143"/>
        <pc:sldMkLst>
          <pc:docMk/>
          <pc:sldMk cId="1339190433" sldId="1619"/>
        </pc:sldMkLst>
      </pc:sldChg>
      <pc:sldChg chg="del">
        <pc:chgData name="Mr. Sumit Sharma" userId="S::sumitsharma.cse@niet.co.in::0287a0e3-d7f5-4815-a5d5-4670a436bb9e" providerId="AD" clId="Web-{679FD096-6A17-F560-234F-281B2969DF71}" dt="2023-09-25T04:26:42.975" v="142"/>
        <pc:sldMkLst>
          <pc:docMk/>
          <pc:sldMk cId="2160946289" sldId="1620"/>
        </pc:sldMkLst>
      </pc:sldChg>
      <pc:sldChg chg="del">
        <pc:chgData name="Mr. Sumit Sharma" userId="S::sumitsharma.cse@niet.co.in::0287a0e3-d7f5-4815-a5d5-4670a436bb9e" providerId="AD" clId="Web-{679FD096-6A17-F560-234F-281B2969DF71}" dt="2023-09-25T04:26:42.975" v="141"/>
        <pc:sldMkLst>
          <pc:docMk/>
          <pc:sldMk cId="2931088248" sldId="1621"/>
        </pc:sldMkLst>
      </pc:sldChg>
      <pc:sldChg chg="del">
        <pc:chgData name="Mr. Sumit Sharma" userId="S::sumitsharma.cse@niet.co.in::0287a0e3-d7f5-4815-a5d5-4670a436bb9e" providerId="AD" clId="Web-{679FD096-6A17-F560-234F-281B2969DF71}" dt="2023-09-25T04:26:42.975" v="140"/>
        <pc:sldMkLst>
          <pc:docMk/>
          <pc:sldMk cId="2795272576" sldId="1622"/>
        </pc:sldMkLst>
      </pc:sldChg>
      <pc:sldChg chg="del">
        <pc:chgData name="Mr. Sumit Sharma" userId="S::sumitsharma.cse@niet.co.in::0287a0e3-d7f5-4815-a5d5-4670a436bb9e" providerId="AD" clId="Web-{679FD096-6A17-F560-234F-281B2969DF71}" dt="2023-09-25T04:26:42.975" v="139"/>
        <pc:sldMkLst>
          <pc:docMk/>
          <pc:sldMk cId="3568023145" sldId="1623"/>
        </pc:sldMkLst>
      </pc:sldChg>
      <pc:sldChg chg="del">
        <pc:chgData name="Mr. Sumit Sharma" userId="S::sumitsharma.cse@niet.co.in::0287a0e3-d7f5-4815-a5d5-4670a436bb9e" providerId="AD" clId="Web-{679FD096-6A17-F560-234F-281B2969DF71}" dt="2023-09-25T04:26:42.975" v="138"/>
        <pc:sldMkLst>
          <pc:docMk/>
          <pc:sldMk cId="1044315574" sldId="1624"/>
        </pc:sldMkLst>
      </pc:sldChg>
      <pc:sldChg chg="del">
        <pc:chgData name="Mr. Sumit Sharma" userId="S::sumitsharma.cse@niet.co.in::0287a0e3-d7f5-4815-a5d5-4670a436bb9e" providerId="AD" clId="Web-{679FD096-6A17-F560-234F-281B2969DF71}" dt="2023-09-25T04:26:42.959" v="137"/>
        <pc:sldMkLst>
          <pc:docMk/>
          <pc:sldMk cId="719459484" sldId="1625"/>
        </pc:sldMkLst>
      </pc:sldChg>
      <pc:sldChg chg="del">
        <pc:chgData name="Mr. Sumit Sharma" userId="S::sumitsharma.cse@niet.co.in::0287a0e3-d7f5-4815-a5d5-4670a436bb9e" providerId="AD" clId="Web-{679FD096-6A17-F560-234F-281B2969DF71}" dt="2023-09-25T04:26:42.959" v="136"/>
        <pc:sldMkLst>
          <pc:docMk/>
          <pc:sldMk cId="1556240971" sldId="1626"/>
        </pc:sldMkLst>
      </pc:sldChg>
      <pc:sldChg chg="del">
        <pc:chgData name="Mr. Sumit Sharma" userId="S::sumitsharma.cse@niet.co.in::0287a0e3-d7f5-4815-a5d5-4670a436bb9e" providerId="AD" clId="Web-{679FD096-6A17-F560-234F-281B2969DF71}" dt="2023-09-25T04:26:42.959" v="135"/>
        <pc:sldMkLst>
          <pc:docMk/>
          <pc:sldMk cId="3976822806" sldId="1627"/>
        </pc:sldMkLst>
      </pc:sldChg>
      <pc:sldChg chg="del">
        <pc:chgData name="Mr. Sumit Sharma" userId="S::sumitsharma.cse@niet.co.in::0287a0e3-d7f5-4815-a5d5-4670a436bb9e" providerId="AD" clId="Web-{679FD096-6A17-F560-234F-281B2969DF71}" dt="2023-09-25T04:26:42.959" v="134"/>
        <pc:sldMkLst>
          <pc:docMk/>
          <pc:sldMk cId="3368049691" sldId="1628"/>
        </pc:sldMkLst>
      </pc:sldChg>
      <pc:sldChg chg="del">
        <pc:chgData name="Mr. Sumit Sharma" userId="S::sumitsharma.cse@niet.co.in::0287a0e3-d7f5-4815-a5d5-4670a436bb9e" providerId="AD" clId="Web-{679FD096-6A17-F560-234F-281B2969DF71}" dt="2023-09-25T04:26:42.959" v="133"/>
        <pc:sldMkLst>
          <pc:docMk/>
          <pc:sldMk cId="821847592" sldId="1629"/>
        </pc:sldMkLst>
      </pc:sldChg>
      <pc:sldChg chg="del">
        <pc:chgData name="Mr. Sumit Sharma" userId="S::sumitsharma.cse@niet.co.in::0287a0e3-d7f5-4815-a5d5-4670a436bb9e" providerId="AD" clId="Web-{679FD096-6A17-F560-234F-281B2969DF71}" dt="2023-09-25T04:26:42.959" v="132"/>
        <pc:sldMkLst>
          <pc:docMk/>
          <pc:sldMk cId="720429055" sldId="1630"/>
        </pc:sldMkLst>
      </pc:sldChg>
    </pc:docChg>
  </pc:docChgLst>
  <pc:docChgLst>
    <pc:chgData name="Mr. Sumit Sharma" userId="S::sumitsharma.cse@niet.co.in::0287a0e3-d7f5-4815-a5d5-4670a436bb9e" providerId="AD" clId="Web-{11092429-62C6-43B0-82AD-D0162A1C50B3}"/>
    <pc:docChg chg="modSld">
      <pc:chgData name="Mr. Sumit Sharma" userId="S::sumitsharma.cse@niet.co.in::0287a0e3-d7f5-4815-a5d5-4670a436bb9e" providerId="AD" clId="Web-{11092429-62C6-43B0-82AD-D0162A1C50B3}" dt="2023-08-23T04:15:00.470" v="96" actId="20577"/>
      <pc:docMkLst>
        <pc:docMk/>
      </pc:docMkLst>
      <pc:sldChg chg="modSp">
        <pc:chgData name="Mr. Sumit Sharma" userId="S::sumitsharma.cse@niet.co.in::0287a0e3-d7f5-4815-a5d5-4670a436bb9e" providerId="AD" clId="Web-{11092429-62C6-43B0-82AD-D0162A1C50B3}" dt="2023-08-23T04:02:11.652" v="7" actId="20577"/>
        <pc:sldMkLst>
          <pc:docMk/>
          <pc:sldMk cId="3419601306" sldId="1566"/>
        </pc:sldMkLst>
        <pc:spChg chg="mod">
          <ac:chgData name="Mr. Sumit Sharma" userId="S::sumitsharma.cse@niet.co.in::0287a0e3-d7f5-4815-a5d5-4670a436bb9e" providerId="AD" clId="Web-{11092429-62C6-43B0-82AD-D0162A1C50B3}" dt="2023-08-23T04:02:11.652" v="7" actId="20577"/>
          <ac:spMkLst>
            <pc:docMk/>
            <pc:sldMk cId="3419601306" sldId="1566"/>
            <ac:spMk id="3" creationId="{F8CC24E1-E4CB-4555-AAFE-79673E88E287}"/>
          </ac:spMkLst>
        </pc:spChg>
      </pc:sldChg>
      <pc:sldChg chg="modSp">
        <pc:chgData name="Mr. Sumit Sharma" userId="S::sumitsharma.cse@niet.co.in::0287a0e3-d7f5-4815-a5d5-4670a436bb9e" providerId="AD" clId="Web-{11092429-62C6-43B0-82AD-D0162A1C50B3}" dt="2023-08-23T04:03:02.232" v="12" actId="20577"/>
        <pc:sldMkLst>
          <pc:docMk/>
          <pc:sldMk cId="900405711" sldId="1567"/>
        </pc:sldMkLst>
        <pc:spChg chg="mod">
          <ac:chgData name="Mr. Sumit Sharma" userId="S::sumitsharma.cse@niet.co.in::0287a0e3-d7f5-4815-a5d5-4670a436bb9e" providerId="AD" clId="Web-{11092429-62C6-43B0-82AD-D0162A1C50B3}" dt="2023-08-23T04:03:02.232" v="12" actId="20577"/>
          <ac:spMkLst>
            <pc:docMk/>
            <pc:sldMk cId="900405711" sldId="1567"/>
            <ac:spMk id="3" creationId="{F8CC24E1-E4CB-4555-AAFE-79673E88E287}"/>
          </ac:spMkLst>
        </pc:spChg>
      </pc:sldChg>
      <pc:sldChg chg="modSp">
        <pc:chgData name="Mr. Sumit Sharma" userId="S::sumitsharma.cse@niet.co.in::0287a0e3-d7f5-4815-a5d5-4670a436bb9e" providerId="AD" clId="Web-{11092429-62C6-43B0-82AD-D0162A1C50B3}" dt="2023-08-23T04:03:56.921" v="21" actId="20577"/>
        <pc:sldMkLst>
          <pc:docMk/>
          <pc:sldMk cId="1404751568" sldId="1568"/>
        </pc:sldMkLst>
        <pc:spChg chg="mod">
          <ac:chgData name="Mr. Sumit Sharma" userId="S::sumitsharma.cse@niet.co.in::0287a0e3-d7f5-4815-a5d5-4670a436bb9e" providerId="AD" clId="Web-{11092429-62C6-43B0-82AD-D0162A1C50B3}" dt="2023-08-23T04:03:56.921" v="21" actId="20577"/>
          <ac:spMkLst>
            <pc:docMk/>
            <pc:sldMk cId="1404751568" sldId="1568"/>
            <ac:spMk id="3" creationId="{F8CC24E1-E4CB-4555-AAFE-79673E88E287}"/>
          </ac:spMkLst>
        </pc:spChg>
      </pc:sldChg>
      <pc:sldChg chg="modSp">
        <pc:chgData name="Mr. Sumit Sharma" userId="S::sumitsharma.cse@niet.co.in::0287a0e3-d7f5-4815-a5d5-4670a436bb9e" providerId="AD" clId="Web-{11092429-62C6-43B0-82AD-D0162A1C50B3}" dt="2023-08-23T04:04:54.735" v="28" actId="20577"/>
        <pc:sldMkLst>
          <pc:docMk/>
          <pc:sldMk cId="1981118964" sldId="1569"/>
        </pc:sldMkLst>
        <pc:spChg chg="mod">
          <ac:chgData name="Mr. Sumit Sharma" userId="S::sumitsharma.cse@niet.co.in::0287a0e3-d7f5-4815-a5d5-4670a436bb9e" providerId="AD" clId="Web-{11092429-62C6-43B0-82AD-D0162A1C50B3}" dt="2023-08-23T04:04:54.735" v="28" actId="20577"/>
          <ac:spMkLst>
            <pc:docMk/>
            <pc:sldMk cId="1981118964" sldId="1569"/>
            <ac:spMk id="3" creationId="{F8CC24E1-E4CB-4555-AAFE-79673E88E287}"/>
          </ac:spMkLst>
        </pc:spChg>
      </pc:sldChg>
      <pc:sldChg chg="modSp">
        <pc:chgData name="Mr. Sumit Sharma" userId="S::sumitsharma.cse@niet.co.in::0287a0e3-d7f5-4815-a5d5-4670a436bb9e" providerId="AD" clId="Web-{11092429-62C6-43B0-82AD-D0162A1C50B3}" dt="2023-08-23T04:07:42.927" v="33" actId="20577"/>
        <pc:sldMkLst>
          <pc:docMk/>
          <pc:sldMk cId="2095559441" sldId="1570"/>
        </pc:sldMkLst>
        <pc:spChg chg="mod">
          <ac:chgData name="Mr. Sumit Sharma" userId="S::sumitsharma.cse@niet.co.in::0287a0e3-d7f5-4815-a5d5-4670a436bb9e" providerId="AD" clId="Web-{11092429-62C6-43B0-82AD-D0162A1C50B3}" dt="2023-08-23T04:07:42.927" v="33" actId="20577"/>
          <ac:spMkLst>
            <pc:docMk/>
            <pc:sldMk cId="2095559441" sldId="1570"/>
            <ac:spMk id="3" creationId="{F8CC24E1-E4CB-4555-AAFE-79673E88E287}"/>
          </ac:spMkLst>
        </pc:spChg>
      </pc:sldChg>
      <pc:sldChg chg="modSp">
        <pc:chgData name="Mr. Sumit Sharma" userId="S::sumitsharma.cse@niet.co.in::0287a0e3-d7f5-4815-a5d5-4670a436bb9e" providerId="AD" clId="Web-{11092429-62C6-43B0-82AD-D0162A1C50B3}" dt="2023-08-23T04:08:29.506" v="40" actId="20577"/>
        <pc:sldMkLst>
          <pc:docMk/>
          <pc:sldMk cId="2191441077" sldId="1571"/>
        </pc:sldMkLst>
        <pc:spChg chg="mod">
          <ac:chgData name="Mr. Sumit Sharma" userId="S::sumitsharma.cse@niet.co.in::0287a0e3-d7f5-4815-a5d5-4670a436bb9e" providerId="AD" clId="Web-{11092429-62C6-43B0-82AD-D0162A1C50B3}" dt="2023-08-23T04:08:29.506" v="40" actId="20577"/>
          <ac:spMkLst>
            <pc:docMk/>
            <pc:sldMk cId="2191441077" sldId="1571"/>
            <ac:spMk id="3" creationId="{F8CC24E1-E4CB-4555-AAFE-79673E88E287}"/>
          </ac:spMkLst>
        </pc:spChg>
      </pc:sldChg>
      <pc:sldChg chg="modSp">
        <pc:chgData name="Mr. Sumit Sharma" userId="S::sumitsharma.cse@niet.co.in::0287a0e3-d7f5-4815-a5d5-4670a436bb9e" providerId="AD" clId="Web-{11092429-62C6-43B0-82AD-D0162A1C50B3}" dt="2023-08-23T04:09:16.867" v="45" actId="20577"/>
        <pc:sldMkLst>
          <pc:docMk/>
          <pc:sldMk cId="713500298" sldId="1572"/>
        </pc:sldMkLst>
        <pc:spChg chg="mod">
          <ac:chgData name="Mr. Sumit Sharma" userId="S::sumitsharma.cse@niet.co.in::0287a0e3-d7f5-4815-a5d5-4670a436bb9e" providerId="AD" clId="Web-{11092429-62C6-43B0-82AD-D0162A1C50B3}" dt="2023-08-23T04:09:16.867" v="45" actId="20577"/>
          <ac:spMkLst>
            <pc:docMk/>
            <pc:sldMk cId="713500298" sldId="1572"/>
            <ac:spMk id="3" creationId="{F8CC24E1-E4CB-4555-AAFE-79673E88E287}"/>
          </ac:spMkLst>
        </pc:spChg>
      </pc:sldChg>
      <pc:sldChg chg="modSp">
        <pc:chgData name="Mr. Sumit Sharma" userId="S::sumitsharma.cse@niet.co.in::0287a0e3-d7f5-4815-a5d5-4670a436bb9e" providerId="AD" clId="Web-{11092429-62C6-43B0-82AD-D0162A1C50B3}" dt="2023-08-23T04:10:12.634" v="53" actId="20577"/>
        <pc:sldMkLst>
          <pc:docMk/>
          <pc:sldMk cId="3739601138" sldId="1574"/>
        </pc:sldMkLst>
        <pc:spChg chg="mod">
          <ac:chgData name="Mr. Sumit Sharma" userId="S::sumitsharma.cse@niet.co.in::0287a0e3-d7f5-4815-a5d5-4670a436bb9e" providerId="AD" clId="Web-{11092429-62C6-43B0-82AD-D0162A1C50B3}" dt="2023-08-23T04:10:12.634" v="53" actId="20577"/>
          <ac:spMkLst>
            <pc:docMk/>
            <pc:sldMk cId="3739601138" sldId="1574"/>
            <ac:spMk id="3" creationId="{F8CC24E1-E4CB-4555-AAFE-79673E88E287}"/>
          </ac:spMkLst>
        </pc:spChg>
      </pc:sldChg>
      <pc:sldChg chg="modSp">
        <pc:chgData name="Mr. Sumit Sharma" userId="S::sumitsharma.cse@niet.co.in::0287a0e3-d7f5-4815-a5d5-4670a436bb9e" providerId="AD" clId="Web-{11092429-62C6-43B0-82AD-D0162A1C50B3}" dt="2023-08-23T04:10:56.885" v="58" actId="20577"/>
        <pc:sldMkLst>
          <pc:docMk/>
          <pc:sldMk cId="2718036721" sldId="1575"/>
        </pc:sldMkLst>
        <pc:spChg chg="mod">
          <ac:chgData name="Mr. Sumit Sharma" userId="S::sumitsharma.cse@niet.co.in::0287a0e3-d7f5-4815-a5d5-4670a436bb9e" providerId="AD" clId="Web-{11092429-62C6-43B0-82AD-D0162A1C50B3}" dt="2023-08-23T04:10:56.885" v="58" actId="20577"/>
          <ac:spMkLst>
            <pc:docMk/>
            <pc:sldMk cId="2718036721" sldId="1575"/>
            <ac:spMk id="3" creationId="{F8CC24E1-E4CB-4555-AAFE-79673E88E287}"/>
          </ac:spMkLst>
        </pc:spChg>
      </pc:sldChg>
      <pc:sldChg chg="modSp">
        <pc:chgData name="Mr. Sumit Sharma" userId="S::sumitsharma.cse@niet.co.in::0287a0e3-d7f5-4815-a5d5-4670a436bb9e" providerId="AD" clId="Web-{11092429-62C6-43B0-82AD-D0162A1C50B3}" dt="2023-08-23T04:11:28.355" v="62" actId="20577"/>
        <pc:sldMkLst>
          <pc:docMk/>
          <pc:sldMk cId="3848627097" sldId="1576"/>
        </pc:sldMkLst>
        <pc:spChg chg="mod">
          <ac:chgData name="Mr. Sumit Sharma" userId="S::sumitsharma.cse@niet.co.in::0287a0e3-d7f5-4815-a5d5-4670a436bb9e" providerId="AD" clId="Web-{11092429-62C6-43B0-82AD-D0162A1C50B3}" dt="2023-08-23T04:11:28.355" v="62" actId="20577"/>
          <ac:spMkLst>
            <pc:docMk/>
            <pc:sldMk cId="3848627097" sldId="1576"/>
            <ac:spMk id="3" creationId="{F8CC24E1-E4CB-4555-AAFE-79673E88E287}"/>
          </ac:spMkLst>
        </pc:spChg>
      </pc:sldChg>
      <pc:sldChg chg="modSp">
        <pc:chgData name="Mr. Sumit Sharma" userId="S::sumitsharma.cse@niet.co.in::0287a0e3-d7f5-4815-a5d5-4670a436bb9e" providerId="AD" clId="Web-{11092429-62C6-43B0-82AD-D0162A1C50B3}" dt="2023-08-23T04:12:07.559" v="69" actId="20577"/>
        <pc:sldMkLst>
          <pc:docMk/>
          <pc:sldMk cId="1492801541" sldId="1577"/>
        </pc:sldMkLst>
        <pc:spChg chg="mod">
          <ac:chgData name="Mr. Sumit Sharma" userId="S::sumitsharma.cse@niet.co.in::0287a0e3-d7f5-4815-a5d5-4670a436bb9e" providerId="AD" clId="Web-{11092429-62C6-43B0-82AD-D0162A1C50B3}" dt="2023-08-23T04:12:07.559" v="69" actId="20577"/>
          <ac:spMkLst>
            <pc:docMk/>
            <pc:sldMk cId="1492801541" sldId="1577"/>
            <ac:spMk id="3" creationId="{F8CC24E1-E4CB-4555-AAFE-79673E88E287}"/>
          </ac:spMkLst>
        </pc:spChg>
      </pc:sldChg>
      <pc:sldChg chg="modSp">
        <pc:chgData name="Mr. Sumit Sharma" userId="S::sumitsharma.cse@niet.co.in::0287a0e3-d7f5-4815-a5d5-4670a436bb9e" providerId="AD" clId="Web-{11092429-62C6-43B0-82AD-D0162A1C50B3}" dt="2023-08-23T04:12:38.279" v="73" actId="20577"/>
        <pc:sldMkLst>
          <pc:docMk/>
          <pc:sldMk cId="3238797891" sldId="1578"/>
        </pc:sldMkLst>
        <pc:spChg chg="mod">
          <ac:chgData name="Mr. Sumit Sharma" userId="S::sumitsharma.cse@niet.co.in::0287a0e3-d7f5-4815-a5d5-4670a436bb9e" providerId="AD" clId="Web-{11092429-62C6-43B0-82AD-D0162A1C50B3}" dt="2023-08-23T04:12:38.279" v="73" actId="20577"/>
          <ac:spMkLst>
            <pc:docMk/>
            <pc:sldMk cId="3238797891" sldId="1578"/>
            <ac:spMk id="3" creationId="{F8CC24E1-E4CB-4555-AAFE-79673E88E287}"/>
          </ac:spMkLst>
        </pc:spChg>
      </pc:sldChg>
      <pc:sldChg chg="modSp">
        <pc:chgData name="Mr. Sumit Sharma" userId="S::sumitsharma.cse@niet.co.in::0287a0e3-d7f5-4815-a5d5-4670a436bb9e" providerId="AD" clId="Web-{11092429-62C6-43B0-82AD-D0162A1C50B3}" dt="2023-08-23T04:13:11.108" v="78" actId="20577"/>
        <pc:sldMkLst>
          <pc:docMk/>
          <pc:sldMk cId="1196681734" sldId="1579"/>
        </pc:sldMkLst>
        <pc:spChg chg="mod">
          <ac:chgData name="Mr. Sumit Sharma" userId="S::sumitsharma.cse@niet.co.in::0287a0e3-d7f5-4815-a5d5-4670a436bb9e" providerId="AD" clId="Web-{11092429-62C6-43B0-82AD-D0162A1C50B3}" dt="2023-08-23T04:13:11.108" v="78" actId="20577"/>
          <ac:spMkLst>
            <pc:docMk/>
            <pc:sldMk cId="1196681734" sldId="1579"/>
            <ac:spMk id="3" creationId="{F8CC24E1-E4CB-4555-AAFE-79673E88E287}"/>
          </ac:spMkLst>
        </pc:spChg>
      </pc:sldChg>
      <pc:sldChg chg="modSp">
        <pc:chgData name="Mr. Sumit Sharma" userId="S::sumitsharma.cse@niet.co.in::0287a0e3-d7f5-4815-a5d5-4670a436bb9e" providerId="AD" clId="Web-{11092429-62C6-43B0-82AD-D0162A1C50B3}" dt="2023-08-23T04:13:48.827" v="84" actId="20577"/>
        <pc:sldMkLst>
          <pc:docMk/>
          <pc:sldMk cId="1080364002" sldId="1580"/>
        </pc:sldMkLst>
        <pc:spChg chg="mod">
          <ac:chgData name="Mr. Sumit Sharma" userId="S::sumitsharma.cse@niet.co.in::0287a0e3-d7f5-4815-a5d5-4670a436bb9e" providerId="AD" clId="Web-{11092429-62C6-43B0-82AD-D0162A1C50B3}" dt="2023-08-23T04:13:48.827" v="84" actId="20577"/>
          <ac:spMkLst>
            <pc:docMk/>
            <pc:sldMk cId="1080364002" sldId="1580"/>
            <ac:spMk id="3" creationId="{F8CC24E1-E4CB-4555-AAFE-79673E88E287}"/>
          </ac:spMkLst>
        </pc:spChg>
      </pc:sldChg>
      <pc:sldChg chg="modSp">
        <pc:chgData name="Mr. Sumit Sharma" userId="S::sumitsharma.cse@niet.co.in::0287a0e3-d7f5-4815-a5d5-4670a436bb9e" providerId="AD" clId="Web-{11092429-62C6-43B0-82AD-D0162A1C50B3}" dt="2023-08-23T04:14:24.797" v="90" actId="20577"/>
        <pc:sldMkLst>
          <pc:docMk/>
          <pc:sldMk cId="3382127065" sldId="1581"/>
        </pc:sldMkLst>
        <pc:spChg chg="mod">
          <ac:chgData name="Mr. Sumit Sharma" userId="S::sumitsharma.cse@niet.co.in::0287a0e3-d7f5-4815-a5d5-4670a436bb9e" providerId="AD" clId="Web-{11092429-62C6-43B0-82AD-D0162A1C50B3}" dt="2023-08-23T04:14:24.797" v="90" actId="20577"/>
          <ac:spMkLst>
            <pc:docMk/>
            <pc:sldMk cId="3382127065" sldId="1581"/>
            <ac:spMk id="3" creationId="{F8CC24E1-E4CB-4555-AAFE-79673E88E287}"/>
          </ac:spMkLst>
        </pc:spChg>
      </pc:sldChg>
      <pc:sldChg chg="modSp">
        <pc:chgData name="Mr. Sumit Sharma" userId="S::sumitsharma.cse@niet.co.in::0287a0e3-d7f5-4815-a5d5-4670a436bb9e" providerId="AD" clId="Web-{11092429-62C6-43B0-82AD-D0162A1C50B3}" dt="2023-08-23T04:15:00.470" v="96" actId="20577"/>
        <pc:sldMkLst>
          <pc:docMk/>
          <pc:sldMk cId="240637688" sldId="1582"/>
        </pc:sldMkLst>
        <pc:spChg chg="mod">
          <ac:chgData name="Mr. Sumit Sharma" userId="S::sumitsharma.cse@niet.co.in::0287a0e3-d7f5-4815-a5d5-4670a436bb9e" providerId="AD" clId="Web-{11092429-62C6-43B0-82AD-D0162A1C50B3}" dt="2023-08-23T04:15:00.470" v="96" actId="20577"/>
          <ac:spMkLst>
            <pc:docMk/>
            <pc:sldMk cId="240637688" sldId="1582"/>
            <ac:spMk id="3" creationId="{F8CC24E1-E4CB-4555-AAFE-79673E88E287}"/>
          </ac:spMkLst>
        </pc:spChg>
      </pc:sldChg>
    </pc:docChg>
  </pc:docChgLst>
  <pc:docChgLst>
    <pc:chgData name="Mr. Sumit Sharma" userId="S::sumitsharma.cse@niet.co.in::0287a0e3-d7f5-4815-a5d5-4670a436bb9e" providerId="AD" clId="Web-{E7089051-CBBB-4764-362C-3A5DCE6224C6}"/>
    <pc:docChg chg="addSld modSld">
      <pc:chgData name="Mr. Sumit Sharma" userId="S::sumitsharma.cse@niet.co.in::0287a0e3-d7f5-4815-a5d5-4670a436bb9e" providerId="AD" clId="Web-{E7089051-CBBB-4764-362C-3A5DCE6224C6}" dt="2023-10-06T05:23:29.556" v="67" actId="20577"/>
      <pc:docMkLst>
        <pc:docMk/>
      </pc:docMkLst>
      <pc:sldChg chg="modSp add replId">
        <pc:chgData name="Mr. Sumit Sharma" userId="S::sumitsharma.cse@niet.co.in::0287a0e3-d7f5-4815-a5d5-4670a436bb9e" providerId="AD" clId="Web-{E7089051-CBBB-4764-362C-3A5DCE6224C6}" dt="2023-10-06T05:21:42.833" v="22" actId="20577"/>
        <pc:sldMkLst>
          <pc:docMk/>
          <pc:sldMk cId="3845583446" sldId="1608"/>
        </pc:sldMkLst>
        <pc:spChg chg="mod">
          <ac:chgData name="Mr. Sumit Sharma" userId="S::sumitsharma.cse@niet.co.in::0287a0e3-d7f5-4815-a5d5-4670a436bb9e" providerId="AD" clId="Web-{E7089051-CBBB-4764-362C-3A5DCE6224C6}" dt="2023-10-06T05:20:27.082" v="1" actId="20577"/>
          <ac:spMkLst>
            <pc:docMk/>
            <pc:sldMk cId="3845583446" sldId="1608"/>
            <ac:spMk id="7" creationId="{00000000-0000-0000-0000-000000000000}"/>
          </ac:spMkLst>
        </pc:spChg>
        <pc:graphicFrameChg chg="modGraphic">
          <ac:chgData name="Mr. Sumit Sharma" userId="S::sumitsharma.cse@niet.co.in::0287a0e3-d7f5-4815-a5d5-4670a436bb9e" providerId="AD" clId="Web-{E7089051-CBBB-4764-362C-3A5DCE6224C6}" dt="2023-10-06T05:21:42.833" v="22" actId="20577"/>
          <ac:graphicFrameMkLst>
            <pc:docMk/>
            <pc:sldMk cId="3845583446" sldId="1608"/>
            <ac:graphicFrameMk id="189" creationId="{EAEE85EF-0E78-BC41-6940-948F160FCB8D}"/>
          </ac:graphicFrameMkLst>
        </pc:graphicFrameChg>
      </pc:sldChg>
      <pc:sldChg chg="modSp add replId">
        <pc:chgData name="Mr. Sumit Sharma" userId="S::sumitsharma.cse@niet.co.in::0287a0e3-d7f5-4815-a5d5-4670a436bb9e" providerId="AD" clId="Web-{E7089051-CBBB-4764-362C-3A5DCE6224C6}" dt="2023-10-06T05:23:29.556" v="67" actId="20577"/>
        <pc:sldMkLst>
          <pc:docMk/>
          <pc:sldMk cId="1151873637" sldId="1609"/>
        </pc:sldMkLst>
        <pc:spChg chg="mod">
          <ac:chgData name="Mr. Sumit Sharma" userId="S::sumitsharma.cse@niet.co.in::0287a0e3-d7f5-4815-a5d5-4670a436bb9e" providerId="AD" clId="Web-{E7089051-CBBB-4764-362C-3A5DCE6224C6}" dt="2023-10-06T05:21:53.599" v="31" actId="20577"/>
          <ac:spMkLst>
            <pc:docMk/>
            <pc:sldMk cId="1151873637" sldId="1609"/>
            <ac:spMk id="7" creationId="{00000000-0000-0000-0000-000000000000}"/>
          </ac:spMkLst>
        </pc:spChg>
        <pc:spChg chg="mod">
          <ac:chgData name="Mr. Sumit Sharma" userId="S::sumitsharma.cse@niet.co.in::0287a0e3-d7f5-4815-a5d5-4670a436bb9e" providerId="AD" clId="Web-{E7089051-CBBB-4764-362C-3A5DCE6224C6}" dt="2023-10-06T05:23:29.556" v="67" actId="20577"/>
          <ac:spMkLst>
            <pc:docMk/>
            <pc:sldMk cId="1151873637" sldId="1609"/>
            <ac:spMk id="182" creationId="{FDC1A734-1528-FC7A-7C7C-B49C8922968A}"/>
          </ac:spMkLst>
        </pc:spChg>
      </pc:sldChg>
    </pc:docChg>
  </pc:docChgLst>
  <pc:docChgLst>
    <pc:chgData name="Mr. Sumit Sharma" userId="S::sumitsharma.cse@niet.co.in::0287a0e3-d7f5-4815-a5d5-4670a436bb9e" providerId="AD" clId="Web-{89676F4E-627F-4BD4-956C-58FEE723C2B3}"/>
    <pc:docChg chg="addSld delSld modSld">
      <pc:chgData name="Mr. Sumit Sharma" userId="S::sumitsharma.cse@niet.co.in::0287a0e3-d7f5-4815-a5d5-4670a436bb9e" providerId="AD" clId="Web-{89676F4E-627F-4BD4-956C-58FEE723C2B3}" dt="2023-10-11T04:16:28.249" v="412" actId="20577"/>
      <pc:docMkLst>
        <pc:docMk/>
      </pc:docMkLst>
      <pc:sldChg chg="modSp">
        <pc:chgData name="Mr. Sumit Sharma" userId="S::sumitsharma.cse@niet.co.in::0287a0e3-d7f5-4815-a5d5-4670a436bb9e" providerId="AD" clId="Web-{89676F4E-627F-4BD4-956C-58FEE723C2B3}" dt="2023-10-11T04:07:10.575" v="231" actId="20577"/>
        <pc:sldMkLst>
          <pc:docMk/>
          <pc:sldMk cId="2717630238" sldId="281"/>
        </pc:sldMkLst>
        <pc:spChg chg="mod">
          <ac:chgData name="Mr. Sumit Sharma" userId="S::sumitsharma.cse@niet.co.in::0287a0e3-d7f5-4815-a5d5-4670a436bb9e" providerId="AD" clId="Web-{89676F4E-627F-4BD4-956C-58FEE723C2B3}" dt="2023-10-11T04:07:10.575" v="231" actId="20577"/>
          <ac:spMkLst>
            <pc:docMk/>
            <pc:sldMk cId="2717630238" sldId="281"/>
            <ac:spMk id="8" creationId="{D7F71052-C096-41E2-9234-43D568F9BDDA}"/>
          </ac:spMkLst>
        </pc:spChg>
      </pc:sldChg>
      <pc:sldChg chg="modSp add replId">
        <pc:chgData name="Mr. Sumit Sharma" userId="S::sumitsharma.cse@niet.co.in::0287a0e3-d7f5-4815-a5d5-4670a436bb9e" providerId="AD" clId="Web-{89676F4E-627F-4BD4-956C-58FEE723C2B3}" dt="2023-10-11T04:00:12.452" v="106" actId="20577"/>
        <pc:sldMkLst>
          <pc:docMk/>
          <pc:sldMk cId="1181824695" sldId="1618"/>
        </pc:sldMkLst>
        <pc:spChg chg="mod">
          <ac:chgData name="Mr. Sumit Sharma" userId="S::sumitsharma.cse@niet.co.in::0287a0e3-d7f5-4815-a5d5-4670a436bb9e" providerId="AD" clId="Web-{89676F4E-627F-4BD4-956C-58FEE723C2B3}" dt="2023-10-11T03:56:11.601" v="9" actId="20577"/>
          <ac:spMkLst>
            <pc:docMk/>
            <pc:sldMk cId="1181824695" sldId="1618"/>
            <ac:spMk id="7" creationId="{00000000-0000-0000-0000-000000000000}"/>
          </ac:spMkLst>
        </pc:spChg>
        <pc:graphicFrameChg chg="modGraphic">
          <ac:chgData name="Mr. Sumit Sharma" userId="S::sumitsharma.cse@niet.co.in::0287a0e3-d7f5-4815-a5d5-4670a436bb9e" providerId="AD" clId="Web-{89676F4E-627F-4BD4-956C-58FEE723C2B3}" dt="2023-10-11T04:00:12.452" v="106" actId="20577"/>
          <ac:graphicFrameMkLst>
            <pc:docMk/>
            <pc:sldMk cId="1181824695" sldId="1618"/>
            <ac:graphicFrameMk id="28" creationId="{7911BCD3-FD89-BC16-4A6F-1F614AC172FE}"/>
          </ac:graphicFrameMkLst>
        </pc:graphicFrameChg>
      </pc:sldChg>
      <pc:sldChg chg="add del replId">
        <pc:chgData name="Mr. Sumit Sharma" userId="S::sumitsharma.cse@niet.co.in::0287a0e3-d7f5-4815-a5d5-4670a436bb9e" providerId="AD" clId="Web-{89676F4E-627F-4BD4-956C-58FEE723C2B3}" dt="2023-10-11T03:57:06.400" v="20"/>
        <pc:sldMkLst>
          <pc:docMk/>
          <pc:sldMk cId="241971042" sldId="1619"/>
        </pc:sldMkLst>
      </pc:sldChg>
      <pc:sldChg chg="modSp add replId">
        <pc:chgData name="Mr. Sumit Sharma" userId="S::sumitsharma.cse@niet.co.in::0287a0e3-d7f5-4815-a5d5-4670a436bb9e" providerId="AD" clId="Web-{89676F4E-627F-4BD4-956C-58FEE723C2B3}" dt="2023-10-11T03:59:41.420" v="103" actId="20577"/>
        <pc:sldMkLst>
          <pc:docMk/>
          <pc:sldMk cId="3062228744" sldId="1619"/>
        </pc:sldMkLst>
        <pc:spChg chg="mod">
          <ac:chgData name="Mr. Sumit Sharma" userId="S::sumitsharma.cse@niet.co.in::0287a0e3-d7f5-4815-a5d5-4670a436bb9e" providerId="AD" clId="Web-{89676F4E-627F-4BD4-956C-58FEE723C2B3}" dt="2023-10-11T03:57:56.464" v="55" actId="20577"/>
          <ac:spMkLst>
            <pc:docMk/>
            <pc:sldMk cId="3062228744" sldId="1619"/>
            <ac:spMk id="7" creationId="{00000000-0000-0000-0000-000000000000}"/>
          </ac:spMkLst>
        </pc:spChg>
        <pc:graphicFrameChg chg="modGraphic">
          <ac:chgData name="Mr. Sumit Sharma" userId="S::sumitsharma.cse@niet.co.in::0287a0e3-d7f5-4815-a5d5-4670a436bb9e" providerId="AD" clId="Web-{89676F4E-627F-4BD4-956C-58FEE723C2B3}" dt="2023-10-11T03:59:41.420" v="103" actId="20577"/>
          <ac:graphicFrameMkLst>
            <pc:docMk/>
            <pc:sldMk cId="3062228744" sldId="1619"/>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3:59:25.170" v="100" actId="20577"/>
        <pc:sldMkLst>
          <pc:docMk/>
          <pc:sldMk cId="2874807112" sldId="1620"/>
        </pc:sldMkLst>
        <pc:graphicFrameChg chg="modGraphic">
          <ac:chgData name="Mr. Sumit Sharma" userId="S::sumitsharma.cse@niet.co.in::0287a0e3-d7f5-4815-a5d5-4670a436bb9e" providerId="AD" clId="Web-{89676F4E-627F-4BD4-956C-58FEE723C2B3}" dt="2023-10-11T03:59:25.170" v="100" actId="20577"/>
          <ac:graphicFrameMkLst>
            <pc:docMk/>
            <pc:sldMk cId="2874807112" sldId="1620"/>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02:54.614" v="124" actId="20577"/>
        <pc:sldMkLst>
          <pc:docMk/>
          <pc:sldMk cId="845788628" sldId="1621"/>
        </pc:sldMkLst>
        <pc:spChg chg="mod">
          <ac:chgData name="Mr. Sumit Sharma" userId="S::sumitsharma.cse@niet.co.in::0287a0e3-d7f5-4815-a5d5-4670a436bb9e" providerId="AD" clId="Web-{89676F4E-627F-4BD4-956C-58FEE723C2B3}" dt="2023-10-11T04:01:31.330" v="111" actId="20577"/>
          <ac:spMkLst>
            <pc:docMk/>
            <pc:sldMk cId="845788628" sldId="1621"/>
            <ac:spMk id="7" creationId="{00000000-0000-0000-0000-000000000000}"/>
          </ac:spMkLst>
        </pc:spChg>
        <pc:graphicFrameChg chg="modGraphic">
          <ac:chgData name="Mr. Sumit Sharma" userId="S::sumitsharma.cse@niet.co.in::0287a0e3-d7f5-4815-a5d5-4670a436bb9e" providerId="AD" clId="Web-{89676F4E-627F-4BD4-956C-58FEE723C2B3}" dt="2023-10-11T04:02:54.614" v="124" actId="20577"/>
          <ac:graphicFrameMkLst>
            <pc:docMk/>
            <pc:sldMk cId="845788628" sldId="1621"/>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04:10.538" v="153" actId="20577"/>
        <pc:sldMkLst>
          <pc:docMk/>
          <pc:sldMk cId="3259819603" sldId="1622"/>
        </pc:sldMkLst>
        <pc:spChg chg="mod">
          <ac:chgData name="Mr. Sumit Sharma" userId="S::sumitsharma.cse@niet.co.in::0287a0e3-d7f5-4815-a5d5-4670a436bb9e" providerId="AD" clId="Web-{89676F4E-627F-4BD4-956C-58FEE723C2B3}" dt="2023-10-11T04:03:27.443" v="136" actId="20577"/>
          <ac:spMkLst>
            <pc:docMk/>
            <pc:sldMk cId="3259819603" sldId="1622"/>
            <ac:spMk id="7" creationId="{00000000-0000-0000-0000-000000000000}"/>
          </ac:spMkLst>
        </pc:spChg>
        <pc:spChg chg="mod">
          <ac:chgData name="Mr. Sumit Sharma" userId="S::sumitsharma.cse@niet.co.in::0287a0e3-d7f5-4815-a5d5-4670a436bb9e" providerId="AD" clId="Web-{89676F4E-627F-4BD4-956C-58FEE723C2B3}" dt="2023-10-11T04:04:10.538" v="153" actId="20577"/>
          <ac:spMkLst>
            <pc:docMk/>
            <pc:sldMk cId="3259819603" sldId="1622"/>
            <ac:spMk id="182" creationId="{FDC1A734-1528-FC7A-7C7C-B49C8922968A}"/>
          </ac:spMkLst>
        </pc:spChg>
      </pc:sldChg>
      <pc:sldChg chg="modSp add replId">
        <pc:chgData name="Mr. Sumit Sharma" userId="S::sumitsharma.cse@niet.co.in::0287a0e3-d7f5-4815-a5d5-4670a436bb9e" providerId="AD" clId="Web-{89676F4E-627F-4BD4-956C-58FEE723C2B3}" dt="2023-10-11T04:05:26.931" v="177" actId="20577"/>
        <pc:sldMkLst>
          <pc:docMk/>
          <pc:sldMk cId="1254964747" sldId="1623"/>
        </pc:sldMkLst>
        <pc:spChg chg="mod">
          <ac:chgData name="Mr. Sumit Sharma" userId="S::sumitsharma.cse@niet.co.in::0287a0e3-d7f5-4815-a5d5-4670a436bb9e" providerId="AD" clId="Web-{89676F4E-627F-4BD4-956C-58FEE723C2B3}" dt="2023-10-11T04:04:29.554" v="167" actId="20577"/>
          <ac:spMkLst>
            <pc:docMk/>
            <pc:sldMk cId="1254964747" sldId="1623"/>
            <ac:spMk id="7" creationId="{00000000-0000-0000-0000-000000000000}"/>
          </ac:spMkLst>
        </pc:spChg>
        <pc:graphicFrameChg chg="modGraphic">
          <ac:chgData name="Mr. Sumit Sharma" userId="S::sumitsharma.cse@niet.co.in::0287a0e3-d7f5-4815-a5d5-4670a436bb9e" providerId="AD" clId="Web-{89676F4E-627F-4BD4-956C-58FEE723C2B3}" dt="2023-10-11T04:05:26.931" v="177" actId="20577"/>
          <ac:graphicFrameMkLst>
            <pc:docMk/>
            <pc:sldMk cId="1254964747" sldId="1623"/>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06:35.574" v="209" actId="20577"/>
        <pc:sldMkLst>
          <pc:docMk/>
          <pc:sldMk cId="1375850411" sldId="1624"/>
        </pc:sldMkLst>
        <pc:spChg chg="mod">
          <ac:chgData name="Mr. Sumit Sharma" userId="S::sumitsharma.cse@niet.co.in::0287a0e3-d7f5-4815-a5d5-4670a436bb9e" providerId="AD" clId="Web-{89676F4E-627F-4BD4-956C-58FEE723C2B3}" dt="2023-10-11T04:05:46.338" v="183" actId="20577"/>
          <ac:spMkLst>
            <pc:docMk/>
            <pc:sldMk cId="1375850411" sldId="1624"/>
            <ac:spMk id="7" creationId="{00000000-0000-0000-0000-000000000000}"/>
          </ac:spMkLst>
        </pc:spChg>
        <pc:spChg chg="mod">
          <ac:chgData name="Mr. Sumit Sharma" userId="S::sumitsharma.cse@niet.co.in::0287a0e3-d7f5-4815-a5d5-4670a436bb9e" providerId="AD" clId="Web-{89676F4E-627F-4BD4-956C-58FEE723C2B3}" dt="2023-10-11T04:06:35.574" v="209" actId="20577"/>
          <ac:spMkLst>
            <pc:docMk/>
            <pc:sldMk cId="1375850411" sldId="1624"/>
            <ac:spMk id="182" creationId="{FDC1A734-1528-FC7A-7C7C-B49C8922968A}"/>
          </ac:spMkLst>
        </pc:spChg>
      </pc:sldChg>
      <pc:sldChg chg="modSp add replId">
        <pc:chgData name="Mr. Sumit Sharma" userId="S::sumitsharma.cse@niet.co.in::0287a0e3-d7f5-4815-a5d5-4670a436bb9e" providerId="AD" clId="Web-{89676F4E-627F-4BD4-956C-58FEE723C2B3}" dt="2023-10-11T04:08:31.671" v="251" actId="20577"/>
        <pc:sldMkLst>
          <pc:docMk/>
          <pc:sldMk cId="1260156050" sldId="1625"/>
        </pc:sldMkLst>
        <pc:spChg chg="mod">
          <ac:chgData name="Mr. Sumit Sharma" userId="S::sumitsharma.cse@niet.co.in::0287a0e3-d7f5-4815-a5d5-4670a436bb9e" providerId="AD" clId="Web-{89676F4E-627F-4BD4-956C-58FEE723C2B3}" dt="2023-10-11T04:07:43.639" v="238" actId="20577"/>
          <ac:spMkLst>
            <pc:docMk/>
            <pc:sldMk cId="1260156050" sldId="1625"/>
            <ac:spMk id="7" creationId="{00000000-0000-0000-0000-000000000000}"/>
          </ac:spMkLst>
        </pc:spChg>
        <pc:graphicFrameChg chg="modGraphic">
          <ac:chgData name="Mr. Sumit Sharma" userId="S::sumitsharma.cse@niet.co.in::0287a0e3-d7f5-4815-a5d5-4670a436bb9e" providerId="AD" clId="Web-{89676F4E-627F-4BD4-956C-58FEE723C2B3}" dt="2023-10-11T04:08:31.671" v="251" actId="20577"/>
          <ac:graphicFrameMkLst>
            <pc:docMk/>
            <pc:sldMk cId="1260156050" sldId="1625"/>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10:17.487" v="291" actId="20577"/>
        <pc:sldMkLst>
          <pc:docMk/>
          <pc:sldMk cId="3623729405" sldId="1626"/>
        </pc:sldMkLst>
        <pc:spChg chg="mod">
          <ac:chgData name="Mr. Sumit Sharma" userId="S::sumitsharma.cse@niet.co.in::0287a0e3-d7f5-4815-a5d5-4670a436bb9e" providerId="AD" clId="Web-{89676F4E-627F-4BD4-956C-58FEE723C2B3}" dt="2023-10-11T04:09:30.079" v="272" actId="20577"/>
          <ac:spMkLst>
            <pc:docMk/>
            <pc:sldMk cId="3623729405" sldId="1626"/>
            <ac:spMk id="7" creationId="{00000000-0000-0000-0000-000000000000}"/>
          </ac:spMkLst>
        </pc:spChg>
        <pc:graphicFrameChg chg="modGraphic">
          <ac:chgData name="Mr. Sumit Sharma" userId="S::sumitsharma.cse@niet.co.in::0287a0e3-d7f5-4815-a5d5-4670a436bb9e" providerId="AD" clId="Web-{89676F4E-627F-4BD4-956C-58FEE723C2B3}" dt="2023-10-11T04:10:17.487" v="291" actId="20577"/>
          <ac:graphicFrameMkLst>
            <pc:docMk/>
            <pc:sldMk cId="3623729405" sldId="1626"/>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11:02.489" v="310" actId="20577"/>
        <pc:sldMkLst>
          <pc:docMk/>
          <pc:sldMk cId="1392179109" sldId="1627"/>
        </pc:sldMkLst>
        <pc:graphicFrameChg chg="modGraphic">
          <ac:chgData name="Mr. Sumit Sharma" userId="S::sumitsharma.cse@niet.co.in::0287a0e3-d7f5-4815-a5d5-4670a436bb9e" providerId="AD" clId="Web-{89676F4E-627F-4BD4-956C-58FEE723C2B3}" dt="2023-10-11T04:11:02.489" v="310" actId="20577"/>
          <ac:graphicFrameMkLst>
            <pc:docMk/>
            <pc:sldMk cId="1392179109" sldId="1627"/>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12:34.366" v="328" actId="20577"/>
        <pc:sldMkLst>
          <pc:docMk/>
          <pc:sldMk cId="1501226893" sldId="1628"/>
        </pc:sldMkLst>
        <pc:spChg chg="mod">
          <ac:chgData name="Mr. Sumit Sharma" userId="S::sumitsharma.cse@niet.co.in::0287a0e3-d7f5-4815-a5d5-4670a436bb9e" providerId="AD" clId="Web-{89676F4E-627F-4BD4-956C-58FEE723C2B3}" dt="2023-10-11T04:11:35.161" v="313"/>
          <ac:spMkLst>
            <pc:docMk/>
            <pc:sldMk cId="1501226893" sldId="1628"/>
            <ac:spMk id="7" creationId="{00000000-0000-0000-0000-000000000000}"/>
          </ac:spMkLst>
        </pc:spChg>
        <pc:graphicFrameChg chg="modGraphic">
          <ac:chgData name="Mr. Sumit Sharma" userId="S::sumitsharma.cse@niet.co.in::0287a0e3-d7f5-4815-a5d5-4670a436bb9e" providerId="AD" clId="Web-{89676F4E-627F-4BD4-956C-58FEE723C2B3}" dt="2023-10-11T04:12:34.366" v="328" actId="20577"/>
          <ac:graphicFrameMkLst>
            <pc:docMk/>
            <pc:sldMk cId="1501226893" sldId="1628"/>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14:18.854" v="364" actId="20577"/>
        <pc:sldMkLst>
          <pc:docMk/>
          <pc:sldMk cId="3898563862" sldId="1629"/>
        </pc:sldMkLst>
        <pc:spChg chg="mod">
          <ac:chgData name="Mr. Sumit Sharma" userId="S::sumitsharma.cse@niet.co.in::0287a0e3-d7f5-4815-a5d5-4670a436bb9e" providerId="AD" clId="Web-{89676F4E-627F-4BD4-956C-58FEE723C2B3}" dt="2023-10-11T04:12:53.742" v="332" actId="20577"/>
          <ac:spMkLst>
            <pc:docMk/>
            <pc:sldMk cId="3898563862" sldId="1629"/>
            <ac:spMk id="7" creationId="{00000000-0000-0000-0000-000000000000}"/>
          </ac:spMkLst>
        </pc:spChg>
        <pc:spChg chg="mod">
          <ac:chgData name="Mr. Sumit Sharma" userId="S::sumitsharma.cse@niet.co.in::0287a0e3-d7f5-4815-a5d5-4670a436bb9e" providerId="AD" clId="Web-{89676F4E-627F-4BD4-956C-58FEE723C2B3}" dt="2023-10-11T04:14:18.854" v="364" actId="20577"/>
          <ac:spMkLst>
            <pc:docMk/>
            <pc:sldMk cId="3898563862" sldId="1629"/>
            <ac:spMk id="182" creationId="{FDC1A734-1528-FC7A-7C7C-B49C8922968A}"/>
          </ac:spMkLst>
        </pc:spChg>
      </pc:sldChg>
      <pc:sldChg chg="modSp add replId">
        <pc:chgData name="Mr. Sumit Sharma" userId="S::sumitsharma.cse@niet.co.in::0287a0e3-d7f5-4815-a5d5-4670a436bb9e" providerId="AD" clId="Web-{89676F4E-627F-4BD4-956C-58FEE723C2B3}" dt="2023-10-11T04:15:16.106" v="375" actId="20577"/>
        <pc:sldMkLst>
          <pc:docMk/>
          <pc:sldMk cId="3943910330" sldId="1630"/>
        </pc:sldMkLst>
        <pc:spChg chg="mod">
          <ac:chgData name="Mr. Sumit Sharma" userId="S::sumitsharma.cse@niet.co.in::0287a0e3-d7f5-4815-a5d5-4670a436bb9e" providerId="AD" clId="Web-{89676F4E-627F-4BD4-956C-58FEE723C2B3}" dt="2023-10-11T04:14:43.980" v="368" actId="20577"/>
          <ac:spMkLst>
            <pc:docMk/>
            <pc:sldMk cId="3943910330" sldId="1630"/>
            <ac:spMk id="7" creationId="{00000000-0000-0000-0000-000000000000}"/>
          </ac:spMkLst>
        </pc:spChg>
        <pc:graphicFrameChg chg="modGraphic">
          <ac:chgData name="Mr. Sumit Sharma" userId="S::sumitsharma.cse@niet.co.in::0287a0e3-d7f5-4815-a5d5-4670a436bb9e" providerId="AD" clId="Web-{89676F4E-627F-4BD4-956C-58FEE723C2B3}" dt="2023-10-11T04:15:16.106" v="375" actId="20577"/>
          <ac:graphicFrameMkLst>
            <pc:docMk/>
            <pc:sldMk cId="3943910330" sldId="1630"/>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16:28.249" v="412" actId="20577"/>
        <pc:sldMkLst>
          <pc:docMk/>
          <pc:sldMk cId="2208778934" sldId="1631"/>
        </pc:sldMkLst>
        <pc:spChg chg="mod">
          <ac:chgData name="Mr. Sumit Sharma" userId="S::sumitsharma.cse@niet.co.in::0287a0e3-d7f5-4815-a5d5-4670a436bb9e" providerId="AD" clId="Web-{89676F4E-627F-4BD4-956C-58FEE723C2B3}" dt="2023-10-11T04:15:48.169" v="387" actId="20577"/>
          <ac:spMkLst>
            <pc:docMk/>
            <pc:sldMk cId="2208778934" sldId="1631"/>
            <ac:spMk id="7" creationId="{00000000-0000-0000-0000-000000000000}"/>
          </ac:spMkLst>
        </pc:spChg>
        <pc:graphicFrameChg chg="modGraphic">
          <ac:chgData name="Mr. Sumit Sharma" userId="S::sumitsharma.cse@niet.co.in::0287a0e3-d7f5-4815-a5d5-4670a436bb9e" providerId="AD" clId="Web-{89676F4E-627F-4BD4-956C-58FEE723C2B3}" dt="2023-10-11T04:16:28.249" v="412" actId="20577"/>
          <ac:graphicFrameMkLst>
            <pc:docMk/>
            <pc:sldMk cId="2208778934" sldId="1631"/>
            <ac:graphicFrameMk id="28" creationId="{7911BCD3-FD89-BC16-4A6F-1F614AC172FE}"/>
          </ac:graphicFrameMkLst>
        </pc:graphicFrameChg>
      </pc:sldChg>
    </pc:docChg>
  </pc:docChgLst>
  <pc:docChgLst>
    <pc:chgData name="Mr. Sumit Sharma" userId="S::sumitsharma.cse@niet.co.in::0287a0e3-d7f5-4815-a5d5-4670a436bb9e" providerId="AD" clId="Web-{382BE158-941A-E9A6-0BB6-CF9EDB08CD91}"/>
    <pc:docChg chg="modSld">
      <pc:chgData name="Mr. Sumit Sharma" userId="S::sumitsharma.cse@niet.co.in::0287a0e3-d7f5-4815-a5d5-4670a436bb9e" providerId="AD" clId="Web-{382BE158-941A-E9A6-0BB6-CF9EDB08CD91}" dt="2023-09-04T06:36:29.207" v="1" actId="20577"/>
      <pc:docMkLst>
        <pc:docMk/>
      </pc:docMkLst>
      <pc:sldChg chg="modSp">
        <pc:chgData name="Mr. Sumit Sharma" userId="S::sumitsharma.cse@niet.co.in::0287a0e3-d7f5-4815-a5d5-4670a436bb9e" providerId="AD" clId="Web-{382BE158-941A-E9A6-0BB6-CF9EDB08CD91}" dt="2023-09-04T06:36:29.207" v="1" actId="20577"/>
        <pc:sldMkLst>
          <pc:docMk/>
          <pc:sldMk cId="2717630238" sldId="281"/>
        </pc:sldMkLst>
        <pc:spChg chg="mod">
          <ac:chgData name="Mr. Sumit Sharma" userId="S::sumitsharma.cse@niet.co.in::0287a0e3-d7f5-4815-a5d5-4670a436bb9e" providerId="AD" clId="Web-{382BE158-941A-E9A6-0BB6-CF9EDB08CD91}" dt="2023-09-04T06:36:29.207" v="1" actId="20577"/>
          <ac:spMkLst>
            <pc:docMk/>
            <pc:sldMk cId="2717630238" sldId="281"/>
            <ac:spMk id="7" creationId="{00000000-0000-0000-0000-000000000000}"/>
          </ac:spMkLst>
        </pc:spChg>
      </pc:sldChg>
    </pc:docChg>
  </pc:docChgLst>
  <pc:docChgLst>
    <pc:chgData name="Mr. Sumit Sharma" userId="S::sumitsharma.cse@niet.co.in::0287a0e3-d7f5-4815-a5d5-4670a436bb9e" providerId="AD" clId="Web-{9B253117-5525-9C38-5080-87AA603007A9}"/>
    <pc:docChg chg="modSld">
      <pc:chgData name="Mr. Sumit Sharma" userId="S::sumitsharma.cse@niet.co.in::0287a0e3-d7f5-4815-a5d5-4670a436bb9e" providerId="AD" clId="Web-{9B253117-5525-9C38-5080-87AA603007A9}" dt="2023-08-22T03:59:52.383" v="2" actId="20577"/>
      <pc:docMkLst>
        <pc:docMk/>
      </pc:docMkLst>
      <pc:sldChg chg="modSp">
        <pc:chgData name="Mr. Sumit Sharma" userId="S::sumitsharma.cse@niet.co.in::0287a0e3-d7f5-4815-a5d5-4670a436bb9e" providerId="AD" clId="Web-{9B253117-5525-9C38-5080-87AA603007A9}" dt="2023-08-22T03:59:52.383" v="2" actId="20577"/>
        <pc:sldMkLst>
          <pc:docMk/>
          <pc:sldMk cId="472746572" sldId="1562"/>
        </pc:sldMkLst>
        <pc:spChg chg="mod">
          <ac:chgData name="Mr. Sumit Sharma" userId="S::sumitsharma.cse@niet.co.in::0287a0e3-d7f5-4815-a5d5-4670a436bb9e" providerId="AD" clId="Web-{9B253117-5525-9C38-5080-87AA603007A9}" dt="2023-08-22T03:59:52.383" v="2" actId="20577"/>
          <ac:spMkLst>
            <pc:docMk/>
            <pc:sldMk cId="472746572" sldId="1562"/>
            <ac:spMk id="3" creationId="{F8CC24E1-E4CB-4555-AAFE-79673E88E287}"/>
          </ac:spMkLst>
        </pc:spChg>
      </pc:sldChg>
    </pc:docChg>
  </pc:docChgLst>
  <pc:docChgLst>
    <pc:chgData name="Mr. Sumit Sharma" userId="S::sumitsharma.cse@niet.co.in::0287a0e3-d7f5-4815-a5d5-4670a436bb9e" providerId="AD" clId="Web-{DBD9E93B-85D2-593E-8A2C-EA755D93B1D7}"/>
    <pc:docChg chg="modSld">
      <pc:chgData name="Mr. Sumit Sharma" userId="S::sumitsharma.cse@niet.co.in::0287a0e3-d7f5-4815-a5d5-4670a436bb9e" providerId="AD" clId="Web-{DBD9E93B-85D2-593E-8A2C-EA755D93B1D7}" dt="2023-09-04T04:07:34.120" v="241" actId="20577"/>
      <pc:docMkLst>
        <pc:docMk/>
      </pc:docMkLst>
      <pc:sldChg chg="addSp delSp modSp">
        <pc:chgData name="Mr. Sumit Sharma" userId="S::sumitsharma.cse@niet.co.in::0287a0e3-d7f5-4815-a5d5-4670a436bb9e" providerId="AD" clId="Web-{DBD9E93B-85D2-593E-8A2C-EA755D93B1D7}" dt="2023-09-04T04:05:17.315" v="204" actId="20577"/>
        <pc:sldMkLst>
          <pc:docMk/>
          <pc:sldMk cId="2717630238" sldId="281"/>
        </pc:sldMkLst>
        <pc:spChg chg="del">
          <ac:chgData name="Mr. Sumit Sharma" userId="S::sumitsharma.cse@niet.co.in::0287a0e3-d7f5-4815-a5d5-4670a436bb9e" providerId="AD" clId="Web-{DBD9E93B-85D2-593E-8A2C-EA755D93B1D7}" dt="2023-09-04T04:01:06.003" v="13"/>
          <ac:spMkLst>
            <pc:docMk/>
            <pc:sldMk cId="2717630238" sldId="281"/>
            <ac:spMk id="3" creationId="{00000000-0000-0000-0000-000000000000}"/>
          </ac:spMkLst>
        </pc:spChg>
        <pc:spChg chg="add del mod">
          <ac:chgData name="Mr. Sumit Sharma" userId="S::sumitsharma.cse@niet.co.in::0287a0e3-d7f5-4815-a5d5-4670a436bb9e" providerId="AD" clId="Web-{DBD9E93B-85D2-593E-8A2C-EA755D93B1D7}" dt="2023-09-04T04:01:09.753" v="14"/>
          <ac:spMkLst>
            <pc:docMk/>
            <pc:sldMk cId="2717630238" sldId="281"/>
            <ac:spMk id="4" creationId="{22307E7A-902B-EE65-D169-7BBD216C4808}"/>
          </ac:spMkLst>
        </pc:spChg>
        <pc:spChg chg="mod">
          <ac:chgData name="Mr. Sumit Sharma" userId="S::sumitsharma.cse@niet.co.in::0287a0e3-d7f5-4815-a5d5-4670a436bb9e" providerId="AD" clId="Web-{DBD9E93B-85D2-593E-8A2C-EA755D93B1D7}" dt="2023-09-04T04:05:17.315" v="204" actId="20577"/>
          <ac:spMkLst>
            <pc:docMk/>
            <pc:sldMk cId="2717630238" sldId="281"/>
            <ac:spMk id="8" creationId="{D7F71052-C096-41E2-9234-43D568F9BDDA}"/>
          </ac:spMkLst>
        </pc:spChg>
      </pc:sldChg>
      <pc:sldChg chg="modSp">
        <pc:chgData name="Mr. Sumit Sharma" userId="S::sumitsharma.cse@niet.co.in::0287a0e3-d7f5-4815-a5d5-4670a436bb9e" providerId="AD" clId="Web-{DBD9E93B-85D2-593E-8A2C-EA755D93B1D7}" dt="2023-09-04T04:07:34.120" v="241" actId="20577"/>
        <pc:sldMkLst>
          <pc:docMk/>
          <pc:sldMk cId="14382847" sldId="1560"/>
        </pc:sldMkLst>
        <pc:spChg chg="mod">
          <ac:chgData name="Mr. Sumit Sharma" userId="S::sumitsharma.cse@niet.co.in::0287a0e3-d7f5-4815-a5d5-4670a436bb9e" providerId="AD" clId="Web-{DBD9E93B-85D2-593E-8A2C-EA755D93B1D7}" dt="2023-09-04T04:06:08.693" v="217" actId="20577"/>
          <ac:spMkLst>
            <pc:docMk/>
            <pc:sldMk cId="14382847" sldId="1560"/>
            <ac:spMk id="7" creationId="{00000000-0000-0000-0000-000000000000}"/>
          </ac:spMkLst>
        </pc:spChg>
        <pc:graphicFrameChg chg="modGraphic">
          <ac:chgData name="Mr. Sumit Sharma" userId="S::sumitsharma.cse@niet.co.in::0287a0e3-d7f5-4815-a5d5-4670a436bb9e" providerId="AD" clId="Web-{DBD9E93B-85D2-593E-8A2C-EA755D93B1D7}" dt="2023-09-04T04:07:34.120" v="241" actId="20577"/>
          <ac:graphicFrameMkLst>
            <pc:docMk/>
            <pc:sldMk cId="14382847" sldId="1560"/>
            <ac:graphicFrameMk id="28" creationId="{7911BCD3-FD89-BC16-4A6F-1F614AC172FE}"/>
          </ac:graphicFrameMkLst>
        </pc:graphicFrameChg>
      </pc:sldChg>
    </pc:docChg>
  </pc:docChgLst>
  <pc:docChgLst>
    <pc:chgData name="Mr. Sumit Sharma" userId="S::sumitsharma.cse@niet.co.in::0287a0e3-d7f5-4815-a5d5-4670a436bb9e" providerId="AD" clId="Web-{17A0E2E3-9CA2-C975-38E0-6CA120B7656C}"/>
    <pc:docChg chg="addSld modSld">
      <pc:chgData name="Mr. Sumit Sharma" userId="S::sumitsharma.cse@niet.co.in::0287a0e3-d7f5-4815-a5d5-4670a436bb9e" providerId="AD" clId="Web-{17A0E2E3-9CA2-C975-38E0-6CA120B7656C}" dt="2023-09-08T10:12:12.375" v="96" actId="20577"/>
      <pc:docMkLst>
        <pc:docMk/>
      </pc:docMkLst>
      <pc:sldChg chg="modSp add replId">
        <pc:chgData name="Mr. Sumit Sharma" userId="S::sumitsharma.cse@niet.co.in::0287a0e3-d7f5-4815-a5d5-4670a436bb9e" providerId="AD" clId="Web-{17A0E2E3-9CA2-C975-38E0-6CA120B7656C}" dt="2023-09-08T09:49:25.712" v="33" actId="20577"/>
        <pc:sldMkLst>
          <pc:docMk/>
          <pc:sldMk cId="514159642" sldId="1613"/>
        </pc:sldMkLst>
        <pc:spChg chg="mod">
          <ac:chgData name="Mr. Sumit Sharma" userId="S::sumitsharma.cse@niet.co.in::0287a0e3-d7f5-4815-a5d5-4670a436bb9e" providerId="AD" clId="Web-{17A0E2E3-9CA2-C975-38E0-6CA120B7656C}" dt="2023-09-08T09:48:05.256" v="24" actId="20577"/>
          <ac:spMkLst>
            <pc:docMk/>
            <pc:sldMk cId="514159642" sldId="1613"/>
            <ac:spMk id="7" creationId="{00000000-0000-0000-0000-000000000000}"/>
          </ac:spMkLst>
        </pc:spChg>
        <pc:spChg chg="mod">
          <ac:chgData name="Mr. Sumit Sharma" userId="S::sumitsharma.cse@niet.co.in::0287a0e3-d7f5-4815-a5d5-4670a436bb9e" providerId="AD" clId="Web-{17A0E2E3-9CA2-C975-38E0-6CA120B7656C}" dt="2023-09-08T09:49:25.712" v="33" actId="20577"/>
          <ac:spMkLst>
            <pc:docMk/>
            <pc:sldMk cId="514159642" sldId="1613"/>
            <ac:spMk id="182" creationId="{FDC1A734-1528-FC7A-7C7C-B49C8922968A}"/>
          </ac:spMkLst>
        </pc:spChg>
      </pc:sldChg>
      <pc:sldChg chg="modSp add replId">
        <pc:chgData name="Mr. Sumit Sharma" userId="S::sumitsharma.cse@niet.co.in::0287a0e3-d7f5-4815-a5d5-4670a436bb9e" providerId="AD" clId="Web-{17A0E2E3-9CA2-C975-38E0-6CA120B7656C}" dt="2023-09-08T09:50:47.496" v="47" actId="20577"/>
        <pc:sldMkLst>
          <pc:docMk/>
          <pc:sldMk cId="3570345156" sldId="1614"/>
        </pc:sldMkLst>
        <pc:spChg chg="mod">
          <ac:chgData name="Mr. Sumit Sharma" userId="S::sumitsharma.cse@niet.co.in::0287a0e3-d7f5-4815-a5d5-4670a436bb9e" providerId="AD" clId="Web-{17A0E2E3-9CA2-C975-38E0-6CA120B7656C}" dt="2023-09-08T09:49:38.306" v="36" actId="20577"/>
          <ac:spMkLst>
            <pc:docMk/>
            <pc:sldMk cId="3570345156" sldId="1614"/>
            <ac:spMk id="7" creationId="{00000000-0000-0000-0000-000000000000}"/>
          </ac:spMkLst>
        </pc:spChg>
        <pc:spChg chg="mod">
          <ac:chgData name="Mr. Sumit Sharma" userId="S::sumitsharma.cse@niet.co.in::0287a0e3-d7f5-4815-a5d5-4670a436bb9e" providerId="AD" clId="Web-{17A0E2E3-9CA2-C975-38E0-6CA120B7656C}" dt="2023-09-08T09:50:47.496" v="47" actId="20577"/>
          <ac:spMkLst>
            <pc:docMk/>
            <pc:sldMk cId="3570345156" sldId="1614"/>
            <ac:spMk id="182" creationId="{FDC1A734-1528-FC7A-7C7C-B49C8922968A}"/>
          </ac:spMkLst>
        </pc:spChg>
      </pc:sldChg>
      <pc:sldChg chg="modSp add replId">
        <pc:chgData name="Mr. Sumit Sharma" userId="S::sumitsharma.cse@niet.co.in::0287a0e3-d7f5-4815-a5d5-4670a436bb9e" providerId="AD" clId="Web-{17A0E2E3-9CA2-C975-38E0-6CA120B7656C}" dt="2023-09-08T10:10:54.842" v="76" actId="20577"/>
        <pc:sldMkLst>
          <pc:docMk/>
          <pc:sldMk cId="2515123753" sldId="1615"/>
        </pc:sldMkLst>
        <pc:spChg chg="mod">
          <ac:chgData name="Mr. Sumit Sharma" userId="S::sumitsharma.cse@niet.co.in::0287a0e3-d7f5-4815-a5d5-4670a436bb9e" providerId="AD" clId="Web-{17A0E2E3-9CA2-C975-38E0-6CA120B7656C}" dt="2023-09-08T10:09:15.621" v="57" actId="20577"/>
          <ac:spMkLst>
            <pc:docMk/>
            <pc:sldMk cId="2515123753" sldId="1615"/>
            <ac:spMk id="7" creationId="{00000000-0000-0000-0000-000000000000}"/>
          </ac:spMkLst>
        </pc:spChg>
        <pc:spChg chg="mod">
          <ac:chgData name="Mr. Sumit Sharma" userId="S::sumitsharma.cse@niet.co.in::0287a0e3-d7f5-4815-a5d5-4670a436bb9e" providerId="AD" clId="Web-{17A0E2E3-9CA2-C975-38E0-6CA120B7656C}" dt="2023-09-08T10:10:54.842" v="76" actId="20577"/>
          <ac:spMkLst>
            <pc:docMk/>
            <pc:sldMk cId="2515123753" sldId="1615"/>
            <ac:spMk id="182" creationId="{FDC1A734-1528-FC7A-7C7C-B49C8922968A}"/>
          </ac:spMkLst>
        </pc:spChg>
      </pc:sldChg>
      <pc:sldChg chg="modSp add replId">
        <pc:chgData name="Mr. Sumit Sharma" userId="S::sumitsharma.cse@niet.co.in::0287a0e3-d7f5-4815-a5d5-4670a436bb9e" providerId="AD" clId="Web-{17A0E2E3-9CA2-C975-38E0-6CA120B7656C}" dt="2023-09-08T10:12:12.375" v="96" actId="20577"/>
        <pc:sldMkLst>
          <pc:docMk/>
          <pc:sldMk cId="745149550" sldId="1616"/>
        </pc:sldMkLst>
        <pc:spChg chg="mod">
          <ac:chgData name="Mr. Sumit Sharma" userId="S::sumitsharma.cse@niet.co.in::0287a0e3-d7f5-4815-a5d5-4670a436bb9e" providerId="AD" clId="Web-{17A0E2E3-9CA2-C975-38E0-6CA120B7656C}" dt="2023-09-08T10:11:33.296" v="85" actId="20577"/>
          <ac:spMkLst>
            <pc:docMk/>
            <pc:sldMk cId="745149550" sldId="1616"/>
            <ac:spMk id="7" creationId="{00000000-0000-0000-0000-000000000000}"/>
          </ac:spMkLst>
        </pc:spChg>
        <pc:spChg chg="mod">
          <ac:chgData name="Mr. Sumit Sharma" userId="S::sumitsharma.cse@niet.co.in::0287a0e3-d7f5-4815-a5d5-4670a436bb9e" providerId="AD" clId="Web-{17A0E2E3-9CA2-C975-38E0-6CA120B7656C}" dt="2023-09-08T10:12:12.375" v="96" actId="20577"/>
          <ac:spMkLst>
            <pc:docMk/>
            <pc:sldMk cId="745149550" sldId="1616"/>
            <ac:spMk id="182" creationId="{FDC1A734-1528-FC7A-7C7C-B49C8922968A}"/>
          </ac:spMkLst>
        </pc:spChg>
      </pc:sldChg>
    </pc:docChg>
  </pc:docChgLst>
  <pc:docChgLst>
    <pc:chgData name="Mr. Sumit Sharma" userId="S::sumitsharma.cse@niet.co.in::0287a0e3-d7f5-4815-a5d5-4670a436bb9e" providerId="AD" clId="Web-{32683770-8880-4559-98EF-CD6ED0897CD0}"/>
    <pc:docChg chg="addSld modSld">
      <pc:chgData name="Mr. Sumit Sharma" userId="S::sumitsharma.cse@niet.co.in::0287a0e3-d7f5-4815-a5d5-4670a436bb9e" providerId="AD" clId="Web-{32683770-8880-4559-98EF-CD6ED0897CD0}" dt="2023-09-05T04:20:58.839" v="99" actId="20577"/>
      <pc:docMkLst>
        <pc:docMk/>
      </pc:docMkLst>
      <pc:sldChg chg="modSp">
        <pc:chgData name="Mr. Sumit Sharma" userId="S::sumitsharma.cse@niet.co.in::0287a0e3-d7f5-4815-a5d5-4670a436bb9e" providerId="AD" clId="Web-{32683770-8880-4559-98EF-CD6ED0897CD0}" dt="2023-09-05T03:55:50.181" v="8" actId="20577"/>
        <pc:sldMkLst>
          <pc:docMk/>
          <pc:sldMk cId="3501026821" sldId="1605"/>
        </pc:sldMkLst>
        <pc:spChg chg="mod">
          <ac:chgData name="Mr. Sumit Sharma" userId="S::sumitsharma.cse@niet.co.in::0287a0e3-d7f5-4815-a5d5-4670a436bb9e" providerId="AD" clId="Web-{32683770-8880-4559-98EF-CD6ED0897CD0}" dt="2023-09-05T03:55:50.181" v="8" actId="20577"/>
          <ac:spMkLst>
            <pc:docMk/>
            <pc:sldMk cId="3501026821" sldId="1605"/>
            <ac:spMk id="182" creationId="{FDC1A734-1528-FC7A-7C7C-B49C8922968A}"/>
          </ac:spMkLst>
        </pc:spChg>
      </pc:sldChg>
      <pc:sldChg chg="modSp add replId">
        <pc:chgData name="Mr. Sumit Sharma" userId="S::sumitsharma.cse@niet.co.in::0287a0e3-d7f5-4815-a5d5-4670a436bb9e" providerId="AD" clId="Web-{32683770-8880-4559-98EF-CD6ED0897CD0}" dt="2023-09-05T04:20:58.839" v="99" actId="20577"/>
        <pc:sldMkLst>
          <pc:docMk/>
          <pc:sldMk cId="342949744" sldId="1606"/>
        </pc:sldMkLst>
        <pc:spChg chg="mod">
          <ac:chgData name="Mr. Sumit Sharma" userId="S::sumitsharma.cse@niet.co.in::0287a0e3-d7f5-4815-a5d5-4670a436bb9e" providerId="AD" clId="Web-{32683770-8880-4559-98EF-CD6ED0897CD0}" dt="2023-09-05T04:20:58.839" v="99" actId="20577"/>
          <ac:spMkLst>
            <pc:docMk/>
            <pc:sldMk cId="342949744" sldId="1606"/>
            <ac:spMk id="182" creationId="{FDC1A734-1528-FC7A-7C7C-B49C8922968A}"/>
          </ac:spMkLst>
        </pc:spChg>
      </pc:sldChg>
      <pc:sldChg chg="modSp add replId">
        <pc:chgData name="Mr. Sumit Sharma" userId="S::sumitsharma.cse@niet.co.in::0287a0e3-d7f5-4815-a5d5-4670a436bb9e" providerId="AD" clId="Web-{32683770-8880-4559-98EF-CD6ED0897CD0}" dt="2023-09-05T04:00:04.108" v="82" actId="20577"/>
        <pc:sldMkLst>
          <pc:docMk/>
          <pc:sldMk cId="4199993203" sldId="1607"/>
        </pc:sldMkLst>
        <pc:spChg chg="mod">
          <ac:chgData name="Mr. Sumit Sharma" userId="S::sumitsharma.cse@niet.co.in::0287a0e3-d7f5-4815-a5d5-4670a436bb9e" providerId="AD" clId="Web-{32683770-8880-4559-98EF-CD6ED0897CD0}" dt="2023-09-05T03:59:27.596" v="75" actId="20577"/>
          <ac:spMkLst>
            <pc:docMk/>
            <pc:sldMk cId="4199993203" sldId="1607"/>
            <ac:spMk id="7" creationId="{00000000-0000-0000-0000-000000000000}"/>
          </ac:spMkLst>
        </pc:spChg>
        <pc:spChg chg="mod">
          <ac:chgData name="Mr. Sumit Sharma" userId="S::sumitsharma.cse@niet.co.in::0287a0e3-d7f5-4815-a5d5-4670a436bb9e" providerId="AD" clId="Web-{32683770-8880-4559-98EF-CD6ED0897CD0}" dt="2023-09-05T04:00:04.108" v="82" actId="20577"/>
          <ac:spMkLst>
            <pc:docMk/>
            <pc:sldMk cId="4199993203" sldId="1607"/>
            <ac:spMk id="182" creationId="{FDC1A734-1528-FC7A-7C7C-B49C8922968A}"/>
          </ac:spMkLst>
        </pc:spChg>
      </pc:sldChg>
      <pc:sldChg chg="modSp add replId">
        <pc:chgData name="Mr. Sumit Sharma" userId="S::sumitsharma.cse@niet.co.in::0287a0e3-d7f5-4815-a5d5-4670a436bb9e" providerId="AD" clId="Web-{32683770-8880-4559-98EF-CD6ED0897CD0}" dt="2023-09-05T04:01:10.469" v="94" actId="20577"/>
        <pc:sldMkLst>
          <pc:docMk/>
          <pc:sldMk cId="2337258122" sldId="1608"/>
        </pc:sldMkLst>
        <pc:spChg chg="mod">
          <ac:chgData name="Mr. Sumit Sharma" userId="S::sumitsharma.cse@niet.co.in::0287a0e3-d7f5-4815-a5d5-4670a436bb9e" providerId="AD" clId="Web-{32683770-8880-4559-98EF-CD6ED0897CD0}" dt="2023-09-05T04:01:10.469" v="94" actId="20577"/>
          <ac:spMkLst>
            <pc:docMk/>
            <pc:sldMk cId="2337258122" sldId="1608"/>
            <ac:spMk id="182" creationId="{FDC1A734-1528-FC7A-7C7C-B49C8922968A}"/>
          </ac:spMkLst>
        </pc:spChg>
      </pc:sldChg>
    </pc:docChg>
  </pc:docChgLst>
  <pc:docChgLst>
    <pc:chgData name="Mr. Sumit Sharma" userId="S::sumitsharma.cse@niet.co.in::0287a0e3-d7f5-4815-a5d5-4670a436bb9e" providerId="AD" clId="Web-{24B6CF88-50E6-AD1E-3A17-1FF34733D8EF}"/>
    <pc:docChg chg="addSld modSld">
      <pc:chgData name="Mr. Sumit Sharma" userId="S::sumitsharma.cse@niet.co.in::0287a0e3-d7f5-4815-a5d5-4670a436bb9e" providerId="AD" clId="Web-{24B6CF88-50E6-AD1E-3A17-1FF34733D8EF}" dt="2023-08-22T07:39:31.954" v="152" actId="14100"/>
      <pc:docMkLst>
        <pc:docMk/>
      </pc:docMkLst>
      <pc:sldChg chg="addSp delSp modSp mod setBg">
        <pc:chgData name="Mr. Sumit Sharma" userId="S::sumitsharma.cse@niet.co.in::0287a0e3-d7f5-4815-a5d5-4670a436bb9e" providerId="AD" clId="Web-{24B6CF88-50E6-AD1E-3A17-1FF34733D8EF}" dt="2023-08-22T07:36:27.057" v="107" actId="20577"/>
        <pc:sldMkLst>
          <pc:docMk/>
          <pc:sldMk cId="698163909" sldId="279"/>
        </pc:sldMkLst>
        <pc:spChg chg="add del">
          <ac:chgData name="Mr. Sumit Sharma" userId="S::sumitsharma.cse@niet.co.in::0287a0e3-d7f5-4815-a5d5-4670a436bb9e" providerId="AD" clId="Web-{24B6CF88-50E6-AD1E-3A17-1FF34733D8EF}" dt="2023-08-22T07:33:47.412" v="75"/>
          <ac:spMkLst>
            <pc:docMk/>
            <pc:sldMk cId="698163909" sldId="279"/>
            <ac:spMk id="3" creationId="{00000000-0000-0000-0000-000000000000}"/>
          </ac:spMkLst>
        </pc:spChg>
        <pc:spChg chg="mod ord">
          <ac:chgData name="Mr. Sumit Sharma" userId="S::sumitsharma.cse@niet.co.in::0287a0e3-d7f5-4815-a5d5-4670a436bb9e" providerId="AD" clId="Web-{24B6CF88-50E6-AD1E-3A17-1FF34733D8EF}" dt="2023-08-22T07:33:47.412" v="75"/>
          <ac:spMkLst>
            <pc:docMk/>
            <pc:sldMk cId="698163909" sldId="279"/>
            <ac:spMk id="6" creationId="{00000000-0000-0000-0000-000000000000}"/>
          </ac:spMkLst>
        </pc:spChg>
        <pc:spChg chg="mod">
          <ac:chgData name="Mr. Sumit Sharma" userId="S::sumitsharma.cse@niet.co.in::0287a0e3-d7f5-4815-a5d5-4670a436bb9e" providerId="AD" clId="Web-{24B6CF88-50E6-AD1E-3A17-1FF34733D8EF}" dt="2023-08-22T07:36:27.057" v="107" actId="20577"/>
          <ac:spMkLst>
            <pc:docMk/>
            <pc:sldMk cId="698163909" sldId="279"/>
            <ac:spMk id="7" creationId="{00000000-0000-0000-0000-000000000000}"/>
          </ac:spMkLst>
        </pc:spChg>
        <pc:spChg chg="add del">
          <ac:chgData name="Mr. Sumit Sharma" userId="S::sumitsharma.cse@niet.co.in::0287a0e3-d7f5-4815-a5d5-4670a436bb9e" providerId="AD" clId="Web-{24B6CF88-50E6-AD1E-3A17-1FF34733D8EF}" dt="2023-08-22T07:33:47.380" v="74"/>
          <ac:spMkLst>
            <pc:docMk/>
            <pc:sldMk cId="698163909" sldId="279"/>
            <ac:spMk id="15" creationId="{7301F447-EEF7-48F5-AF73-7566EE7F64AD}"/>
          </ac:spMkLst>
        </pc:spChg>
        <pc:spChg chg="add del">
          <ac:chgData name="Mr. Sumit Sharma" userId="S::sumitsharma.cse@niet.co.in::0287a0e3-d7f5-4815-a5d5-4670a436bb9e" providerId="AD" clId="Web-{24B6CF88-50E6-AD1E-3A17-1FF34733D8EF}" dt="2023-08-22T07:33:47.380" v="74"/>
          <ac:spMkLst>
            <pc:docMk/>
            <pc:sldMk cId="698163909" sldId="279"/>
            <ac:spMk id="17" creationId="{F7117410-A2A4-4085-9ADC-46744551DBDE}"/>
          </ac:spMkLst>
        </pc:spChg>
        <pc:spChg chg="add del">
          <ac:chgData name="Mr. Sumit Sharma" userId="S::sumitsharma.cse@niet.co.in::0287a0e3-d7f5-4815-a5d5-4670a436bb9e" providerId="AD" clId="Web-{24B6CF88-50E6-AD1E-3A17-1FF34733D8EF}" dt="2023-08-22T07:33:47.380" v="74"/>
          <ac:spMkLst>
            <pc:docMk/>
            <pc:sldMk cId="698163909" sldId="279"/>
            <ac:spMk id="19" creationId="{99F74EB5-E547-4FB4-95F5-BCC788F3C4A0}"/>
          </ac:spMkLst>
        </pc:spChg>
        <pc:spChg chg="add">
          <ac:chgData name="Mr. Sumit Sharma" userId="S::sumitsharma.cse@niet.co.in::0287a0e3-d7f5-4815-a5d5-4670a436bb9e" providerId="AD" clId="Web-{24B6CF88-50E6-AD1E-3A17-1FF34733D8EF}" dt="2023-08-22T07:33:47.412" v="75"/>
          <ac:spMkLst>
            <pc:docMk/>
            <pc:sldMk cId="698163909" sldId="279"/>
            <ac:spMk id="21" creationId="{7301F447-EEF7-48F5-AF73-7566EE7F64AD}"/>
          </ac:spMkLst>
        </pc:spChg>
        <pc:spChg chg="add">
          <ac:chgData name="Mr. Sumit Sharma" userId="S::sumitsharma.cse@niet.co.in::0287a0e3-d7f5-4815-a5d5-4670a436bb9e" providerId="AD" clId="Web-{24B6CF88-50E6-AD1E-3A17-1FF34733D8EF}" dt="2023-08-22T07:33:47.412" v="75"/>
          <ac:spMkLst>
            <pc:docMk/>
            <pc:sldMk cId="698163909" sldId="279"/>
            <ac:spMk id="22" creationId="{F7117410-A2A4-4085-9ADC-46744551DBDE}"/>
          </ac:spMkLst>
        </pc:spChg>
        <pc:spChg chg="add">
          <ac:chgData name="Mr. Sumit Sharma" userId="S::sumitsharma.cse@niet.co.in::0287a0e3-d7f5-4815-a5d5-4670a436bb9e" providerId="AD" clId="Web-{24B6CF88-50E6-AD1E-3A17-1FF34733D8EF}" dt="2023-08-22T07:33:47.412" v="75"/>
          <ac:spMkLst>
            <pc:docMk/>
            <pc:sldMk cId="698163909" sldId="279"/>
            <ac:spMk id="23" creationId="{99F74EB5-E547-4FB4-95F5-BCC788F3C4A0}"/>
          </ac:spMkLst>
        </pc:spChg>
        <pc:graphicFrameChg chg="add del">
          <ac:chgData name="Mr. Sumit Sharma" userId="S::sumitsharma.cse@niet.co.in::0287a0e3-d7f5-4815-a5d5-4670a436bb9e" providerId="AD" clId="Web-{24B6CF88-50E6-AD1E-3A17-1FF34733D8EF}" dt="2023-08-22T07:33:47.380" v="74"/>
          <ac:graphicFrameMkLst>
            <pc:docMk/>
            <pc:sldMk cId="698163909" sldId="279"/>
            <ac:graphicFrameMk id="11" creationId="{8F560B62-30F2-C69A-62BD-D137BAD50390}"/>
          </ac:graphicFrameMkLst>
        </pc:graphicFrameChg>
        <pc:graphicFrameChg chg="add">
          <ac:chgData name="Mr. Sumit Sharma" userId="S::sumitsharma.cse@niet.co.in::0287a0e3-d7f5-4815-a5d5-4670a436bb9e" providerId="AD" clId="Web-{24B6CF88-50E6-AD1E-3A17-1FF34733D8EF}" dt="2023-08-22T07:33:47.412" v="75"/>
          <ac:graphicFrameMkLst>
            <pc:docMk/>
            <pc:sldMk cId="698163909" sldId="279"/>
            <ac:graphicFrameMk id="24" creationId="{8F4F919B-59A8-DAD7-D9C2-9442BD3B1827}"/>
          </ac:graphicFrameMkLst>
        </pc:graphicFrameChg>
      </pc:sldChg>
      <pc:sldChg chg="addSp delSp modSp mod setBg">
        <pc:chgData name="Mr. Sumit Sharma" userId="S::sumitsharma.cse@niet.co.in::0287a0e3-d7f5-4815-a5d5-4670a436bb9e" providerId="AD" clId="Web-{24B6CF88-50E6-AD1E-3A17-1FF34733D8EF}" dt="2023-08-22T07:36:20.010" v="105" actId="20577"/>
        <pc:sldMkLst>
          <pc:docMk/>
          <pc:sldMk cId="14382847" sldId="1560"/>
        </pc:sldMkLst>
        <pc:spChg chg="add del">
          <ac:chgData name="Mr. Sumit Sharma" userId="S::sumitsharma.cse@niet.co.in::0287a0e3-d7f5-4815-a5d5-4670a436bb9e" providerId="AD" clId="Web-{24B6CF88-50E6-AD1E-3A17-1FF34733D8EF}" dt="2023-08-22T07:33:17.458" v="72"/>
          <ac:spMkLst>
            <pc:docMk/>
            <pc:sldMk cId="14382847" sldId="1560"/>
            <ac:spMk id="3" creationId="{F8CC24E1-E4CB-4555-AAFE-79673E88E287}"/>
          </ac:spMkLst>
        </pc:spChg>
        <pc:spChg chg="mod ord">
          <ac:chgData name="Mr. Sumit Sharma" userId="S::sumitsharma.cse@niet.co.in::0287a0e3-d7f5-4815-a5d5-4670a436bb9e" providerId="AD" clId="Web-{24B6CF88-50E6-AD1E-3A17-1FF34733D8EF}" dt="2023-08-22T07:33:17.458" v="72"/>
          <ac:spMkLst>
            <pc:docMk/>
            <pc:sldMk cId="14382847" sldId="1560"/>
            <ac:spMk id="6" creationId="{00000000-0000-0000-0000-000000000000}"/>
          </ac:spMkLst>
        </pc:spChg>
        <pc:spChg chg="mod">
          <ac:chgData name="Mr. Sumit Sharma" userId="S::sumitsharma.cse@niet.co.in::0287a0e3-d7f5-4815-a5d5-4670a436bb9e" providerId="AD" clId="Web-{24B6CF88-50E6-AD1E-3A17-1FF34733D8EF}" dt="2023-08-22T07:36:20.010" v="105" actId="20577"/>
          <ac:spMkLst>
            <pc:docMk/>
            <pc:sldMk cId="14382847" sldId="1560"/>
            <ac:spMk id="7" creationId="{00000000-0000-0000-0000-000000000000}"/>
          </ac:spMkLst>
        </pc:spChg>
        <pc:spChg chg="add del">
          <ac:chgData name="Mr. Sumit Sharma" userId="S::sumitsharma.cse@niet.co.in::0287a0e3-d7f5-4815-a5d5-4670a436bb9e" providerId="AD" clId="Web-{24B6CF88-50E6-AD1E-3A17-1FF34733D8EF}" dt="2023-08-22T07:33:12.926" v="69"/>
          <ac:spMkLst>
            <pc:docMk/>
            <pc:sldMk cId="14382847" sldId="1560"/>
            <ac:spMk id="15" creationId="{BACC6370-2D7E-4714-9D71-7542949D7D5D}"/>
          </ac:spMkLst>
        </pc:spChg>
        <pc:spChg chg="add del">
          <ac:chgData name="Mr. Sumit Sharma" userId="S::sumitsharma.cse@niet.co.in::0287a0e3-d7f5-4815-a5d5-4670a436bb9e" providerId="AD" clId="Web-{24B6CF88-50E6-AD1E-3A17-1FF34733D8EF}" dt="2023-08-22T07:33:17.442" v="71"/>
          <ac:spMkLst>
            <pc:docMk/>
            <pc:sldMk cId="14382847" sldId="1560"/>
            <ac:spMk id="16" creationId="{4F7EBAE4-9945-4473-9E34-B2C66EA0F03D}"/>
          </ac:spMkLst>
        </pc:spChg>
        <pc:spChg chg="add del">
          <ac:chgData name="Mr. Sumit Sharma" userId="S::sumitsharma.cse@niet.co.in::0287a0e3-d7f5-4815-a5d5-4670a436bb9e" providerId="AD" clId="Web-{24B6CF88-50E6-AD1E-3A17-1FF34733D8EF}" dt="2023-08-22T07:33:12.926" v="69"/>
          <ac:spMkLst>
            <pc:docMk/>
            <pc:sldMk cId="14382847" sldId="1560"/>
            <ac:spMk id="17" creationId="{F68B3F68-107C-434F-AA38-110D5EA91B85}"/>
          </ac:spMkLst>
        </pc:spChg>
        <pc:spChg chg="add del">
          <ac:chgData name="Mr. Sumit Sharma" userId="S::sumitsharma.cse@niet.co.in::0287a0e3-d7f5-4815-a5d5-4670a436bb9e" providerId="AD" clId="Web-{24B6CF88-50E6-AD1E-3A17-1FF34733D8EF}" dt="2023-08-22T07:33:17.442" v="71"/>
          <ac:spMkLst>
            <pc:docMk/>
            <pc:sldMk cId="14382847" sldId="1560"/>
            <ac:spMk id="18" creationId="{70BEB1E7-2F88-40BC-B73D-42E5B6F80BFC}"/>
          </ac:spMkLst>
        </pc:spChg>
        <pc:spChg chg="add del">
          <ac:chgData name="Mr. Sumit Sharma" userId="S::sumitsharma.cse@niet.co.in::0287a0e3-d7f5-4815-a5d5-4670a436bb9e" providerId="AD" clId="Web-{24B6CF88-50E6-AD1E-3A17-1FF34733D8EF}" dt="2023-08-22T07:33:12.926" v="69"/>
          <ac:spMkLst>
            <pc:docMk/>
            <pc:sldMk cId="14382847" sldId="1560"/>
            <ac:spMk id="19" creationId="{AAD0DBB9-1A4B-4391-81D4-CB19F9AB918A}"/>
          </ac:spMkLst>
        </pc:spChg>
        <pc:spChg chg="add del">
          <ac:chgData name="Mr. Sumit Sharma" userId="S::sumitsharma.cse@niet.co.in::0287a0e3-d7f5-4815-a5d5-4670a436bb9e" providerId="AD" clId="Web-{24B6CF88-50E6-AD1E-3A17-1FF34733D8EF}" dt="2023-08-22T07:33:17.442" v="71"/>
          <ac:spMkLst>
            <pc:docMk/>
            <pc:sldMk cId="14382847" sldId="1560"/>
            <ac:spMk id="20" creationId="{A7B99495-F43F-4D80-A44F-2CB4764EB90B}"/>
          </ac:spMkLst>
        </pc:spChg>
        <pc:spChg chg="add del">
          <ac:chgData name="Mr. Sumit Sharma" userId="S::sumitsharma.cse@niet.co.in::0287a0e3-d7f5-4815-a5d5-4670a436bb9e" providerId="AD" clId="Web-{24B6CF88-50E6-AD1E-3A17-1FF34733D8EF}" dt="2023-08-22T07:33:12.926" v="69"/>
          <ac:spMkLst>
            <pc:docMk/>
            <pc:sldMk cId="14382847" sldId="1560"/>
            <ac:spMk id="21" creationId="{063BBA22-50EA-4C4D-BE05-F1CE4E63AA56}"/>
          </ac:spMkLst>
        </pc:spChg>
        <pc:spChg chg="add">
          <ac:chgData name="Mr. Sumit Sharma" userId="S::sumitsharma.cse@niet.co.in::0287a0e3-d7f5-4815-a5d5-4670a436bb9e" providerId="AD" clId="Web-{24B6CF88-50E6-AD1E-3A17-1FF34733D8EF}" dt="2023-08-22T07:33:17.458" v="72"/>
          <ac:spMkLst>
            <pc:docMk/>
            <pc:sldMk cId="14382847" sldId="1560"/>
            <ac:spMk id="25" creationId="{7301F447-EEF7-48F5-AF73-7566EE7F64AD}"/>
          </ac:spMkLst>
        </pc:spChg>
        <pc:spChg chg="add">
          <ac:chgData name="Mr. Sumit Sharma" userId="S::sumitsharma.cse@niet.co.in::0287a0e3-d7f5-4815-a5d5-4670a436bb9e" providerId="AD" clId="Web-{24B6CF88-50E6-AD1E-3A17-1FF34733D8EF}" dt="2023-08-22T07:33:17.458" v="72"/>
          <ac:spMkLst>
            <pc:docMk/>
            <pc:sldMk cId="14382847" sldId="1560"/>
            <ac:spMk id="26" creationId="{F7117410-A2A4-4085-9ADC-46744551DBDE}"/>
          </ac:spMkLst>
        </pc:spChg>
        <pc:spChg chg="add">
          <ac:chgData name="Mr. Sumit Sharma" userId="S::sumitsharma.cse@niet.co.in::0287a0e3-d7f5-4815-a5d5-4670a436bb9e" providerId="AD" clId="Web-{24B6CF88-50E6-AD1E-3A17-1FF34733D8EF}" dt="2023-08-22T07:33:17.458" v="72"/>
          <ac:spMkLst>
            <pc:docMk/>
            <pc:sldMk cId="14382847" sldId="1560"/>
            <ac:spMk id="27" creationId="{99F74EB5-E547-4FB4-95F5-BCC788F3C4A0}"/>
          </ac:spMkLst>
        </pc:spChg>
        <pc:graphicFrameChg chg="add del">
          <ac:chgData name="Mr. Sumit Sharma" userId="S::sumitsharma.cse@niet.co.in::0287a0e3-d7f5-4815-a5d5-4670a436bb9e" providerId="AD" clId="Web-{24B6CF88-50E6-AD1E-3A17-1FF34733D8EF}" dt="2023-08-22T07:33:12.926" v="69"/>
          <ac:graphicFrameMkLst>
            <pc:docMk/>
            <pc:sldMk cId="14382847" sldId="1560"/>
            <ac:graphicFrameMk id="11" creationId="{1E3C8F7B-EDAF-AD2C-17A7-5FE5C59CAF47}"/>
          </ac:graphicFrameMkLst>
        </pc:graphicFrameChg>
        <pc:graphicFrameChg chg="add del">
          <ac:chgData name="Mr. Sumit Sharma" userId="S::sumitsharma.cse@niet.co.in::0287a0e3-d7f5-4815-a5d5-4670a436bb9e" providerId="AD" clId="Web-{24B6CF88-50E6-AD1E-3A17-1FF34733D8EF}" dt="2023-08-22T07:33:17.442" v="71"/>
          <ac:graphicFrameMkLst>
            <pc:docMk/>
            <pc:sldMk cId="14382847" sldId="1560"/>
            <ac:graphicFrameMk id="23" creationId="{A9833820-75EA-225F-140B-FC61775DE725}"/>
          </ac:graphicFrameMkLst>
        </pc:graphicFrameChg>
        <pc:graphicFrameChg chg="add">
          <ac:chgData name="Mr. Sumit Sharma" userId="S::sumitsharma.cse@niet.co.in::0287a0e3-d7f5-4815-a5d5-4670a436bb9e" providerId="AD" clId="Web-{24B6CF88-50E6-AD1E-3A17-1FF34733D8EF}" dt="2023-08-22T07:33:17.458" v="72"/>
          <ac:graphicFrameMkLst>
            <pc:docMk/>
            <pc:sldMk cId="14382847" sldId="1560"/>
            <ac:graphicFrameMk id="28" creationId="{7911BCD3-FD89-BC16-4A6F-1F614AC172FE}"/>
          </ac:graphicFrameMkLst>
        </pc:graphicFrameChg>
        <pc:picChg chg="add del">
          <ac:chgData name="Mr. Sumit Sharma" userId="S::sumitsharma.cse@niet.co.in::0287a0e3-d7f5-4815-a5d5-4670a436bb9e" providerId="AD" clId="Web-{24B6CF88-50E6-AD1E-3A17-1FF34733D8EF}" dt="2023-08-22T07:33:17.442" v="71"/>
          <ac:picMkLst>
            <pc:docMk/>
            <pc:sldMk cId="14382847" sldId="1560"/>
            <ac:picMk id="12" creationId="{B5272F72-0CDF-997F-8B91-3076FF78B443}"/>
          </ac:picMkLst>
        </pc:picChg>
      </pc:sldChg>
      <pc:sldChg chg="addSp delSp modSp mod setBg">
        <pc:chgData name="Mr. Sumit Sharma" userId="S::sumitsharma.cse@niet.co.in::0287a0e3-d7f5-4815-a5d5-4670a436bb9e" providerId="AD" clId="Web-{24B6CF88-50E6-AD1E-3A17-1FF34733D8EF}" dt="2023-08-22T07:36:11.807" v="103" actId="20577"/>
        <pc:sldMkLst>
          <pc:docMk/>
          <pc:sldMk cId="472746572" sldId="1562"/>
        </pc:sldMkLst>
        <pc:spChg chg="del">
          <ac:chgData name="Mr. Sumit Sharma" userId="S::sumitsharma.cse@niet.co.in::0287a0e3-d7f5-4815-a5d5-4670a436bb9e" providerId="AD" clId="Web-{24B6CF88-50E6-AD1E-3A17-1FF34733D8EF}" dt="2023-08-22T07:32:50.972" v="67"/>
          <ac:spMkLst>
            <pc:docMk/>
            <pc:sldMk cId="472746572" sldId="1562"/>
            <ac:spMk id="3" creationId="{F8CC24E1-E4CB-4555-AAFE-79673E88E287}"/>
          </ac:spMkLst>
        </pc:spChg>
        <pc:spChg chg="mod ord">
          <ac:chgData name="Mr. Sumit Sharma" userId="S::sumitsharma.cse@niet.co.in::0287a0e3-d7f5-4815-a5d5-4670a436bb9e" providerId="AD" clId="Web-{24B6CF88-50E6-AD1E-3A17-1FF34733D8EF}" dt="2023-08-22T07:32:50.972" v="67"/>
          <ac:spMkLst>
            <pc:docMk/>
            <pc:sldMk cId="472746572" sldId="1562"/>
            <ac:spMk id="6" creationId="{00000000-0000-0000-0000-000000000000}"/>
          </ac:spMkLst>
        </pc:spChg>
        <pc:spChg chg="mod">
          <ac:chgData name="Mr. Sumit Sharma" userId="S::sumitsharma.cse@niet.co.in::0287a0e3-d7f5-4815-a5d5-4670a436bb9e" providerId="AD" clId="Web-{24B6CF88-50E6-AD1E-3A17-1FF34733D8EF}" dt="2023-08-22T07:36:11.807" v="103" actId="20577"/>
          <ac:spMkLst>
            <pc:docMk/>
            <pc:sldMk cId="472746572" sldId="1562"/>
            <ac:spMk id="7" creationId="{00000000-0000-0000-0000-000000000000}"/>
          </ac:spMkLst>
        </pc:spChg>
        <pc:spChg chg="add">
          <ac:chgData name="Mr. Sumit Sharma" userId="S::sumitsharma.cse@niet.co.in::0287a0e3-d7f5-4815-a5d5-4670a436bb9e" providerId="AD" clId="Web-{24B6CF88-50E6-AD1E-3A17-1FF34733D8EF}" dt="2023-08-22T07:32:50.972" v="67"/>
          <ac:spMkLst>
            <pc:docMk/>
            <pc:sldMk cId="472746572" sldId="1562"/>
            <ac:spMk id="15" creationId="{53B021B3-DE93-4AB7-8A18-CF5F1CED88B8}"/>
          </ac:spMkLst>
        </pc:spChg>
        <pc:spChg chg="add">
          <ac:chgData name="Mr. Sumit Sharma" userId="S::sumitsharma.cse@niet.co.in::0287a0e3-d7f5-4815-a5d5-4670a436bb9e" providerId="AD" clId="Web-{24B6CF88-50E6-AD1E-3A17-1FF34733D8EF}" dt="2023-08-22T07:32:50.972" v="67"/>
          <ac:spMkLst>
            <pc:docMk/>
            <pc:sldMk cId="472746572" sldId="1562"/>
            <ac:spMk id="17" creationId="{52D502E5-F6B4-4D58-B4AE-FC466FF15EE8}"/>
          </ac:spMkLst>
        </pc:spChg>
        <pc:spChg chg="add">
          <ac:chgData name="Mr. Sumit Sharma" userId="S::sumitsharma.cse@niet.co.in::0287a0e3-d7f5-4815-a5d5-4670a436bb9e" providerId="AD" clId="Web-{24B6CF88-50E6-AD1E-3A17-1FF34733D8EF}" dt="2023-08-22T07:32:50.972" v="67"/>
          <ac:spMkLst>
            <pc:docMk/>
            <pc:sldMk cId="472746572" sldId="1562"/>
            <ac:spMk id="19" creationId="{9DECDBF4-02B6-4BB4-B65B-B8107AD6A9E8}"/>
          </ac:spMkLst>
        </pc:spChg>
        <pc:graphicFrameChg chg="add">
          <ac:chgData name="Mr. Sumit Sharma" userId="S::sumitsharma.cse@niet.co.in::0287a0e3-d7f5-4815-a5d5-4670a436bb9e" providerId="AD" clId="Web-{24B6CF88-50E6-AD1E-3A17-1FF34733D8EF}" dt="2023-08-22T07:32:50.972" v="67"/>
          <ac:graphicFrameMkLst>
            <pc:docMk/>
            <pc:sldMk cId="472746572" sldId="1562"/>
            <ac:graphicFrameMk id="11" creationId="{42CF0600-DCB4-95C4-BDCE-24FB1F21F471}"/>
          </ac:graphicFrameMkLst>
        </pc:graphicFrameChg>
      </pc:sldChg>
      <pc:sldChg chg="addSp delSp modSp mod setBg">
        <pc:chgData name="Mr. Sumit Sharma" userId="S::sumitsharma.cse@niet.co.in::0287a0e3-d7f5-4815-a5d5-4670a436bb9e" providerId="AD" clId="Web-{24B6CF88-50E6-AD1E-3A17-1FF34733D8EF}" dt="2023-08-22T07:36:06.291" v="102" actId="20577"/>
        <pc:sldMkLst>
          <pc:docMk/>
          <pc:sldMk cId="3443822419" sldId="1563"/>
        </pc:sldMkLst>
        <pc:spChg chg="del">
          <ac:chgData name="Mr. Sumit Sharma" userId="S::sumitsharma.cse@niet.co.in::0287a0e3-d7f5-4815-a5d5-4670a436bb9e" providerId="AD" clId="Web-{24B6CF88-50E6-AD1E-3A17-1FF34733D8EF}" dt="2023-08-22T07:31:39.595" v="61"/>
          <ac:spMkLst>
            <pc:docMk/>
            <pc:sldMk cId="3443822419" sldId="1563"/>
            <ac:spMk id="3" creationId="{F8CC24E1-E4CB-4555-AAFE-79673E88E287}"/>
          </ac:spMkLst>
        </pc:spChg>
        <pc:spChg chg="mod ord">
          <ac:chgData name="Mr. Sumit Sharma" userId="S::sumitsharma.cse@niet.co.in::0287a0e3-d7f5-4815-a5d5-4670a436bb9e" providerId="AD" clId="Web-{24B6CF88-50E6-AD1E-3A17-1FF34733D8EF}" dt="2023-08-22T07:31:39.595" v="61"/>
          <ac:spMkLst>
            <pc:docMk/>
            <pc:sldMk cId="3443822419" sldId="1563"/>
            <ac:spMk id="6" creationId="{00000000-0000-0000-0000-000000000000}"/>
          </ac:spMkLst>
        </pc:spChg>
        <pc:spChg chg="mod">
          <ac:chgData name="Mr. Sumit Sharma" userId="S::sumitsharma.cse@niet.co.in::0287a0e3-d7f5-4815-a5d5-4670a436bb9e" providerId="AD" clId="Web-{24B6CF88-50E6-AD1E-3A17-1FF34733D8EF}" dt="2023-08-22T07:36:06.291" v="102" actId="20577"/>
          <ac:spMkLst>
            <pc:docMk/>
            <pc:sldMk cId="3443822419" sldId="1563"/>
            <ac:spMk id="7" creationId="{00000000-0000-0000-0000-000000000000}"/>
          </ac:spMkLst>
        </pc:spChg>
        <pc:spChg chg="add">
          <ac:chgData name="Mr. Sumit Sharma" userId="S::sumitsharma.cse@niet.co.in::0287a0e3-d7f5-4815-a5d5-4670a436bb9e" providerId="AD" clId="Web-{24B6CF88-50E6-AD1E-3A17-1FF34733D8EF}" dt="2023-08-22T07:31:39.595" v="61"/>
          <ac:spMkLst>
            <pc:docMk/>
            <pc:sldMk cId="3443822419" sldId="1563"/>
            <ac:spMk id="16" creationId="{4F7EBAE4-9945-4473-9E34-B2C66EA0F03D}"/>
          </ac:spMkLst>
        </pc:spChg>
        <pc:spChg chg="add">
          <ac:chgData name="Mr. Sumit Sharma" userId="S::sumitsharma.cse@niet.co.in::0287a0e3-d7f5-4815-a5d5-4670a436bb9e" providerId="AD" clId="Web-{24B6CF88-50E6-AD1E-3A17-1FF34733D8EF}" dt="2023-08-22T07:31:39.595" v="61"/>
          <ac:spMkLst>
            <pc:docMk/>
            <pc:sldMk cId="3443822419" sldId="1563"/>
            <ac:spMk id="18" creationId="{70BEB1E7-2F88-40BC-B73D-42E5B6F80BFC}"/>
          </ac:spMkLst>
        </pc:spChg>
        <pc:spChg chg="add">
          <ac:chgData name="Mr. Sumit Sharma" userId="S::sumitsharma.cse@niet.co.in::0287a0e3-d7f5-4815-a5d5-4670a436bb9e" providerId="AD" clId="Web-{24B6CF88-50E6-AD1E-3A17-1FF34733D8EF}" dt="2023-08-22T07:31:39.595" v="61"/>
          <ac:spMkLst>
            <pc:docMk/>
            <pc:sldMk cId="3443822419" sldId="1563"/>
            <ac:spMk id="20" creationId="{A7B99495-F43F-4D80-A44F-2CB4764EB90B}"/>
          </ac:spMkLst>
        </pc:spChg>
        <pc:graphicFrameChg chg="add">
          <ac:chgData name="Mr. Sumit Sharma" userId="S::sumitsharma.cse@niet.co.in::0287a0e3-d7f5-4815-a5d5-4670a436bb9e" providerId="AD" clId="Web-{24B6CF88-50E6-AD1E-3A17-1FF34733D8EF}" dt="2023-08-22T07:31:39.595" v="61"/>
          <ac:graphicFrameMkLst>
            <pc:docMk/>
            <pc:sldMk cId="3443822419" sldId="1563"/>
            <ac:graphicFrameMk id="11" creationId="{24BA501C-EB44-03E6-1049-0FFE201F1C8E}"/>
          </ac:graphicFrameMkLst>
        </pc:graphicFrameChg>
        <pc:picChg chg="add">
          <ac:chgData name="Mr. Sumit Sharma" userId="S::sumitsharma.cse@niet.co.in::0287a0e3-d7f5-4815-a5d5-4670a436bb9e" providerId="AD" clId="Web-{24B6CF88-50E6-AD1E-3A17-1FF34733D8EF}" dt="2023-08-22T07:31:39.595" v="61"/>
          <ac:picMkLst>
            <pc:docMk/>
            <pc:sldMk cId="3443822419" sldId="1563"/>
            <ac:picMk id="12" creationId="{E946BC32-6359-C00A-B8BB-959B945D5B3D}"/>
          </ac:picMkLst>
        </pc:picChg>
      </pc:sldChg>
      <pc:sldChg chg="addSp delSp modSp add mod replId setBg">
        <pc:chgData name="Mr. Sumit Sharma" userId="S::sumitsharma.cse@niet.co.in::0287a0e3-d7f5-4815-a5d5-4670a436bb9e" providerId="AD" clId="Web-{24B6CF88-50E6-AD1E-3A17-1FF34733D8EF}" dt="2023-08-22T07:32:40.191" v="66"/>
        <pc:sldMkLst>
          <pc:docMk/>
          <pc:sldMk cId="169948392" sldId="1564"/>
        </pc:sldMkLst>
        <pc:spChg chg="del mod">
          <ac:chgData name="Mr. Sumit Sharma" userId="S::sumitsharma.cse@niet.co.in::0287a0e3-d7f5-4815-a5d5-4670a436bb9e" providerId="AD" clId="Web-{24B6CF88-50E6-AD1E-3A17-1FF34733D8EF}" dt="2023-08-22T07:22:33.765" v="3"/>
          <ac:spMkLst>
            <pc:docMk/>
            <pc:sldMk cId="169948392" sldId="1564"/>
            <ac:spMk id="3" creationId="{F8CC24E1-E4CB-4555-AAFE-79673E88E287}"/>
          </ac:spMkLst>
        </pc:spChg>
        <pc:spChg chg="mod ord">
          <ac:chgData name="Mr. Sumit Sharma" userId="S::sumitsharma.cse@niet.co.in::0287a0e3-d7f5-4815-a5d5-4670a436bb9e" providerId="AD" clId="Web-{24B6CF88-50E6-AD1E-3A17-1FF34733D8EF}" dt="2023-08-22T07:32:40.191" v="66"/>
          <ac:spMkLst>
            <pc:docMk/>
            <pc:sldMk cId="169948392" sldId="1564"/>
            <ac:spMk id="6" creationId="{00000000-0000-0000-0000-000000000000}"/>
          </ac:spMkLst>
        </pc:spChg>
        <pc:spChg chg="mod">
          <ac:chgData name="Mr. Sumit Sharma" userId="S::sumitsharma.cse@niet.co.in::0287a0e3-d7f5-4815-a5d5-4670a436bb9e" providerId="AD" clId="Web-{24B6CF88-50E6-AD1E-3A17-1FF34733D8EF}" dt="2023-08-22T07:32:40.191" v="66"/>
          <ac:spMkLst>
            <pc:docMk/>
            <pc:sldMk cId="169948392" sldId="1564"/>
            <ac:spMk id="7" creationId="{00000000-0000-0000-0000-000000000000}"/>
          </ac:spMkLst>
        </pc:spChg>
        <pc:spChg chg="add del">
          <ac:chgData name="Mr. Sumit Sharma" userId="S::sumitsharma.cse@niet.co.in::0287a0e3-d7f5-4815-a5d5-4670a436bb9e" providerId="AD" clId="Web-{24B6CF88-50E6-AD1E-3A17-1FF34733D8EF}" dt="2023-08-22T07:32:40.191" v="66"/>
          <ac:spMkLst>
            <pc:docMk/>
            <pc:sldMk cId="169948392" sldId="1564"/>
            <ac:spMk id="14" creationId="{870A1295-61BC-4214-AA3E-D396673024D0}"/>
          </ac:spMkLst>
        </pc:spChg>
        <pc:spChg chg="add del">
          <ac:chgData name="Mr. Sumit Sharma" userId="S::sumitsharma.cse@niet.co.in::0287a0e3-d7f5-4815-a5d5-4670a436bb9e" providerId="AD" clId="Web-{24B6CF88-50E6-AD1E-3A17-1FF34733D8EF}" dt="2023-08-22T07:32:40.191" v="66"/>
          <ac:spMkLst>
            <pc:docMk/>
            <pc:sldMk cId="169948392" sldId="1564"/>
            <ac:spMk id="25" creationId="{854DEE1C-7FD6-4FA0-A96A-BDF952F199AB}"/>
          </ac:spMkLst>
        </pc:spChg>
        <pc:grpChg chg="add del">
          <ac:chgData name="Mr. Sumit Sharma" userId="S::sumitsharma.cse@niet.co.in::0287a0e3-d7f5-4815-a5d5-4670a436bb9e" providerId="AD" clId="Web-{24B6CF88-50E6-AD1E-3A17-1FF34733D8EF}" dt="2023-08-22T07:32:40.191" v="66"/>
          <ac:grpSpMkLst>
            <pc:docMk/>
            <pc:sldMk cId="169948392" sldId="1564"/>
            <ac:grpSpMk id="16" creationId="{0B139475-2B26-4CA9-9413-DE741E49F7BB}"/>
          </ac:grpSpMkLst>
        </pc:grpChg>
        <pc:picChg chg="add mod">
          <ac:chgData name="Mr. Sumit Sharma" userId="S::sumitsharma.cse@niet.co.in::0287a0e3-d7f5-4815-a5d5-4670a436bb9e" providerId="AD" clId="Web-{24B6CF88-50E6-AD1E-3A17-1FF34733D8EF}" dt="2023-08-22T07:32:40.191" v="66"/>
          <ac:picMkLst>
            <pc:docMk/>
            <pc:sldMk cId="169948392" sldId="1564"/>
            <ac:picMk id="2" creationId="{95319325-3529-A8A1-1DAF-5A30C6B102F4}"/>
          </ac:picMkLst>
        </pc:picChg>
        <pc:picChg chg="ord">
          <ac:chgData name="Mr. Sumit Sharma" userId="S::sumitsharma.cse@niet.co.in::0287a0e3-d7f5-4815-a5d5-4670a436bb9e" providerId="AD" clId="Web-{24B6CF88-50E6-AD1E-3A17-1FF34733D8EF}" dt="2023-08-22T07:32:10.127" v="62"/>
          <ac:picMkLst>
            <pc:docMk/>
            <pc:sldMk cId="169948392" sldId="1564"/>
            <ac:picMk id="9" creationId="{C927257E-084A-415B-BF9B-22EABE25ABE7}"/>
          </ac:picMkLst>
        </pc:picChg>
      </pc:sldChg>
      <pc:sldChg chg="modSp add replId">
        <pc:chgData name="Mr. Sumit Sharma" userId="S::sumitsharma.cse@niet.co.in::0287a0e3-d7f5-4815-a5d5-4670a436bb9e" providerId="AD" clId="Web-{24B6CF88-50E6-AD1E-3A17-1FF34733D8EF}" dt="2023-08-22T07:25:32.083" v="47" actId="14100"/>
        <pc:sldMkLst>
          <pc:docMk/>
          <pc:sldMk cId="2117730215" sldId="1565"/>
        </pc:sldMkLst>
        <pc:spChg chg="mod">
          <ac:chgData name="Mr. Sumit Sharma" userId="S::sumitsharma.cse@niet.co.in::0287a0e3-d7f5-4815-a5d5-4670a436bb9e" providerId="AD" clId="Web-{24B6CF88-50E6-AD1E-3A17-1FF34733D8EF}" dt="2023-08-22T07:25:32.083" v="47" actId="14100"/>
          <ac:spMkLst>
            <pc:docMk/>
            <pc:sldMk cId="2117730215" sldId="1565"/>
            <ac:spMk id="3" creationId="{F8CC24E1-E4CB-4555-AAFE-79673E88E287}"/>
          </ac:spMkLst>
        </pc:spChg>
        <pc:spChg chg="mod">
          <ac:chgData name="Mr. Sumit Sharma" userId="S::sumitsharma.cse@niet.co.in::0287a0e3-d7f5-4815-a5d5-4670a436bb9e" providerId="AD" clId="Web-{24B6CF88-50E6-AD1E-3A17-1FF34733D8EF}" dt="2023-08-22T07:23:40.799" v="13" actId="20577"/>
          <ac:spMkLst>
            <pc:docMk/>
            <pc:sldMk cId="2117730215" sldId="1565"/>
            <ac:spMk id="7" creationId="{00000000-0000-0000-0000-000000000000}"/>
          </ac:spMkLst>
        </pc:spChg>
      </pc:sldChg>
      <pc:sldChg chg="addSp modSp add mod replId setBg">
        <pc:chgData name="Mr. Sumit Sharma" userId="S::sumitsharma.cse@niet.co.in::0287a0e3-d7f5-4815-a5d5-4670a436bb9e" providerId="AD" clId="Web-{24B6CF88-50E6-AD1E-3A17-1FF34733D8EF}" dt="2023-08-22T07:35:59.182" v="101" actId="20577"/>
        <pc:sldMkLst>
          <pc:docMk/>
          <pc:sldMk cId="3419601306" sldId="1566"/>
        </pc:sldMkLst>
        <pc:spChg chg="mod">
          <ac:chgData name="Mr. Sumit Sharma" userId="S::sumitsharma.cse@niet.co.in::0287a0e3-d7f5-4815-a5d5-4670a436bb9e" providerId="AD" clId="Web-{24B6CF88-50E6-AD1E-3A17-1FF34733D8EF}" dt="2023-08-22T07:31:14.485" v="60"/>
          <ac:spMkLst>
            <pc:docMk/>
            <pc:sldMk cId="3419601306" sldId="1566"/>
            <ac:spMk id="3" creationId="{F8CC24E1-E4CB-4555-AAFE-79673E88E287}"/>
          </ac:spMkLst>
        </pc:spChg>
        <pc:spChg chg="mod ord">
          <ac:chgData name="Mr. Sumit Sharma" userId="S::sumitsharma.cse@niet.co.in::0287a0e3-d7f5-4815-a5d5-4670a436bb9e" providerId="AD" clId="Web-{24B6CF88-50E6-AD1E-3A17-1FF34733D8EF}" dt="2023-08-22T07:31:14.485" v="60"/>
          <ac:spMkLst>
            <pc:docMk/>
            <pc:sldMk cId="3419601306" sldId="1566"/>
            <ac:spMk id="6" creationId="{00000000-0000-0000-0000-000000000000}"/>
          </ac:spMkLst>
        </pc:spChg>
        <pc:spChg chg="mod">
          <ac:chgData name="Mr. Sumit Sharma" userId="S::sumitsharma.cse@niet.co.in::0287a0e3-d7f5-4815-a5d5-4670a436bb9e" providerId="AD" clId="Web-{24B6CF88-50E6-AD1E-3A17-1FF34733D8EF}" dt="2023-08-22T07:35:59.182" v="101" actId="20577"/>
          <ac:spMkLst>
            <pc:docMk/>
            <pc:sldMk cId="3419601306" sldId="1566"/>
            <ac:spMk id="7" creationId="{00000000-0000-0000-0000-000000000000}"/>
          </ac:spMkLst>
        </pc:spChg>
        <pc:spChg chg="add">
          <ac:chgData name="Mr. Sumit Sharma" userId="S::sumitsharma.cse@niet.co.in::0287a0e3-d7f5-4815-a5d5-4670a436bb9e" providerId="AD" clId="Web-{24B6CF88-50E6-AD1E-3A17-1FF34733D8EF}" dt="2023-08-22T07:31:14.485" v="60"/>
          <ac:spMkLst>
            <pc:docMk/>
            <pc:sldMk cId="3419601306" sldId="1566"/>
            <ac:spMk id="14" creationId="{1BB867FF-FC45-48F7-8104-F89BE54909F1}"/>
          </ac:spMkLst>
        </pc:spChg>
        <pc:spChg chg="add">
          <ac:chgData name="Mr. Sumit Sharma" userId="S::sumitsharma.cse@niet.co.in::0287a0e3-d7f5-4815-a5d5-4670a436bb9e" providerId="AD" clId="Web-{24B6CF88-50E6-AD1E-3A17-1FF34733D8EF}" dt="2023-08-22T07:31:14.485" v="60"/>
          <ac:spMkLst>
            <pc:docMk/>
            <pc:sldMk cId="3419601306" sldId="1566"/>
            <ac:spMk id="16" creationId="{8BB56887-D0D5-4F0C-9E19-7247EB83C8B7}"/>
          </ac:spMkLst>
        </pc:spChg>
        <pc:spChg chg="add">
          <ac:chgData name="Mr. Sumit Sharma" userId="S::sumitsharma.cse@niet.co.in::0287a0e3-d7f5-4815-a5d5-4670a436bb9e" providerId="AD" clId="Web-{24B6CF88-50E6-AD1E-3A17-1FF34733D8EF}" dt="2023-08-22T07:31:14.485" v="60"/>
          <ac:spMkLst>
            <pc:docMk/>
            <pc:sldMk cId="3419601306" sldId="1566"/>
            <ac:spMk id="18" creationId="{081E4A58-353D-44AE-B2FC-2A74E2E400F7}"/>
          </ac:spMkLst>
        </pc:spChg>
        <pc:picChg chg="ord">
          <ac:chgData name="Mr. Sumit Sharma" userId="S::sumitsharma.cse@niet.co.in::0287a0e3-d7f5-4815-a5d5-4670a436bb9e" providerId="AD" clId="Web-{24B6CF88-50E6-AD1E-3A17-1FF34733D8EF}" dt="2023-08-22T07:31:14.485" v="60"/>
          <ac:picMkLst>
            <pc:docMk/>
            <pc:sldMk cId="3419601306" sldId="1566"/>
            <ac:picMk id="9" creationId="{C927257E-084A-415B-BF9B-22EABE25ABE7}"/>
          </ac:picMkLst>
        </pc:picChg>
      </pc:sldChg>
      <pc:sldChg chg="addSp delSp modSp add replId">
        <pc:chgData name="Mr. Sumit Sharma" userId="S::sumitsharma.cse@niet.co.in::0287a0e3-d7f5-4815-a5d5-4670a436bb9e" providerId="AD" clId="Web-{24B6CF88-50E6-AD1E-3A17-1FF34733D8EF}" dt="2023-08-22T07:35:54.525" v="99" actId="20577"/>
        <pc:sldMkLst>
          <pc:docMk/>
          <pc:sldMk cId="900405711" sldId="1567"/>
        </pc:sldMkLst>
        <pc:spChg chg="mod">
          <ac:chgData name="Mr. Sumit Sharma" userId="S::sumitsharma.cse@niet.co.in::0287a0e3-d7f5-4815-a5d5-4670a436bb9e" providerId="AD" clId="Web-{24B6CF88-50E6-AD1E-3A17-1FF34733D8EF}" dt="2023-08-22T07:35:04.242" v="87"/>
          <ac:spMkLst>
            <pc:docMk/>
            <pc:sldMk cId="900405711" sldId="1567"/>
            <ac:spMk id="3" creationId="{F8CC24E1-E4CB-4555-AAFE-79673E88E287}"/>
          </ac:spMkLst>
        </pc:spChg>
        <pc:spChg chg="mod">
          <ac:chgData name="Mr. Sumit Sharma" userId="S::sumitsharma.cse@niet.co.in::0287a0e3-d7f5-4815-a5d5-4670a436bb9e" providerId="AD" clId="Web-{24B6CF88-50E6-AD1E-3A17-1FF34733D8EF}" dt="2023-08-22T07:35:04.242" v="87"/>
          <ac:spMkLst>
            <pc:docMk/>
            <pc:sldMk cId="900405711" sldId="1567"/>
            <ac:spMk id="6" creationId="{00000000-0000-0000-0000-000000000000}"/>
          </ac:spMkLst>
        </pc:spChg>
        <pc:spChg chg="mod">
          <ac:chgData name="Mr. Sumit Sharma" userId="S::sumitsharma.cse@niet.co.in::0287a0e3-d7f5-4815-a5d5-4670a436bb9e" providerId="AD" clId="Web-{24B6CF88-50E6-AD1E-3A17-1FF34733D8EF}" dt="2023-08-22T07:35:54.525" v="99" actId="20577"/>
          <ac:spMkLst>
            <pc:docMk/>
            <pc:sldMk cId="900405711" sldId="1567"/>
            <ac:spMk id="7" creationId="{00000000-0000-0000-0000-000000000000}"/>
          </ac:spMkLst>
        </pc:spChg>
        <pc:spChg chg="del">
          <ac:chgData name="Mr. Sumit Sharma" userId="S::sumitsharma.cse@niet.co.in::0287a0e3-d7f5-4815-a5d5-4670a436bb9e" providerId="AD" clId="Web-{24B6CF88-50E6-AD1E-3A17-1FF34733D8EF}" dt="2023-08-22T07:34:41.695" v="84"/>
          <ac:spMkLst>
            <pc:docMk/>
            <pc:sldMk cId="900405711" sldId="1567"/>
            <ac:spMk id="14" creationId="{1BB867FF-FC45-48F7-8104-F89BE54909F1}"/>
          </ac:spMkLst>
        </pc:spChg>
        <pc:spChg chg="del">
          <ac:chgData name="Mr. Sumit Sharma" userId="S::sumitsharma.cse@niet.co.in::0287a0e3-d7f5-4815-a5d5-4670a436bb9e" providerId="AD" clId="Web-{24B6CF88-50E6-AD1E-3A17-1FF34733D8EF}" dt="2023-08-22T07:34:41.695" v="84"/>
          <ac:spMkLst>
            <pc:docMk/>
            <pc:sldMk cId="900405711" sldId="1567"/>
            <ac:spMk id="16" creationId="{8BB56887-D0D5-4F0C-9E19-7247EB83C8B7}"/>
          </ac:spMkLst>
        </pc:spChg>
        <pc:spChg chg="del">
          <ac:chgData name="Mr. Sumit Sharma" userId="S::sumitsharma.cse@niet.co.in::0287a0e3-d7f5-4815-a5d5-4670a436bb9e" providerId="AD" clId="Web-{24B6CF88-50E6-AD1E-3A17-1FF34733D8EF}" dt="2023-08-22T07:34:41.695" v="84"/>
          <ac:spMkLst>
            <pc:docMk/>
            <pc:sldMk cId="900405711" sldId="1567"/>
            <ac:spMk id="18" creationId="{081E4A58-353D-44AE-B2FC-2A74E2E400F7}"/>
          </ac:spMkLst>
        </pc:spChg>
        <pc:spChg chg="add del">
          <ac:chgData name="Mr. Sumit Sharma" userId="S::sumitsharma.cse@niet.co.in::0287a0e3-d7f5-4815-a5d5-4670a436bb9e" providerId="AD" clId="Web-{24B6CF88-50E6-AD1E-3A17-1FF34733D8EF}" dt="2023-08-22T07:35:04.242" v="87"/>
          <ac:spMkLst>
            <pc:docMk/>
            <pc:sldMk cId="900405711" sldId="1567"/>
            <ac:spMk id="23" creationId="{907EF6B7-1338-4443-8C46-6A318D952DFD}"/>
          </ac:spMkLst>
        </pc:spChg>
        <pc:spChg chg="add del">
          <ac:chgData name="Mr. Sumit Sharma" userId="S::sumitsharma.cse@niet.co.in::0287a0e3-d7f5-4815-a5d5-4670a436bb9e" providerId="AD" clId="Web-{24B6CF88-50E6-AD1E-3A17-1FF34733D8EF}" dt="2023-08-22T07:35:04.242" v="87"/>
          <ac:spMkLst>
            <pc:docMk/>
            <pc:sldMk cId="900405711" sldId="1567"/>
            <ac:spMk id="25" creationId="{DAAE4CDD-124C-4DCF-9584-B6033B545DD5}"/>
          </ac:spMkLst>
        </pc:spChg>
        <pc:spChg chg="add del">
          <ac:chgData name="Mr. Sumit Sharma" userId="S::sumitsharma.cse@niet.co.in::0287a0e3-d7f5-4815-a5d5-4670a436bb9e" providerId="AD" clId="Web-{24B6CF88-50E6-AD1E-3A17-1FF34733D8EF}" dt="2023-08-22T07:35:04.242" v="87"/>
          <ac:spMkLst>
            <pc:docMk/>
            <pc:sldMk cId="900405711" sldId="1567"/>
            <ac:spMk id="27" creationId="{081E4A58-353D-44AE-B2FC-2A74E2E400F7}"/>
          </ac:spMkLst>
        </pc:spChg>
        <pc:spChg chg="add">
          <ac:chgData name="Mr. Sumit Sharma" userId="S::sumitsharma.cse@niet.co.in::0287a0e3-d7f5-4815-a5d5-4670a436bb9e" providerId="AD" clId="Web-{24B6CF88-50E6-AD1E-3A17-1FF34733D8EF}" dt="2023-08-22T07:35:04.242" v="87"/>
          <ac:spMkLst>
            <pc:docMk/>
            <pc:sldMk cId="900405711" sldId="1567"/>
            <ac:spMk id="32" creationId="{DAF1966E-FD40-4A4A-B61B-C4DF7FA05F06}"/>
          </ac:spMkLst>
        </pc:spChg>
        <pc:spChg chg="add">
          <ac:chgData name="Mr. Sumit Sharma" userId="S::sumitsharma.cse@niet.co.in::0287a0e3-d7f5-4815-a5d5-4670a436bb9e" providerId="AD" clId="Web-{24B6CF88-50E6-AD1E-3A17-1FF34733D8EF}" dt="2023-08-22T07:35:04.242" v="87"/>
          <ac:spMkLst>
            <pc:docMk/>
            <pc:sldMk cId="900405711" sldId="1567"/>
            <ac:spMk id="34" creationId="{047BFA19-D45E-416B-A404-7AF2F3F27017}"/>
          </ac:spMkLst>
        </pc:spChg>
        <pc:spChg chg="add">
          <ac:chgData name="Mr. Sumit Sharma" userId="S::sumitsharma.cse@niet.co.in::0287a0e3-d7f5-4815-a5d5-4670a436bb9e" providerId="AD" clId="Web-{24B6CF88-50E6-AD1E-3A17-1FF34733D8EF}" dt="2023-08-22T07:35:04.242" v="87"/>
          <ac:spMkLst>
            <pc:docMk/>
            <pc:sldMk cId="900405711" sldId="1567"/>
            <ac:spMk id="36" creationId="{8E0105E7-23DB-4CF2-8258-FF47C7620F6E}"/>
          </ac:spMkLst>
        </pc:spChg>
        <pc:spChg chg="add">
          <ac:chgData name="Mr. Sumit Sharma" userId="S::sumitsharma.cse@niet.co.in::0287a0e3-d7f5-4815-a5d5-4670a436bb9e" providerId="AD" clId="Web-{24B6CF88-50E6-AD1E-3A17-1FF34733D8EF}" dt="2023-08-22T07:35:04.242" v="87"/>
          <ac:spMkLst>
            <pc:docMk/>
            <pc:sldMk cId="900405711" sldId="1567"/>
            <ac:spMk id="38" creationId="{074B4F7D-14B2-478B-8BF5-01E4E0C5D263}"/>
          </ac:spMkLst>
        </pc:spChg>
      </pc:sldChg>
      <pc:sldChg chg="addSp delSp modSp add replId">
        <pc:chgData name="Mr. Sumit Sharma" userId="S::sumitsharma.cse@niet.co.in::0287a0e3-d7f5-4815-a5d5-4670a436bb9e" providerId="AD" clId="Web-{24B6CF88-50E6-AD1E-3A17-1FF34733D8EF}" dt="2023-08-22T07:35:49.400" v="98" actId="20577"/>
        <pc:sldMkLst>
          <pc:docMk/>
          <pc:sldMk cId="1404751568" sldId="1568"/>
        </pc:sldMkLst>
        <pc:spChg chg="mod">
          <ac:chgData name="Mr. Sumit Sharma" userId="S::sumitsharma.cse@niet.co.in::0287a0e3-d7f5-4815-a5d5-4670a436bb9e" providerId="AD" clId="Web-{24B6CF88-50E6-AD1E-3A17-1FF34733D8EF}" dt="2023-08-22T07:35:45.197" v="97"/>
          <ac:spMkLst>
            <pc:docMk/>
            <pc:sldMk cId="1404751568" sldId="1568"/>
            <ac:spMk id="3" creationId="{F8CC24E1-E4CB-4555-AAFE-79673E88E287}"/>
          </ac:spMkLst>
        </pc:spChg>
        <pc:spChg chg="mod">
          <ac:chgData name="Mr. Sumit Sharma" userId="S::sumitsharma.cse@niet.co.in::0287a0e3-d7f5-4815-a5d5-4670a436bb9e" providerId="AD" clId="Web-{24B6CF88-50E6-AD1E-3A17-1FF34733D8EF}" dt="2023-08-22T07:35:45.197" v="97"/>
          <ac:spMkLst>
            <pc:docMk/>
            <pc:sldMk cId="1404751568" sldId="1568"/>
            <ac:spMk id="6" creationId="{00000000-0000-0000-0000-000000000000}"/>
          </ac:spMkLst>
        </pc:spChg>
        <pc:spChg chg="mod">
          <ac:chgData name="Mr. Sumit Sharma" userId="S::sumitsharma.cse@niet.co.in::0287a0e3-d7f5-4815-a5d5-4670a436bb9e" providerId="AD" clId="Web-{24B6CF88-50E6-AD1E-3A17-1FF34733D8EF}" dt="2023-08-22T07:35:49.400" v="98" actId="20577"/>
          <ac:spMkLst>
            <pc:docMk/>
            <pc:sldMk cId="1404751568" sldId="1568"/>
            <ac:spMk id="7" creationId="{00000000-0000-0000-0000-000000000000}"/>
          </ac:spMkLst>
        </pc:spChg>
        <pc:spChg chg="del">
          <ac:chgData name="Mr. Sumit Sharma" userId="S::sumitsharma.cse@niet.co.in::0287a0e3-d7f5-4815-a5d5-4670a436bb9e" providerId="AD" clId="Web-{24B6CF88-50E6-AD1E-3A17-1FF34733D8EF}" dt="2023-08-22T07:35:45.197" v="97"/>
          <ac:spMkLst>
            <pc:docMk/>
            <pc:sldMk cId="1404751568" sldId="1568"/>
            <ac:spMk id="32" creationId="{DAF1966E-FD40-4A4A-B61B-C4DF7FA05F06}"/>
          </ac:spMkLst>
        </pc:spChg>
        <pc:spChg chg="del">
          <ac:chgData name="Mr. Sumit Sharma" userId="S::sumitsharma.cse@niet.co.in::0287a0e3-d7f5-4815-a5d5-4670a436bb9e" providerId="AD" clId="Web-{24B6CF88-50E6-AD1E-3A17-1FF34733D8EF}" dt="2023-08-22T07:35:45.197" v="97"/>
          <ac:spMkLst>
            <pc:docMk/>
            <pc:sldMk cId="1404751568" sldId="1568"/>
            <ac:spMk id="34" creationId="{047BFA19-D45E-416B-A404-7AF2F3F27017}"/>
          </ac:spMkLst>
        </pc:spChg>
        <pc:spChg chg="del">
          <ac:chgData name="Mr. Sumit Sharma" userId="S::sumitsharma.cse@niet.co.in::0287a0e3-d7f5-4815-a5d5-4670a436bb9e" providerId="AD" clId="Web-{24B6CF88-50E6-AD1E-3A17-1FF34733D8EF}" dt="2023-08-22T07:35:45.197" v="97"/>
          <ac:spMkLst>
            <pc:docMk/>
            <pc:sldMk cId="1404751568" sldId="1568"/>
            <ac:spMk id="36" creationId="{8E0105E7-23DB-4CF2-8258-FF47C7620F6E}"/>
          </ac:spMkLst>
        </pc:spChg>
        <pc:spChg chg="del">
          <ac:chgData name="Mr. Sumit Sharma" userId="S::sumitsharma.cse@niet.co.in::0287a0e3-d7f5-4815-a5d5-4670a436bb9e" providerId="AD" clId="Web-{24B6CF88-50E6-AD1E-3A17-1FF34733D8EF}" dt="2023-08-22T07:35:45.197" v="97"/>
          <ac:spMkLst>
            <pc:docMk/>
            <pc:sldMk cId="1404751568" sldId="1568"/>
            <ac:spMk id="38" creationId="{074B4F7D-14B2-478B-8BF5-01E4E0C5D263}"/>
          </ac:spMkLst>
        </pc:spChg>
        <pc:spChg chg="add">
          <ac:chgData name="Mr. Sumit Sharma" userId="S::sumitsharma.cse@niet.co.in::0287a0e3-d7f5-4815-a5d5-4670a436bb9e" providerId="AD" clId="Web-{24B6CF88-50E6-AD1E-3A17-1FF34733D8EF}" dt="2023-08-22T07:35:45.197" v="97"/>
          <ac:spMkLst>
            <pc:docMk/>
            <pc:sldMk cId="1404751568" sldId="1568"/>
            <ac:spMk id="43" creationId="{1C799903-48D5-4A31-A1A2-541072D9771E}"/>
          </ac:spMkLst>
        </pc:spChg>
        <pc:spChg chg="add">
          <ac:chgData name="Mr. Sumit Sharma" userId="S::sumitsharma.cse@niet.co.in::0287a0e3-d7f5-4815-a5d5-4670a436bb9e" providerId="AD" clId="Web-{24B6CF88-50E6-AD1E-3A17-1FF34733D8EF}" dt="2023-08-22T07:35:45.197" v="97"/>
          <ac:spMkLst>
            <pc:docMk/>
            <pc:sldMk cId="1404751568" sldId="1568"/>
            <ac:spMk id="45" creationId="{8EFFF109-FC58-4FD3-BE05-9775A1310F55}"/>
          </ac:spMkLst>
        </pc:spChg>
        <pc:spChg chg="add">
          <ac:chgData name="Mr. Sumit Sharma" userId="S::sumitsharma.cse@niet.co.in::0287a0e3-d7f5-4815-a5d5-4670a436bb9e" providerId="AD" clId="Web-{24B6CF88-50E6-AD1E-3A17-1FF34733D8EF}" dt="2023-08-22T07:35:45.197" v="97"/>
          <ac:spMkLst>
            <pc:docMk/>
            <pc:sldMk cId="1404751568" sldId="1568"/>
            <ac:spMk id="47" creationId="{E1B96AD6-92A9-4273-A62B-96A1C3E0BA95}"/>
          </ac:spMkLst>
        </pc:spChg>
        <pc:spChg chg="add">
          <ac:chgData name="Mr. Sumit Sharma" userId="S::sumitsharma.cse@niet.co.in::0287a0e3-d7f5-4815-a5d5-4670a436bb9e" providerId="AD" clId="Web-{24B6CF88-50E6-AD1E-3A17-1FF34733D8EF}" dt="2023-08-22T07:35:45.197" v="97"/>
          <ac:spMkLst>
            <pc:docMk/>
            <pc:sldMk cId="1404751568" sldId="1568"/>
            <ac:spMk id="49" creationId="{463EEC44-1BA3-44ED-81FC-A644B04B2A44}"/>
          </ac:spMkLst>
        </pc:spChg>
      </pc:sldChg>
      <pc:sldChg chg="addSp delSp modSp add replId">
        <pc:chgData name="Mr. Sumit Sharma" userId="S::sumitsharma.cse@niet.co.in::0287a0e3-d7f5-4815-a5d5-4670a436bb9e" providerId="AD" clId="Web-{24B6CF88-50E6-AD1E-3A17-1FF34733D8EF}" dt="2023-08-22T07:37:14.887" v="116"/>
        <pc:sldMkLst>
          <pc:docMk/>
          <pc:sldMk cId="1981118964" sldId="1569"/>
        </pc:sldMkLst>
        <pc:spChg chg="mod">
          <ac:chgData name="Mr. Sumit Sharma" userId="S::sumitsharma.cse@niet.co.in::0287a0e3-d7f5-4815-a5d5-4670a436bb9e" providerId="AD" clId="Web-{24B6CF88-50E6-AD1E-3A17-1FF34733D8EF}" dt="2023-08-22T07:37:14.887" v="116"/>
          <ac:spMkLst>
            <pc:docMk/>
            <pc:sldMk cId="1981118964" sldId="1569"/>
            <ac:spMk id="3" creationId="{F8CC24E1-E4CB-4555-AAFE-79673E88E287}"/>
          </ac:spMkLst>
        </pc:spChg>
        <pc:spChg chg="mod">
          <ac:chgData name="Mr. Sumit Sharma" userId="S::sumitsharma.cse@niet.co.in::0287a0e3-d7f5-4815-a5d5-4670a436bb9e" providerId="AD" clId="Web-{24B6CF88-50E6-AD1E-3A17-1FF34733D8EF}" dt="2023-08-22T07:37:14.887" v="116"/>
          <ac:spMkLst>
            <pc:docMk/>
            <pc:sldMk cId="1981118964" sldId="1569"/>
            <ac:spMk id="6" creationId="{00000000-0000-0000-0000-000000000000}"/>
          </ac:spMkLst>
        </pc:spChg>
        <pc:spChg chg="mod">
          <ac:chgData name="Mr. Sumit Sharma" userId="S::sumitsharma.cse@niet.co.in::0287a0e3-d7f5-4815-a5d5-4670a436bb9e" providerId="AD" clId="Web-{24B6CF88-50E6-AD1E-3A17-1FF34733D8EF}" dt="2023-08-22T07:37:14.887" v="116"/>
          <ac:spMkLst>
            <pc:docMk/>
            <pc:sldMk cId="1981118964" sldId="1569"/>
            <ac:spMk id="7" creationId="{00000000-0000-0000-0000-000000000000}"/>
          </ac:spMkLst>
        </pc:spChg>
        <pc:spChg chg="add del">
          <ac:chgData name="Mr. Sumit Sharma" userId="S::sumitsharma.cse@niet.co.in::0287a0e3-d7f5-4815-a5d5-4670a436bb9e" providerId="AD" clId="Web-{24B6CF88-50E6-AD1E-3A17-1FF34733D8EF}" dt="2023-08-22T07:37:14.887" v="116"/>
          <ac:spMkLst>
            <pc:docMk/>
            <pc:sldMk cId="1981118964" sldId="1569"/>
            <ac:spMk id="43" creationId="{1C799903-48D5-4A31-A1A2-541072D9771E}"/>
          </ac:spMkLst>
        </pc:spChg>
        <pc:spChg chg="add del">
          <ac:chgData name="Mr. Sumit Sharma" userId="S::sumitsharma.cse@niet.co.in::0287a0e3-d7f5-4815-a5d5-4670a436bb9e" providerId="AD" clId="Web-{24B6CF88-50E6-AD1E-3A17-1FF34733D8EF}" dt="2023-08-22T07:37:14.887" v="116"/>
          <ac:spMkLst>
            <pc:docMk/>
            <pc:sldMk cId="1981118964" sldId="1569"/>
            <ac:spMk id="45" creationId="{8EFFF109-FC58-4FD3-BE05-9775A1310F55}"/>
          </ac:spMkLst>
        </pc:spChg>
        <pc:spChg chg="add del">
          <ac:chgData name="Mr. Sumit Sharma" userId="S::sumitsharma.cse@niet.co.in::0287a0e3-d7f5-4815-a5d5-4670a436bb9e" providerId="AD" clId="Web-{24B6CF88-50E6-AD1E-3A17-1FF34733D8EF}" dt="2023-08-22T07:37:14.887" v="116"/>
          <ac:spMkLst>
            <pc:docMk/>
            <pc:sldMk cId="1981118964" sldId="1569"/>
            <ac:spMk id="47" creationId="{E1B96AD6-92A9-4273-A62B-96A1C3E0BA95}"/>
          </ac:spMkLst>
        </pc:spChg>
        <pc:spChg chg="add del">
          <ac:chgData name="Mr. Sumit Sharma" userId="S::sumitsharma.cse@niet.co.in::0287a0e3-d7f5-4815-a5d5-4670a436bb9e" providerId="AD" clId="Web-{24B6CF88-50E6-AD1E-3A17-1FF34733D8EF}" dt="2023-08-22T07:37:14.887" v="116"/>
          <ac:spMkLst>
            <pc:docMk/>
            <pc:sldMk cId="1981118964" sldId="1569"/>
            <ac:spMk id="49" creationId="{463EEC44-1BA3-44ED-81FC-A644B04B2A44}"/>
          </ac:spMkLst>
        </pc:spChg>
        <pc:spChg chg="add del">
          <ac:chgData name="Mr. Sumit Sharma" userId="S::sumitsharma.cse@niet.co.in::0287a0e3-d7f5-4815-a5d5-4670a436bb9e" providerId="AD" clId="Web-{24B6CF88-50E6-AD1E-3A17-1FF34733D8EF}" dt="2023-08-22T07:37:14.887" v="116"/>
          <ac:spMkLst>
            <pc:docMk/>
            <pc:sldMk cId="1981118964" sldId="1569"/>
            <ac:spMk id="54" creationId="{09588DA8-065E-4F6F-8EFD-43104AB2E0CF}"/>
          </ac:spMkLst>
        </pc:spChg>
        <pc:spChg chg="add del">
          <ac:chgData name="Mr. Sumit Sharma" userId="S::sumitsharma.cse@niet.co.in::0287a0e3-d7f5-4815-a5d5-4670a436bb9e" providerId="AD" clId="Web-{24B6CF88-50E6-AD1E-3A17-1FF34733D8EF}" dt="2023-08-22T07:37:14.887" v="116"/>
          <ac:spMkLst>
            <pc:docMk/>
            <pc:sldMk cId="1981118964" sldId="1569"/>
            <ac:spMk id="56" creationId="{C4285719-470E-454C-AF62-8323075F1F5B}"/>
          </ac:spMkLst>
        </pc:spChg>
        <pc:spChg chg="add del">
          <ac:chgData name="Mr. Sumit Sharma" userId="S::sumitsharma.cse@niet.co.in::0287a0e3-d7f5-4815-a5d5-4670a436bb9e" providerId="AD" clId="Web-{24B6CF88-50E6-AD1E-3A17-1FF34733D8EF}" dt="2023-08-22T07:37:14.887" v="116"/>
          <ac:spMkLst>
            <pc:docMk/>
            <pc:sldMk cId="1981118964" sldId="1569"/>
            <ac:spMk id="58" creationId="{CD9FE4EF-C4D8-49A0-B2FF-81D8DB7D8A24}"/>
          </ac:spMkLst>
        </pc:spChg>
        <pc:spChg chg="add del">
          <ac:chgData name="Mr. Sumit Sharma" userId="S::sumitsharma.cse@niet.co.in::0287a0e3-d7f5-4815-a5d5-4670a436bb9e" providerId="AD" clId="Web-{24B6CF88-50E6-AD1E-3A17-1FF34733D8EF}" dt="2023-08-22T07:37:14.887" v="116"/>
          <ac:spMkLst>
            <pc:docMk/>
            <pc:sldMk cId="1981118964" sldId="1569"/>
            <ac:spMk id="60" creationId="{4300840D-0A0B-4512-BACA-B439D5B9C57C}"/>
          </ac:spMkLst>
        </pc:spChg>
        <pc:spChg chg="add del">
          <ac:chgData name="Mr. Sumit Sharma" userId="S::sumitsharma.cse@niet.co.in::0287a0e3-d7f5-4815-a5d5-4670a436bb9e" providerId="AD" clId="Web-{24B6CF88-50E6-AD1E-3A17-1FF34733D8EF}" dt="2023-08-22T07:37:14.887" v="116"/>
          <ac:spMkLst>
            <pc:docMk/>
            <pc:sldMk cId="1981118964" sldId="1569"/>
            <ac:spMk id="62" creationId="{D2B78728-A580-49A7-84F9-6EF6F583ADE0}"/>
          </ac:spMkLst>
        </pc:spChg>
        <pc:spChg chg="add del">
          <ac:chgData name="Mr. Sumit Sharma" userId="S::sumitsharma.cse@niet.co.in::0287a0e3-d7f5-4815-a5d5-4670a436bb9e" providerId="AD" clId="Web-{24B6CF88-50E6-AD1E-3A17-1FF34733D8EF}" dt="2023-08-22T07:37:14.887" v="116"/>
          <ac:spMkLst>
            <pc:docMk/>
            <pc:sldMk cId="1981118964" sldId="1569"/>
            <ac:spMk id="64" creationId="{38FAA1A1-D861-433F-88FA-1E9D6FD31D11}"/>
          </ac:spMkLst>
        </pc:spChg>
        <pc:spChg chg="add del">
          <ac:chgData name="Mr. Sumit Sharma" userId="S::sumitsharma.cse@niet.co.in::0287a0e3-d7f5-4815-a5d5-4670a436bb9e" providerId="AD" clId="Web-{24B6CF88-50E6-AD1E-3A17-1FF34733D8EF}" dt="2023-08-22T07:37:14.887" v="116"/>
          <ac:spMkLst>
            <pc:docMk/>
            <pc:sldMk cId="1981118964" sldId="1569"/>
            <ac:spMk id="66" creationId="{8D71EDA1-87BF-4D5D-AB79-F346FD19278A}"/>
          </ac:spMkLst>
        </pc:spChg>
      </pc:sldChg>
      <pc:sldChg chg="addSp delSp modSp add replId">
        <pc:chgData name="Mr. Sumit Sharma" userId="S::sumitsharma.cse@niet.co.in::0287a0e3-d7f5-4815-a5d5-4670a436bb9e" providerId="AD" clId="Web-{24B6CF88-50E6-AD1E-3A17-1FF34733D8EF}" dt="2023-08-22T07:38:01.670" v="127" actId="20577"/>
        <pc:sldMkLst>
          <pc:docMk/>
          <pc:sldMk cId="2095559441" sldId="1570"/>
        </pc:sldMkLst>
        <pc:spChg chg="mod">
          <ac:chgData name="Mr. Sumit Sharma" userId="S::sumitsharma.cse@niet.co.in::0287a0e3-d7f5-4815-a5d5-4670a436bb9e" providerId="AD" clId="Web-{24B6CF88-50E6-AD1E-3A17-1FF34733D8EF}" dt="2023-08-22T07:37:47.919" v="124"/>
          <ac:spMkLst>
            <pc:docMk/>
            <pc:sldMk cId="2095559441" sldId="1570"/>
            <ac:spMk id="3" creationId="{F8CC24E1-E4CB-4555-AAFE-79673E88E287}"/>
          </ac:spMkLst>
        </pc:spChg>
        <pc:spChg chg="mod">
          <ac:chgData name="Mr. Sumit Sharma" userId="S::sumitsharma.cse@niet.co.in::0287a0e3-d7f5-4815-a5d5-4670a436bb9e" providerId="AD" clId="Web-{24B6CF88-50E6-AD1E-3A17-1FF34733D8EF}" dt="2023-08-22T07:37:47.919" v="124"/>
          <ac:spMkLst>
            <pc:docMk/>
            <pc:sldMk cId="2095559441" sldId="1570"/>
            <ac:spMk id="6" creationId="{00000000-0000-0000-0000-000000000000}"/>
          </ac:spMkLst>
        </pc:spChg>
        <pc:spChg chg="mod">
          <ac:chgData name="Mr. Sumit Sharma" userId="S::sumitsharma.cse@niet.co.in::0287a0e3-d7f5-4815-a5d5-4670a436bb9e" providerId="AD" clId="Web-{24B6CF88-50E6-AD1E-3A17-1FF34733D8EF}" dt="2023-08-22T07:38:01.670" v="127" actId="20577"/>
          <ac:spMkLst>
            <pc:docMk/>
            <pc:sldMk cId="2095559441" sldId="1570"/>
            <ac:spMk id="7" creationId="{00000000-0000-0000-0000-000000000000}"/>
          </ac:spMkLst>
        </pc:spChg>
        <pc:spChg chg="del">
          <ac:chgData name="Mr. Sumit Sharma" userId="S::sumitsharma.cse@niet.co.in::0287a0e3-d7f5-4815-a5d5-4670a436bb9e" providerId="AD" clId="Web-{24B6CF88-50E6-AD1E-3A17-1FF34733D8EF}" dt="2023-08-22T07:37:47.919" v="124"/>
          <ac:spMkLst>
            <pc:docMk/>
            <pc:sldMk cId="2095559441" sldId="1570"/>
            <ac:spMk id="43" creationId="{1C799903-48D5-4A31-A1A2-541072D9771E}"/>
          </ac:spMkLst>
        </pc:spChg>
        <pc:spChg chg="del">
          <ac:chgData name="Mr. Sumit Sharma" userId="S::sumitsharma.cse@niet.co.in::0287a0e3-d7f5-4815-a5d5-4670a436bb9e" providerId="AD" clId="Web-{24B6CF88-50E6-AD1E-3A17-1FF34733D8EF}" dt="2023-08-22T07:37:47.919" v="124"/>
          <ac:spMkLst>
            <pc:docMk/>
            <pc:sldMk cId="2095559441" sldId="1570"/>
            <ac:spMk id="45" creationId="{8EFFF109-FC58-4FD3-BE05-9775A1310F55}"/>
          </ac:spMkLst>
        </pc:spChg>
        <pc:spChg chg="del">
          <ac:chgData name="Mr. Sumit Sharma" userId="S::sumitsharma.cse@niet.co.in::0287a0e3-d7f5-4815-a5d5-4670a436bb9e" providerId="AD" clId="Web-{24B6CF88-50E6-AD1E-3A17-1FF34733D8EF}" dt="2023-08-22T07:37:47.919" v="124"/>
          <ac:spMkLst>
            <pc:docMk/>
            <pc:sldMk cId="2095559441" sldId="1570"/>
            <ac:spMk id="47" creationId="{E1B96AD6-92A9-4273-A62B-96A1C3E0BA95}"/>
          </ac:spMkLst>
        </pc:spChg>
        <pc:spChg chg="del">
          <ac:chgData name="Mr. Sumit Sharma" userId="S::sumitsharma.cse@niet.co.in::0287a0e3-d7f5-4815-a5d5-4670a436bb9e" providerId="AD" clId="Web-{24B6CF88-50E6-AD1E-3A17-1FF34733D8EF}" dt="2023-08-22T07:37:47.919" v="124"/>
          <ac:spMkLst>
            <pc:docMk/>
            <pc:sldMk cId="2095559441" sldId="1570"/>
            <ac:spMk id="49" creationId="{463EEC44-1BA3-44ED-81FC-A644B04B2A44}"/>
          </ac:spMkLst>
        </pc:spChg>
        <pc:spChg chg="add">
          <ac:chgData name="Mr. Sumit Sharma" userId="S::sumitsharma.cse@niet.co.in::0287a0e3-d7f5-4815-a5d5-4670a436bb9e" providerId="AD" clId="Web-{24B6CF88-50E6-AD1E-3A17-1FF34733D8EF}" dt="2023-08-22T07:37:47.919" v="124"/>
          <ac:spMkLst>
            <pc:docMk/>
            <pc:sldMk cId="2095559441" sldId="1570"/>
            <ac:spMk id="54" creationId="{907EF6B7-1338-4443-8C46-6A318D952DFD}"/>
          </ac:spMkLst>
        </pc:spChg>
        <pc:spChg chg="add">
          <ac:chgData name="Mr. Sumit Sharma" userId="S::sumitsharma.cse@niet.co.in::0287a0e3-d7f5-4815-a5d5-4670a436bb9e" providerId="AD" clId="Web-{24B6CF88-50E6-AD1E-3A17-1FF34733D8EF}" dt="2023-08-22T07:37:47.919" v="124"/>
          <ac:spMkLst>
            <pc:docMk/>
            <pc:sldMk cId="2095559441" sldId="1570"/>
            <ac:spMk id="56" creationId="{DAAE4CDD-124C-4DCF-9584-B6033B545DD5}"/>
          </ac:spMkLst>
        </pc:spChg>
        <pc:spChg chg="add">
          <ac:chgData name="Mr. Sumit Sharma" userId="S::sumitsharma.cse@niet.co.in::0287a0e3-d7f5-4815-a5d5-4670a436bb9e" providerId="AD" clId="Web-{24B6CF88-50E6-AD1E-3A17-1FF34733D8EF}" dt="2023-08-22T07:37:47.919" v="124"/>
          <ac:spMkLst>
            <pc:docMk/>
            <pc:sldMk cId="2095559441" sldId="1570"/>
            <ac:spMk id="58" creationId="{081E4A58-353D-44AE-B2FC-2A74E2E400F7}"/>
          </ac:spMkLst>
        </pc:spChg>
      </pc:sldChg>
      <pc:sldChg chg="addSp delSp modSp add replId">
        <pc:chgData name="Mr. Sumit Sharma" userId="S::sumitsharma.cse@niet.co.in::0287a0e3-d7f5-4815-a5d5-4670a436bb9e" providerId="AD" clId="Web-{24B6CF88-50E6-AD1E-3A17-1FF34733D8EF}" dt="2023-08-22T07:38:45.984" v="139"/>
        <pc:sldMkLst>
          <pc:docMk/>
          <pc:sldMk cId="2191441077" sldId="1571"/>
        </pc:sldMkLst>
        <pc:spChg chg="mod">
          <ac:chgData name="Mr. Sumit Sharma" userId="S::sumitsharma.cse@niet.co.in::0287a0e3-d7f5-4815-a5d5-4670a436bb9e" providerId="AD" clId="Web-{24B6CF88-50E6-AD1E-3A17-1FF34733D8EF}" dt="2023-08-22T07:38:45.984" v="139"/>
          <ac:spMkLst>
            <pc:docMk/>
            <pc:sldMk cId="2191441077" sldId="1571"/>
            <ac:spMk id="3" creationId="{F8CC24E1-E4CB-4555-AAFE-79673E88E287}"/>
          </ac:spMkLst>
        </pc:spChg>
        <pc:spChg chg="mod">
          <ac:chgData name="Mr. Sumit Sharma" userId="S::sumitsharma.cse@niet.co.in::0287a0e3-d7f5-4815-a5d5-4670a436bb9e" providerId="AD" clId="Web-{24B6CF88-50E6-AD1E-3A17-1FF34733D8EF}" dt="2023-08-22T07:38:45.984" v="139"/>
          <ac:spMkLst>
            <pc:docMk/>
            <pc:sldMk cId="2191441077" sldId="1571"/>
            <ac:spMk id="6" creationId="{00000000-0000-0000-0000-000000000000}"/>
          </ac:spMkLst>
        </pc:spChg>
        <pc:spChg chg="mod">
          <ac:chgData name="Mr. Sumit Sharma" userId="S::sumitsharma.cse@niet.co.in::0287a0e3-d7f5-4815-a5d5-4670a436bb9e" providerId="AD" clId="Web-{24B6CF88-50E6-AD1E-3A17-1FF34733D8EF}" dt="2023-08-22T07:38:45.984" v="139"/>
          <ac:spMkLst>
            <pc:docMk/>
            <pc:sldMk cId="2191441077" sldId="1571"/>
            <ac:spMk id="7" creationId="{00000000-0000-0000-0000-000000000000}"/>
          </ac:spMkLst>
        </pc:spChg>
        <pc:spChg chg="add del">
          <ac:chgData name="Mr. Sumit Sharma" userId="S::sumitsharma.cse@niet.co.in::0287a0e3-d7f5-4815-a5d5-4670a436bb9e" providerId="AD" clId="Web-{24B6CF88-50E6-AD1E-3A17-1FF34733D8EF}" dt="2023-08-22T07:38:45.984" v="139"/>
          <ac:spMkLst>
            <pc:docMk/>
            <pc:sldMk cId="2191441077" sldId="1571"/>
            <ac:spMk id="54" creationId="{907EF6B7-1338-4443-8C46-6A318D952DFD}"/>
          </ac:spMkLst>
        </pc:spChg>
        <pc:spChg chg="add del">
          <ac:chgData name="Mr. Sumit Sharma" userId="S::sumitsharma.cse@niet.co.in::0287a0e3-d7f5-4815-a5d5-4670a436bb9e" providerId="AD" clId="Web-{24B6CF88-50E6-AD1E-3A17-1FF34733D8EF}" dt="2023-08-22T07:38:45.984" v="139"/>
          <ac:spMkLst>
            <pc:docMk/>
            <pc:sldMk cId="2191441077" sldId="1571"/>
            <ac:spMk id="56" creationId="{DAAE4CDD-124C-4DCF-9584-B6033B545DD5}"/>
          </ac:spMkLst>
        </pc:spChg>
        <pc:spChg chg="add del">
          <ac:chgData name="Mr. Sumit Sharma" userId="S::sumitsharma.cse@niet.co.in::0287a0e3-d7f5-4815-a5d5-4670a436bb9e" providerId="AD" clId="Web-{24B6CF88-50E6-AD1E-3A17-1FF34733D8EF}" dt="2023-08-22T07:38:45.984" v="139"/>
          <ac:spMkLst>
            <pc:docMk/>
            <pc:sldMk cId="2191441077" sldId="1571"/>
            <ac:spMk id="58" creationId="{081E4A58-353D-44AE-B2FC-2A74E2E400F7}"/>
          </ac:spMkLst>
        </pc:spChg>
        <pc:spChg chg="add del">
          <ac:chgData name="Mr. Sumit Sharma" userId="S::sumitsharma.cse@niet.co.in::0287a0e3-d7f5-4815-a5d5-4670a436bb9e" providerId="AD" clId="Web-{24B6CF88-50E6-AD1E-3A17-1FF34733D8EF}" dt="2023-08-22T07:38:45.984" v="139"/>
          <ac:spMkLst>
            <pc:docMk/>
            <pc:sldMk cId="2191441077" sldId="1571"/>
            <ac:spMk id="63" creationId="{E92FEB64-6EEA-4759-B4A4-BD2C1E660BA8}"/>
          </ac:spMkLst>
        </pc:spChg>
        <pc:spChg chg="add del">
          <ac:chgData name="Mr. Sumit Sharma" userId="S::sumitsharma.cse@niet.co.in::0287a0e3-d7f5-4815-a5d5-4670a436bb9e" providerId="AD" clId="Web-{24B6CF88-50E6-AD1E-3A17-1FF34733D8EF}" dt="2023-08-22T07:38:45.984" v="139"/>
          <ac:spMkLst>
            <pc:docMk/>
            <pc:sldMk cId="2191441077" sldId="1571"/>
            <ac:spMk id="65" creationId="{B10BB131-AC8E-4A8E-A5D1-36260F720C3B}"/>
          </ac:spMkLst>
        </pc:spChg>
        <pc:spChg chg="add del">
          <ac:chgData name="Mr. Sumit Sharma" userId="S::sumitsharma.cse@niet.co.in::0287a0e3-d7f5-4815-a5d5-4670a436bb9e" providerId="AD" clId="Web-{24B6CF88-50E6-AD1E-3A17-1FF34733D8EF}" dt="2023-08-22T07:38:45.984" v="139"/>
          <ac:spMkLst>
            <pc:docMk/>
            <pc:sldMk cId="2191441077" sldId="1571"/>
            <ac:spMk id="67" creationId="{14847E93-7DC1-4D4B-8829-B19AA7137C50}"/>
          </ac:spMkLst>
        </pc:spChg>
        <pc:spChg chg="add del">
          <ac:chgData name="Mr. Sumit Sharma" userId="S::sumitsharma.cse@niet.co.in::0287a0e3-d7f5-4815-a5d5-4670a436bb9e" providerId="AD" clId="Web-{24B6CF88-50E6-AD1E-3A17-1FF34733D8EF}" dt="2023-08-22T07:38:45.984" v="139"/>
          <ac:spMkLst>
            <pc:docMk/>
            <pc:sldMk cId="2191441077" sldId="1571"/>
            <ac:spMk id="69" creationId="{5566D6E1-03A1-4D73-A4E0-35D74D568A04}"/>
          </ac:spMkLst>
        </pc:spChg>
        <pc:spChg chg="add del">
          <ac:chgData name="Mr. Sumit Sharma" userId="S::sumitsharma.cse@niet.co.in::0287a0e3-d7f5-4815-a5d5-4670a436bb9e" providerId="AD" clId="Web-{24B6CF88-50E6-AD1E-3A17-1FF34733D8EF}" dt="2023-08-22T07:38:45.984" v="139"/>
          <ac:spMkLst>
            <pc:docMk/>
            <pc:sldMk cId="2191441077" sldId="1571"/>
            <ac:spMk id="71" creationId="{9F835A99-04AC-494A-A572-AFE8413CC938}"/>
          </ac:spMkLst>
        </pc:spChg>
        <pc:spChg chg="add del">
          <ac:chgData name="Mr. Sumit Sharma" userId="S::sumitsharma.cse@niet.co.in::0287a0e3-d7f5-4815-a5d5-4670a436bb9e" providerId="AD" clId="Web-{24B6CF88-50E6-AD1E-3A17-1FF34733D8EF}" dt="2023-08-22T07:38:45.984" v="139"/>
          <ac:spMkLst>
            <pc:docMk/>
            <pc:sldMk cId="2191441077" sldId="1571"/>
            <ac:spMk id="73" creationId="{7B786209-1B0B-4CA9-9BDD-F7327066A84D}"/>
          </ac:spMkLst>
        </pc:spChg>
        <pc:spChg chg="add del">
          <ac:chgData name="Mr. Sumit Sharma" userId="S::sumitsharma.cse@niet.co.in::0287a0e3-d7f5-4815-a5d5-4670a436bb9e" providerId="AD" clId="Web-{24B6CF88-50E6-AD1E-3A17-1FF34733D8EF}" dt="2023-08-22T07:38:45.984" v="139"/>
          <ac:spMkLst>
            <pc:docMk/>
            <pc:sldMk cId="2191441077" sldId="1571"/>
            <ac:spMk id="75" creationId="{2D2964BB-484D-45AE-AD66-D407D0629652}"/>
          </ac:spMkLst>
        </pc:spChg>
        <pc:spChg chg="add del">
          <ac:chgData name="Mr. Sumit Sharma" userId="S::sumitsharma.cse@niet.co.in::0287a0e3-d7f5-4815-a5d5-4670a436bb9e" providerId="AD" clId="Web-{24B6CF88-50E6-AD1E-3A17-1FF34733D8EF}" dt="2023-08-22T07:38:45.984" v="139"/>
          <ac:spMkLst>
            <pc:docMk/>
            <pc:sldMk cId="2191441077" sldId="1571"/>
            <ac:spMk id="77" creationId="{6691AC69-A76E-4DAB-B565-468B6B87ACF3}"/>
          </ac:spMkLst>
        </pc:spChg>
      </pc:sldChg>
      <pc:sldChg chg="modSp add replId">
        <pc:chgData name="Mr. Sumit Sharma" userId="S::sumitsharma.cse@niet.co.in::0287a0e3-d7f5-4815-a5d5-4670a436bb9e" providerId="AD" clId="Web-{24B6CF88-50E6-AD1E-3A17-1FF34733D8EF}" dt="2023-08-22T07:39:31.954" v="152" actId="14100"/>
        <pc:sldMkLst>
          <pc:docMk/>
          <pc:sldMk cId="713500298" sldId="1572"/>
        </pc:sldMkLst>
        <pc:spChg chg="mod">
          <ac:chgData name="Mr. Sumit Sharma" userId="S::sumitsharma.cse@niet.co.in::0287a0e3-d7f5-4815-a5d5-4670a436bb9e" providerId="AD" clId="Web-{24B6CF88-50E6-AD1E-3A17-1FF34733D8EF}" dt="2023-08-22T07:39:31.954" v="152" actId="14100"/>
          <ac:spMkLst>
            <pc:docMk/>
            <pc:sldMk cId="713500298" sldId="1572"/>
            <ac:spMk id="3" creationId="{F8CC24E1-E4CB-4555-AAFE-79673E88E287}"/>
          </ac:spMkLst>
        </pc:spChg>
        <pc:spChg chg="mod">
          <ac:chgData name="Mr. Sumit Sharma" userId="S::sumitsharma.cse@niet.co.in::0287a0e3-d7f5-4815-a5d5-4670a436bb9e" providerId="AD" clId="Web-{24B6CF88-50E6-AD1E-3A17-1FF34733D8EF}" dt="2023-08-22T07:39:20.641" v="150" actId="14100"/>
          <ac:spMkLst>
            <pc:docMk/>
            <pc:sldMk cId="713500298" sldId="1572"/>
            <ac:spMk id="7" creationId="{00000000-0000-0000-0000-000000000000}"/>
          </ac:spMkLst>
        </pc:spChg>
      </pc:sldChg>
    </pc:docChg>
  </pc:docChgLst>
  <pc:docChgLst>
    <pc:chgData name="Mr. Sumit Sharma" userId="S::sumitsharma.cse@niet.co.in::0287a0e3-d7f5-4815-a5d5-4670a436bb9e" providerId="AD" clId="Web-{C2DB9CCB-6F58-4AD1-91BC-D5335A6B77D8}"/>
    <pc:docChg chg="modSld">
      <pc:chgData name="Mr. Sumit Sharma" userId="S::sumitsharma.cse@niet.co.in::0287a0e3-d7f5-4815-a5d5-4670a436bb9e" providerId="AD" clId="Web-{C2DB9CCB-6F58-4AD1-91BC-D5335A6B77D8}" dt="2023-08-30T04:12:15.698" v="8" actId="1076"/>
      <pc:docMkLst>
        <pc:docMk/>
      </pc:docMkLst>
      <pc:sldChg chg="modSp">
        <pc:chgData name="Mr. Sumit Sharma" userId="S::sumitsharma.cse@niet.co.in::0287a0e3-d7f5-4815-a5d5-4670a436bb9e" providerId="AD" clId="Web-{C2DB9CCB-6F58-4AD1-91BC-D5335A6B77D8}" dt="2023-08-30T04:10:35.084" v="4" actId="20577"/>
        <pc:sldMkLst>
          <pc:docMk/>
          <pc:sldMk cId="1501446876" sldId="1585"/>
        </pc:sldMkLst>
        <pc:spChg chg="mod">
          <ac:chgData name="Mr. Sumit Sharma" userId="S::sumitsharma.cse@niet.co.in::0287a0e3-d7f5-4815-a5d5-4670a436bb9e" providerId="AD" clId="Web-{C2DB9CCB-6F58-4AD1-91BC-D5335A6B77D8}" dt="2023-08-30T04:10:35.084" v="4" actId="20577"/>
          <ac:spMkLst>
            <pc:docMk/>
            <pc:sldMk cId="1501446876" sldId="1585"/>
            <ac:spMk id="3" creationId="{F8CC24E1-E4CB-4555-AAFE-79673E88E287}"/>
          </ac:spMkLst>
        </pc:spChg>
      </pc:sldChg>
      <pc:sldChg chg="modSp">
        <pc:chgData name="Mr. Sumit Sharma" userId="S::sumitsharma.cse@niet.co.in::0287a0e3-d7f5-4815-a5d5-4670a436bb9e" providerId="AD" clId="Web-{C2DB9CCB-6F58-4AD1-91BC-D5335A6B77D8}" dt="2023-08-30T04:12:15.698" v="8" actId="1076"/>
        <pc:sldMkLst>
          <pc:docMk/>
          <pc:sldMk cId="330888047" sldId="1587"/>
        </pc:sldMkLst>
        <pc:spChg chg="mod">
          <ac:chgData name="Mr. Sumit Sharma" userId="S::sumitsharma.cse@niet.co.in::0287a0e3-d7f5-4815-a5d5-4670a436bb9e" providerId="AD" clId="Web-{C2DB9CCB-6F58-4AD1-91BC-D5335A6B77D8}" dt="2023-08-30T04:12:15.698" v="8" actId="1076"/>
          <ac:spMkLst>
            <pc:docMk/>
            <pc:sldMk cId="330888047" sldId="1587"/>
            <ac:spMk id="3" creationId="{F8CC24E1-E4CB-4555-AAFE-79673E88E287}"/>
          </ac:spMkLst>
        </pc:spChg>
      </pc:sldChg>
    </pc:docChg>
  </pc:docChgLst>
  <pc:docChgLst>
    <pc:chgData name="Mr. Sumit Sharma" userId="S::sumitsharma.cse@niet.co.in::0287a0e3-d7f5-4815-a5d5-4670a436bb9e" providerId="AD" clId="Web-{3F243914-9A1E-DCF7-7E5F-3AE966E6FA10}"/>
    <pc:docChg chg="addSld delSld modSld">
      <pc:chgData name="Mr. Sumit Sharma" userId="S::sumitsharma.cse@niet.co.in::0287a0e3-d7f5-4815-a5d5-4670a436bb9e" providerId="AD" clId="Web-{3F243914-9A1E-DCF7-7E5F-3AE966E6FA10}" dt="2023-09-04T11:07:52.739" v="453" actId="20577"/>
      <pc:docMkLst>
        <pc:docMk/>
      </pc:docMkLst>
      <pc:sldChg chg="del">
        <pc:chgData name="Mr. Sumit Sharma" userId="S::sumitsharma.cse@niet.co.in::0287a0e3-d7f5-4815-a5d5-4670a436bb9e" providerId="AD" clId="Web-{3F243914-9A1E-DCF7-7E5F-3AE966E6FA10}" dt="2023-09-04T11:05:52.049" v="383"/>
        <pc:sldMkLst>
          <pc:docMk/>
          <pc:sldMk cId="3464124454" sldId="1561"/>
        </pc:sldMkLst>
      </pc:sldChg>
      <pc:sldChg chg="modSp">
        <pc:chgData name="Mr. Sumit Sharma" userId="S::sumitsharma.cse@niet.co.in::0287a0e3-d7f5-4815-a5d5-4670a436bb9e" providerId="AD" clId="Web-{3F243914-9A1E-DCF7-7E5F-3AE966E6FA10}" dt="2023-09-04T11:05:27.939" v="380" actId="20577"/>
        <pc:sldMkLst>
          <pc:docMk/>
          <pc:sldMk cId="472746572" sldId="1562"/>
        </pc:sldMkLst>
        <pc:spChg chg="mod">
          <ac:chgData name="Mr. Sumit Sharma" userId="S::sumitsharma.cse@niet.co.in::0287a0e3-d7f5-4815-a5d5-4670a436bb9e" providerId="AD" clId="Web-{3F243914-9A1E-DCF7-7E5F-3AE966E6FA10}" dt="2023-09-04T11:05:27.939" v="380" actId="20577"/>
          <ac:spMkLst>
            <pc:docMk/>
            <pc:sldMk cId="472746572" sldId="1562"/>
            <ac:spMk id="7" creationId="{00000000-0000-0000-0000-000000000000}"/>
          </ac:spMkLst>
        </pc:spChg>
        <pc:graphicFrameChg chg="modGraphic">
          <ac:chgData name="Mr. Sumit Sharma" userId="S::sumitsharma.cse@niet.co.in::0287a0e3-d7f5-4815-a5d5-4670a436bb9e" providerId="AD" clId="Web-{3F243914-9A1E-DCF7-7E5F-3AE966E6FA10}" dt="2023-09-04T10:39:41.415" v="193" actId="20577"/>
          <ac:graphicFrameMkLst>
            <pc:docMk/>
            <pc:sldMk cId="472746572" sldId="1562"/>
            <ac:graphicFrameMk id="11" creationId="{42CF0600-DCB4-95C4-BDCE-24FB1F21F471}"/>
          </ac:graphicFrameMkLst>
        </pc:graphicFrameChg>
      </pc:sldChg>
      <pc:sldChg chg="del">
        <pc:chgData name="Mr. Sumit Sharma" userId="S::sumitsharma.cse@niet.co.in::0287a0e3-d7f5-4815-a5d5-4670a436bb9e" providerId="AD" clId="Web-{3F243914-9A1E-DCF7-7E5F-3AE966E6FA10}" dt="2023-09-04T11:05:53.533" v="384"/>
        <pc:sldMkLst>
          <pc:docMk/>
          <pc:sldMk cId="3443822419" sldId="1563"/>
        </pc:sldMkLst>
      </pc:sldChg>
      <pc:sldChg chg="del">
        <pc:chgData name="Mr. Sumit Sharma" userId="S::sumitsharma.cse@niet.co.in::0287a0e3-d7f5-4815-a5d5-4670a436bb9e" providerId="AD" clId="Web-{3F243914-9A1E-DCF7-7E5F-3AE966E6FA10}" dt="2023-09-04T11:05:54.205" v="385"/>
        <pc:sldMkLst>
          <pc:docMk/>
          <pc:sldMk cId="169948392" sldId="1564"/>
        </pc:sldMkLst>
      </pc:sldChg>
      <pc:sldChg chg="del">
        <pc:chgData name="Mr. Sumit Sharma" userId="S::sumitsharma.cse@niet.co.in::0287a0e3-d7f5-4815-a5d5-4670a436bb9e" providerId="AD" clId="Web-{3F243914-9A1E-DCF7-7E5F-3AE966E6FA10}" dt="2023-09-04T11:05:55.580" v="386"/>
        <pc:sldMkLst>
          <pc:docMk/>
          <pc:sldMk cId="2117730215" sldId="1565"/>
        </pc:sldMkLst>
      </pc:sldChg>
      <pc:sldChg chg="del">
        <pc:chgData name="Mr. Sumit Sharma" userId="S::sumitsharma.cse@niet.co.in::0287a0e3-d7f5-4815-a5d5-4670a436bb9e" providerId="AD" clId="Web-{3F243914-9A1E-DCF7-7E5F-3AE966E6FA10}" dt="2023-09-04T11:05:56.580" v="387"/>
        <pc:sldMkLst>
          <pc:docMk/>
          <pc:sldMk cId="3419601306" sldId="1566"/>
        </pc:sldMkLst>
      </pc:sldChg>
      <pc:sldChg chg="del">
        <pc:chgData name="Mr. Sumit Sharma" userId="S::sumitsharma.cse@niet.co.in::0287a0e3-d7f5-4815-a5d5-4670a436bb9e" providerId="AD" clId="Web-{3F243914-9A1E-DCF7-7E5F-3AE966E6FA10}" dt="2023-09-04T11:05:57.783" v="388"/>
        <pc:sldMkLst>
          <pc:docMk/>
          <pc:sldMk cId="900405711" sldId="1567"/>
        </pc:sldMkLst>
      </pc:sldChg>
      <pc:sldChg chg="del">
        <pc:chgData name="Mr. Sumit Sharma" userId="S::sumitsharma.cse@niet.co.in::0287a0e3-d7f5-4815-a5d5-4670a436bb9e" providerId="AD" clId="Web-{3F243914-9A1E-DCF7-7E5F-3AE966E6FA10}" dt="2023-09-04T11:05:58.893" v="389"/>
        <pc:sldMkLst>
          <pc:docMk/>
          <pc:sldMk cId="1404751568" sldId="1568"/>
        </pc:sldMkLst>
      </pc:sldChg>
      <pc:sldChg chg="del">
        <pc:chgData name="Mr. Sumit Sharma" userId="S::sumitsharma.cse@niet.co.in::0287a0e3-d7f5-4815-a5d5-4670a436bb9e" providerId="AD" clId="Web-{3F243914-9A1E-DCF7-7E5F-3AE966E6FA10}" dt="2023-09-04T11:05:59.705" v="390"/>
        <pc:sldMkLst>
          <pc:docMk/>
          <pc:sldMk cId="1981118964" sldId="1569"/>
        </pc:sldMkLst>
      </pc:sldChg>
      <pc:sldChg chg="del">
        <pc:chgData name="Mr. Sumit Sharma" userId="S::sumitsharma.cse@niet.co.in::0287a0e3-d7f5-4815-a5d5-4670a436bb9e" providerId="AD" clId="Web-{3F243914-9A1E-DCF7-7E5F-3AE966E6FA10}" dt="2023-09-04T11:06:05.143" v="394"/>
        <pc:sldMkLst>
          <pc:docMk/>
          <pc:sldMk cId="2095559441" sldId="1570"/>
        </pc:sldMkLst>
      </pc:sldChg>
      <pc:sldChg chg="del">
        <pc:chgData name="Mr. Sumit Sharma" userId="S::sumitsharma.cse@niet.co.in::0287a0e3-d7f5-4815-a5d5-4670a436bb9e" providerId="AD" clId="Web-{3F243914-9A1E-DCF7-7E5F-3AE966E6FA10}" dt="2023-09-04T11:06:01.252" v="391"/>
        <pc:sldMkLst>
          <pc:docMk/>
          <pc:sldMk cId="2191441077" sldId="1571"/>
        </pc:sldMkLst>
      </pc:sldChg>
      <pc:sldChg chg="del">
        <pc:chgData name="Mr. Sumit Sharma" userId="S::sumitsharma.cse@niet.co.in::0287a0e3-d7f5-4815-a5d5-4670a436bb9e" providerId="AD" clId="Web-{3F243914-9A1E-DCF7-7E5F-3AE966E6FA10}" dt="2023-09-04T11:06:02.987" v="392"/>
        <pc:sldMkLst>
          <pc:docMk/>
          <pc:sldMk cId="713500298" sldId="1572"/>
        </pc:sldMkLst>
      </pc:sldChg>
      <pc:sldChg chg="del">
        <pc:chgData name="Mr. Sumit Sharma" userId="S::sumitsharma.cse@niet.co.in::0287a0e3-d7f5-4815-a5d5-4670a436bb9e" providerId="AD" clId="Web-{3F243914-9A1E-DCF7-7E5F-3AE966E6FA10}" dt="2023-09-04T11:06:03.877" v="393"/>
        <pc:sldMkLst>
          <pc:docMk/>
          <pc:sldMk cId="3804570781" sldId="1573"/>
        </pc:sldMkLst>
      </pc:sldChg>
      <pc:sldChg chg="del">
        <pc:chgData name="Mr. Sumit Sharma" userId="S::sumitsharma.cse@niet.co.in::0287a0e3-d7f5-4815-a5d5-4670a436bb9e" providerId="AD" clId="Web-{3F243914-9A1E-DCF7-7E5F-3AE966E6FA10}" dt="2023-09-04T11:06:06.377" v="395"/>
        <pc:sldMkLst>
          <pc:docMk/>
          <pc:sldMk cId="3739601138" sldId="1574"/>
        </pc:sldMkLst>
      </pc:sldChg>
      <pc:sldChg chg="del">
        <pc:chgData name="Mr. Sumit Sharma" userId="S::sumitsharma.cse@niet.co.in::0287a0e3-d7f5-4815-a5d5-4670a436bb9e" providerId="AD" clId="Web-{3F243914-9A1E-DCF7-7E5F-3AE966E6FA10}" dt="2023-09-04T11:06:07.268" v="396"/>
        <pc:sldMkLst>
          <pc:docMk/>
          <pc:sldMk cId="2718036721" sldId="1575"/>
        </pc:sldMkLst>
      </pc:sldChg>
      <pc:sldChg chg="del">
        <pc:chgData name="Mr. Sumit Sharma" userId="S::sumitsharma.cse@niet.co.in::0287a0e3-d7f5-4815-a5d5-4670a436bb9e" providerId="AD" clId="Web-{3F243914-9A1E-DCF7-7E5F-3AE966E6FA10}" dt="2023-09-04T11:06:07.846" v="397"/>
        <pc:sldMkLst>
          <pc:docMk/>
          <pc:sldMk cId="3848627097" sldId="1576"/>
        </pc:sldMkLst>
      </pc:sldChg>
      <pc:sldChg chg="del">
        <pc:chgData name="Mr. Sumit Sharma" userId="S::sumitsharma.cse@niet.co.in::0287a0e3-d7f5-4815-a5d5-4670a436bb9e" providerId="AD" clId="Web-{3F243914-9A1E-DCF7-7E5F-3AE966E6FA10}" dt="2023-09-04T11:06:08.221" v="398"/>
        <pc:sldMkLst>
          <pc:docMk/>
          <pc:sldMk cId="1492801541" sldId="1577"/>
        </pc:sldMkLst>
      </pc:sldChg>
      <pc:sldChg chg="del">
        <pc:chgData name="Mr. Sumit Sharma" userId="S::sumitsharma.cse@niet.co.in::0287a0e3-d7f5-4815-a5d5-4670a436bb9e" providerId="AD" clId="Web-{3F243914-9A1E-DCF7-7E5F-3AE966E6FA10}" dt="2023-09-04T11:06:08.315" v="399"/>
        <pc:sldMkLst>
          <pc:docMk/>
          <pc:sldMk cId="3238797891" sldId="1578"/>
        </pc:sldMkLst>
      </pc:sldChg>
      <pc:sldChg chg="del">
        <pc:chgData name="Mr. Sumit Sharma" userId="S::sumitsharma.cse@niet.co.in::0287a0e3-d7f5-4815-a5d5-4670a436bb9e" providerId="AD" clId="Web-{3F243914-9A1E-DCF7-7E5F-3AE966E6FA10}" dt="2023-09-04T11:06:09.159" v="400"/>
        <pc:sldMkLst>
          <pc:docMk/>
          <pc:sldMk cId="1196681734" sldId="1579"/>
        </pc:sldMkLst>
      </pc:sldChg>
      <pc:sldChg chg="del">
        <pc:chgData name="Mr. Sumit Sharma" userId="S::sumitsharma.cse@niet.co.in::0287a0e3-d7f5-4815-a5d5-4670a436bb9e" providerId="AD" clId="Web-{3F243914-9A1E-DCF7-7E5F-3AE966E6FA10}" dt="2023-09-04T11:06:09.831" v="401"/>
        <pc:sldMkLst>
          <pc:docMk/>
          <pc:sldMk cId="1080364002" sldId="1580"/>
        </pc:sldMkLst>
      </pc:sldChg>
      <pc:sldChg chg="del">
        <pc:chgData name="Mr. Sumit Sharma" userId="S::sumitsharma.cse@niet.co.in::0287a0e3-d7f5-4815-a5d5-4670a436bb9e" providerId="AD" clId="Web-{3F243914-9A1E-DCF7-7E5F-3AE966E6FA10}" dt="2023-09-04T11:06:10.065" v="402"/>
        <pc:sldMkLst>
          <pc:docMk/>
          <pc:sldMk cId="3382127065" sldId="1581"/>
        </pc:sldMkLst>
      </pc:sldChg>
      <pc:sldChg chg="del">
        <pc:chgData name="Mr. Sumit Sharma" userId="S::sumitsharma.cse@niet.co.in::0287a0e3-d7f5-4815-a5d5-4670a436bb9e" providerId="AD" clId="Web-{3F243914-9A1E-DCF7-7E5F-3AE966E6FA10}" dt="2023-09-04T11:06:10.909" v="403"/>
        <pc:sldMkLst>
          <pc:docMk/>
          <pc:sldMk cId="240637688" sldId="1582"/>
        </pc:sldMkLst>
      </pc:sldChg>
      <pc:sldChg chg="del">
        <pc:chgData name="Mr. Sumit Sharma" userId="S::sumitsharma.cse@niet.co.in::0287a0e3-d7f5-4815-a5d5-4670a436bb9e" providerId="AD" clId="Web-{3F243914-9A1E-DCF7-7E5F-3AE966E6FA10}" dt="2023-09-04T11:06:11.862" v="404"/>
        <pc:sldMkLst>
          <pc:docMk/>
          <pc:sldMk cId="1985676765" sldId="1583"/>
        </pc:sldMkLst>
      </pc:sldChg>
      <pc:sldChg chg="del">
        <pc:chgData name="Mr. Sumit Sharma" userId="S::sumitsharma.cse@niet.co.in::0287a0e3-d7f5-4815-a5d5-4670a436bb9e" providerId="AD" clId="Web-{3F243914-9A1E-DCF7-7E5F-3AE966E6FA10}" dt="2023-09-04T11:06:13.034" v="405"/>
        <pc:sldMkLst>
          <pc:docMk/>
          <pc:sldMk cId="3311729789" sldId="1584"/>
        </pc:sldMkLst>
      </pc:sldChg>
      <pc:sldChg chg="del">
        <pc:chgData name="Mr. Sumit Sharma" userId="S::sumitsharma.cse@niet.co.in::0287a0e3-d7f5-4815-a5d5-4670a436bb9e" providerId="AD" clId="Web-{3F243914-9A1E-DCF7-7E5F-3AE966E6FA10}" dt="2023-09-04T11:06:14.909" v="406"/>
        <pc:sldMkLst>
          <pc:docMk/>
          <pc:sldMk cId="1501446876" sldId="1585"/>
        </pc:sldMkLst>
      </pc:sldChg>
      <pc:sldChg chg="del">
        <pc:chgData name="Mr. Sumit Sharma" userId="S::sumitsharma.cse@niet.co.in::0287a0e3-d7f5-4815-a5d5-4670a436bb9e" providerId="AD" clId="Web-{3F243914-9A1E-DCF7-7E5F-3AE966E6FA10}" dt="2023-09-04T11:06:15.862" v="407"/>
        <pc:sldMkLst>
          <pc:docMk/>
          <pc:sldMk cId="2503656626" sldId="1586"/>
        </pc:sldMkLst>
      </pc:sldChg>
      <pc:sldChg chg="del">
        <pc:chgData name="Mr. Sumit Sharma" userId="S::sumitsharma.cse@niet.co.in::0287a0e3-d7f5-4815-a5d5-4670a436bb9e" providerId="AD" clId="Web-{3F243914-9A1E-DCF7-7E5F-3AE966E6FA10}" dt="2023-09-04T11:06:16.487" v="408"/>
        <pc:sldMkLst>
          <pc:docMk/>
          <pc:sldMk cId="330888047" sldId="1587"/>
        </pc:sldMkLst>
      </pc:sldChg>
      <pc:sldChg chg="del">
        <pc:chgData name="Mr. Sumit Sharma" userId="S::sumitsharma.cse@niet.co.in::0287a0e3-d7f5-4815-a5d5-4670a436bb9e" providerId="AD" clId="Web-{3F243914-9A1E-DCF7-7E5F-3AE966E6FA10}" dt="2023-09-04T11:06:17.081" v="409"/>
        <pc:sldMkLst>
          <pc:docMk/>
          <pc:sldMk cId="1585696966" sldId="1588"/>
        </pc:sldMkLst>
      </pc:sldChg>
      <pc:sldChg chg="del">
        <pc:chgData name="Mr. Sumit Sharma" userId="S::sumitsharma.cse@niet.co.in::0287a0e3-d7f5-4815-a5d5-4670a436bb9e" providerId="AD" clId="Web-{3F243914-9A1E-DCF7-7E5F-3AE966E6FA10}" dt="2023-09-04T11:06:17.862" v="410"/>
        <pc:sldMkLst>
          <pc:docMk/>
          <pc:sldMk cId="1590766498" sldId="1589"/>
        </pc:sldMkLst>
      </pc:sldChg>
      <pc:sldChg chg="del">
        <pc:chgData name="Mr. Sumit Sharma" userId="S::sumitsharma.cse@niet.co.in::0287a0e3-d7f5-4815-a5d5-4670a436bb9e" providerId="AD" clId="Web-{3F243914-9A1E-DCF7-7E5F-3AE966E6FA10}" dt="2023-09-04T11:06:18.643" v="411"/>
        <pc:sldMkLst>
          <pc:docMk/>
          <pc:sldMk cId="672710708" sldId="1590"/>
        </pc:sldMkLst>
      </pc:sldChg>
      <pc:sldChg chg="del">
        <pc:chgData name="Mr. Sumit Sharma" userId="S::sumitsharma.cse@niet.co.in::0287a0e3-d7f5-4815-a5d5-4670a436bb9e" providerId="AD" clId="Web-{3F243914-9A1E-DCF7-7E5F-3AE966E6FA10}" dt="2023-09-04T11:06:19.518" v="412"/>
        <pc:sldMkLst>
          <pc:docMk/>
          <pc:sldMk cId="1061129478" sldId="1591"/>
        </pc:sldMkLst>
      </pc:sldChg>
      <pc:sldChg chg="del">
        <pc:chgData name="Mr. Sumit Sharma" userId="S::sumitsharma.cse@niet.co.in::0287a0e3-d7f5-4815-a5d5-4670a436bb9e" providerId="AD" clId="Web-{3F243914-9A1E-DCF7-7E5F-3AE966E6FA10}" dt="2023-09-04T11:06:19.628" v="413"/>
        <pc:sldMkLst>
          <pc:docMk/>
          <pc:sldMk cId="1962279143" sldId="1592"/>
        </pc:sldMkLst>
      </pc:sldChg>
      <pc:sldChg chg="del">
        <pc:chgData name="Mr. Sumit Sharma" userId="S::sumitsharma.cse@niet.co.in::0287a0e3-d7f5-4815-a5d5-4670a436bb9e" providerId="AD" clId="Web-{3F243914-9A1E-DCF7-7E5F-3AE966E6FA10}" dt="2023-09-04T11:06:20.034" v="414"/>
        <pc:sldMkLst>
          <pc:docMk/>
          <pc:sldMk cId="326434851" sldId="1593"/>
        </pc:sldMkLst>
      </pc:sldChg>
      <pc:sldChg chg="del">
        <pc:chgData name="Mr. Sumit Sharma" userId="S::sumitsharma.cse@niet.co.in::0287a0e3-d7f5-4815-a5d5-4670a436bb9e" providerId="AD" clId="Web-{3F243914-9A1E-DCF7-7E5F-3AE966E6FA10}" dt="2023-09-04T11:06:20.221" v="415"/>
        <pc:sldMkLst>
          <pc:docMk/>
          <pc:sldMk cId="3257631459" sldId="1594"/>
        </pc:sldMkLst>
      </pc:sldChg>
      <pc:sldChg chg="del">
        <pc:chgData name="Mr. Sumit Sharma" userId="S::sumitsharma.cse@niet.co.in::0287a0e3-d7f5-4815-a5d5-4670a436bb9e" providerId="AD" clId="Web-{3F243914-9A1E-DCF7-7E5F-3AE966E6FA10}" dt="2023-09-04T11:06:20.690" v="416"/>
        <pc:sldMkLst>
          <pc:docMk/>
          <pc:sldMk cId="2120114595" sldId="1595"/>
        </pc:sldMkLst>
      </pc:sldChg>
      <pc:sldChg chg="del">
        <pc:chgData name="Mr. Sumit Sharma" userId="S::sumitsharma.cse@niet.co.in::0287a0e3-d7f5-4815-a5d5-4670a436bb9e" providerId="AD" clId="Web-{3F243914-9A1E-DCF7-7E5F-3AE966E6FA10}" dt="2023-09-04T11:06:20.878" v="417"/>
        <pc:sldMkLst>
          <pc:docMk/>
          <pc:sldMk cId="402774072" sldId="1596"/>
        </pc:sldMkLst>
      </pc:sldChg>
      <pc:sldChg chg="del">
        <pc:chgData name="Mr. Sumit Sharma" userId="S::sumitsharma.cse@niet.co.in::0287a0e3-d7f5-4815-a5d5-4670a436bb9e" providerId="AD" clId="Web-{3F243914-9A1E-DCF7-7E5F-3AE966E6FA10}" dt="2023-09-04T11:06:21.768" v="418"/>
        <pc:sldMkLst>
          <pc:docMk/>
          <pc:sldMk cId="333784858" sldId="1597"/>
        </pc:sldMkLst>
      </pc:sldChg>
      <pc:sldChg chg="add del">
        <pc:chgData name="Mr. Sumit Sharma" userId="S::sumitsharma.cse@niet.co.in::0287a0e3-d7f5-4815-a5d5-4670a436bb9e" providerId="AD" clId="Web-{3F243914-9A1E-DCF7-7E5F-3AE966E6FA10}" dt="2023-09-04T11:06:34.472" v="425"/>
        <pc:sldMkLst>
          <pc:docMk/>
          <pc:sldMk cId="3283346478" sldId="1598"/>
        </pc:sldMkLst>
      </pc:sldChg>
      <pc:sldChg chg="del">
        <pc:chgData name="Mr. Sumit Sharma" userId="S::sumitsharma.cse@niet.co.in::0287a0e3-d7f5-4815-a5d5-4670a436bb9e" providerId="AD" clId="Web-{3F243914-9A1E-DCF7-7E5F-3AE966E6FA10}" dt="2023-09-04T11:06:35.722" v="426"/>
        <pc:sldMkLst>
          <pc:docMk/>
          <pc:sldMk cId="2149703403" sldId="1599"/>
        </pc:sldMkLst>
      </pc:sldChg>
      <pc:sldChg chg="del">
        <pc:chgData name="Mr. Sumit Sharma" userId="S::sumitsharma.cse@niet.co.in::0287a0e3-d7f5-4815-a5d5-4670a436bb9e" providerId="AD" clId="Web-{3F243914-9A1E-DCF7-7E5F-3AE966E6FA10}" dt="2023-09-04T11:06:36.831" v="427"/>
        <pc:sldMkLst>
          <pc:docMk/>
          <pc:sldMk cId="2382672243" sldId="1600"/>
        </pc:sldMkLst>
      </pc:sldChg>
      <pc:sldChg chg="modSp add replId">
        <pc:chgData name="Mr. Sumit Sharma" userId="S::sumitsharma.cse@niet.co.in::0287a0e3-d7f5-4815-a5d5-4670a436bb9e" providerId="AD" clId="Web-{3F243914-9A1E-DCF7-7E5F-3AE966E6FA10}" dt="2023-09-04T10:35:05.361" v="16" actId="20577"/>
        <pc:sldMkLst>
          <pc:docMk/>
          <pc:sldMk cId="560792800" sldId="1601"/>
        </pc:sldMkLst>
        <pc:spChg chg="mod">
          <ac:chgData name="Mr. Sumit Sharma" userId="S::sumitsharma.cse@niet.co.in::0287a0e3-d7f5-4815-a5d5-4670a436bb9e" providerId="AD" clId="Web-{3F243914-9A1E-DCF7-7E5F-3AE966E6FA10}" dt="2023-09-04T10:34:16.782" v="11" actId="20577"/>
          <ac:spMkLst>
            <pc:docMk/>
            <pc:sldMk cId="560792800" sldId="1601"/>
            <ac:spMk id="7" creationId="{00000000-0000-0000-0000-000000000000}"/>
          </ac:spMkLst>
        </pc:spChg>
        <pc:graphicFrameChg chg="modGraphic">
          <ac:chgData name="Mr. Sumit Sharma" userId="S::sumitsharma.cse@niet.co.in::0287a0e3-d7f5-4815-a5d5-4670a436bb9e" providerId="AD" clId="Web-{3F243914-9A1E-DCF7-7E5F-3AE966E6FA10}" dt="2023-09-04T10:35:05.361" v="16" actId="20577"/>
          <ac:graphicFrameMkLst>
            <pc:docMk/>
            <pc:sldMk cId="560792800" sldId="1601"/>
            <ac:graphicFrameMk id="28" creationId="{7911BCD3-FD89-BC16-4A6F-1F614AC172FE}"/>
          </ac:graphicFrameMkLst>
        </pc:graphicFrameChg>
      </pc:sldChg>
      <pc:sldChg chg="modSp add replId">
        <pc:chgData name="Mr. Sumit Sharma" userId="S::sumitsharma.cse@niet.co.in::0287a0e3-d7f5-4815-a5d5-4670a436bb9e" providerId="AD" clId="Web-{3F243914-9A1E-DCF7-7E5F-3AE966E6FA10}" dt="2023-09-04T10:37:19.099" v="163" actId="20577"/>
        <pc:sldMkLst>
          <pc:docMk/>
          <pc:sldMk cId="1147002948" sldId="1602"/>
        </pc:sldMkLst>
        <pc:spChg chg="mod">
          <ac:chgData name="Mr. Sumit Sharma" userId="S::sumitsharma.cse@niet.co.in::0287a0e3-d7f5-4815-a5d5-4670a436bb9e" providerId="AD" clId="Web-{3F243914-9A1E-DCF7-7E5F-3AE966E6FA10}" dt="2023-09-04T10:35:37.159" v="50" actId="20577"/>
          <ac:spMkLst>
            <pc:docMk/>
            <pc:sldMk cId="1147002948" sldId="1602"/>
            <ac:spMk id="7" creationId="{00000000-0000-0000-0000-000000000000}"/>
          </ac:spMkLst>
        </pc:spChg>
        <pc:graphicFrameChg chg="modGraphic">
          <ac:chgData name="Mr. Sumit Sharma" userId="S::sumitsharma.cse@niet.co.in::0287a0e3-d7f5-4815-a5d5-4670a436bb9e" providerId="AD" clId="Web-{3F243914-9A1E-DCF7-7E5F-3AE966E6FA10}" dt="2023-09-04T10:37:19.099" v="163" actId="20577"/>
          <ac:graphicFrameMkLst>
            <pc:docMk/>
            <pc:sldMk cId="1147002948" sldId="1602"/>
            <ac:graphicFrameMk id="28" creationId="{7911BCD3-FD89-BC16-4A6F-1F614AC172FE}"/>
          </ac:graphicFrameMkLst>
        </pc:graphicFrameChg>
      </pc:sldChg>
      <pc:sldChg chg="addSp delSp modSp add del replId">
        <pc:chgData name="Mr. Sumit Sharma" userId="S::sumitsharma.cse@niet.co.in::0287a0e3-d7f5-4815-a5d5-4670a436bb9e" providerId="AD" clId="Web-{3F243914-9A1E-DCF7-7E5F-3AE966E6FA10}" dt="2023-09-04T11:06:26.097" v="422"/>
        <pc:sldMkLst>
          <pc:docMk/>
          <pc:sldMk cId="2762524818" sldId="1603"/>
        </pc:sldMkLst>
        <pc:spChg chg="mod">
          <ac:chgData name="Mr. Sumit Sharma" userId="S::sumitsharma.cse@niet.co.in::0287a0e3-d7f5-4815-a5d5-4670a436bb9e" providerId="AD" clId="Web-{3F243914-9A1E-DCF7-7E5F-3AE966E6FA10}" dt="2023-09-04T11:05:33.752" v="382" actId="20577"/>
          <ac:spMkLst>
            <pc:docMk/>
            <pc:sldMk cId="2762524818" sldId="1603"/>
            <ac:spMk id="7" creationId="{00000000-0000-0000-0000-000000000000}"/>
          </ac:spMkLst>
        </pc:spChg>
        <pc:spChg chg="add del mod">
          <ac:chgData name="Mr. Sumit Sharma" userId="S::sumitsharma.cse@niet.co.in::0287a0e3-d7f5-4815-a5d5-4670a436bb9e" providerId="AD" clId="Web-{3F243914-9A1E-DCF7-7E5F-3AE966E6FA10}" dt="2023-09-04T10:55:49.581" v="296"/>
          <ac:spMkLst>
            <pc:docMk/>
            <pc:sldMk cId="2762524818" sldId="1603"/>
            <ac:spMk id="179" creationId="{C44FB3B7-FC67-29DA-A43F-DEDD35CF5D15}"/>
          </ac:spMkLst>
        </pc:spChg>
        <pc:spChg chg="add del mod">
          <ac:chgData name="Mr. Sumit Sharma" userId="S::sumitsharma.cse@niet.co.in::0287a0e3-d7f5-4815-a5d5-4670a436bb9e" providerId="AD" clId="Web-{3F243914-9A1E-DCF7-7E5F-3AE966E6FA10}" dt="2023-09-04T10:56:07.222" v="299"/>
          <ac:spMkLst>
            <pc:docMk/>
            <pc:sldMk cId="2762524818" sldId="1603"/>
            <ac:spMk id="180" creationId="{5AD8ACCE-1A42-2294-321B-0ABD38C4F0FE}"/>
          </ac:spMkLst>
        </pc:spChg>
        <pc:spChg chg="add mod">
          <ac:chgData name="Mr. Sumit Sharma" userId="S::sumitsharma.cse@niet.co.in::0287a0e3-d7f5-4815-a5d5-4670a436bb9e" providerId="AD" clId="Web-{3F243914-9A1E-DCF7-7E5F-3AE966E6FA10}" dt="2023-09-04T11:05:15.267" v="378" actId="20577"/>
          <ac:spMkLst>
            <pc:docMk/>
            <pc:sldMk cId="2762524818" sldId="1603"/>
            <ac:spMk id="182" creationId="{FDC1A734-1528-FC7A-7C7C-B49C8922968A}"/>
          </ac:spMkLst>
        </pc:spChg>
        <pc:graphicFrameChg chg="del mod modGraphic">
          <ac:chgData name="Mr. Sumit Sharma" userId="S::sumitsharma.cse@niet.co.in::0287a0e3-d7f5-4815-a5d5-4670a436bb9e" providerId="AD" clId="Web-{3F243914-9A1E-DCF7-7E5F-3AE966E6FA10}" dt="2023-09-04T10:55:44.784" v="295"/>
          <ac:graphicFrameMkLst>
            <pc:docMk/>
            <pc:sldMk cId="2762524818" sldId="1603"/>
            <ac:graphicFrameMk id="11" creationId="{42CF0600-DCB4-95C4-BDCE-24FB1F21F471}"/>
          </ac:graphicFrameMkLst>
        </pc:graphicFrameChg>
      </pc:sldChg>
      <pc:sldChg chg="modSp add del replId">
        <pc:chgData name="Mr. Sumit Sharma" userId="S::sumitsharma.cse@niet.co.in::0287a0e3-d7f5-4815-a5d5-4670a436bb9e" providerId="AD" clId="Web-{3F243914-9A1E-DCF7-7E5F-3AE966E6FA10}" dt="2023-09-04T11:06:28.269" v="423"/>
        <pc:sldMkLst>
          <pc:docMk/>
          <pc:sldMk cId="770435180" sldId="1604"/>
        </pc:sldMkLst>
        <pc:spChg chg="mod">
          <ac:chgData name="Mr. Sumit Sharma" userId="S::sumitsharma.cse@niet.co.in::0287a0e3-d7f5-4815-a5d5-4670a436bb9e" providerId="AD" clId="Web-{3F243914-9A1E-DCF7-7E5F-3AE966E6FA10}" dt="2023-09-04T11:04:17.812" v="372" actId="20577"/>
          <ac:spMkLst>
            <pc:docMk/>
            <pc:sldMk cId="770435180" sldId="1604"/>
            <ac:spMk id="7" creationId="{00000000-0000-0000-0000-000000000000}"/>
          </ac:spMkLst>
        </pc:spChg>
        <pc:spChg chg="mod">
          <ac:chgData name="Mr. Sumit Sharma" userId="S::sumitsharma.cse@niet.co.in::0287a0e3-d7f5-4815-a5d5-4670a436bb9e" providerId="AD" clId="Web-{3F243914-9A1E-DCF7-7E5F-3AE966E6FA10}" dt="2023-09-04T11:05:05.516" v="376" actId="20577"/>
          <ac:spMkLst>
            <pc:docMk/>
            <pc:sldMk cId="770435180" sldId="1604"/>
            <ac:spMk id="182" creationId="{FDC1A734-1528-FC7A-7C7C-B49C8922968A}"/>
          </ac:spMkLst>
        </pc:spChg>
      </pc:sldChg>
      <pc:sldChg chg="modSp add replId">
        <pc:chgData name="Mr. Sumit Sharma" userId="S::sumitsharma.cse@niet.co.in::0287a0e3-d7f5-4815-a5d5-4670a436bb9e" providerId="AD" clId="Web-{3F243914-9A1E-DCF7-7E5F-3AE966E6FA10}" dt="2023-09-04T11:07:52.739" v="453" actId="20577"/>
        <pc:sldMkLst>
          <pc:docMk/>
          <pc:sldMk cId="3501026821" sldId="1605"/>
        </pc:sldMkLst>
        <pc:spChg chg="mod">
          <ac:chgData name="Mr. Sumit Sharma" userId="S::sumitsharma.cse@niet.co.in::0287a0e3-d7f5-4815-a5d5-4670a436bb9e" providerId="AD" clId="Web-{3F243914-9A1E-DCF7-7E5F-3AE966E6FA10}" dt="2023-09-04T11:07:16.489" v="450" actId="20577"/>
          <ac:spMkLst>
            <pc:docMk/>
            <pc:sldMk cId="3501026821" sldId="1605"/>
            <ac:spMk id="7" creationId="{00000000-0000-0000-0000-000000000000}"/>
          </ac:spMkLst>
        </pc:spChg>
        <pc:spChg chg="mod">
          <ac:chgData name="Mr. Sumit Sharma" userId="S::sumitsharma.cse@niet.co.in::0287a0e3-d7f5-4815-a5d5-4670a436bb9e" providerId="AD" clId="Web-{3F243914-9A1E-DCF7-7E5F-3AE966E6FA10}" dt="2023-09-04T11:07:52.739" v="453" actId="20577"/>
          <ac:spMkLst>
            <pc:docMk/>
            <pc:sldMk cId="3501026821" sldId="1605"/>
            <ac:spMk id="182" creationId="{FDC1A734-1528-FC7A-7C7C-B49C8922968A}"/>
          </ac:spMkLst>
        </pc:spChg>
      </pc:sldChg>
    </pc:docChg>
  </pc:docChgLst>
  <pc:docChgLst>
    <pc:chgData name="Mr. Sumit Sharma" userId="S::sumitsharma.cse@niet.co.in::0287a0e3-d7f5-4815-a5d5-4670a436bb9e" providerId="AD" clId="Web-{DF2D1929-F79C-41FA-B4AC-6567ADE46609}"/>
    <pc:docChg chg="addSld modSld">
      <pc:chgData name="Mr. Sumit Sharma" userId="S::sumitsharma.cse@niet.co.in::0287a0e3-d7f5-4815-a5d5-4670a436bb9e" providerId="AD" clId="Web-{DF2D1929-F79C-41FA-B4AC-6567ADE46609}" dt="2023-10-08T14:35:32.043" v="251" actId="20577"/>
      <pc:docMkLst>
        <pc:docMk/>
      </pc:docMkLst>
      <pc:sldChg chg="modSp">
        <pc:chgData name="Mr. Sumit Sharma" userId="S::sumitsharma.cse@niet.co.in::0287a0e3-d7f5-4815-a5d5-4670a436bb9e" providerId="AD" clId="Web-{DF2D1929-F79C-41FA-B4AC-6567ADE46609}" dt="2023-10-08T14:34:02.369" v="233" actId="20577"/>
        <pc:sldMkLst>
          <pc:docMk/>
          <pc:sldMk cId="2751998733" sldId="1606"/>
        </pc:sldMkLst>
        <pc:spChg chg="mod">
          <ac:chgData name="Mr. Sumit Sharma" userId="S::sumitsharma.cse@niet.co.in::0287a0e3-d7f5-4815-a5d5-4670a436bb9e" providerId="AD" clId="Web-{DF2D1929-F79C-41FA-B4AC-6567ADE46609}" dt="2023-10-08T14:34:02.369" v="233" actId="20577"/>
          <ac:spMkLst>
            <pc:docMk/>
            <pc:sldMk cId="2751998733" sldId="1606"/>
            <ac:spMk id="7" creationId="{00000000-0000-0000-0000-000000000000}"/>
          </ac:spMkLst>
        </pc:spChg>
      </pc:sldChg>
      <pc:sldChg chg="modSp">
        <pc:chgData name="Mr. Sumit Sharma" userId="S::sumitsharma.cse@niet.co.in::0287a0e3-d7f5-4815-a5d5-4670a436bb9e" providerId="AD" clId="Web-{DF2D1929-F79C-41FA-B4AC-6567ADE46609}" dt="2023-10-08T14:34:08.228" v="234" actId="20577"/>
        <pc:sldMkLst>
          <pc:docMk/>
          <pc:sldMk cId="3918951085" sldId="1607"/>
        </pc:sldMkLst>
        <pc:spChg chg="mod">
          <ac:chgData name="Mr. Sumit Sharma" userId="S::sumitsharma.cse@niet.co.in::0287a0e3-d7f5-4815-a5d5-4670a436bb9e" providerId="AD" clId="Web-{DF2D1929-F79C-41FA-B4AC-6567ADE46609}" dt="2023-10-08T14:34:08.228" v="234" actId="20577"/>
          <ac:spMkLst>
            <pc:docMk/>
            <pc:sldMk cId="3918951085" sldId="1607"/>
            <ac:spMk id="7" creationId="{00000000-0000-0000-0000-000000000000}"/>
          </ac:spMkLst>
        </pc:spChg>
        <pc:spChg chg="mod">
          <ac:chgData name="Mr. Sumit Sharma" userId="S::sumitsharma.cse@niet.co.in::0287a0e3-d7f5-4815-a5d5-4670a436bb9e" providerId="AD" clId="Web-{DF2D1929-F79C-41FA-B4AC-6567ADE46609}" dt="2023-10-08T14:23:56.333" v="103" actId="20577"/>
          <ac:spMkLst>
            <pc:docMk/>
            <pc:sldMk cId="3918951085" sldId="1607"/>
            <ac:spMk id="182" creationId="{FDC1A734-1528-FC7A-7C7C-B49C8922968A}"/>
          </ac:spMkLst>
        </pc:spChg>
      </pc:sldChg>
      <pc:sldChg chg="modSp">
        <pc:chgData name="Mr. Sumit Sharma" userId="S::sumitsharma.cse@niet.co.in::0287a0e3-d7f5-4815-a5d5-4670a436bb9e" providerId="AD" clId="Web-{DF2D1929-F79C-41FA-B4AC-6567ADE46609}" dt="2023-10-08T14:34:13.510" v="235" actId="20577"/>
        <pc:sldMkLst>
          <pc:docMk/>
          <pc:sldMk cId="1151873637" sldId="1609"/>
        </pc:sldMkLst>
        <pc:spChg chg="mod">
          <ac:chgData name="Mr. Sumit Sharma" userId="S::sumitsharma.cse@niet.co.in::0287a0e3-d7f5-4815-a5d5-4670a436bb9e" providerId="AD" clId="Web-{DF2D1929-F79C-41FA-B4AC-6567ADE46609}" dt="2023-10-08T14:34:13.510" v="235" actId="20577"/>
          <ac:spMkLst>
            <pc:docMk/>
            <pc:sldMk cId="1151873637" sldId="1609"/>
            <ac:spMk id="7" creationId="{00000000-0000-0000-0000-000000000000}"/>
          </ac:spMkLst>
        </pc:spChg>
        <pc:spChg chg="mod">
          <ac:chgData name="Mr. Sumit Sharma" userId="S::sumitsharma.cse@niet.co.in::0287a0e3-d7f5-4815-a5d5-4670a436bb9e" providerId="AD" clId="Web-{DF2D1929-F79C-41FA-B4AC-6567ADE46609}" dt="2023-10-08T14:20:34.249" v="62" actId="20577"/>
          <ac:spMkLst>
            <pc:docMk/>
            <pc:sldMk cId="1151873637" sldId="1609"/>
            <ac:spMk id="182" creationId="{FDC1A734-1528-FC7A-7C7C-B49C8922968A}"/>
          </ac:spMkLst>
        </pc:spChg>
      </pc:sldChg>
      <pc:sldChg chg="modSp add replId">
        <pc:chgData name="Mr. Sumit Sharma" userId="S::sumitsharma.cse@niet.co.in::0287a0e3-d7f5-4815-a5d5-4670a436bb9e" providerId="AD" clId="Web-{DF2D1929-F79C-41FA-B4AC-6567ADE46609}" dt="2023-10-08T14:34:19.275" v="237" actId="20577"/>
        <pc:sldMkLst>
          <pc:docMk/>
          <pc:sldMk cId="2635927417" sldId="1610"/>
        </pc:sldMkLst>
        <pc:spChg chg="mod">
          <ac:chgData name="Mr. Sumit Sharma" userId="S::sumitsharma.cse@niet.co.in::0287a0e3-d7f5-4815-a5d5-4670a436bb9e" providerId="AD" clId="Web-{DF2D1929-F79C-41FA-B4AC-6567ADE46609}" dt="2023-10-08T14:34:19.275" v="237" actId="20577"/>
          <ac:spMkLst>
            <pc:docMk/>
            <pc:sldMk cId="2635927417" sldId="1610"/>
            <ac:spMk id="7" creationId="{00000000-0000-0000-0000-000000000000}"/>
          </ac:spMkLst>
        </pc:spChg>
        <pc:spChg chg="mod">
          <ac:chgData name="Mr. Sumit Sharma" userId="S::sumitsharma.cse@niet.co.in::0287a0e3-d7f5-4815-a5d5-4670a436bb9e" providerId="AD" clId="Web-{DF2D1929-F79C-41FA-B4AC-6567ADE46609}" dt="2023-10-08T14:21:39.001" v="81" actId="20577"/>
          <ac:spMkLst>
            <pc:docMk/>
            <pc:sldMk cId="2635927417" sldId="1610"/>
            <ac:spMk id="182" creationId="{FDC1A734-1528-FC7A-7C7C-B49C8922968A}"/>
          </ac:spMkLst>
        </pc:spChg>
      </pc:sldChg>
      <pc:sldChg chg="modSp add replId">
        <pc:chgData name="Mr. Sumit Sharma" userId="S::sumitsharma.cse@niet.co.in::0287a0e3-d7f5-4815-a5d5-4670a436bb9e" providerId="AD" clId="Web-{DF2D1929-F79C-41FA-B4AC-6567ADE46609}" dt="2023-10-08T14:18:41.183" v="33" actId="20577"/>
        <pc:sldMkLst>
          <pc:docMk/>
          <pc:sldMk cId="4019433931" sldId="1611"/>
        </pc:sldMkLst>
        <pc:spChg chg="mod">
          <ac:chgData name="Mr. Sumit Sharma" userId="S::sumitsharma.cse@niet.co.in::0287a0e3-d7f5-4815-a5d5-4670a436bb9e" providerId="AD" clId="Web-{DF2D1929-F79C-41FA-B4AC-6567ADE46609}" dt="2023-10-08T14:18:07.291" v="28" actId="20577"/>
          <ac:spMkLst>
            <pc:docMk/>
            <pc:sldMk cId="4019433931" sldId="1611"/>
            <ac:spMk id="7" creationId="{00000000-0000-0000-0000-000000000000}"/>
          </ac:spMkLst>
        </pc:spChg>
        <pc:graphicFrameChg chg="modGraphic">
          <ac:chgData name="Mr. Sumit Sharma" userId="S::sumitsharma.cse@niet.co.in::0287a0e3-d7f5-4815-a5d5-4670a436bb9e" providerId="AD" clId="Web-{DF2D1929-F79C-41FA-B4AC-6567ADE46609}" dt="2023-10-08T14:18:41.183" v="33" actId="20577"/>
          <ac:graphicFrameMkLst>
            <pc:docMk/>
            <pc:sldMk cId="4019433931" sldId="1611"/>
            <ac:graphicFrameMk id="189" creationId="{EAEE85EF-0E78-BC41-6940-948F160FCB8D}"/>
          </ac:graphicFrameMkLst>
        </pc:graphicFrameChg>
      </pc:sldChg>
      <pc:sldChg chg="modSp add replId">
        <pc:chgData name="Mr. Sumit Sharma" userId="S::sumitsharma.cse@niet.co.in::0287a0e3-d7f5-4815-a5d5-4670a436bb9e" providerId="AD" clId="Web-{DF2D1929-F79C-41FA-B4AC-6567ADE46609}" dt="2023-10-08T14:34:22.447" v="239" actId="20577"/>
        <pc:sldMkLst>
          <pc:docMk/>
          <pc:sldMk cId="3577719269" sldId="1612"/>
        </pc:sldMkLst>
        <pc:spChg chg="mod">
          <ac:chgData name="Mr. Sumit Sharma" userId="S::sumitsharma.cse@niet.co.in::0287a0e3-d7f5-4815-a5d5-4670a436bb9e" providerId="AD" clId="Web-{DF2D1929-F79C-41FA-B4AC-6567ADE46609}" dt="2023-10-08T14:34:22.447" v="239" actId="20577"/>
          <ac:spMkLst>
            <pc:docMk/>
            <pc:sldMk cId="3577719269" sldId="1612"/>
            <ac:spMk id="7" creationId="{00000000-0000-0000-0000-000000000000}"/>
          </ac:spMkLst>
        </pc:spChg>
        <pc:spChg chg="mod">
          <ac:chgData name="Mr. Sumit Sharma" userId="S::sumitsharma.cse@niet.co.in::0287a0e3-d7f5-4815-a5d5-4670a436bb9e" providerId="AD" clId="Web-{DF2D1929-F79C-41FA-B4AC-6567ADE46609}" dt="2023-10-08T14:24:02.865" v="104" actId="20577"/>
          <ac:spMkLst>
            <pc:docMk/>
            <pc:sldMk cId="3577719269" sldId="1612"/>
            <ac:spMk id="182" creationId="{FDC1A734-1528-FC7A-7C7C-B49C8922968A}"/>
          </ac:spMkLst>
        </pc:spChg>
      </pc:sldChg>
      <pc:sldChg chg="addSp delSp modSp add replId">
        <pc:chgData name="Mr. Sumit Sharma" userId="S::sumitsharma.cse@niet.co.in::0287a0e3-d7f5-4815-a5d5-4670a436bb9e" providerId="AD" clId="Web-{DF2D1929-F79C-41FA-B4AC-6567ADE46609}" dt="2023-10-08T14:29:36.063" v="167" actId="20577"/>
        <pc:sldMkLst>
          <pc:docMk/>
          <pc:sldMk cId="2100361432" sldId="1613"/>
        </pc:sldMkLst>
        <pc:spChg chg="mod">
          <ac:chgData name="Mr. Sumit Sharma" userId="S::sumitsharma.cse@niet.co.in::0287a0e3-d7f5-4815-a5d5-4670a436bb9e" providerId="AD" clId="Web-{DF2D1929-F79C-41FA-B4AC-6567ADE46609}" dt="2023-10-08T14:25:17.664" v="115"/>
          <ac:spMkLst>
            <pc:docMk/>
            <pc:sldMk cId="2100361432" sldId="1613"/>
            <ac:spMk id="6" creationId="{00000000-0000-0000-0000-000000000000}"/>
          </ac:spMkLst>
        </pc:spChg>
        <pc:spChg chg="mod">
          <ac:chgData name="Mr. Sumit Sharma" userId="S::sumitsharma.cse@niet.co.in::0287a0e3-d7f5-4815-a5d5-4670a436bb9e" providerId="AD" clId="Web-{DF2D1929-F79C-41FA-B4AC-6567ADE46609}" dt="2023-10-08T14:29:36.063" v="167" actId="20577"/>
          <ac:spMkLst>
            <pc:docMk/>
            <pc:sldMk cId="2100361432" sldId="1613"/>
            <ac:spMk id="7" creationId="{00000000-0000-0000-0000-000000000000}"/>
          </ac:spMkLst>
        </pc:spChg>
        <pc:spChg chg="add del">
          <ac:chgData name="Mr. Sumit Sharma" userId="S::sumitsharma.cse@niet.co.in::0287a0e3-d7f5-4815-a5d5-4670a436bb9e" providerId="AD" clId="Web-{DF2D1929-F79C-41FA-B4AC-6567ADE46609}" dt="2023-10-08T14:25:17.664" v="115"/>
          <ac:spMkLst>
            <pc:docMk/>
            <pc:sldMk cId="2100361432" sldId="1613"/>
            <ac:spMk id="185" creationId="{53B021B3-DE93-4AB7-8A18-CF5F1CED88B8}"/>
          </ac:spMkLst>
        </pc:spChg>
        <pc:spChg chg="add del">
          <ac:chgData name="Mr. Sumit Sharma" userId="S::sumitsharma.cse@niet.co.in::0287a0e3-d7f5-4815-a5d5-4670a436bb9e" providerId="AD" clId="Web-{DF2D1929-F79C-41FA-B4AC-6567ADE46609}" dt="2023-10-08T14:25:17.664" v="115"/>
          <ac:spMkLst>
            <pc:docMk/>
            <pc:sldMk cId="2100361432" sldId="1613"/>
            <ac:spMk id="186" creationId="{52D502E5-F6B4-4D58-B4AE-FC466FF15EE8}"/>
          </ac:spMkLst>
        </pc:spChg>
        <pc:spChg chg="add del">
          <ac:chgData name="Mr. Sumit Sharma" userId="S::sumitsharma.cse@niet.co.in::0287a0e3-d7f5-4815-a5d5-4670a436bb9e" providerId="AD" clId="Web-{DF2D1929-F79C-41FA-B4AC-6567ADE46609}" dt="2023-10-08T14:25:17.664" v="115"/>
          <ac:spMkLst>
            <pc:docMk/>
            <pc:sldMk cId="2100361432" sldId="1613"/>
            <ac:spMk id="187" creationId="{9DECDBF4-02B6-4BB4-B65B-B8107AD6A9E8}"/>
          </ac:spMkLst>
        </pc:spChg>
        <pc:spChg chg="add del">
          <ac:chgData name="Mr. Sumit Sharma" userId="S::sumitsharma.cse@niet.co.in::0287a0e3-d7f5-4815-a5d5-4670a436bb9e" providerId="AD" clId="Web-{DF2D1929-F79C-41FA-B4AC-6567ADE46609}" dt="2023-10-08T14:25:17.648" v="114"/>
          <ac:spMkLst>
            <pc:docMk/>
            <pc:sldMk cId="2100361432" sldId="1613"/>
            <ac:spMk id="194" creationId="{AE2B703B-46F9-481A-A605-82E2A828C4FA}"/>
          </ac:spMkLst>
        </pc:spChg>
        <pc:spChg chg="add del">
          <ac:chgData name="Mr. Sumit Sharma" userId="S::sumitsharma.cse@niet.co.in::0287a0e3-d7f5-4815-a5d5-4670a436bb9e" providerId="AD" clId="Web-{DF2D1929-F79C-41FA-B4AC-6567ADE46609}" dt="2023-10-08T14:25:17.648" v="114"/>
          <ac:spMkLst>
            <pc:docMk/>
            <pc:sldMk cId="2100361432" sldId="1613"/>
            <ac:spMk id="196" creationId="{F13BE4D7-0C3D-4906-B230-A1C5B4665CCF}"/>
          </ac:spMkLst>
        </pc:spChg>
        <pc:spChg chg="add">
          <ac:chgData name="Mr. Sumit Sharma" userId="S::sumitsharma.cse@niet.co.in::0287a0e3-d7f5-4815-a5d5-4670a436bb9e" providerId="AD" clId="Web-{DF2D1929-F79C-41FA-B4AC-6567ADE46609}" dt="2023-10-08T14:25:17.664" v="115"/>
          <ac:spMkLst>
            <pc:docMk/>
            <pc:sldMk cId="2100361432" sldId="1613"/>
            <ac:spMk id="198" creationId="{6C4028FD-8BAA-4A19-BFDE-594D991B7552}"/>
          </ac:spMkLst>
        </pc:spChg>
        <pc:graphicFrameChg chg="mod modGraphic">
          <ac:chgData name="Mr. Sumit Sharma" userId="S::sumitsharma.cse@niet.co.in::0287a0e3-d7f5-4815-a5d5-4670a436bb9e" providerId="AD" clId="Web-{DF2D1929-F79C-41FA-B4AC-6567ADE46609}" dt="2023-10-08T14:25:17.664" v="115"/>
          <ac:graphicFrameMkLst>
            <pc:docMk/>
            <pc:sldMk cId="2100361432" sldId="1613"/>
            <ac:graphicFrameMk id="189" creationId="{EAEE85EF-0E78-BC41-6940-948F160FCB8D}"/>
          </ac:graphicFrameMkLst>
        </pc:graphicFrameChg>
      </pc:sldChg>
      <pc:sldChg chg="modSp add replId">
        <pc:chgData name="Mr. Sumit Sharma" userId="S::sumitsharma.cse@niet.co.in::0287a0e3-d7f5-4815-a5d5-4670a436bb9e" providerId="AD" clId="Web-{DF2D1929-F79C-41FA-B4AC-6567ADE46609}" dt="2023-10-08T14:34:32.401" v="241" actId="20577"/>
        <pc:sldMkLst>
          <pc:docMk/>
          <pc:sldMk cId="195056096" sldId="1614"/>
        </pc:sldMkLst>
        <pc:spChg chg="mod">
          <ac:chgData name="Mr. Sumit Sharma" userId="S::sumitsharma.cse@niet.co.in::0287a0e3-d7f5-4815-a5d5-4670a436bb9e" providerId="AD" clId="Web-{DF2D1929-F79C-41FA-B4AC-6567ADE46609}" dt="2023-10-08T14:34:32.401" v="241" actId="20577"/>
          <ac:spMkLst>
            <pc:docMk/>
            <pc:sldMk cId="195056096" sldId="1614"/>
            <ac:spMk id="7" creationId="{00000000-0000-0000-0000-000000000000}"/>
          </ac:spMkLst>
        </pc:spChg>
        <pc:spChg chg="mod">
          <ac:chgData name="Mr. Sumit Sharma" userId="S::sumitsharma.cse@niet.co.in::0287a0e3-d7f5-4815-a5d5-4670a436bb9e" providerId="AD" clId="Web-{DF2D1929-F79C-41FA-B4AC-6567ADE46609}" dt="2023-10-08T14:28:26.514" v="166" actId="20577"/>
          <ac:spMkLst>
            <pc:docMk/>
            <pc:sldMk cId="195056096" sldId="1614"/>
            <ac:spMk id="182" creationId="{FDC1A734-1528-FC7A-7C7C-B49C8922968A}"/>
          </ac:spMkLst>
        </pc:spChg>
      </pc:sldChg>
      <pc:sldChg chg="modSp add replId">
        <pc:chgData name="Mr. Sumit Sharma" userId="S::sumitsharma.cse@niet.co.in::0287a0e3-d7f5-4815-a5d5-4670a436bb9e" providerId="AD" clId="Web-{DF2D1929-F79C-41FA-B4AC-6567ADE46609}" dt="2023-10-08T14:34:28.494" v="240" actId="20577"/>
        <pc:sldMkLst>
          <pc:docMk/>
          <pc:sldMk cId="1627464842" sldId="1615"/>
        </pc:sldMkLst>
        <pc:spChg chg="mod">
          <ac:chgData name="Mr. Sumit Sharma" userId="S::sumitsharma.cse@niet.co.in::0287a0e3-d7f5-4815-a5d5-4670a436bb9e" providerId="AD" clId="Web-{DF2D1929-F79C-41FA-B4AC-6567ADE46609}" dt="2023-10-08T14:34:28.494" v="240" actId="20577"/>
          <ac:spMkLst>
            <pc:docMk/>
            <pc:sldMk cId="1627464842" sldId="1615"/>
            <ac:spMk id="7" creationId="{00000000-0000-0000-0000-000000000000}"/>
          </ac:spMkLst>
        </pc:spChg>
        <pc:spChg chg="mod">
          <ac:chgData name="Mr. Sumit Sharma" userId="S::sumitsharma.cse@niet.co.in::0287a0e3-d7f5-4815-a5d5-4670a436bb9e" providerId="AD" clId="Web-{DF2D1929-F79C-41FA-B4AC-6567ADE46609}" dt="2023-10-08T14:27:36.419" v="156" actId="20577"/>
          <ac:spMkLst>
            <pc:docMk/>
            <pc:sldMk cId="1627464842" sldId="1615"/>
            <ac:spMk id="182" creationId="{FDC1A734-1528-FC7A-7C7C-B49C8922968A}"/>
          </ac:spMkLst>
        </pc:spChg>
      </pc:sldChg>
      <pc:sldChg chg="modSp add replId">
        <pc:chgData name="Mr. Sumit Sharma" userId="S::sumitsharma.cse@niet.co.in::0287a0e3-d7f5-4815-a5d5-4670a436bb9e" providerId="AD" clId="Web-{DF2D1929-F79C-41FA-B4AC-6567ADE46609}" dt="2023-10-08T14:32:16.146" v="202" actId="20577"/>
        <pc:sldMkLst>
          <pc:docMk/>
          <pc:sldMk cId="3595061563" sldId="1616"/>
        </pc:sldMkLst>
        <pc:spChg chg="mod">
          <ac:chgData name="Mr. Sumit Sharma" userId="S::sumitsharma.cse@niet.co.in::0287a0e3-d7f5-4815-a5d5-4670a436bb9e" providerId="AD" clId="Web-{DF2D1929-F79C-41FA-B4AC-6567ADE46609}" dt="2023-10-08T14:29:55.517" v="171" actId="20577"/>
          <ac:spMkLst>
            <pc:docMk/>
            <pc:sldMk cId="3595061563" sldId="1616"/>
            <ac:spMk id="7" creationId="{00000000-0000-0000-0000-000000000000}"/>
          </ac:spMkLst>
        </pc:spChg>
        <pc:graphicFrameChg chg="modGraphic">
          <ac:chgData name="Mr. Sumit Sharma" userId="S::sumitsharma.cse@niet.co.in::0287a0e3-d7f5-4815-a5d5-4670a436bb9e" providerId="AD" clId="Web-{DF2D1929-F79C-41FA-B4AC-6567ADE46609}" dt="2023-10-08T14:32:16.146" v="202" actId="20577"/>
          <ac:graphicFrameMkLst>
            <pc:docMk/>
            <pc:sldMk cId="3595061563" sldId="1616"/>
            <ac:graphicFrameMk id="189" creationId="{EAEE85EF-0E78-BC41-6940-948F160FCB8D}"/>
          </ac:graphicFrameMkLst>
        </pc:graphicFrameChg>
      </pc:sldChg>
      <pc:sldChg chg="modSp add replId">
        <pc:chgData name="Mr. Sumit Sharma" userId="S::sumitsharma.cse@niet.co.in::0287a0e3-d7f5-4815-a5d5-4670a436bb9e" providerId="AD" clId="Web-{DF2D1929-F79C-41FA-B4AC-6567ADE46609}" dt="2023-10-08T14:35:32.043" v="251" actId="20577"/>
        <pc:sldMkLst>
          <pc:docMk/>
          <pc:sldMk cId="3794232503" sldId="1617"/>
        </pc:sldMkLst>
        <pc:spChg chg="mod">
          <ac:chgData name="Mr. Sumit Sharma" userId="S::sumitsharma.cse@niet.co.in::0287a0e3-d7f5-4815-a5d5-4670a436bb9e" providerId="AD" clId="Web-{DF2D1929-F79C-41FA-B4AC-6567ADE46609}" dt="2023-10-08T14:34:51.058" v="243" actId="20577"/>
          <ac:spMkLst>
            <pc:docMk/>
            <pc:sldMk cId="3794232503" sldId="1617"/>
            <ac:spMk id="7" creationId="{00000000-0000-0000-0000-000000000000}"/>
          </ac:spMkLst>
        </pc:spChg>
        <pc:spChg chg="mod">
          <ac:chgData name="Mr. Sumit Sharma" userId="S::sumitsharma.cse@niet.co.in::0287a0e3-d7f5-4815-a5d5-4670a436bb9e" providerId="AD" clId="Web-{DF2D1929-F79C-41FA-B4AC-6567ADE46609}" dt="2023-10-08T14:35:32.043" v="251" actId="20577"/>
          <ac:spMkLst>
            <pc:docMk/>
            <pc:sldMk cId="3794232503" sldId="1617"/>
            <ac:spMk id="182" creationId="{FDC1A734-1528-FC7A-7C7C-B49C8922968A}"/>
          </ac:spMkLst>
        </pc:spChg>
      </pc:sldChg>
    </pc:docChg>
  </pc:docChgLst>
  <pc:docChgLst>
    <pc:chgData name="Mr. Sumit Sharma" userId="S::sumitsharma.cse@niet.co.in::0287a0e3-d7f5-4815-a5d5-4670a436bb9e" providerId="AD" clId="Web-{B7806D42-A0CB-9980-92C3-76DCDFFD9970}"/>
    <pc:docChg chg="addSld modSld">
      <pc:chgData name="Mr. Sumit Sharma" userId="S::sumitsharma.cse@niet.co.in::0287a0e3-d7f5-4815-a5d5-4670a436bb9e" providerId="AD" clId="Web-{B7806D42-A0CB-9980-92C3-76DCDFFD9970}" dt="2023-09-11T04:39:49.757" v="114" actId="20577"/>
      <pc:docMkLst>
        <pc:docMk/>
      </pc:docMkLst>
      <pc:sldChg chg="modSp add replId">
        <pc:chgData name="Mr. Sumit Sharma" userId="S::sumitsharma.cse@niet.co.in::0287a0e3-d7f5-4815-a5d5-4670a436bb9e" providerId="AD" clId="Web-{B7806D42-A0CB-9980-92C3-76DCDFFD9970}" dt="2023-09-11T04:34:21.420" v="26" actId="14100"/>
        <pc:sldMkLst>
          <pc:docMk/>
          <pc:sldMk cId="612255534" sldId="1617"/>
        </pc:sldMkLst>
        <pc:spChg chg="mod">
          <ac:chgData name="Mr. Sumit Sharma" userId="S::sumitsharma.cse@niet.co.in::0287a0e3-d7f5-4815-a5d5-4670a436bb9e" providerId="AD" clId="Web-{B7806D42-A0CB-9980-92C3-76DCDFFD9970}" dt="2023-09-11T04:31:59.245" v="6" actId="20577"/>
          <ac:spMkLst>
            <pc:docMk/>
            <pc:sldMk cId="612255534" sldId="1617"/>
            <ac:spMk id="7" creationId="{00000000-0000-0000-0000-000000000000}"/>
          </ac:spMkLst>
        </pc:spChg>
        <pc:spChg chg="mod">
          <ac:chgData name="Mr. Sumit Sharma" userId="S::sumitsharma.cse@niet.co.in::0287a0e3-d7f5-4815-a5d5-4670a436bb9e" providerId="AD" clId="Web-{B7806D42-A0CB-9980-92C3-76DCDFFD9970}" dt="2023-09-11T04:34:21.420" v="26" actId="14100"/>
          <ac:spMkLst>
            <pc:docMk/>
            <pc:sldMk cId="612255534" sldId="1617"/>
            <ac:spMk id="182" creationId="{FDC1A734-1528-FC7A-7C7C-B49C8922968A}"/>
          </ac:spMkLst>
        </pc:spChg>
      </pc:sldChg>
      <pc:sldChg chg="modSp add replId">
        <pc:chgData name="Mr. Sumit Sharma" userId="S::sumitsharma.cse@niet.co.in::0287a0e3-d7f5-4815-a5d5-4670a436bb9e" providerId="AD" clId="Web-{B7806D42-A0CB-9980-92C3-76DCDFFD9970}" dt="2023-09-11T04:36:59.190" v="68" actId="20577"/>
        <pc:sldMkLst>
          <pc:docMk/>
          <pc:sldMk cId="4093949934" sldId="1618"/>
        </pc:sldMkLst>
        <pc:spChg chg="mod">
          <ac:chgData name="Mr. Sumit Sharma" userId="S::sumitsharma.cse@niet.co.in::0287a0e3-d7f5-4815-a5d5-4670a436bb9e" providerId="AD" clId="Web-{B7806D42-A0CB-9980-92C3-76DCDFFD9970}" dt="2023-09-11T04:34:47.577" v="41" actId="20577"/>
          <ac:spMkLst>
            <pc:docMk/>
            <pc:sldMk cId="4093949934" sldId="1618"/>
            <ac:spMk id="7" creationId="{00000000-0000-0000-0000-000000000000}"/>
          </ac:spMkLst>
        </pc:spChg>
        <pc:spChg chg="mod">
          <ac:chgData name="Mr. Sumit Sharma" userId="S::sumitsharma.cse@niet.co.in::0287a0e3-d7f5-4815-a5d5-4670a436bb9e" providerId="AD" clId="Web-{B7806D42-A0CB-9980-92C3-76DCDFFD9970}" dt="2023-09-11T04:36:59.190" v="68" actId="20577"/>
          <ac:spMkLst>
            <pc:docMk/>
            <pc:sldMk cId="4093949934" sldId="1618"/>
            <ac:spMk id="182" creationId="{FDC1A734-1528-FC7A-7C7C-B49C8922968A}"/>
          </ac:spMkLst>
        </pc:spChg>
      </pc:sldChg>
      <pc:sldChg chg="modSp add replId">
        <pc:chgData name="Mr. Sumit Sharma" userId="S::sumitsharma.cse@niet.co.in::0287a0e3-d7f5-4815-a5d5-4670a436bb9e" providerId="AD" clId="Web-{B7806D42-A0CB-9980-92C3-76DCDFFD9970}" dt="2023-09-11T04:39:49.757" v="114" actId="20577"/>
        <pc:sldMkLst>
          <pc:docMk/>
          <pc:sldMk cId="1339190433" sldId="1619"/>
        </pc:sldMkLst>
        <pc:spChg chg="mod">
          <ac:chgData name="Mr. Sumit Sharma" userId="S::sumitsharma.cse@niet.co.in::0287a0e3-d7f5-4815-a5d5-4670a436bb9e" providerId="AD" clId="Web-{B7806D42-A0CB-9980-92C3-76DCDFFD9970}" dt="2023-09-11T04:37:23.191" v="79" actId="20577"/>
          <ac:spMkLst>
            <pc:docMk/>
            <pc:sldMk cId="1339190433" sldId="1619"/>
            <ac:spMk id="7" creationId="{00000000-0000-0000-0000-000000000000}"/>
          </ac:spMkLst>
        </pc:spChg>
        <pc:spChg chg="mod">
          <ac:chgData name="Mr. Sumit Sharma" userId="S::sumitsharma.cse@niet.co.in::0287a0e3-d7f5-4815-a5d5-4670a436bb9e" providerId="AD" clId="Web-{B7806D42-A0CB-9980-92C3-76DCDFFD9970}" dt="2023-09-11T04:39:49.757" v="114" actId="20577"/>
          <ac:spMkLst>
            <pc:docMk/>
            <pc:sldMk cId="1339190433" sldId="1619"/>
            <ac:spMk id="182" creationId="{FDC1A734-1528-FC7A-7C7C-B49C8922968A}"/>
          </ac:spMkLst>
        </pc:spChg>
      </pc:sldChg>
    </pc:docChg>
  </pc:docChgLst>
  <pc:docChgLst>
    <pc:chgData name="Mr. Sumit Sharma" userId="S::sumitsharma.cse@niet.co.in::0287a0e3-d7f5-4815-a5d5-4670a436bb9e" providerId="AD" clId="Web-{C3C58A7B-486C-1DDA-F148-07AB932DA0EE}"/>
    <pc:docChg chg="modSld">
      <pc:chgData name="Mr. Sumit Sharma" userId="S::sumitsharma.cse@niet.co.in::0287a0e3-d7f5-4815-a5d5-4670a436bb9e" providerId="AD" clId="Web-{C3C58A7B-486C-1DDA-F148-07AB932DA0EE}" dt="2023-09-11T04:44:03.628" v="1" actId="20577"/>
      <pc:docMkLst>
        <pc:docMk/>
      </pc:docMkLst>
      <pc:sldChg chg="modSp">
        <pc:chgData name="Mr. Sumit Sharma" userId="S::sumitsharma.cse@niet.co.in::0287a0e3-d7f5-4815-a5d5-4670a436bb9e" providerId="AD" clId="Web-{C3C58A7B-486C-1DDA-F148-07AB932DA0EE}" dt="2023-09-11T04:44:03.628" v="1" actId="20577"/>
        <pc:sldMkLst>
          <pc:docMk/>
          <pc:sldMk cId="612255534" sldId="1617"/>
        </pc:sldMkLst>
        <pc:spChg chg="mod">
          <ac:chgData name="Mr. Sumit Sharma" userId="S::sumitsharma.cse@niet.co.in::0287a0e3-d7f5-4815-a5d5-4670a436bb9e" providerId="AD" clId="Web-{C3C58A7B-486C-1DDA-F148-07AB932DA0EE}" dt="2023-09-11T04:44:03.628" v="1" actId="20577"/>
          <ac:spMkLst>
            <pc:docMk/>
            <pc:sldMk cId="612255534" sldId="1617"/>
            <ac:spMk id="182" creationId="{FDC1A734-1528-FC7A-7C7C-B49C8922968A}"/>
          </ac:spMkLst>
        </pc:spChg>
      </pc:sldChg>
    </pc:docChg>
  </pc:docChgLst>
  <pc:docChgLst>
    <pc:chgData name="Mr. Sumit Sharma" userId="S::sumitsharma.cse@niet.co.in::0287a0e3-d7f5-4815-a5d5-4670a436bb9e" providerId="AD" clId="Web-{314DF113-DEFA-5200-AC94-CE3AF55FB404}"/>
    <pc:docChg chg="addSld delSld modSld">
      <pc:chgData name="Mr. Sumit Sharma" userId="S::sumitsharma.cse@niet.co.in::0287a0e3-d7f5-4815-a5d5-4670a436bb9e" providerId="AD" clId="Web-{314DF113-DEFA-5200-AC94-CE3AF55FB404}" dt="2023-08-22T08:41:01.435" v="128" actId="20577"/>
      <pc:docMkLst>
        <pc:docMk/>
      </pc:docMkLst>
      <pc:sldChg chg="add del replId">
        <pc:chgData name="Mr. Sumit Sharma" userId="S::sumitsharma.cse@niet.co.in::0287a0e3-d7f5-4815-a5d5-4670a436bb9e" providerId="AD" clId="Web-{314DF113-DEFA-5200-AC94-CE3AF55FB404}" dt="2023-08-22T08:23:19.355" v="1"/>
        <pc:sldMkLst>
          <pc:docMk/>
          <pc:sldMk cId="1043857570" sldId="1573"/>
        </pc:sldMkLst>
      </pc:sldChg>
      <pc:sldChg chg="addSp delSp modSp add mod replId setBg">
        <pc:chgData name="Mr. Sumit Sharma" userId="S::sumitsharma.cse@niet.co.in::0287a0e3-d7f5-4815-a5d5-4670a436bb9e" providerId="AD" clId="Web-{314DF113-DEFA-5200-AC94-CE3AF55FB404}" dt="2023-08-22T08:28:42.984" v="17"/>
        <pc:sldMkLst>
          <pc:docMk/>
          <pc:sldMk cId="3804570781" sldId="1573"/>
        </pc:sldMkLst>
        <pc:spChg chg="del mod">
          <ac:chgData name="Mr. Sumit Sharma" userId="S::sumitsharma.cse@niet.co.in::0287a0e3-d7f5-4815-a5d5-4670a436bb9e" providerId="AD" clId="Web-{314DF113-DEFA-5200-AC94-CE3AF55FB404}" dt="2023-08-22T08:24:00.873" v="5"/>
          <ac:spMkLst>
            <pc:docMk/>
            <pc:sldMk cId="3804570781" sldId="1573"/>
            <ac:spMk id="3" creationId="{F8CC24E1-E4CB-4555-AAFE-79673E88E287}"/>
          </ac:spMkLst>
        </pc:spChg>
        <pc:spChg chg="add del mod">
          <ac:chgData name="Mr. Sumit Sharma" userId="S::sumitsharma.cse@niet.co.in::0287a0e3-d7f5-4815-a5d5-4670a436bb9e" providerId="AD" clId="Web-{314DF113-DEFA-5200-AC94-CE3AF55FB404}" dt="2023-08-22T08:24:04.326" v="6"/>
          <ac:spMkLst>
            <pc:docMk/>
            <pc:sldMk cId="3804570781" sldId="1573"/>
            <ac:spMk id="4" creationId="{67A4EE95-7FFF-817A-2184-CFA928FD9B94}"/>
          </ac:spMkLst>
        </pc:spChg>
        <pc:spChg chg="mod ord">
          <ac:chgData name="Mr. Sumit Sharma" userId="S::sumitsharma.cse@niet.co.in::0287a0e3-d7f5-4815-a5d5-4670a436bb9e" providerId="AD" clId="Web-{314DF113-DEFA-5200-AC94-CE3AF55FB404}" dt="2023-08-22T08:28:42.984" v="17"/>
          <ac:spMkLst>
            <pc:docMk/>
            <pc:sldMk cId="3804570781" sldId="1573"/>
            <ac:spMk id="6" creationId="{00000000-0000-0000-0000-000000000000}"/>
          </ac:spMkLst>
        </pc:spChg>
        <pc:spChg chg="mod">
          <ac:chgData name="Mr. Sumit Sharma" userId="S::sumitsharma.cse@niet.co.in::0287a0e3-d7f5-4815-a5d5-4670a436bb9e" providerId="AD" clId="Web-{314DF113-DEFA-5200-AC94-CE3AF55FB404}" dt="2023-08-22T08:28:42.984" v="17"/>
          <ac:spMkLst>
            <pc:docMk/>
            <pc:sldMk cId="3804570781" sldId="1573"/>
            <ac:spMk id="7" creationId="{00000000-0000-0000-0000-000000000000}"/>
          </ac:spMkLst>
        </pc:spChg>
        <pc:spChg chg="add del">
          <ac:chgData name="Mr. Sumit Sharma" userId="S::sumitsharma.cse@niet.co.in::0287a0e3-d7f5-4815-a5d5-4670a436bb9e" providerId="AD" clId="Web-{314DF113-DEFA-5200-AC94-CE3AF55FB404}" dt="2023-08-22T08:28:42.984" v="17"/>
          <ac:spMkLst>
            <pc:docMk/>
            <pc:sldMk cId="3804570781" sldId="1573"/>
            <ac:spMk id="14" creationId="{D4771268-CB57-404A-9271-370EB28F6090}"/>
          </ac:spMkLst>
        </pc:spChg>
        <pc:picChg chg="add del mod">
          <ac:chgData name="Mr. Sumit Sharma" userId="S::sumitsharma.cse@niet.co.in::0287a0e3-d7f5-4815-a5d5-4670a436bb9e" providerId="AD" clId="Web-{314DF113-DEFA-5200-AC94-CE3AF55FB404}" dt="2023-08-22T08:28:19.076" v="11"/>
          <ac:picMkLst>
            <pc:docMk/>
            <pc:sldMk cId="3804570781" sldId="1573"/>
            <ac:picMk id="5" creationId="{9C2A6876-F7A5-ED42-4351-77A94C100ED5}"/>
          </ac:picMkLst>
        </pc:picChg>
        <pc:picChg chg="add mod">
          <ac:chgData name="Mr. Sumit Sharma" userId="S::sumitsharma.cse@niet.co.in::0287a0e3-d7f5-4815-a5d5-4670a436bb9e" providerId="AD" clId="Web-{314DF113-DEFA-5200-AC94-CE3AF55FB404}" dt="2023-08-22T08:28:42.984" v="17"/>
          <ac:picMkLst>
            <pc:docMk/>
            <pc:sldMk cId="3804570781" sldId="1573"/>
            <ac:picMk id="8" creationId="{E063B63B-70B4-5648-4113-6C82E71B9278}"/>
          </ac:picMkLst>
        </pc:picChg>
        <pc:picChg chg="ord">
          <ac:chgData name="Mr. Sumit Sharma" userId="S::sumitsharma.cse@niet.co.in::0287a0e3-d7f5-4815-a5d5-4670a436bb9e" providerId="AD" clId="Web-{314DF113-DEFA-5200-AC94-CE3AF55FB404}" dt="2023-08-22T08:28:42.984" v="17"/>
          <ac:picMkLst>
            <pc:docMk/>
            <pc:sldMk cId="3804570781" sldId="1573"/>
            <ac:picMk id="9" creationId="{C927257E-084A-415B-BF9B-22EABE25ABE7}"/>
          </ac:picMkLst>
        </pc:picChg>
      </pc:sldChg>
      <pc:sldChg chg="modSp add replId">
        <pc:chgData name="Mr. Sumit Sharma" userId="S::sumitsharma.cse@niet.co.in::0287a0e3-d7f5-4815-a5d5-4670a436bb9e" providerId="AD" clId="Web-{314DF113-DEFA-5200-AC94-CE3AF55FB404}" dt="2023-08-22T08:30:07.083" v="31" actId="20577"/>
        <pc:sldMkLst>
          <pc:docMk/>
          <pc:sldMk cId="3739601138" sldId="1574"/>
        </pc:sldMkLst>
        <pc:spChg chg="mod">
          <ac:chgData name="Mr. Sumit Sharma" userId="S::sumitsharma.cse@niet.co.in::0287a0e3-d7f5-4815-a5d5-4670a436bb9e" providerId="AD" clId="Web-{314DF113-DEFA-5200-AC94-CE3AF55FB404}" dt="2023-08-22T08:30:07.083" v="31" actId="20577"/>
          <ac:spMkLst>
            <pc:docMk/>
            <pc:sldMk cId="3739601138" sldId="1574"/>
            <ac:spMk id="3" creationId="{F8CC24E1-E4CB-4555-AAFE-79673E88E287}"/>
          </ac:spMkLst>
        </pc:spChg>
        <pc:spChg chg="mod">
          <ac:chgData name="Mr. Sumit Sharma" userId="S::sumitsharma.cse@niet.co.in::0287a0e3-d7f5-4815-a5d5-4670a436bb9e" providerId="AD" clId="Web-{314DF113-DEFA-5200-AC94-CE3AF55FB404}" dt="2023-08-22T08:29:56.538" v="29" actId="20577"/>
          <ac:spMkLst>
            <pc:docMk/>
            <pc:sldMk cId="3739601138" sldId="1574"/>
            <ac:spMk id="7" creationId="{00000000-0000-0000-0000-000000000000}"/>
          </ac:spMkLst>
        </pc:spChg>
      </pc:sldChg>
      <pc:sldChg chg="modSp add replId">
        <pc:chgData name="Mr. Sumit Sharma" userId="S::sumitsharma.cse@niet.co.in::0287a0e3-d7f5-4815-a5d5-4670a436bb9e" providerId="AD" clId="Web-{314DF113-DEFA-5200-AC94-CE3AF55FB404}" dt="2023-08-22T08:31:09.274" v="52" actId="20577"/>
        <pc:sldMkLst>
          <pc:docMk/>
          <pc:sldMk cId="2718036721" sldId="1575"/>
        </pc:sldMkLst>
        <pc:spChg chg="mod">
          <ac:chgData name="Mr. Sumit Sharma" userId="S::sumitsharma.cse@niet.co.in::0287a0e3-d7f5-4815-a5d5-4670a436bb9e" providerId="AD" clId="Web-{314DF113-DEFA-5200-AC94-CE3AF55FB404}" dt="2023-08-22T08:31:09.274" v="52" actId="20577"/>
          <ac:spMkLst>
            <pc:docMk/>
            <pc:sldMk cId="2718036721" sldId="1575"/>
            <ac:spMk id="3" creationId="{F8CC24E1-E4CB-4555-AAFE-79673E88E287}"/>
          </ac:spMkLst>
        </pc:spChg>
        <pc:spChg chg="mod">
          <ac:chgData name="Mr. Sumit Sharma" userId="S::sumitsharma.cse@niet.co.in::0287a0e3-d7f5-4815-a5d5-4670a436bb9e" providerId="AD" clId="Web-{314DF113-DEFA-5200-AC94-CE3AF55FB404}" dt="2023-08-22T08:30:57.851" v="51" actId="20577"/>
          <ac:spMkLst>
            <pc:docMk/>
            <pc:sldMk cId="2718036721" sldId="1575"/>
            <ac:spMk id="7" creationId="{00000000-0000-0000-0000-000000000000}"/>
          </ac:spMkLst>
        </pc:spChg>
      </pc:sldChg>
      <pc:sldChg chg="addSp delSp modSp add replId">
        <pc:chgData name="Mr. Sumit Sharma" userId="S::sumitsharma.cse@niet.co.in::0287a0e3-d7f5-4815-a5d5-4670a436bb9e" providerId="AD" clId="Web-{314DF113-DEFA-5200-AC94-CE3AF55FB404}" dt="2023-08-22T08:35:53.228" v="64"/>
        <pc:sldMkLst>
          <pc:docMk/>
          <pc:sldMk cId="3848627097" sldId="1576"/>
        </pc:sldMkLst>
        <pc:spChg chg="mod">
          <ac:chgData name="Mr. Sumit Sharma" userId="S::sumitsharma.cse@niet.co.in::0287a0e3-d7f5-4815-a5d5-4670a436bb9e" providerId="AD" clId="Web-{314DF113-DEFA-5200-AC94-CE3AF55FB404}" dt="2023-08-22T08:35:53.228" v="64"/>
          <ac:spMkLst>
            <pc:docMk/>
            <pc:sldMk cId="3848627097" sldId="1576"/>
            <ac:spMk id="3" creationId="{F8CC24E1-E4CB-4555-AAFE-79673E88E287}"/>
          </ac:spMkLst>
        </pc:spChg>
        <pc:spChg chg="mod">
          <ac:chgData name="Mr. Sumit Sharma" userId="S::sumitsharma.cse@niet.co.in::0287a0e3-d7f5-4815-a5d5-4670a436bb9e" providerId="AD" clId="Web-{314DF113-DEFA-5200-AC94-CE3AF55FB404}" dt="2023-08-22T08:35:53.228" v="64"/>
          <ac:spMkLst>
            <pc:docMk/>
            <pc:sldMk cId="3848627097" sldId="1576"/>
            <ac:spMk id="7" creationId="{00000000-0000-0000-0000-000000000000}"/>
          </ac:spMkLst>
        </pc:spChg>
        <pc:spChg chg="add del">
          <ac:chgData name="Mr. Sumit Sharma" userId="S::sumitsharma.cse@niet.co.in::0287a0e3-d7f5-4815-a5d5-4670a436bb9e" providerId="AD" clId="Web-{314DF113-DEFA-5200-AC94-CE3AF55FB404}" dt="2023-08-22T08:35:53.228" v="64"/>
          <ac:spMkLst>
            <pc:docMk/>
            <pc:sldMk cId="3848627097" sldId="1576"/>
            <ac:spMk id="54" creationId="{907EF6B7-1338-4443-8C46-6A318D952DFD}"/>
          </ac:spMkLst>
        </pc:spChg>
        <pc:spChg chg="add del">
          <ac:chgData name="Mr. Sumit Sharma" userId="S::sumitsharma.cse@niet.co.in::0287a0e3-d7f5-4815-a5d5-4670a436bb9e" providerId="AD" clId="Web-{314DF113-DEFA-5200-AC94-CE3AF55FB404}" dt="2023-08-22T08:35:53.228" v="64"/>
          <ac:spMkLst>
            <pc:docMk/>
            <pc:sldMk cId="3848627097" sldId="1576"/>
            <ac:spMk id="56" creationId="{DAAE4CDD-124C-4DCF-9584-B6033B545DD5}"/>
          </ac:spMkLst>
        </pc:spChg>
        <pc:spChg chg="add del">
          <ac:chgData name="Mr. Sumit Sharma" userId="S::sumitsharma.cse@niet.co.in::0287a0e3-d7f5-4815-a5d5-4670a436bb9e" providerId="AD" clId="Web-{314DF113-DEFA-5200-AC94-CE3AF55FB404}" dt="2023-08-22T08:35:53.228" v="64"/>
          <ac:spMkLst>
            <pc:docMk/>
            <pc:sldMk cId="3848627097" sldId="1576"/>
            <ac:spMk id="58" creationId="{081E4A58-353D-44AE-B2FC-2A74E2E400F7}"/>
          </ac:spMkLst>
        </pc:spChg>
        <pc:spChg chg="add del">
          <ac:chgData name="Mr. Sumit Sharma" userId="S::sumitsharma.cse@niet.co.in::0287a0e3-d7f5-4815-a5d5-4670a436bb9e" providerId="AD" clId="Web-{314DF113-DEFA-5200-AC94-CE3AF55FB404}" dt="2023-08-22T08:35:53.228" v="64"/>
          <ac:spMkLst>
            <pc:docMk/>
            <pc:sldMk cId="3848627097" sldId="1576"/>
            <ac:spMk id="63" creationId="{907EF6B7-1338-4443-8C46-6A318D952DFD}"/>
          </ac:spMkLst>
        </pc:spChg>
        <pc:spChg chg="add del">
          <ac:chgData name="Mr. Sumit Sharma" userId="S::sumitsharma.cse@niet.co.in::0287a0e3-d7f5-4815-a5d5-4670a436bb9e" providerId="AD" clId="Web-{314DF113-DEFA-5200-AC94-CE3AF55FB404}" dt="2023-08-22T08:35:53.228" v="64"/>
          <ac:spMkLst>
            <pc:docMk/>
            <pc:sldMk cId="3848627097" sldId="1576"/>
            <ac:spMk id="65" creationId="{DAAE4CDD-124C-4DCF-9584-B6033B545DD5}"/>
          </ac:spMkLst>
        </pc:spChg>
        <pc:spChg chg="add del">
          <ac:chgData name="Mr. Sumit Sharma" userId="S::sumitsharma.cse@niet.co.in::0287a0e3-d7f5-4815-a5d5-4670a436bb9e" providerId="AD" clId="Web-{314DF113-DEFA-5200-AC94-CE3AF55FB404}" dt="2023-08-22T08:35:53.228" v="64"/>
          <ac:spMkLst>
            <pc:docMk/>
            <pc:sldMk cId="3848627097" sldId="1576"/>
            <ac:spMk id="67" creationId="{081E4A58-353D-44AE-B2FC-2A74E2E400F7}"/>
          </ac:spMkLst>
        </pc:spChg>
      </pc:sldChg>
      <pc:sldChg chg="modSp add replId">
        <pc:chgData name="Mr. Sumit Sharma" userId="S::sumitsharma.cse@niet.co.in::0287a0e3-d7f5-4815-a5d5-4670a436bb9e" providerId="AD" clId="Web-{314DF113-DEFA-5200-AC94-CE3AF55FB404}" dt="2023-08-22T08:36:24.808" v="70" actId="20577"/>
        <pc:sldMkLst>
          <pc:docMk/>
          <pc:sldMk cId="1492801541" sldId="1577"/>
        </pc:sldMkLst>
        <pc:spChg chg="mod">
          <ac:chgData name="Mr. Sumit Sharma" userId="S::sumitsharma.cse@niet.co.in::0287a0e3-d7f5-4815-a5d5-4670a436bb9e" providerId="AD" clId="Web-{314DF113-DEFA-5200-AC94-CE3AF55FB404}" dt="2023-08-22T08:36:24.808" v="70" actId="20577"/>
          <ac:spMkLst>
            <pc:docMk/>
            <pc:sldMk cId="1492801541" sldId="1577"/>
            <ac:spMk id="3" creationId="{F8CC24E1-E4CB-4555-AAFE-79673E88E287}"/>
          </ac:spMkLst>
        </pc:spChg>
        <pc:spChg chg="mod">
          <ac:chgData name="Mr. Sumit Sharma" userId="S::sumitsharma.cse@niet.co.in::0287a0e3-d7f5-4815-a5d5-4670a436bb9e" providerId="AD" clId="Web-{314DF113-DEFA-5200-AC94-CE3AF55FB404}" dt="2023-08-22T08:36:17.558" v="69" actId="20577"/>
          <ac:spMkLst>
            <pc:docMk/>
            <pc:sldMk cId="1492801541" sldId="1577"/>
            <ac:spMk id="7" creationId="{00000000-0000-0000-0000-000000000000}"/>
          </ac:spMkLst>
        </pc:spChg>
      </pc:sldChg>
      <pc:sldChg chg="modSp add replId">
        <pc:chgData name="Mr. Sumit Sharma" userId="S::sumitsharma.cse@niet.co.in::0287a0e3-d7f5-4815-a5d5-4670a436bb9e" providerId="AD" clId="Web-{314DF113-DEFA-5200-AC94-CE3AF55FB404}" dt="2023-08-22T08:37:23.625" v="81" actId="20577"/>
        <pc:sldMkLst>
          <pc:docMk/>
          <pc:sldMk cId="3238797891" sldId="1578"/>
        </pc:sldMkLst>
        <pc:spChg chg="mod">
          <ac:chgData name="Mr. Sumit Sharma" userId="S::sumitsharma.cse@niet.co.in::0287a0e3-d7f5-4815-a5d5-4670a436bb9e" providerId="AD" clId="Web-{314DF113-DEFA-5200-AC94-CE3AF55FB404}" dt="2023-08-22T08:37:23.625" v="81" actId="20577"/>
          <ac:spMkLst>
            <pc:docMk/>
            <pc:sldMk cId="3238797891" sldId="1578"/>
            <ac:spMk id="3" creationId="{F8CC24E1-E4CB-4555-AAFE-79673E88E287}"/>
          </ac:spMkLst>
        </pc:spChg>
        <pc:spChg chg="mod">
          <ac:chgData name="Mr. Sumit Sharma" userId="S::sumitsharma.cse@niet.co.in::0287a0e3-d7f5-4815-a5d5-4670a436bb9e" providerId="AD" clId="Web-{314DF113-DEFA-5200-AC94-CE3AF55FB404}" dt="2023-08-22T08:37:15.765" v="79" actId="20577"/>
          <ac:spMkLst>
            <pc:docMk/>
            <pc:sldMk cId="3238797891" sldId="1578"/>
            <ac:spMk id="7" creationId="{00000000-0000-0000-0000-000000000000}"/>
          </ac:spMkLst>
        </pc:spChg>
        <pc:spChg chg="mod">
          <ac:chgData name="Mr. Sumit Sharma" userId="S::sumitsharma.cse@niet.co.in::0287a0e3-d7f5-4815-a5d5-4670a436bb9e" providerId="AD" clId="Web-{314DF113-DEFA-5200-AC94-CE3AF55FB404}" dt="2023-08-22T08:37:10.733" v="78" actId="20577"/>
          <ac:spMkLst>
            <pc:docMk/>
            <pc:sldMk cId="3238797891" sldId="1578"/>
            <ac:spMk id="54" creationId="{907EF6B7-1338-4443-8C46-6A318D952DFD}"/>
          </ac:spMkLst>
        </pc:spChg>
      </pc:sldChg>
      <pc:sldChg chg="modSp add replId">
        <pc:chgData name="Mr. Sumit Sharma" userId="S::sumitsharma.cse@niet.co.in::0287a0e3-d7f5-4815-a5d5-4670a436bb9e" providerId="AD" clId="Web-{314DF113-DEFA-5200-AC94-CE3AF55FB404}" dt="2023-08-22T08:38:11.659" v="91" actId="20577"/>
        <pc:sldMkLst>
          <pc:docMk/>
          <pc:sldMk cId="1196681734" sldId="1579"/>
        </pc:sldMkLst>
        <pc:spChg chg="mod">
          <ac:chgData name="Mr. Sumit Sharma" userId="S::sumitsharma.cse@niet.co.in::0287a0e3-d7f5-4815-a5d5-4670a436bb9e" providerId="AD" clId="Web-{314DF113-DEFA-5200-AC94-CE3AF55FB404}" dt="2023-08-22T08:38:05.299" v="89" actId="20577"/>
          <ac:spMkLst>
            <pc:docMk/>
            <pc:sldMk cId="1196681734" sldId="1579"/>
            <ac:spMk id="3" creationId="{F8CC24E1-E4CB-4555-AAFE-79673E88E287}"/>
          </ac:spMkLst>
        </pc:spChg>
        <pc:spChg chg="mod">
          <ac:chgData name="Mr. Sumit Sharma" userId="S::sumitsharma.cse@niet.co.in::0287a0e3-d7f5-4815-a5d5-4670a436bb9e" providerId="AD" clId="Web-{314DF113-DEFA-5200-AC94-CE3AF55FB404}" dt="2023-08-22T08:38:11.659" v="91" actId="20577"/>
          <ac:spMkLst>
            <pc:docMk/>
            <pc:sldMk cId="1196681734" sldId="1579"/>
            <ac:spMk id="7" creationId="{00000000-0000-0000-0000-000000000000}"/>
          </ac:spMkLst>
        </pc:spChg>
      </pc:sldChg>
      <pc:sldChg chg="modSp add replId">
        <pc:chgData name="Mr. Sumit Sharma" userId="S::sumitsharma.cse@niet.co.in::0287a0e3-d7f5-4815-a5d5-4670a436bb9e" providerId="AD" clId="Web-{314DF113-DEFA-5200-AC94-CE3AF55FB404}" dt="2023-08-22T08:39:56.102" v="109" actId="20577"/>
        <pc:sldMkLst>
          <pc:docMk/>
          <pc:sldMk cId="1080364002" sldId="1580"/>
        </pc:sldMkLst>
        <pc:spChg chg="mod">
          <ac:chgData name="Mr. Sumit Sharma" userId="S::sumitsharma.cse@niet.co.in::0287a0e3-d7f5-4815-a5d5-4670a436bb9e" providerId="AD" clId="Web-{314DF113-DEFA-5200-AC94-CE3AF55FB404}" dt="2023-08-22T08:39:56.102" v="109" actId="20577"/>
          <ac:spMkLst>
            <pc:docMk/>
            <pc:sldMk cId="1080364002" sldId="1580"/>
            <ac:spMk id="3" creationId="{F8CC24E1-E4CB-4555-AAFE-79673E88E287}"/>
          </ac:spMkLst>
        </pc:spChg>
        <pc:spChg chg="mod">
          <ac:chgData name="Mr. Sumit Sharma" userId="S::sumitsharma.cse@niet.co.in::0287a0e3-d7f5-4815-a5d5-4670a436bb9e" providerId="AD" clId="Web-{314DF113-DEFA-5200-AC94-CE3AF55FB404}" dt="2023-08-22T08:39:43.524" v="107" actId="20577"/>
          <ac:spMkLst>
            <pc:docMk/>
            <pc:sldMk cId="1080364002" sldId="1580"/>
            <ac:spMk id="7" creationId="{00000000-0000-0000-0000-000000000000}"/>
          </ac:spMkLst>
        </pc:spChg>
      </pc:sldChg>
      <pc:sldChg chg="modSp add replId">
        <pc:chgData name="Mr. Sumit Sharma" userId="S::sumitsharma.cse@niet.co.in::0287a0e3-d7f5-4815-a5d5-4670a436bb9e" providerId="AD" clId="Web-{314DF113-DEFA-5200-AC94-CE3AF55FB404}" dt="2023-08-22T08:40:29.667" v="117" actId="20577"/>
        <pc:sldMkLst>
          <pc:docMk/>
          <pc:sldMk cId="3382127065" sldId="1581"/>
        </pc:sldMkLst>
        <pc:spChg chg="mod">
          <ac:chgData name="Mr. Sumit Sharma" userId="S::sumitsharma.cse@niet.co.in::0287a0e3-d7f5-4815-a5d5-4670a436bb9e" providerId="AD" clId="Web-{314DF113-DEFA-5200-AC94-CE3AF55FB404}" dt="2023-08-22T08:40:24.698" v="114" actId="20577"/>
          <ac:spMkLst>
            <pc:docMk/>
            <pc:sldMk cId="3382127065" sldId="1581"/>
            <ac:spMk id="3" creationId="{F8CC24E1-E4CB-4555-AAFE-79673E88E287}"/>
          </ac:spMkLst>
        </pc:spChg>
        <pc:spChg chg="mod">
          <ac:chgData name="Mr. Sumit Sharma" userId="S::sumitsharma.cse@niet.co.in::0287a0e3-d7f5-4815-a5d5-4670a436bb9e" providerId="AD" clId="Web-{314DF113-DEFA-5200-AC94-CE3AF55FB404}" dt="2023-08-22T08:40:29.667" v="117" actId="20577"/>
          <ac:spMkLst>
            <pc:docMk/>
            <pc:sldMk cId="3382127065" sldId="1581"/>
            <ac:spMk id="7" creationId="{00000000-0000-0000-0000-000000000000}"/>
          </ac:spMkLst>
        </pc:spChg>
      </pc:sldChg>
      <pc:sldChg chg="modSp add replId">
        <pc:chgData name="Mr. Sumit Sharma" userId="S::sumitsharma.cse@niet.co.in::0287a0e3-d7f5-4815-a5d5-4670a436bb9e" providerId="AD" clId="Web-{314DF113-DEFA-5200-AC94-CE3AF55FB404}" dt="2023-08-22T08:41:01.435" v="128" actId="20577"/>
        <pc:sldMkLst>
          <pc:docMk/>
          <pc:sldMk cId="240637688" sldId="1582"/>
        </pc:sldMkLst>
        <pc:spChg chg="mod">
          <ac:chgData name="Mr. Sumit Sharma" userId="S::sumitsharma.cse@niet.co.in::0287a0e3-d7f5-4815-a5d5-4670a436bb9e" providerId="AD" clId="Web-{314DF113-DEFA-5200-AC94-CE3AF55FB404}" dt="2023-08-22T08:41:01.435" v="128" actId="20577"/>
          <ac:spMkLst>
            <pc:docMk/>
            <pc:sldMk cId="240637688" sldId="1582"/>
            <ac:spMk id="3" creationId="{F8CC24E1-E4CB-4555-AAFE-79673E88E287}"/>
          </ac:spMkLst>
        </pc:spChg>
        <pc:spChg chg="mod">
          <ac:chgData name="Mr. Sumit Sharma" userId="S::sumitsharma.cse@niet.co.in::0287a0e3-d7f5-4815-a5d5-4670a436bb9e" providerId="AD" clId="Web-{314DF113-DEFA-5200-AC94-CE3AF55FB404}" dt="2023-08-22T08:40:55.075" v="127" actId="20577"/>
          <ac:spMkLst>
            <pc:docMk/>
            <pc:sldMk cId="240637688" sldId="1582"/>
            <ac:spMk id="7" creationId="{00000000-0000-0000-0000-000000000000}"/>
          </ac:spMkLst>
        </pc:spChg>
      </pc:sldChg>
    </pc:docChg>
  </pc:docChgLst>
  <pc:docChgLst>
    <pc:chgData name="Mr. Sumit Sharma" userId="S::sumitsharma.cse@niet.co.in::0287a0e3-d7f5-4815-a5d5-4670a436bb9e" providerId="AD" clId="Web-{6281522C-7E6F-529C-2A1E-8D8EB592BDE8}"/>
    <pc:docChg chg="addSld modSld">
      <pc:chgData name="Mr. Sumit Sharma" userId="S::sumitsharma.cse@niet.co.in::0287a0e3-d7f5-4815-a5d5-4670a436bb9e" providerId="AD" clId="Web-{6281522C-7E6F-529C-2A1E-8D8EB592BDE8}" dt="2023-10-04T04:22:01.711" v="15" actId="20577"/>
      <pc:docMkLst>
        <pc:docMk/>
      </pc:docMkLst>
      <pc:sldChg chg="modSp add replId">
        <pc:chgData name="Mr. Sumit Sharma" userId="S::sumitsharma.cse@niet.co.in::0287a0e3-d7f5-4815-a5d5-4670a436bb9e" providerId="AD" clId="Web-{6281522C-7E6F-529C-2A1E-8D8EB592BDE8}" dt="2023-10-04T04:22:01.711" v="15" actId="20577"/>
        <pc:sldMkLst>
          <pc:docMk/>
          <pc:sldMk cId="3918951085" sldId="1607"/>
        </pc:sldMkLst>
        <pc:spChg chg="mod">
          <ac:chgData name="Mr. Sumit Sharma" userId="S::sumitsharma.cse@niet.co.in::0287a0e3-d7f5-4815-a5d5-4670a436bb9e" providerId="AD" clId="Web-{6281522C-7E6F-529C-2A1E-8D8EB592BDE8}" dt="2023-10-04T04:22:01.711" v="15" actId="20577"/>
          <ac:spMkLst>
            <pc:docMk/>
            <pc:sldMk cId="3918951085" sldId="1607"/>
            <ac:spMk id="182" creationId="{FDC1A734-1528-FC7A-7C7C-B49C8922968A}"/>
          </ac:spMkLst>
        </pc:spChg>
      </pc:sldChg>
    </pc:docChg>
  </pc:docChgLst>
  <pc:docChgLst>
    <pc:chgData name="Mr. Sumit Sharma" userId="S::sumitsharma.cse@niet.co.in::0287a0e3-d7f5-4815-a5d5-4670a436bb9e" providerId="AD" clId="Web-{FDC7407B-04F5-4109-83A8-4A2244EA635B}"/>
    <pc:docChg chg="addSld delSld modSld">
      <pc:chgData name="Mr. Sumit Sharma" userId="S::sumitsharma.cse@niet.co.in::0287a0e3-d7f5-4815-a5d5-4670a436bb9e" providerId="AD" clId="Web-{FDC7407B-04F5-4109-83A8-4A2244EA635B}" dt="2023-11-01T04:04:09.017" v="513"/>
      <pc:docMkLst>
        <pc:docMk/>
      </pc:docMkLst>
      <pc:sldChg chg="modSp">
        <pc:chgData name="Mr. Sumit Sharma" userId="S::sumitsharma.cse@niet.co.in::0287a0e3-d7f5-4815-a5d5-4670a436bb9e" providerId="AD" clId="Web-{FDC7407B-04F5-4109-83A8-4A2244EA635B}" dt="2023-11-01T03:52:52.280" v="242" actId="20577"/>
        <pc:sldMkLst>
          <pc:docMk/>
          <pc:sldMk cId="2717630238" sldId="281"/>
        </pc:sldMkLst>
        <pc:spChg chg="mod">
          <ac:chgData name="Mr. Sumit Sharma" userId="S::sumitsharma.cse@niet.co.in::0287a0e3-d7f5-4815-a5d5-4670a436bb9e" providerId="AD" clId="Web-{FDC7407B-04F5-4109-83A8-4A2244EA635B}" dt="2023-11-01T03:49:23.727" v="1" actId="20577"/>
          <ac:spMkLst>
            <pc:docMk/>
            <pc:sldMk cId="2717630238" sldId="281"/>
            <ac:spMk id="7" creationId="{00000000-0000-0000-0000-000000000000}"/>
          </ac:spMkLst>
        </pc:spChg>
        <pc:spChg chg="mod">
          <ac:chgData name="Mr. Sumit Sharma" userId="S::sumitsharma.cse@niet.co.in::0287a0e3-d7f5-4815-a5d5-4670a436bb9e" providerId="AD" clId="Web-{FDC7407B-04F5-4109-83A8-4A2244EA635B}" dt="2023-11-01T03:52:52.280" v="242" actId="20577"/>
          <ac:spMkLst>
            <pc:docMk/>
            <pc:sldMk cId="2717630238" sldId="281"/>
            <ac:spMk id="8" creationId="{D7F71052-C096-41E2-9234-43D568F9BDDA}"/>
          </ac:spMkLst>
        </pc:spChg>
      </pc:sldChg>
      <pc:sldChg chg="modSp">
        <pc:chgData name="Mr. Sumit Sharma" userId="S::sumitsharma.cse@niet.co.in::0287a0e3-d7f5-4815-a5d5-4670a436bb9e" providerId="AD" clId="Web-{FDC7407B-04F5-4109-83A8-4A2244EA635B}" dt="2023-11-01T03:55:51.410" v="282" actId="20577"/>
        <pc:sldMkLst>
          <pc:docMk/>
          <pc:sldMk cId="14382847" sldId="1560"/>
        </pc:sldMkLst>
        <pc:spChg chg="mod">
          <ac:chgData name="Mr. Sumit Sharma" userId="S::sumitsharma.cse@niet.co.in::0287a0e3-d7f5-4815-a5d5-4670a436bb9e" providerId="AD" clId="Web-{FDC7407B-04F5-4109-83A8-4A2244EA635B}" dt="2023-11-01T03:54:53.158" v="270" actId="20577"/>
          <ac:spMkLst>
            <pc:docMk/>
            <pc:sldMk cId="14382847" sldId="1560"/>
            <ac:spMk id="7" creationId="{00000000-0000-0000-0000-000000000000}"/>
          </ac:spMkLst>
        </pc:spChg>
        <pc:graphicFrameChg chg="modGraphic">
          <ac:chgData name="Mr. Sumit Sharma" userId="S::sumitsharma.cse@niet.co.in::0287a0e3-d7f5-4815-a5d5-4670a436bb9e" providerId="AD" clId="Web-{FDC7407B-04F5-4109-83A8-4A2244EA635B}" dt="2023-11-01T03:55:51.410" v="282" actId="20577"/>
          <ac:graphicFrameMkLst>
            <pc:docMk/>
            <pc:sldMk cId="14382847" sldId="1560"/>
            <ac:graphicFrameMk id="28" creationId="{7911BCD3-FD89-BC16-4A6F-1F614AC172FE}"/>
          </ac:graphicFrameMkLst>
        </pc:graphicFrameChg>
      </pc:sldChg>
      <pc:sldChg chg="modSp">
        <pc:chgData name="Mr. Sumit Sharma" userId="S::sumitsharma.cse@niet.co.in::0287a0e3-d7f5-4815-a5d5-4670a436bb9e" providerId="AD" clId="Web-{FDC7407B-04F5-4109-83A8-4A2244EA635B}" dt="2023-11-01T03:58:24.586" v="350" actId="20577"/>
        <pc:sldMkLst>
          <pc:docMk/>
          <pc:sldMk cId="1147002948" sldId="1602"/>
        </pc:sldMkLst>
        <pc:spChg chg="mod">
          <ac:chgData name="Mr. Sumit Sharma" userId="S::sumitsharma.cse@niet.co.in::0287a0e3-d7f5-4815-a5d5-4670a436bb9e" providerId="AD" clId="Web-{FDC7407B-04F5-4109-83A8-4A2244EA635B}" dt="2023-11-01T03:58:24.586" v="350" actId="20577"/>
          <ac:spMkLst>
            <pc:docMk/>
            <pc:sldMk cId="1147002948" sldId="1602"/>
            <ac:spMk id="7" creationId="{00000000-0000-0000-0000-000000000000}"/>
          </ac:spMkLst>
        </pc:spChg>
        <pc:graphicFrameChg chg="modGraphic">
          <ac:chgData name="Mr. Sumit Sharma" userId="S::sumitsharma.cse@niet.co.in::0287a0e3-d7f5-4815-a5d5-4670a436bb9e" providerId="AD" clId="Web-{FDC7407B-04F5-4109-83A8-4A2244EA635B}" dt="2023-11-01T03:58:19.835" v="349" actId="20577"/>
          <ac:graphicFrameMkLst>
            <pc:docMk/>
            <pc:sldMk cId="1147002948" sldId="1602"/>
            <ac:graphicFrameMk id="28" creationId="{7911BCD3-FD89-BC16-4A6F-1F614AC172FE}"/>
          </ac:graphicFrameMkLst>
        </pc:graphicFrameChg>
      </pc:sldChg>
      <pc:sldChg chg="del">
        <pc:chgData name="Mr. Sumit Sharma" userId="S::sumitsharma.cse@niet.co.in::0287a0e3-d7f5-4815-a5d5-4670a436bb9e" providerId="AD" clId="Web-{FDC7407B-04F5-4109-83A8-4A2244EA635B}" dt="2023-11-01T04:04:04.267" v="510"/>
        <pc:sldMkLst>
          <pc:docMk/>
          <pc:sldMk cId="2762524818" sldId="1603"/>
        </pc:sldMkLst>
      </pc:sldChg>
      <pc:sldChg chg="del">
        <pc:chgData name="Mr. Sumit Sharma" userId="S::sumitsharma.cse@niet.co.in::0287a0e3-d7f5-4815-a5d5-4670a436bb9e" providerId="AD" clId="Web-{FDC7407B-04F5-4109-83A8-4A2244EA635B}" dt="2023-11-01T04:04:04.282" v="511"/>
        <pc:sldMkLst>
          <pc:docMk/>
          <pc:sldMk cId="1040383172" sldId="1604"/>
        </pc:sldMkLst>
      </pc:sldChg>
      <pc:sldChg chg="modSp">
        <pc:chgData name="Mr. Sumit Sharma" userId="S::sumitsharma.cse@niet.co.in::0287a0e3-d7f5-4815-a5d5-4670a436bb9e" providerId="AD" clId="Web-{FDC7407B-04F5-4109-83A8-4A2244EA635B}" dt="2023-11-01T04:02:53.030" v="483" actId="20577"/>
        <pc:sldMkLst>
          <pc:docMk/>
          <pc:sldMk cId="2020227136" sldId="1605"/>
        </pc:sldMkLst>
        <pc:spChg chg="mod">
          <ac:chgData name="Mr. Sumit Sharma" userId="S::sumitsharma.cse@niet.co.in::0287a0e3-d7f5-4815-a5d5-4670a436bb9e" providerId="AD" clId="Web-{FDC7407B-04F5-4109-83A8-4A2244EA635B}" dt="2023-11-01T03:59:55.885" v="403" actId="20577"/>
          <ac:spMkLst>
            <pc:docMk/>
            <pc:sldMk cId="2020227136" sldId="1605"/>
            <ac:spMk id="7" creationId="{00000000-0000-0000-0000-000000000000}"/>
          </ac:spMkLst>
        </pc:spChg>
        <pc:graphicFrameChg chg="modGraphic">
          <ac:chgData name="Mr. Sumit Sharma" userId="S::sumitsharma.cse@niet.co.in::0287a0e3-d7f5-4815-a5d5-4670a436bb9e" providerId="AD" clId="Web-{FDC7407B-04F5-4109-83A8-4A2244EA635B}" dt="2023-11-01T04:02:53.030" v="483" actId="20577"/>
          <ac:graphicFrameMkLst>
            <pc:docMk/>
            <pc:sldMk cId="2020227136" sldId="1605"/>
            <ac:graphicFrameMk id="28" creationId="{7911BCD3-FD89-BC16-4A6F-1F614AC172FE}"/>
          </ac:graphicFrameMkLst>
        </pc:graphicFrameChg>
      </pc:sldChg>
      <pc:sldChg chg="del">
        <pc:chgData name="Mr. Sumit Sharma" userId="S::sumitsharma.cse@niet.co.in::0287a0e3-d7f5-4815-a5d5-4670a436bb9e" providerId="AD" clId="Web-{FDC7407B-04F5-4109-83A8-4A2244EA635B}" dt="2023-11-01T04:04:04.267" v="509"/>
        <pc:sldMkLst>
          <pc:docMk/>
          <pc:sldMk cId="2751998733" sldId="1606"/>
        </pc:sldMkLst>
      </pc:sldChg>
      <pc:sldChg chg="del">
        <pc:chgData name="Mr. Sumit Sharma" userId="S::sumitsharma.cse@niet.co.in::0287a0e3-d7f5-4815-a5d5-4670a436bb9e" providerId="AD" clId="Web-{FDC7407B-04F5-4109-83A8-4A2244EA635B}" dt="2023-11-01T04:04:04.267" v="508"/>
        <pc:sldMkLst>
          <pc:docMk/>
          <pc:sldMk cId="3918951085" sldId="1607"/>
        </pc:sldMkLst>
      </pc:sldChg>
      <pc:sldChg chg="del">
        <pc:chgData name="Mr. Sumit Sharma" userId="S::sumitsharma.cse@niet.co.in::0287a0e3-d7f5-4815-a5d5-4670a436bb9e" providerId="AD" clId="Web-{FDC7407B-04F5-4109-83A8-4A2244EA635B}" dt="2023-11-01T04:04:04.267" v="507"/>
        <pc:sldMkLst>
          <pc:docMk/>
          <pc:sldMk cId="3845583446" sldId="1608"/>
        </pc:sldMkLst>
      </pc:sldChg>
      <pc:sldChg chg="del">
        <pc:chgData name="Mr. Sumit Sharma" userId="S::sumitsharma.cse@niet.co.in::0287a0e3-d7f5-4815-a5d5-4670a436bb9e" providerId="AD" clId="Web-{FDC7407B-04F5-4109-83A8-4A2244EA635B}" dt="2023-11-01T04:04:04.251" v="506"/>
        <pc:sldMkLst>
          <pc:docMk/>
          <pc:sldMk cId="1151873637" sldId="1609"/>
        </pc:sldMkLst>
      </pc:sldChg>
      <pc:sldChg chg="del">
        <pc:chgData name="Mr. Sumit Sharma" userId="S::sumitsharma.cse@niet.co.in::0287a0e3-d7f5-4815-a5d5-4670a436bb9e" providerId="AD" clId="Web-{FDC7407B-04F5-4109-83A8-4A2244EA635B}" dt="2023-11-01T04:04:04.251" v="504"/>
        <pc:sldMkLst>
          <pc:docMk/>
          <pc:sldMk cId="2635927417" sldId="1610"/>
        </pc:sldMkLst>
      </pc:sldChg>
      <pc:sldChg chg="del">
        <pc:chgData name="Mr. Sumit Sharma" userId="S::sumitsharma.cse@niet.co.in::0287a0e3-d7f5-4815-a5d5-4670a436bb9e" providerId="AD" clId="Web-{FDC7407B-04F5-4109-83A8-4A2244EA635B}" dt="2023-11-01T04:04:04.251" v="505"/>
        <pc:sldMkLst>
          <pc:docMk/>
          <pc:sldMk cId="4019433931" sldId="1611"/>
        </pc:sldMkLst>
      </pc:sldChg>
      <pc:sldChg chg="del">
        <pc:chgData name="Mr. Sumit Sharma" userId="S::sumitsharma.cse@niet.co.in::0287a0e3-d7f5-4815-a5d5-4670a436bb9e" providerId="AD" clId="Web-{FDC7407B-04F5-4109-83A8-4A2244EA635B}" dt="2023-11-01T04:04:04.235" v="503"/>
        <pc:sldMkLst>
          <pc:docMk/>
          <pc:sldMk cId="3577719269" sldId="1612"/>
        </pc:sldMkLst>
      </pc:sldChg>
      <pc:sldChg chg="del">
        <pc:chgData name="Mr. Sumit Sharma" userId="S::sumitsharma.cse@niet.co.in::0287a0e3-d7f5-4815-a5d5-4670a436bb9e" providerId="AD" clId="Web-{FDC7407B-04F5-4109-83A8-4A2244EA635B}" dt="2023-11-01T04:04:04.235" v="502"/>
        <pc:sldMkLst>
          <pc:docMk/>
          <pc:sldMk cId="2100361432" sldId="1613"/>
        </pc:sldMkLst>
      </pc:sldChg>
      <pc:sldChg chg="del">
        <pc:chgData name="Mr. Sumit Sharma" userId="S::sumitsharma.cse@niet.co.in::0287a0e3-d7f5-4815-a5d5-4670a436bb9e" providerId="AD" clId="Web-{FDC7407B-04F5-4109-83A8-4A2244EA635B}" dt="2023-11-01T04:04:04.235" v="500"/>
        <pc:sldMkLst>
          <pc:docMk/>
          <pc:sldMk cId="195056096" sldId="1614"/>
        </pc:sldMkLst>
      </pc:sldChg>
      <pc:sldChg chg="del">
        <pc:chgData name="Mr. Sumit Sharma" userId="S::sumitsharma.cse@niet.co.in::0287a0e3-d7f5-4815-a5d5-4670a436bb9e" providerId="AD" clId="Web-{FDC7407B-04F5-4109-83A8-4A2244EA635B}" dt="2023-11-01T04:04:04.235" v="501"/>
        <pc:sldMkLst>
          <pc:docMk/>
          <pc:sldMk cId="1627464842" sldId="1615"/>
        </pc:sldMkLst>
      </pc:sldChg>
      <pc:sldChg chg="del">
        <pc:chgData name="Mr. Sumit Sharma" userId="S::sumitsharma.cse@niet.co.in::0287a0e3-d7f5-4815-a5d5-4670a436bb9e" providerId="AD" clId="Web-{FDC7407B-04F5-4109-83A8-4A2244EA635B}" dt="2023-11-01T04:04:04.235" v="499"/>
        <pc:sldMkLst>
          <pc:docMk/>
          <pc:sldMk cId="3595061563" sldId="1616"/>
        </pc:sldMkLst>
      </pc:sldChg>
      <pc:sldChg chg="del">
        <pc:chgData name="Mr. Sumit Sharma" userId="S::sumitsharma.cse@niet.co.in::0287a0e3-d7f5-4815-a5d5-4670a436bb9e" providerId="AD" clId="Web-{FDC7407B-04F5-4109-83A8-4A2244EA635B}" dt="2023-11-01T04:04:04.220" v="498"/>
        <pc:sldMkLst>
          <pc:docMk/>
          <pc:sldMk cId="3794232503" sldId="1617"/>
        </pc:sldMkLst>
      </pc:sldChg>
      <pc:sldChg chg="del">
        <pc:chgData name="Mr. Sumit Sharma" userId="S::sumitsharma.cse@niet.co.in::0287a0e3-d7f5-4815-a5d5-4670a436bb9e" providerId="AD" clId="Web-{FDC7407B-04F5-4109-83A8-4A2244EA635B}" dt="2023-11-01T04:04:04.220" v="497"/>
        <pc:sldMkLst>
          <pc:docMk/>
          <pc:sldMk cId="1181824695" sldId="1618"/>
        </pc:sldMkLst>
      </pc:sldChg>
      <pc:sldChg chg="del">
        <pc:chgData name="Mr. Sumit Sharma" userId="S::sumitsharma.cse@niet.co.in::0287a0e3-d7f5-4815-a5d5-4670a436bb9e" providerId="AD" clId="Web-{FDC7407B-04F5-4109-83A8-4A2244EA635B}" dt="2023-11-01T04:04:04.220" v="496"/>
        <pc:sldMkLst>
          <pc:docMk/>
          <pc:sldMk cId="3062228744" sldId="1619"/>
        </pc:sldMkLst>
      </pc:sldChg>
      <pc:sldChg chg="del">
        <pc:chgData name="Mr. Sumit Sharma" userId="S::sumitsharma.cse@niet.co.in::0287a0e3-d7f5-4815-a5d5-4670a436bb9e" providerId="AD" clId="Web-{FDC7407B-04F5-4109-83A8-4A2244EA635B}" dt="2023-11-01T04:04:04.204" v="495"/>
        <pc:sldMkLst>
          <pc:docMk/>
          <pc:sldMk cId="2874807112" sldId="1620"/>
        </pc:sldMkLst>
      </pc:sldChg>
      <pc:sldChg chg="del">
        <pc:chgData name="Mr. Sumit Sharma" userId="S::sumitsharma.cse@niet.co.in::0287a0e3-d7f5-4815-a5d5-4670a436bb9e" providerId="AD" clId="Web-{FDC7407B-04F5-4109-83A8-4A2244EA635B}" dt="2023-11-01T04:04:04.204" v="494"/>
        <pc:sldMkLst>
          <pc:docMk/>
          <pc:sldMk cId="845788628" sldId="1621"/>
        </pc:sldMkLst>
      </pc:sldChg>
      <pc:sldChg chg="del">
        <pc:chgData name="Mr. Sumit Sharma" userId="S::sumitsharma.cse@niet.co.in::0287a0e3-d7f5-4815-a5d5-4670a436bb9e" providerId="AD" clId="Web-{FDC7407B-04F5-4109-83A8-4A2244EA635B}" dt="2023-11-01T04:04:04.204" v="493"/>
        <pc:sldMkLst>
          <pc:docMk/>
          <pc:sldMk cId="3259819603" sldId="1622"/>
        </pc:sldMkLst>
      </pc:sldChg>
      <pc:sldChg chg="del">
        <pc:chgData name="Mr. Sumit Sharma" userId="S::sumitsharma.cse@niet.co.in::0287a0e3-d7f5-4815-a5d5-4670a436bb9e" providerId="AD" clId="Web-{FDC7407B-04F5-4109-83A8-4A2244EA635B}" dt="2023-11-01T04:04:04.189" v="492"/>
        <pc:sldMkLst>
          <pc:docMk/>
          <pc:sldMk cId="1254964747" sldId="1623"/>
        </pc:sldMkLst>
      </pc:sldChg>
      <pc:sldChg chg="del">
        <pc:chgData name="Mr. Sumit Sharma" userId="S::sumitsharma.cse@niet.co.in::0287a0e3-d7f5-4815-a5d5-4670a436bb9e" providerId="AD" clId="Web-{FDC7407B-04F5-4109-83A8-4A2244EA635B}" dt="2023-11-01T04:04:04.189" v="491"/>
        <pc:sldMkLst>
          <pc:docMk/>
          <pc:sldMk cId="1375850411" sldId="1624"/>
        </pc:sldMkLst>
      </pc:sldChg>
      <pc:sldChg chg="del">
        <pc:chgData name="Mr. Sumit Sharma" userId="S::sumitsharma.cse@niet.co.in::0287a0e3-d7f5-4815-a5d5-4670a436bb9e" providerId="AD" clId="Web-{FDC7407B-04F5-4109-83A8-4A2244EA635B}" dt="2023-11-01T04:04:04.189" v="490"/>
        <pc:sldMkLst>
          <pc:docMk/>
          <pc:sldMk cId="1260156050" sldId="1625"/>
        </pc:sldMkLst>
      </pc:sldChg>
      <pc:sldChg chg="del">
        <pc:chgData name="Mr. Sumit Sharma" userId="S::sumitsharma.cse@niet.co.in::0287a0e3-d7f5-4815-a5d5-4670a436bb9e" providerId="AD" clId="Web-{FDC7407B-04F5-4109-83A8-4A2244EA635B}" dt="2023-11-01T04:04:04.189" v="489"/>
        <pc:sldMkLst>
          <pc:docMk/>
          <pc:sldMk cId="3623729405" sldId="1626"/>
        </pc:sldMkLst>
      </pc:sldChg>
      <pc:sldChg chg="del">
        <pc:chgData name="Mr. Sumit Sharma" userId="S::sumitsharma.cse@niet.co.in::0287a0e3-d7f5-4815-a5d5-4670a436bb9e" providerId="AD" clId="Web-{FDC7407B-04F5-4109-83A8-4A2244EA635B}" dt="2023-11-01T04:04:04.173" v="488"/>
        <pc:sldMkLst>
          <pc:docMk/>
          <pc:sldMk cId="1392179109" sldId="1627"/>
        </pc:sldMkLst>
      </pc:sldChg>
      <pc:sldChg chg="del">
        <pc:chgData name="Mr. Sumit Sharma" userId="S::sumitsharma.cse@niet.co.in::0287a0e3-d7f5-4815-a5d5-4670a436bb9e" providerId="AD" clId="Web-{FDC7407B-04F5-4109-83A8-4A2244EA635B}" dt="2023-11-01T04:04:04.173" v="487"/>
        <pc:sldMkLst>
          <pc:docMk/>
          <pc:sldMk cId="1501226893" sldId="1628"/>
        </pc:sldMkLst>
      </pc:sldChg>
      <pc:sldChg chg="del">
        <pc:chgData name="Mr. Sumit Sharma" userId="S::sumitsharma.cse@niet.co.in::0287a0e3-d7f5-4815-a5d5-4670a436bb9e" providerId="AD" clId="Web-{FDC7407B-04F5-4109-83A8-4A2244EA635B}" dt="2023-11-01T04:04:08.079" v="512"/>
        <pc:sldMkLst>
          <pc:docMk/>
          <pc:sldMk cId="3943910330" sldId="1630"/>
        </pc:sldMkLst>
      </pc:sldChg>
      <pc:sldChg chg="del">
        <pc:chgData name="Mr. Sumit Sharma" userId="S::sumitsharma.cse@niet.co.in::0287a0e3-d7f5-4815-a5d5-4670a436bb9e" providerId="AD" clId="Web-{FDC7407B-04F5-4109-83A8-4A2244EA635B}" dt="2023-11-01T04:04:09.017" v="513"/>
        <pc:sldMkLst>
          <pc:docMk/>
          <pc:sldMk cId="2208778934" sldId="1631"/>
        </pc:sldMkLst>
      </pc:sldChg>
      <pc:sldChg chg="modSp add replId">
        <pc:chgData name="Mr. Sumit Sharma" userId="S::sumitsharma.cse@niet.co.in::0287a0e3-d7f5-4815-a5d5-4670a436bb9e" providerId="AD" clId="Web-{FDC7407B-04F5-4109-83A8-4A2244EA635B}" dt="2023-11-01T04:03:15.281" v="486" actId="20577"/>
        <pc:sldMkLst>
          <pc:docMk/>
          <pc:sldMk cId="410955174" sldId="1632"/>
        </pc:sldMkLst>
        <pc:graphicFrameChg chg="modGraphic">
          <ac:chgData name="Mr. Sumit Sharma" userId="S::sumitsharma.cse@niet.co.in::0287a0e3-d7f5-4815-a5d5-4670a436bb9e" providerId="AD" clId="Web-{FDC7407B-04F5-4109-83A8-4A2244EA635B}" dt="2023-11-01T04:03:15.281" v="486" actId="20577"/>
          <ac:graphicFrameMkLst>
            <pc:docMk/>
            <pc:sldMk cId="410955174" sldId="1632"/>
            <ac:graphicFrameMk id="28" creationId="{7911BCD3-FD89-BC16-4A6F-1F614AC172FE}"/>
          </ac:graphicFrameMkLst>
        </pc:graphicFrameChg>
      </pc:sldChg>
      <pc:sldChg chg="add del replId">
        <pc:chgData name="Mr. Sumit Sharma" userId="S::sumitsharma.cse@niet.co.in::0287a0e3-d7f5-4815-a5d5-4670a436bb9e" providerId="AD" clId="Web-{FDC7407B-04F5-4109-83A8-4A2244EA635B}" dt="2023-11-01T04:02:25.030" v="480"/>
        <pc:sldMkLst>
          <pc:docMk/>
          <pc:sldMk cId="1881300299" sldId="1632"/>
        </pc:sldMkLst>
      </pc:sldChg>
    </pc:docChg>
  </pc:docChgLst>
  <pc:docChgLst>
    <pc:chgData name="Mr. Sumit Sharma" userId="S::sumitsharma.cse@niet.co.in::0287a0e3-d7f5-4815-a5d5-4670a436bb9e" providerId="AD" clId="Web-{B7206FBC-3717-F983-ED3D-838EF64C2D4E}"/>
    <pc:docChg chg="addSld modSld">
      <pc:chgData name="Mr. Sumit Sharma" userId="S::sumitsharma.cse@niet.co.in::0287a0e3-d7f5-4815-a5d5-4670a436bb9e" providerId="AD" clId="Web-{B7206FBC-3717-F983-ED3D-838EF64C2D4E}" dt="2023-09-02T10:05:04.462" v="82"/>
      <pc:docMkLst>
        <pc:docMk/>
      </pc:docMkLst>
      <pc:sldChg chg="addSp delSp modSp add replId">
        <pc:chgData name="Mr. Sumit Sharma" userId="S::sumitsharma.cse@niet.co.in::0287a0e3-d7f5-4815-a5d5-4670a436bb9e" providerId="AD" clId="Web-{B7206FBC-3717-F983-ED3D-838EF64C2D4E}" dt="2023-09-02T10:00:30.968" v="20" actId="20577"/>
        <pc:sldMkLst>
          <pc:docMk/>
          <pc:sldMk cId="1061129478" sldId="1591"/>
        </pc:sldMkLst>
        <pc:spChg chg="mod">
          <ac:chgData name="Mr. Sumit Sharma" userId="S::sumitsharma.cse@niet.co.in::0287a0e3-d7f5-4815-a5d5-4670a436bb9e" providerId="AD" clId="Web-{B7206FBC-3717-F983-ED3D-838EF64C2D4E}" dt="2023-09-02T10:00:30.968" v="20" actId="20577"/>
          <ac:spMkLst>
            <pc:docMk/>
            <pc:sldMk cId="1061129478" sldId="1591"/>
            <ac:spMk id="3" creationId="{F8CC24E1-E4CB-4555-AAFE-79673E88E287}"/>
          </ac:spMkLst>
        </pc:spChg>
        <pc:spChg chg="mod">
          <ac:chgData name="Mr. Sumit Sharma" userId="S::sumitsharma.cse@niet.co.in::0287a0e3-d7f5-4815-a5d5-4670a436bb9e" providerId="AD" clId="Web-{B7206FBC-3717-F983-ED3D-838EF64C2D4E}" dt="2023-09-02T09:59:46.326" v="16"/>
          <ac:spMkLst>
            <pc:docMk/>
            <pc:sldMk cId="1061129478" sldId="1591"/>
            <ac:spMk id="6" creationId="{00000000-0000-0000-0000-000000000000}"/>
          </ac:spMkLst>
        </pc:spChg>
        <pc:spChg chg="del">
          <ac:chgData name="Mr. Sumit Sharma" userId="S::sumitsharma.cse@niet.co.in::0287a0e3-d7f5-4815-a5d5-4670a436bb9e" providerId="AD" clId="Web-{B7206FBC-3717-F983-ED3D-838EF64C2D4E}" dt="2023-09-02T09:59:46.326" v="16"/>
          <ac:spMkLst>
            <pc:docMk/>
            <pc:sldMk cId="1061129478" sldId="1591"/>
            <ac:spMk id="86" creationId="{2EB492CD-616E-47F8-933B-5E2D952A0593}"/>
          </ac:spMkLst>
        </pc:spChg>
        <pc:spChg chg="del">
          <ac:chgData name="Mr. Sumit Sharma" userId="S::sumitsharma.cse@niet.co.in::0287a0e3-d7f5-4815-a5d5-4670a436bb9e" providerId="AD" clId="Web-{B7206FBC-3717-F983-ED3D-838EF64C2D4E}" dt="2023-09-02T09:59:46.326" v="16"/>
          <ac:spMkLst>
            <pc:docMk/>
            <pc:sldMk cId="1061129478" sldId="1591"/>
            <ac:spMk id="87" creationId="{59383CF9-23B5-4335-9B21-1791C4CF1C75}"/>
          </ac:spMkLst>
        </pc:spChg>
        <pc:spChg chg="del">
          <ac:chgData name="Mr. Sumit Sharma" userId="S::sumitsharma.cse@niet.co.in::0287a0e3-d7f5-4815-a5d5-4670a436bb9e" providerId="AD" clId="Web-{B7206FBC-3717-F983-ED3D-838EF64C2D4E}" dt="2023-09-02T09:59:46.326" v="16"/>
          <ac:spMkLst>
            <pc:docMk/>
            <pc:sldMk cId="1061129478" sldId="1591"/>
            <ac:spMk id="88" creationId="{0007FE00-9498-4706-B255-6437B0252C02}"/>
          </ac:spMkLst>
        </pc:spChg>
        <pc:spChg chg="add">
          <ac:chgData name="Mr. Sumit Sharma" userId="S::sumitsharma.cse@niet.co.in::0287a0e3-d7f5-4815-a5d5-4670a436bb9e" providerId="AD" clId="Web-{B7206FBC-3717-F983-ED3D-838EF64C2D4E}" dt="2023-09-02T09:59:46.326" v="16"/>
          <ac:spMkLst>
            <pc:docMk/>
            <pc:sldMk cId="1061129478" sldId="1591"/>
            <ac:spMk id="93" creationId="{907EF6B7-1338-4443-8C46-6A318D952DFD}"/>
          </ac:spMkLst>
        </pc:spChg>
        <pc:spChg chg="add">
          <ac:chgData name="Mr. Sumit Sharma" userId="S::sumitsharma.cse@niet.co.in::0287a0e3-d7f5-4815-a5d5-4670a436bb9e" providerId="AD" clId="Web-{B7206FBC-3717-F983-ED3D-838EF64C2D4E}" dt="2023-09-02T09:59:46.326" v="16"/>
          <ac:spMkLst>
            <pc:docMk/>
            <pc:sldMk cId="1061129478" sldId="1591"/>
            <ac:spMk id="95" creationId="{DAAE4CDD-124C-4DCF-9584-B6033B545DD5}"/>
          </ac:spMkLst>
        </pc:spChg>
        <pc:spChg chg="add">
          <ac:chgData name="Mr. Sumit Sharma" userId="S::sumitsharma.cse@niet.co.in::0287a0e3-d7f5-4815-a5d5-4670a436bb9e" providerId="AD" clId="Web-{B7206FBC-3717-F983-ED3D-838EF64C2D4E}" dt="2023-09-02T09:59:46.326" v="16"/>
          <ac:spMkLst>
            <pc:docMk/>
            <pc:sldMk cId="1061129478" sldId="1591"/>
            <ac:spMk id="97" creationId="{081E4A58-353D-44AE-B2FC-2A74E2E400F7}"/>
          </ac:spMkLst>
        </pc:spChg>
        <pc:picChg chg="del">
          <ac:chgData name="Mr. Sumit Sharma" userId="S::sumitsharma.cse@niet.co.in::0287a0e3-d7f5-4815-a5d5-4670a436bb9e" providerId="AD" clId="Web-{B7206FBC-3717-F983-ED3D-838EF64C2D4E}" dt="2023-09-02T09:58:16.949" v="1"/>
          <ac:picMkLst>
            <pc:docMk/>
            <pc:sldMk cId="1061129478" sldId="1591"/>
            <ac:picMk id="2" creationId="{EB37C7B9-24F2-3FFF-154F-BF07BE73F984}"/>
          </ac:picMkLst>
        </pc:picChg>
      </pc:sldChg>
      <pc:sldChg chg="addSp delSp modSp add replId">
        <pc:chgData name="Mr. Sumit Sharma" userId="S::sumitsharma.cse@niet.co.in::0287a0e3-d7f5-4815-a5d5-4670a436bb9e" providerId="AD" clId="Web-{B7206FBC-3717-F983-ED3D-838EF64C2D4E}" dt="2023-09-02T10:05:04.462" v="82"/>
        <pc:sldMkLst>
          <pc:docMk/>
          <pc:sldMk cId="1962279143" sldId="1592"/>
        </pc:sldMkLst>
        <pc:spChg chg="add del mod">
          <ac:chgData name="Mr. Sumit Sharma" userId="S::sumitsharma.cse@niet.co.in::0287a0e3-d7f5-4815-a5d5-4670a436bb9e" providerId="AD" clId="Web-{B7206FBC-3717-F983-ED3D-838EF64C2D4E}" dt="2023-09-02T10:03:59.804" v="71"/>
          <ac:spMkLst>
            <pc:docMk/>
            <pc:sldMk cId="1962279143" sldId="1592"/>
            <ac:spMk id="3" creationId="{F8CC24E1-E4CB-4555-AAFE-79673E88E287}"/>
          </ac:spMkLst>
        </pc:spChg>
        <pc:spChg chg="add del mod">
          <ac:chgData name="Mr. Sumit Sharma" userId="S::sumitsharma.cse@niet.co.in::0287a0e3-d7f5-4815-a5d5-4670a436bb9e" providerId="AD" clId="Web-{B7206FBC-3717-F983-ED3D-838EF64C2D4E}" dt="2023-09-02T10:05:04.462" v="82"/>
          <ac:spMkLst>
            <pc:docMk/>
            <pc:sldMk cId="1962279143" sldId="1592"/>
            <ac:spMk id="6" creationId="{00000000-0000-0000-0000-000000000000}"/>
          </ac:spMkLst>
        </pc:spChg>
        <pc:spChg chg="add del">
          <ac:chgData name="Mr. Sumit Sharma" userId="S::sumitsharma.cse@niet.co.in::0287a0e3-d7f5-4815-a5d5-4670a436bb9e" providerId="AD" clId="Web-{B7206FBC-3717-F983-ED3D-838EF64C2D4E}" dt="2023-09-02T10:03:59.804" v="71"/>
          <ac:spMkLst>
            <pc:docMk/>
            <pc:sldMk cId="1962279143" sldId="1592"/>
            <ac:spMk id="93" creationId="{907EF6B7-1338-4443-8C46-6A318D952DFD}"/>
          </ac:spMkLst>
        </pc:spChg>
        <pc:spChg chg="add del">
          <ac:chgData name="Mr. Sumit Sharma" userId="S::sumitsharma.cse@niet.co.in::0287a0e3-d7f5-4815-a5d5-4670a436bb9e" providerId="AD" clId="Web-{B7206FBC-3717-F983-ED3D-838EF64C2D4E}" dt="2023-09-02T10:03:59.804" v="71"/>
          <ac:spMkLst>
            <pc:docMk/>
            <pc:sldMk cId="1962279143" sldId="1592"/>
            <ac:spMk id="95" creationId="{DAAE4CDD-124C-4DCF-9584-B6033B545DD5}"/>
          </ac:spMkLst>
        </pc:spChg>
        <pc:spChg chg="add del">
          <ac:chgData name="Mr. Sumit Sharma" userId="S::sumitsharma.cse@niet.co.in::0287a0e3-d7f5-4815-a5d5-4670a436bb9e" providerId="AD" clId="Web-{B7206FBC-3717-F983-ED3D-838EF64C2D4E}" dt="2023-09-02T10:03:59.804" v="71"/>
          <ac:spMkLst>
            <pc:docMk/>
            <pc:sldMk cId="1962279143" sldId="1592"/>
            <ac:spMk id="97" creationId="{081E4A58-353D-44AE-B2FC-2A74E2E400F7}"/>
          </ac:spMkLst>
        </pc:spChg>
        <pc:spChg chg="add del">
          <ac:chgData name="Mr. Sumit Sharma" userId="S::sumitsharma.cse@niet.co.in::0287a0e3-d7f5-4815-a5d5-4670a436bb9e" providerId="AD" clId="Web-{B7206FBC-3717-F983-ED3D-838EF64C2D4E}" dt="2023-09-02T10:03:56.382" v="68"/>
          <ac:spMkLst>
            <pc:docMk/>
            <pc:sldMk cId="1962279143" sldId="1592"/>
            <ac:spMk id="103" creationId="{A7AE9375-4664-4DB2-922D-2782A6E439AC}"/>
          </ac:spMkLst>
        </pc:spChg>
        <pc:spChg chg="add del">
          <ac:chgData name="Mr. Sumit Sharma" userId="S::sumitsharma.cse@niet.co.in::0287a0e3-d7f5-4815-a5d5-4670a436bb9e" providerId="AD" clId="Web-{B7206FBC-3717-F983-ED3D-838EF64C2D4E}" dt="2023-09-02T10:05:04.462" v="82"/>
          <ac:spMkLst>
            <pc:docMk/>
            <pc:sldMk cId="1962279143" sldId="1592"/>
            <ac:spMk id="104" creationId="{E51BA4DF-2BD4-4EC2-B1DB-B27C8AC71864}"/>
          </ac:spMkLst>
        </pc:spChg>
        <pc:spChg chg="add del">
          <ac:chgData name="Mr. Sumit Sharma" userId="S::sumitsharma.cse@niet.co.in::0287a0e3-d7f5-4815-a5d5-4670a436bb9e" providerId="AD" clId="Web-{B7206FBC-3717-F983-ED3D-838EF64C2D4E}" dt="2023-09-02T10:03:56.382" v="68"/>
          <ac:spMkLst>
            <pc:docMk/>
            <pc:sldMk cId="1962279143" sldId="1592"/>
            <ac:spMk id="107" creationId="{9DD005C1-8C51-42D6-9BEE-B9B83849743D}"/>
          </ac:spMkLst>
        </pc:spChg>
        <pc:spChg chg="add del">
          <ac:chgData name="Mr. Sumit Sharma" userId="S::sumitsharma.cse@niet.co.in::0287a0e3-d7f5-4815-a5d5-4670a436bb9e" providerId="AD" clId="Web-{B7206FBC-3717-F983-ED3D-838EF64C2D4E}" dt="2023-09-02T10:03:59.773" v="70"/>
          <ac:spMkLst>
            <pc:docMk/>
            <pc:sldMk cId="1962279143" sldId="1592"/>
            <ac:spMk id="109" creationId="{463EEC44-1BA3-44ED-81FC-A644B04B2A44}"/>
          </ac:spMkLst>
        </pc:spChg>
        <pc:spChg chg="add del">
          <ac:chgData name="Mr. Sumit Sharma" userId="S::sumitsharma.cse@niet.co.in::0287a0e3-d7f5-4815-a5d5-4670a436bb9e" providerId="AD" clId="Web-{B7206FBC-3717-F983-ED3D-838EF64C2D4E}" dt="2023-09-02T10:03:59.773" v="70"/>
          <ac:spMkLst>
            <pc:docMk/>
            <pc:sldMk cId="1962279143" sldId="1592"/>
            <ac:spMk id="110" creationId="{7517A47C-B2E5-4B79-8061-D74B1311AF6E}"/>
          </ac:spMkLst>
        </pc:spChg>
        <pc:spChg chg="add del">
          <ac:chgData name="Mr. Sumit Sharma" userId="S::sumitsharma.cse@niet.co.in::0287a0e3-d7f5-4815-a5d5-4670a436bb9e" providerId="AD" clId="Web-{B7206FBC-3717-F983-ED3D-838EF64C2D4E}" dt="2023-09-02T10:03:59.773" v="70"/>
          <ac:spMkLst>
            <pc:docMk/>
            <pc:sldMk cId="1962279143" sldId="1592"/>
            <ac:spMk id="111" creationId="{C505E780-2083-4CB5-A42A-5E0E2908ECC3}"/>
          </ac:spMkLst>
        </pc:spChg>
        <pc:spChg chg="add del">
          <ac:chgData name="Mr. Sumit Sharma" userId="S::sumitsharma.cse@niet.co.in::0287a0e3-d7f5-4815-a5d5-4670a436bb9e" providerId="AD" clId="Web-{B7206FBC-3717-F983-ED3D-838EF64C2D4E}" dt="2023-09-02T10:03:59.773" v="70"/>
          <ac:spMkLst>
            <pc:docMk/>
            <pc:sldMk cId="1962279143" sldId="1592"/>
            <ac:spMk id="112" creationId="{D2C0AE1C-0118-41AE-8A10-7CDCBF10E96F}"/>
          </ac:spMkLst>
        </pc:spChg>
        <pc:spChg chg="add del">
          <ac:chgData name="Mr. Sumit Sharma" userId="S::sumitsharma.cse@niet.co.in::0287a0e3-d7f5-4815-a5d5-4670a436bb9e" providerId="AD" clId="Web-{B7206FBC-3717-F983-ED3D-838EF64C2D4E}" dt="2023-09-02T10:05:04.415" v="81"/>
          <ac:spMkLst>
            <pc:docMk/>
            <pc:sldMk cId="1962279143" sldId="1592"/>
            <ac:spMk id="120" creationId="{B50AB553-2A96-4A92-96F2-93548E096954}"/>
          </ac:spMkLst>
        </pc:spChg>
        <pc:spChg chg="add">
          <ac:chgData name="Mr. Sumit Sharma" userId="S::sumitsharma.cse@niet.co.in::0287a0e3-d7f5-4815-a5d5-4670a436bb9e" providerId="AD" clId="Web-{B7206FBC-3717-F983-ED3D-838EF64C2D4E}" dt="2023-09-02T10:05:04.462" v="82"/>
          <ac:spMkLst>
            <pc:docMk/>
            <pc:sldMk cId="1962279143" sldId="1592"/>
            <ac:spMk id="122" creationId="{B50AB553-2A96-4A92-96F2-93548E096954}"/>
          </ac:spMkLst>
        </pc:spChg>
        <pc:graphicFrameChg chg="add del">
          <ac:chgData name="Mr. Sumit Sharma" userId="S::sumitsharma.cse@niet.co.in::0287a0e3-d7f5-4815-a5d5-4670a436bb9e" providerId="AD" clId="Web-{B7206FBC-3717-F983-ED3D-838EF64C2D4E}" dt="2023-09-02T10:03:56.382" v="68"/>
          <ac:graphicFrameMkLst>
            <pc:docMk/>
            <pc:sldMk cId="1962279143" sldId="1592"/>
            <ac:graphicFrameMk id="99" creationId="{63BE53A6-09EE-068E-26C5-722FA76DCF6D}"/>
          </ac:graphicFrameMkLst>
        </pc:graphicFrameChg>
        <pc:graphicFrameChg chg="add del">
          <ac:chgData name="Mr. Sumit Sharma" userId="S::sumitsharma.cse@niet.co.in::0287a0e3-d7f5-4815-a5d5-4670a436bb9e" providerId="AD" clId="Web-{B7206FBC-3717-F983-ED3D-838EF64C2D4E}" dt="2023-09-02T10:03:59.773" v="70"/>
          <ac:graphicFrameMkLst>
            <pc:docMk/>
            <pc:sldMk cId="1962279143" sldId="1592"/>
            <ac:graphicFrameMk id="113" creationId="{D794FC97-3070-32CB-802C-3781989ABC24}"/>
          </ac:graphicFrameMkLst>
        </pc:graphicFrameChg>
        <pc:graphicFrameChg chg="add mod modGraphic">
          <ac:chgData name="Mr. Sumit Sharma" userId="S::sumitsharma.cse@niet.co.in::0287a0e3-d7f5-4815-a5d5-4670a436bb9e" providerId="AD" clId="Web-{B7206FBC-3717-F983-ED3D-838EF64C2D4E}" dt="2023-09-02T10:05:04.462" v="82"/>
          <ac:graphicFrameMkLst>
            <pc:docMk/>
            <pc:sldMk cId="1962279143" sldId="1592"/>
            <ac:graphicFrameMk id="115" creationId="{5E7B02D7-812F-8FB5-ACDD-4128603C06A6}"/>
          </ac:graphicFrameMkLst>
        </pc:graphicFrameChg>
        <pc:picChg chg="add mod">
          <ac:chgData name="Mr. Sumit Sharma" userId="S::sumitsharma.cse@niet.co.in::0287a0e3-d7f5-4815-a5d5-4670a436bb9e" providerId="AD" clId="Web-{B7206FBC-3717-F983-ED3D-838EF64C2D4E}" dt="2023-09-02T10:05:04.462" v="82"/>
          <ac:picMkLst>
            <pc:docMk/>
            <pc:sldMk cId="1962279143" sldId="1592"/>
            <ac:picMk id="100" creationId="{BDBED482-911F-537F-5D62-98F4E2E96787}"/>
          </ac:picMkLst>
        </pc:picChg>
        <pc:cxnChg chg="add del">
          <ac:chgData name="Mr. Sumit Sharma" userId="S::sumitsharma.cse@niet.co.in::0287a0e3-d7f5-4815-a5d5-4670a436bb9e" providerId="AD" clId="Web-{B7206FBC-3717-F983-ED3D-838EF64C2D4E}" dt="2023-09-02T10:03:56.382" v="68"/>
          <ac:cxnSpMkLst>
            <pc:docMk/>
            <pc:sldMk cId="1962279143" sldId="1592"/>
            <ac:cxnSpMk id="105" creationId="{EE504C98-6397-41C1-A8D8-2D9C4ED307E0}"/>
          </ac:cxnSpMkLst>
        </pc:cxnChg>
      </pc:sldChg>
    </pc:docChg>
  </pc:docChgLst>
  <pc:docChgLst>
    <pc:chgData name="Mr. Sumit Sharma" userId="S::sumitsharma.cse@niet.co.in::0287a0e3-d7f5-4815-a5d5-4670a436bb9e" providerId="AD" clId="Web-{6B0B12BF-768C-BCA1-41EE-748C06158B21}"/>
    <pc:docChg chg="modSld">
      <pc:chgData name="Mr. Sumit Sharma" userId="S::sumitsharma.cse@niet.co.in::0287a0e3-d7f5-4815-a5d5-4670a436bb9e" providerId="AD" clId="Web-{6B0B12BF-768C-BCA1-41EE-748C06158B21}" dt="2023-10-09T06:56:18.316" v="84" actId="14100"/>
      <pc:docMkLst>
        <pc:docMk/>
      </pc:docMkLst>
      <pc:sldChg chg="modSp">
        <pc:chgData name="Mr. Sumit Sharma" userId="S::sumitsharma.cse@niet.co.in::0287a0e3-d7f5-4815-a5d5-4670a436bb9e" providerId="AD" clId="Web-{6B0B12BF-768C-BCA1-41EE-748C06158B21}" dt="2023-10-09T06:56:18.316" v="84" actId="14100"/>
        <pc:sldMkLst>
          <pc:docMk/>
          <pc:sldMk cId="3790317566" sldId="332"/>
        </pc:sldMkLst>
        <pc:spChg chg="mod">
          <ac:chgData name="Mr. Sumit Sharma" userId="S::sumitsharma.cse@niet.co.in::0287a0e3-d7f5-4815-a5d5-4670a436bb9e" providerId="AD" clId="Web-{6B0B12BF-768C-BCA1-41EE-748C06158B21}" dt="2023-10-09T06:56:18.316" v="84" actId="14100"/>
          <ac:spMkLst>
            <pc:docMk/>
            <pc:sldMk cId="3790317566" sldId="332"/>
            <ac:spMk id="3"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C5DFA9-ABC3-45C0-9AED-59AD22D454E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E7300D4-C6C6-4FE6-B85A-C36EEC490CE9}">
      <dgm:prSet/>
      <dgm:spPr/>
      <dgm:t>
        <a:bodyPr/>
        <a:lstStyle/>
        <a:p>
          <a:r>
            <a:rPr lang="en-US"/>
            <a:t>Programming Skills, </a:t>
          </a:r>
        </a:p>
      </dgm:t>
    </dgm:pt>
    <dgm:pt modelId="{85FDBDC8-DD3D-47BD-9E25-054FD0311A9F}" type="parTrans" cxnId="{B461D1D8-426E-4A49-B763-0F74CB2B49DB}">
      <dgm:prSet/>
      <dgm:spPr/>
      <dgm:t>
        <a:bodyPr/>
        <a:lstStyle/>
        <a:p>
          <a:endParaRPr lang="en-US"/>
        </a:p>
      </dgm:t>
    </dgm:pt>
    <dgm:pt modelId="{6E9B61CB-0BAA-4510-9720-D26DD44E7A63}" type="sibTrans" cxnId="{B461D1D8-426E-4A49-B763-0F74CB2B49DB}">
      <dgm:prSet/>
      <dgm:spPr/>
      <dgm:t>
        <a:bodyPr/>
        <a:lstStyle/>
        <a:p>
          <a:endParaRPr lang="en-US"/>
        </a:p>
      </dgm:t>
    </dgm:pt>
    <dgm:pt modelId="{1EB2BA83-759E-4258-A3A9-61BA3CC35EED}">
      <dgm:prSet/>
      <dgm:spPr/>
      <dgm:t>
        <a:bodyPr/>
        <a:lstStyle/>
        <a:p>
          <a:r>
            <a:rPr lang="en-US"/>
            <a:t>Data Structures, </a:t>
          </a:r>
        </a:p>
      </dgm:t>
    </dgm:pt>
    <dgm:pt modelId="{C5C97493-806B-4641-8FF9-5310677E677F}" type="parTrans" cxnId="{5DB907FF-DEBF-484C-B9FB-313937D24BA1}">
      <dgm:prSet/>
      <dgm:spPr/>
      <dgm:t>
        <a:bodyPr/>
        <a:lstStyle/>
        <a:p>
          <a:endParaRPr lang="en-US"/>
        </a:p>
      </dgm:t>
    </dgm:pt>
    <dgm:pt modelId="{BBED9162-9A60-4513-A769-5DCECFD635C0}" type="sibTrans" cxnId="{5DB907FF-DEBF-484C-B9FB-313937D24BA1}">
      <dgm:prSet/>
      <dgm:spPr/>
      <dgm:t>
        <a:bodyPr/>
        <a:lstStyle/>
        <a:p>
          <a:endParaRPr lang="en-US"/>
        </a:p>
      </dgm:t>
    </dgm:pt>
    <dgm:pt modelId="{A7F54C2D-DC2C-44F2-A4EC-BF692EBA8F59}">
      <dgm:prSet/>
      <dgm:spPr/>
      <dgm:t>
        <a:bodyPr/>
        <a:lstStyle/>
        <a:p>
          <a:r>
            <a:rPr lang="en-US"/>
            <a:t>Algorithms, </a:t>
          </a:r>
        </a:p>
      </dgm:t>
    </dgm:pt>
    <dgm:pt modelId="{AC6AC76D-66BA-4488-8327-3D59721003B2}" type="parTrans" cxnId="{306F2BAD-7DBE-4D28-B3DA-5CE6A1CC1B4F}">
      <dgm:prSet/>
      <dgm:spPr/>
      <dgm:t>
        <a:bodyPr/>
        <a:lstStyle/>
        <a:p>
          <a:endParaRPr lang="en-US"/>
        </a:p>
      </dgm:t>
    </dgm:pt>
    <dgm:pt modelId="{ECB8018D-143B-4888-90BF-ADA81571C7A9}" type="sibTrans" cxnId="{306F2BAD-7DBE-4D28-B3DA-5CE6A1CC1B4F}">
      <dgm:prSet/>
      <dgm:spPr/>
      <dgm:t>
        <a:bodyPr/>
        <a:lstStyle/>
        <a:p>
          <a:endParaRPr lang="en-US"/>
        </a:p>
      </dgm:t>
    </dgm:pt>
    <dgm:pt modelId="{E69C75EE-F567-408F-8322-385C5CA6627D}">
      <dgm:prSet/>
      <dgm:spPr/>
      <dgm:t>
        <a:bodyPr/>
        <a:lstStyle/>
        <a:p>
          <a:r>
            <a:rPr lang="en-US"/>
            <a:t>Probability and Statistics, </a:t>
          </a:r>
        </a:p>
      </dgm:t>
    </dgm:pt>
    <dgm:pt modelId="{490F5F0B-E13F-43F2-A69E-CE4BBB235925}" type="parTrans" cxnId="{02BA9FBF-21DC-4C35-8E11-DFE58812C17C}">
      <dgm:prSet/>
      <dgm:spPr/>
      <dgm:t>
        <a:bodyPr/>
        <a:lstStyle/>
        <a:p>
          <a:endParaRPr lang="en-US"/>
        </a:p>
      </dgm:t>
    </dgm:pt>
    <dgm:pt modelId="{E4AC6E53-A7F6-45EF-B939-4879C6DBA24D}" type="sibTrans" cxnId="{02BA9FBF-21DC-4C35-8E11-DFE58812C17C}">
      <dgm:prSet/>
      <dgm:spPr/>
      <dgm:t>
        <a:bodyPr/>
        <a:lstStyle/>
        <a:p>
          <a:endParaRPr lang="en-US"/>
        </a:p>
      </dgm:t>
    </dgm:pt>
    <dgm:pt modelId="{F12AA9DC-334D-47AA-8C34-C93948D55C50}">
      <dgm:prSet/>
      <dgm:spPr/>
      <dgm:t>
        <a:bodyPr/>
        <a:lstStyle/>
        <a:p>
          <a:r>
            <a:rPr lang="en-US"/>
            <a:t>Machine Learning.</a:t>
          </a:r>
        </a:p>
      </dgm:t>
    </dgm:pt>
    <dgm:pt modelId="{82D2CD77-3E49-4173-9D77-4430FBDADE97}" type="parTrans" cxnId="{1216A3FF-6CF2-431D-9672-49E718DECFBD}">
      <dgm:prSet/>
      <dgm:spPr/>
      <dgm:t>
        <a:bodyPr/>
        <a:lstStyle/>
        <a:p>
          <a:endParaRPr lang="en-US"/>
        </a:p>
      </dgm:t>
    </dgm:pt>
    <dgm:pt modelId="{94BD0838-7895-4176-9F2D-BDE7644023CE}" type="sibTrans" cxnId="{1216A3FF-6CF2-431D-9672-49E718DECFBD}">
      <dgm:prSet/>
      <dgm:spPr/>
      <dgm:t>
        <a:bodyPr/>
        <a:lstStyle/>
        <a:p>
          <a:endParaRPr lang="en-US"/>
        </a:p>
      </dgm:t>
    </dgm:pt>
    <dgm:pt modelId="{409D0585-E901-4C3F-89D4-BCBAA8E35A83}" type="pres">
      <dgm:prSet presAssocID="{70C5DFA9-ABC3-45C0-9AED-59AD22D454ED}" presName="linear" presStyleCnt="0">
        <dgm:presLayoutVars>
          <dgm:animLvl val="lvl"/>
          <dgm:resizeHandles val="exact"/>
        </dgm:presLayoutVars>
      </dgm:prSet>
      <dgm:spPr/>
    </dgm:pt>
    <dgm:pt modelId="{B7094B42-DE61-4013-A691-8BC7A1058ADF}" type="pres">
      <dgm:prSet presAssocID="{5E7300D4-C6C6-4FE6-B85A-C36EEC490CE9}" presName="parentText" presStyleLbl="node1" presStyleIdx="0" presStyleCnt="5">
        <dgm:presLayoutVars>
          <dgm:chMax val="0"/>
          <dgm:bulletEnabled val="1"/>
        </dgm:presLayoutVars>
      </dgm:prSet>
      <dgm:spPr/>
    </dgm:pt>
    <dgm:pt modelId="{2789E6BB-9E49-44BD-B75F-08439103197B}" type="pres">
      <dgm:prSet presAssocID="{6E9B61CB-0BAA-4510-9720-D26DD44E7A63}" presName="spacer" presStyleCnt="0"/>
      <dgm:spPr/>
    </dgm:pt>
    <dgm:pt modelId="{0D726924-1EF3-46AD-A2F0-649908CFB024}" type="pres">
      <dgm:prSet presAssocID="{1EB2BA83-759E-4258-A3A9-61BA3CC35EED}" presName="parentText" presStyleLbl="node1" presStyleIdx="1" presStyleCnt="5">
        <dgm:presLayoutVars>
          <dgm:chMax val="0"/>
          <dgm:bulletEnabled val="1"/>
        </dgm:presLayoutVars>
      </dgm:prSet>
      <dgm:spPr/>
    </dgm:pt>
    <dgm:pt modelId="{267C93AD-6609-4C5B-BBA4-C31E29081629}" type="pres">
      <dgm:prSet presAssocID="{BBED9162-9A60-4513-A769-5DCECFD635C0}" presName="spacer" presStyleCnt="0"/>
      <dgm:spPr/>
    </dgm:pt>
    <dgm:pt modelId="{083E6DF9-FF45-474B-B9B1-C36D0BCB4DAE}" type="pres">
      <dgm:prSet presAssocID="{A7F54C2D-DC2C-44F2-A4EC-BF692EBA8F59}" presName="parentText" presStyleLbl="node1" presStyleIdx="2" presStyleCnt="5">
        <dgm:presLayoutVars>
          <dgm:chMax val="0"/>
          <dgm:bulletEnabled val="1"/>
        </dgm:presLayoutVars>
      </dgm:prSet>
      <dgm:spPr/>
    </dgm:pt>
    <dgm:pt modelId="{92BB54E9-80B3-4F7B-BEE5-CB34F884F0F7}" type="pres">
      <dgm:prSet presAssocID="{ECB8018D-143B-4888-90BF-ADA81571C7A9}" presName="spacer" presStyleCnt="0"/>
      <dgm:spPr/>
    </dgm:pt>
    <dgm:pt modelId="{A639AE38-BDEB-4C8E-B0E9-03E676AF7926}" type="pres">
      <dgm:prSet presAssocID="{E69C75EE-F567-408F-8322-385C5CA6627D}" presName="parentText" presStyleLbl="node1" presStyleIdx="3" presStyleCnt="5">
        <dgm:presLayoutVars>
          <dgm:chMax val="0"/>
          <dgm:bulletEnabled val="1"/>
        </dgm:presLayoutVars>
      </dgm:prSet>
      <dgm:spPr/>
    </dgm:pt>
    <dgm:pt modelId="{7C762EF1-AEE1-4719-BB82-9E8D0B603651}" type="pres">
      <dgm:prSet presAssocID="{E4AC6E53-A7F6-45EF-B939-4879C6DBA24D}" presName="spacer" presStyleCnt="0"/>
      <dgm:spPr/>
    </dgm:pt>
    <dgm:pt modelId="{1EC13922-A5FD-459A-BC53-B96D19311172}" type="pres">
      <dgm:prSet presAssocID="{F12AA9DC-334D-47AA-8C34-C93948D55C50}" presName="parentText" presStyleLbl="node1" presStyleIdx="4" presStyleCnt="5">
        <dgm:presLayoutVars>
          <dgm:chMax val="0"/>
          <dgm:bulletEnabled val="1"/>
        </dgm:presLayoutVars>
      </dgm:prSet>
      <dgm:spPr/>
    </dgm:pt>
  </dgm:ptLst>
  <dgm:cxnLst>
    <dgm:cxn modelId="{1B759346-B9FA-461A-9DC7-7F80EFDB2A46}" type="presOf" srcId="{F12AA9DC-334D-47AA-8C34-C93948D55C50}" destId="{1EC13922-A5FD-459A-BC53-B96D19311172}" srcOrd="0" destOrd="0" presId="urn:microsoft.com/office/officeart/2005/8/layout/vList2"/>
    <dgm:cxn modelId="{3FB6696E-9C5E-4053-BC71-E360A50CC319}" type="presOf" srcId="{A7F54C2D-DC2C-44F2-A4EC-BF692EBA8F59}" destId="{083E6DF9-FF45-474B-B9B1-C36D0BCB4DAE}" srcOrd="0" destOrd="0" presId="urn:microsoft.com/office/officeart/2005/8/layout/vList2"/>
    <dgm:cxn modelId="{3ADF15AB-7ED9-4264-B7E6-B66F9894CF2A}" type="presOf" srcId="{1EB2BA83-759E-4258-A3A9-61BA3CC35EED}" destId="{0D726924-1EF3-46AD-A2F0-649908CFB024}" srcOrd="0" destOrd="0" presId="urn:microsoft.com/office/officeart/2005/8/layout/vList2"/>
    <dgm:cxn modelId="{306F2BAD-7DBE-4D28-B3DA-5CE6A1CC1B4F}" srcId="{70C5DFA9-ABC3-45C0-9AED-59AD22D454ED}" destId="{A7F54C2D-DC2C-44F2-A4EC-BF692EBA8F59}" srcOrd="2" destOrd="0" parTransId="{AC6AC76D-66BA-4488-8327-3D59721003B2}" sibTransId="{ECB8018D-143B-4888-90BF-ADA81571C7A9}"/>
    <dgm:cxn modelId="{02BA9FBF-21DC-4C35-8E11-DFE58812C17C}" srcId="{70C5DFA9-ABC3-45C0-9AED-59AD22D454ED}" destId="{E69C75EE-F567-408F-8322-385C5CA6627D}" srcOrd="3" destOrd="0" parTransId="{490F5F0B-E13F-43F2-A69E-CE4BBB235925}" sibTransId="{E4AC6E53-A7F6-45EF-B939-4879C6DBA24D}"/>
    <dgm:cxn modelId="{4C2F11C7-A5F2-4EA7-840E-7EAD4573CF94}" type="presOf" srcId="{5E7300D4-C6C6-4FE6-B85A-C36EEC490CE9}" destId="{B7094B42-DE61-4013-A691-8BC7A1058ADF}" srcOrd="0" destOrd="0" presId="urn:microsoft.com/office/officeart/2005/8/layout/vList2"/>
    <dgm:cxn modelId="{B461D1D8-426E-4A49-B763-0F74CB2B49DB}" srcId="{70C5DFA9-ABC3-45C0-9AED-59AD22D454ED}" destId="{5E7300D4-C6C6-4FE6-B85A-C36EEC490CE9}" srcOrd="0" destOrd="0" parTransId="{85FDBDC8-DD3D-47BD-9E25-054FD0311A9F}" sibTransId="{6E9B61CB-0BAA-4510-9720-D26DD44E7A63}"/>
    <dgm:cxn modelId="{F18FDEE9-5B08-4D0B-932D-770C7116F7A6}" type="presOf" srcId="{70C5DFA9-ABC3-45C0-9AED-59AD22D454ED}" destId="{409D0585-E901-4C3F-89D4-BCBAA8E35A83}" srcOrd="0" destOrd="0" presId="urn:microsoft.com/office/officeart/2005/8/layout/vList2"/>
    <dgm:cxn modelId="{6F64FAF2-A944-41A0-8BE1-ABC0F6407A90}" type="presOf" srcId="{E69C75EE-F567-408F-8322-385C5CA6627D}" destId="{A639AE38-BDEB-4C8E-B0E9-03E676AF7926}" srcOrd="0" destOrd="0" presId="urn:microsoft.com/office/officeart/2005/8/layout/vList2"/>
    <dgm:cxn modelId="{5DB907FF-DEBF-484C-B9FB-313937D24BA1}" srcId="{70C5DFA9-ABC3-45C0-9AED-59AD22D454ED}" destId="{1EB2BA83-759E-4258-A3A9-61BA3CC35EED}" srcOrd="1" destOrd="0" parTransId="{C5C97493-806B-4641-8FF9-5310677E677F}" sibTransId="{BBED9162-9A60-4513-A769-5DCECFD635C0}"/>
    <dgm:cxn modelId="{1216A3FF-6CF2-431D-9672-49E718DECFBD}" srcId="{70C5DFA9-ABC3-45C0-9AED-59AD22D454ED}" destId="{F12AA9DC-334D-47AA-8C34-C93948D55C50}" srcOrd="4" destOrd="0" parTransId="{82D2CD77-3E49-4173-9D77-4430FBDADE97}" sibTransId="{94BD0838-7895-4176-9F2D-BDE7644023CE}"/>
    <dgm:cxn modelId="{90537085-4C00-4316-9736-C928E8E14888}" type="presParOf" srcId="{409D0585-E901-4C3F-89D4-BCBAA8E35A83}" destId="{B7094B42-DE61-4013-A691-8BC7A1058ADF}" srcOrd="0" destOrd="0" presId="urn:microsoft.com/office/officeart/2005/8/layout/vList2"/>
    <dgm:cxn modelId="{E503B1D4-9074-4232-BC98-91FB42FBA403}" type="presParOf" srcId="{409D0585-E901-4C3F-89D4-BCBAA8E35A83}" destId="{2789E6BB-9E49-44BD-B75F-08439103197B}" srcOrd="1" destOrd="0" presId="urn:microsoft.com/office/officeart/2005/8/layout/vList2"/>
    <dgm:cxn modelId="{E80E2AE9-D00D-4CAA-914A-33421114BF7E}" type="presParOf" srcId="{409D0585-E901-4C3F-89D4-BCBAA8E35A83}" destId="{0D726924-1EF3-46AD-A2F0-649908CFB024}" srcOrd="2" destOrd="0" presId="urn:microsoft.com/office/officeart/2005/8/layout/vList2"/>
    <dgm:cxn modelId="{79653562-BDEB-4C4F-A9AD-6BB3CF9F5C91}" type="presParOf" srcId="{409D0585-E901-4C3F-89D4-BCBAA8E35A83}" destId="{267C93AD-6609-4C5B-BBA4-C31E29081629}" srcOrd="3" destOrd="0" presId="urn:microsoft.com/office/officeart/2005/8/layout/vList2"/>
    <dgm:cxn modelId="{31345C0A-E806-46B7-BCFA-72527C6B518C}" type="presParOf" srcId="{409D0585-E901-4C3F-89D4-BCBAA8E35A83}" destId="{083E6DF9-FF45-474B-B9B1-C36D0BCB4DAE}" srcOrd="4" destOrd="0" presId="urn:microsoft.com/office/officeart/2005/8/layout/vList2"/>
    <dgm:cxn modelId="{2CB45950-D0EE-42C6-BBAA-6D28780B5F38}" type="presParOf" srcId="{409D0585-E901-4C3F-89D4-BCBAA8E35A83}" destId="{92BB54E9-80B3-4F7B-BEE5-CB34F884F0F7}" srcOrd="5" destOrd="0" presId="urn:microsoft.com/office/officeart/2005/8/layout/vList2"/>
    <dgm:cxn modelId="{AE93A50C-E051-4883-B77A-2325C7B73BFB}" type="presParOf" srcId="{409D0585-E901-4C3F-89D4-BCBAA8E35A83}" destId="{A639AE38-BDEB-4C8E-B0E9-03E676AF7926}" srcOrd="6" destOrd="0" presId="urn:microsoft.com/office/officeart/2005/8/layout/vList2"/>
    <dgm:cxn modelId="{3A4A8D49-F88B-4099-B0E9-3D96AD4CCBF5}" type="presParOf" srcId="{409D0585-E901-4C3F-89D4-BCBAA8E35A83}" destId="{7C762EF1-AEE1-4719-BB82-9E8D0B603651}" srcOrd="7" destOrd="0" presId="urn:microsoft.com/office/officeart/2005/8/layout/vList2"/>
    <dgm:cxn modelId="{8102CD98-65EA-4DD8-9090-3B03B5449001}" type="presParOf" srcId="{409D0585-E901-4C3F-89D4-BCBAA8E35A83}" destId="{1EC13922-A5FD-459A-BC53-B96D19311172}"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rtl="0"/>
          <a:r>
            <a:rPr lang="en-IN" dirty="0">
              <a:solidFill>
                <a:srgbClr val="000000"/>
              </a:solidFill>
            </a:rPr>
            <a:t>Text </a:t>
          </a:r>
          <a:r>
            <a:rPr lang="en-IN" dirty="0">
              <a:solidFill>
                <a:srgbClr val="000000"/>
              </a:solidFill>
              <a:latin typeface="Calibri"/>
            </a:rPr>
            <a:t>classification in Natural Language Processing (NLP) </a:t>
          </a:r>
          <a:r>
            <a:rPr lang="en-IN" dirty="0">
              <a:solidFill>
                <a:srgbClr val="000000"/>
              </a:solidFill>
            </a:rPr>
            <a:t>is the process of </a:t>
          </a:r>
          <a:r>
            <a:rPr lang="en-IN" dirty="0">
              <a:solidFill>
                <a:srgbClr val="000000"/>
              </a:solidFill>
              <a:latin typeface="Calibri"/>
            </a:rPr>
            <a:t>assigning predefined categories or labels </a:t>
          </a:r>
          <a:r>
            <a:rPr lang="en-IN" dirty="0">
              <a:solidFill>
                <a:srgbClr val="000000"/>
              </a:solidFill>
            </a:rPr>
            <a:t>to text </a:t>
          </a:r>
          <a:r>
            <a:rPr lang="en-IN" dirty="0">
              <a:solidFill>
                <a:srgbClr val="000000"/>
              </a:solidFill>
              <a:latin typeface="Calibri"/>
            </a:rPr>
            <a:t>documents based on their content</a:t>
          </a:r>
          <a:r>
            <a:rPr lang="en-IN" dirty="0">
              <a:solidFill>
                <a:srgbClr val="000000"/>
              </a:solidFill>
            </a:rPr>
            <a:t>. </a:t>
          </a:r>
          <a:endParaRPr lang="en-US" dirty="0">
            <a:latin typeface="Calibri"/>
          </a:endParaRP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6AE84386-AFE4-497E-A8F6-833A92F91B9A}">
      <dgm:prSet phldr="0"/>
      <dgm:spPr/>
      <dgm:t>
        <a:bodyPr/>
        <a:lstStyle/>
        <a:p>
          <a:r>
            <a:rPr lang="en-IN" dirty="0">
              <a:solidFill>
                <a:srgbClr val="000000"/>
              </a:solidFill>
              <a:latin typeface="Calibri"/>
            </a:rPr>
            <a:t>The goal of text classification is </a:t>
          </a:r>
          <a:r>
            <a:rPr lang="en-IN" dirty="0">
              <a:solidFill>
                <a:srgbClr val="000000"/>
              </a:solidFill>
            </a:rPr>
            <a:t>to </a:t>
          </a:r>
          <a:r>
            <a:rPr lang="en-IN" dirty="0">
              <a:solidFill>
                <a:srgbClr val="000000"/>
              </a:solidFill>
              <a:latin typeface="Calibri"/>
            </a:rPr>
            <a:t>automatically categorize and organize large volumes </a:t>
          </a:r>
          <a:r>
            <a:rPr lang="en-IN" dirty="0">
              <a:solidFill>
                <a:srgbClr val="000000"/>
              </a:solidFill>
            </a:rPr>
            <a:t>of text </a:t>
          </a:r>
          <a:r>
            <a:rPr lang="en-IN" dirty="0">
              <a:solidFill>
                <a:srgbClr val="000000"/>
              </a:solidFill>
              <a:latin typeface="Calibri"/>
            </a:rPr>
            <a:t>data into relevant classes or categories</a:t>
          </a:r>
          <a:r>
            <a:rPr lang="en-IN" dirty="0">
              <a:solidFill>
                <a:srgbClr val="000000"/>
              </a:solidFill>
            </a:rPr>
            <a:t>.</a:t>
          </a:r>
          <a:endParaRPr lang="en-US" dirty="0">
            <a:latin typeface="Calibri"/>
          </a:endParaRPr>
        </a:p>
      </dgm:t>
    </dgm:pt>
    <dgm:pt modelId="{EE2CBDDC-25C4-4563-915C-9606B71CA135}" type="parTrans" cxnId="{31A082F2-0CF3-4E44-806A-F055700F8200}">
      <dgm:prSet/>
      <dgm:spPr/>
    </dgm:pt>
    <dgm:pt modelId="{5183EB77-249B-46D3-8E37-D96E8934ED89}" type="sibTrans" cxnId="{31A082F2-0CF3-4E44-806A-F055700F8200}">
      <dgm:prSet/>
      <dgm:spPr/>
    </dgm:pt>
    <dgm:pt modelId="{FB4F211E-C1D1-471D-9232-37858E7B90B0}">
      <dgm:prSet phldr="0"/>
      <dgm:spPr/>
      <dgm:t>
        <a:bodyPr/>
        <a:lstStyle/>
        <a:p>
          <a:pPr rtl="0"/>
          <a:r>
            <a:rPr lang="en-IN" dirty="0">
              <a:solidFill>
                <a:srgbClr val="000000"/>
              </a:solidFill>
              <a:latin typeface="Calibri"/>
            </a:rPr>
            <a:t>Text classification is essential in various NLP applications, where the goal is to automatically organize, categorize, or make predictions about text data. </a:t>
          </a:r>
          <a:endParaRPr lang="en-IN" dirty="0">
            <a:latin typeface="Calibri"/>
          </a:endParaRPr>
        </a:p>
      </dgm:t>
    </dgm:pt>
    <dgm:pt modelId="{114EC5F1-3C05-4686-8A13-C89F9F66221A}" type="parTrans" cxnId="{5D5176D3-93D5-4011-8F29-3A208A43C5B9}">
      <dgm:prSet/>
      <dgm:spPr/>
    </dgm:pt>
    <dgm:pt modelId="{9013C733-284C-4EFD-AADB-729BD321C0EB}" type="sibTrans" cxnId="{5D5176D3-93D5-4011-8F29-3A208A43C5B9}">
      <dgm:prSet/>
      <dgm:spPr/>
    </dgm:pt>
    <dgm:pt modelId="{5232A3CF-BE63-4108-9F92-96EC89C6D314}">
      <dgm:prSet phldr="0"/>
      <dgm:spPr/>
      <dgm:t>
        <a:bodyPr/>
        <a:lstStyle/>
        <a:p>
          <a:pPr algn="l" rtl="0"/>
          <a:r>
            <a:rPr lang="en-IN" dirty="0">
              <a:latin typeface="Calibri"/>
            </a:rPr>
            <a:t>Text classification techniques typically involve machine learning models, such as Naive Bayes, Support Vector Machines (SVM), or deep learning models like Convolutional Neural Networks (CNNs) and Recurrent Neural Networks (RNNs). </a:t>
          </a:r>
        </a:p>
      </dgm:t>
    </dgm:pt>
    <dgm:pt modelId="{99D9F52F-F915-460D-9FBC-C95751D88801}" type="parTrans" cxnId="{F5906287-CC76-4320-B915-89D55DC5C996}">
      <dgm:prSet/>
      <dgm:spPr/>
    </dgm:pt>
    <dgm:pt modelId="{E524CC41-792A-4D0B-AAA3-A7E19459FF29}" type="sibTrans" cxnId="{F5906287-CC76-4320-B915-89D55DC5C996}">
      <dgm:prSet/>
      <dgm:spPr/>
    </dgm:pt>
    <dgm:pt modelId="{9C6B1892-FF61-4250-B327-27EF4709B255}">
      <dgm:prSet phldr="0"/>
      <dgm:spPr/>
      <dgm:t>
        <a:bodyPr/>
        <a:lstStyle/>
        <a:p>
          <a:pPr rtl="0"/>
          <a:r>
            <a:rPr lang="en-IN" dirty="0">
              <a:latin typeface="Calibri"/>
            </a:rPr>
            <a:t>These models are trained on labeled data, and their performance is evaluated using metrics like accuracy etc.</a:t>
          </a:r>
          <a:endParaRPr lang="en-US" dirty="0"/>
        </a:p>
      </dgm:t>
    </dgm:pt>
    <dgm:pt modelId="{5118FA62-3678-4D4B-8125-3A2C0123C405}" type="parTrans" cxnId="{19DB7B52-2175-4CDE-AAF0-9A490FABAECD}">
      <dgm:prSet/>
      <dgm:spPr/>
    </dgm:pt>
    <dgm:pt modelId="{27F483AA-5BD9-4D76-8537-390AEC877B89}" type="sibTrans" cxnId="{19DB7B52-2175-4CDE-AAF0-9A490FABAECD}">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5">
        <dgm:presLayoutVars>
          <dgm:chMax val="0"/>
          <dgm:bulletEnabled val="1"/>
        </dgm:presLayoutVars>
      </dgm:prSet>
      <dgm:spPr/>
    </dgm:pt>
    <dgm:pt modelId="{F264D744-F380-4575-98BF-C71E19AA3B6F}" type="pres">
      <dgm:prSet presAssocID="{22F22127-0EFB-47E7-991D-546FE985192A}" presName="spacer" presStyleCnt="0"/>
      <dgm:spPr/>
    </dgm:pt>
    <dgm:pt modelId="{13FC52EF-B92F-4038-A333-1744F630869A}" type="pres">
      <dgm:prSet presAssocID="{FB4F211E-C1D1-471D-9232-37858E7B90B0}" presName="parentText" presStyleLbl="node1" presStyleIdx="1" presStyleCnt="5">
        <dgm:presLayoutVars>
          <dgm:chMax val="0"/>
          <dgm:bulletEnabled val="1"/>
        </dgm:presLayoutVars>
      </dgm:prSet>
      <dgm:spPr/>
    </dgm:pt>
    <dgm:pt modelId="{F91E6EFC-7DBD-44BC-B8B4-1FB79454FAE8}" type="pres">
      <dgm:prSet presAssocID="{9013C733-284C-4EFD-AADB-729BD321C0EB}" presName="spacer" presStyleCnt="0"/>
      <dgm:spPr/>
    </dgm:pt>
    <dgm:pt modelId="{DAEB816C-E3D4-441A-823F-5DCE9F667429}" type="pres">
      <dgm:prSet presAssocID="{6AE84386-AFE4-497E-A8F6-833A92F91B9A}" presName="parentText" presStyleLbl="node1" presStyleIdx="2" presStyleCnt="5">
        <dgm:presLayoutVars>
          <dgm:chMax val="0"/>
          <dgm:bulletEnabled val="1"/>
        </dgm:presLayoutVars>
      </dgm:prSet>
      <dgm:spPr/>
    </dgm:pt>
    <dgm:pt modelId="{EF773467-E93E-4341-A0D8-C9860C8165E4}" type="pres">
      <dgm:prSet presAssocID="{5183EB77-249B-46D3-8E37-D96E8934ED89}" presName="spacer" presStyleCnt="0"/>
      <dgm:spPr/>
    </dgm:pt>
    <dgm:pt modelId="{41EDFD11-B236-4443-A6DD-B5B96CEB5427}" type="pres">
      <dgm:prSet presAssocID="{5232A3CF-BE63-4108-9F92-96EC89C6D314}" presName="parentText" presStyleLbl="node1" presStyleIdx="3" presStyleCnt="5">
        <dgm:presLayoutVars>
          <dgm:chMax val="0"/>
          <dgm:bulletEnabled val="1"/>
        </dgm:presLayoutVars>
      </dgm:prSet>
      <dgm:spPr/>
    </dgm:pt>
    <dgm:pt modelId="{4EF88324-CB93-4663-878F-451DB60C0E52}" type="pres">
      <dgm:prSet presAssocID="{E524CC41-792A-4D0B-AAA3-A7E19459FF29}" presName="spacer" presStyleCnt="0"/>
      <dgm:spPr/>
    </dgm:pt>
    <dgm:pt modelId="{9B2EFF1B-9D9B-42BA-A0A5-3E4E9813E7BA}" type="pres">
      <dgm:prSet presAssocID="{9C6B1892-FF61-4250-B327-27EF4709B255}" presName="parentText" presStyleLbl="node1" presStyleIdx="4" presStyleCnt="5">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FCEDB738-6315-4170-972E-EFA6B2C123FE}" type="presOf" srcId="{49BD279B-5107-4DEA-BC07-123CC51F30E9}" destId="{09F7F36D-C0E7-40B5-8537-A50273CE2246}" srcOrd="0" destOrd="0" presId="urn:microsoft.com/office/officeart/2005/8/layout/vList2"/>
    <dgm:cxn modelId="{F4B03B5C-F8DD-4BB0-AAA1-796AFAE4CE68}" type="presOf" srcId="{FB4F211E-C1D1-471D-9232-37858E7B90B0}" destId="{13FC52EF-B92F-4038-A333-1744F630869A}" srcOrd="0" destOrd="0" presId="urn:microsoft.com/office/officeart/2005/8/layout/vList2"/>
    <dgm:cxn modelId="{8268624C-AC69-496F-B5A0-CF372D1ED4D2}" type="presOf" srcId="{6AE84386-AFE4-497E-A8F6-833A92F91B9A}" destId="{DAEB816C-E3D4-441A-823F-5DCE9F667429}" srcOrd="0" destOrd="0" presId="urn:microsoft.com/office/officeart/2005/8/layout/vList2"/>
    <dgm:cxn modelId="{19DB7B52-2175-4CDE-AAF0-9A490FABAECD}" srcId="{38CAF228-C70E-43C4-B248-C2DCC42C6A87}" destId="{9C6B1892-FF61-4250-B327-27EF4709B255}" srcOrd="4" destOrd="0" parTransId="{5118FA62-3678-4D4B-8125-3A2C0123C405}" sibTransId="{27F483AA-5BD9-4D76-8537-390AEC877B89}"/>
    <dgm:cxn modelId="{CC5C8555-5572-4973-8860-95185691434C}" type="presOf" srcId="{5232A3CF-BE63-4108-9F92-96EC89C6D314}" destId="{41EDFD11-B236-4443-A6DD-B5B96CEB5427}" srcOrd="0" destOrd="0" presId="urn:microsoft.com/office/officeart/2005/8/layout/vList2"/>
    <dgm:cxn modelId="{F5906287-CC76-4320-B915-89D55DC5C996}" srcId="{38CAF228-C70E-43C4-B248-C2DCC42C6A87}" destId="{5232A3CF-BE63-4108-9F92-96EC89C6D314}" srcOrd="3" destOrd="0" parTransId="{99D9F52F-F915-460D-9FBC-C95751D88801}" sibTransId="{E524CC41-792A-4D0B-AAA3-A7E19459FF29}"/>
    <dgm:cxn modelId="{5D5176D3-93D5-4011-8F29-3A208A43C5B9}" srcId="{38CAF228-C70E-43C4-B248-C2DCC42C6A87}" destId="{FB4F211E-C1D1-471D-9232-37858E7B90B0}" srcOrd="1" destOrd="0" parTransId="{114EC5F1-3C05-4686-8A13-C89F9F66221A}" sibTransId="{9013C733-284C-4EFD-AADB-729BD321C0EB}"/>
    <dgm:cxn modelId="{C9D998E1-C341-4A62-9C41-487D344279D4}" type="presOf" srcId="{9C6B1892-FF61-4250-B327-27EF4709B255}" destId="{9B2EFF1B-9D9B-42BA-A0A5-3E4E9813E7BA}"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31A082F2-0CF3-4E44-806A-F055700F8200}" srcId="{38CAF228-C70E-43C4-B248-C2DCC42C6A87}" destId="{6AE84386-AFE4-497E-A8F6-833A92F91B9A}" srcOrd="2" destOrd="0" parTransId="{EE2CBDDC-25C4-4563-915C-9606B71CA135}" sibTransId="{5183EB77-249B-46D3-8E37-D96E8934ED89}"/>
    <dgm:cxn modelId="{88424198-D05F-46EA-8980-ED3A1C9EAF6B}" type="presParOf" srcId="{33A8B12B-FEFF-4A4B-988E-2E0A309885BA}" destId="{09F7F36D-C0E7-40B5-8537-A50273CE2246}" srcOrd="0" destOrd="0" presId="urn:microsoft.com/office/officeart/2005/8/layout/vList2"/>
    <dgm:cxn modelId="{77399168-CBD7-4967-8A4D-57E36C382C8A}" type="presParOf" srcId="{33A8B12B-FEFF-4A4B-988E-2E0A309885BA}" destId="{F264D744-F380-4575-98BF-C71E19AA3B6F}" srcOrd="1" destOrd="0" presId="urn:microsoft.com/office/officeart/2005/8/layout/vList2"/>
    <dgm:cxn modelId="{348768C9-EC3B-4318-8234-EF21575D0318}" type="presParOf" srcId="{33A8B12B-FEFF-4A4B-988E-2E0A309885BA}" destId="{13FC52EF-B92F-4038-A333-1744F630869A}" srcOrd="2" destOrd="0" presId="urn:microsoft.com/office/officeart/2005/8/layout/vList2"/>
    <dgm:cxn modelId="{2B706AEA-BD4B-4800-8C45-618A900B2C58}" type="presParOf" srcId="{33A8B12B-FEFF-4A4B-988E-2E0A309885BA}" destId="{F91E6EFC-7DBD-44BC-B8B4-1FB79454FAE8}" srcOrd="3" destOrd="0" presId="urn:microsoft.com/office/officeart/2005/8/layout/vList2"/>
    <dgm:cxn modelId="{ED9FBC42-8D60-4045-A353-402BED19DCD2}" type="presParOf" srcId="{33A8B12B-FEFF-4A4B-988E-2E0A309885BA}" destId="{DAEB816C-E3D4-441A-823F-5DCE9F667429}" srcOrd="4" destOrd="0" presId="urn:microsoft.com/office/officeart/2005/8/layout/vList2"/>
    <dgm:cxn modelId="{9590E31E-424F-4E4A-9A16-B9BAECDD64E9}" type="presParOf" srcId="{33A8B12B-FEFF-4A4B-988E-2E0A309885BA}" destId="{EF773467-E93E-4341-A0D8-C9860C8165E4}" srcOrd="5" destOrd="0" presId="urn:microsoft.com/office/officeart/2005/8/layout/vList2"/>
    <dgm:cxn modelId="{55F9A348-CB9A-4072-8CAA-576B5F1911EB}" type="presParOf" srcId="{33A8B12B-FEFF-4A4B-988E-2E0A309885BA}" destId="{41EDFD11-B236-4443-A6DD-B5B96CEB5427}" srcOrd="6" destOrd="0" presId="urn:microsoft.com/office/officeart/2005/8/layout/vList2"/>
    <dgm:cxn modelId="{FAD7F126-B27A-4B7B-A397-6A040CD1741B}" type="presParOf" srcId="{33A8B12B-FEFF-4A4B-988E-2E0A309885BA}" destId="{4EF88324-CB93-4663-878F-451DB60C0E52}" srcOrd="7" destOrd="0" presId="urn:microsoft.com/office/officeart/2005/8/layout/vList2"/>
    <dgm:cxn modelId="{CD136793-117D-426D-A1CF-92EA8424B803}" type="presParOf" srcId="{33A8B12B-FEFF-4A4B-988E-2E0A309885BA}" destId="{9B2EFF1B-9D9B-42BA-A0A5-3E4E9813E7BA}"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algn="l"/>
          <a:r>
            <a:rPr lang="en-IN" b="1" dirty="0">
              <a:latin typeface="Calibri"/>
            </a:rPr>
            <a:t>Data Preparation:</a:t>
          </a:r>
          <a:r>
            <a:rPr lang="en-IN" dirty="0">
              <a:latin typeface="Calibri"/>
            </a:rPr>
            <a:t> Gathering and preprocessing the text data, which may include tasks like cleaning, tokenization, removing </a:t>
          </a:r>
          <a:r>
            <a:rPr lang="en-IN" dirty="0" err="1">
              <a:latin typeface="Calibri"/>
            </a:rPr>
            <a:t>stopwords</a:t>
          </a:r>
          <a:r>
            <a:rPr lang="en-IN" dirty="0">
              <a:latin typeface="Calibri"/>
            </a:rPr>
            <a:t>, and stemming or lemmatization.</a:t>
          </a: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67B9F499-22A8-493B-A204-2EDC6B3D62BD}">
      <dgm:prSet phldr="0"/>
      <dgm:spPr/>
      <dgm:t>
        <a:bodyPr/>
        <a:lstStyle/>
        <a:p>
          <a:pPr algn="l"/>
          <a:r>
            <a:rPr lang="en-IN" b="1" dirty="0">
              <a:latin typeface="Calibri"/>
            </a:rPr>
            <a:t>Feature Extraction:</a:t>
          </a:r>
          <a:r>
            <a:rPr lang="en-IN" b="0" dirty="0">
              <a:latin typeface="Calibri"/>
            </a:rPr>
            <a:t> Converting text data into numerical features that machine learning models can understand. Common techniques include TF-IDF (Term Frequency-Inverse Document Frequency) and word embeddings.</a:t>
          </a:r>
        </a:p>
      </dgm:t>
    </dgm:pt>
    <dgm:pt modelId="{07730BED-FD46-45E4-9A80-BECE46FBBBEB}" type="parTrans" cxnId="{910BB639-DECB-415D-99FA-FD868CD60BAB}">
      <dgm:prSet/>
      <dgm:spPr/>
    </dgm:pt>
    <dgm:pt modelId="{F6612922-F4A9-4A12-BEC3-1B1EF7D31B31}" type="sibTrans" cxnId="{910BB639-DECB-415D-99FA-FD868CD60BAB}">
      <dgm:prSet/>
      <dgm:spPr/>
    </dgm:pt>
    <dgm:pt modelId="{93024F02-B093-45C2-BCDF-6BD8F4BBA3E1}">
      <dgm:prSet phldr="0"/>
      <dgm:spPr/>
      <dgm:t>
        <a:bodyPr/>
        <a:lstStyle/>
        <a:p>
          <a:pPr algn="l"/>
          <a:r>
            <a:rPr lang="en-IN" b="1" dirty="0">
              <a:latin typeface="Calibri"/>
            </a:rPr>
            <a:t>Labeling:</a:t>
          </a:r>
          <a:r>
            <a:rPr lang="en-IN" b="0" dirty="0">
              <a:latin typeface="Calibri"/>
            </a:rPr>
            <a:t> Assigning labels or categories to the training data. This data should include examples of text documents with known categories.</a:t>
          </a:r>
        </a:p>
      </dgm:t>
    </dgm:pt>
    <dgm:pt modelId="{85F77FEF-85BA-4933-9E4D-1FB1397E2DEF}" type="parTrans" cxnId="{2A3B9241-2491-41A1-A884-9079AB9EEBDC}">
      <dgm:prSet/>
      <dgm:spPr/>
    </dgm:pt>
    <dgm:pt modelId="{B5A5A239-111B-4BA3-B30C-3F3873077E57}" type="sibTrans" cxnId="{2A3B9241-2491-41A1-A884-9079AB9EEBDC}">
      <dgm:prSet/>
      <dgm:spPr/>
    </dgm:pt>
    <dgm:pt modelId="{95713200-09D6-4F26-BA04-5059FBD98F12}">
      <dgm:prSet phldr="0"/>
      <dgm:spPr/>
      <dgm:t>
        <a:bodyPr/>
        <a:lstStyle/>
        <a:p>
          <a:pPr algn="l"/>
          <a:r>
            <a:rPr lang="en-IN" b="1" dirty="0">
              <a:latin typeface="Calibri"/>
            </a:rPr>
            <a:t>Model Deployment:</a:t>
          </a:r>
          <a:r>
            <a:rPr lang="en-IN" b="0" dirty="0">
              <a:latin typeface="Calibri"/>
            </a:rPr>
            <a:t> Once a text classification model performs well on test data, it can be deployed to make predictions on new, </a:t>
          </a:r>
          <a:r>
            <a:rPr lang="en-IN" b="0" dirty="0" err="1">
              <a:latin typeface="Calibri"/>
            </a:rPr>
            <a:t>unlabeled</a:t>
          </a:r>
          <a:r>
            <a:rPr lang="en-IN" b="0" dirty="0">
              <a:latin typeface="Calibri"/>
            </a:rPr>
            <a:t> text documents.</a:t>
          </a:r>
        </a:p>
      </dgm:t>
    </dgm:pt>
    <dgm:pt modelId="{C7E6D79C-2E07-4B24-BDE6-F7A27610AC2F}" type="parTrans" cxnId="{2621570C-E89E-445C-B065-610FFD19AE0B}">
      <dgm:prSet/>
      <dgm:spPr/>
    </dgm:pt>
    <dgm:pt modelId="{717EB6B1-736B-41B0-8E04-16597CF56D21}" type="sibTrans" cxnId="{2621570C-E89E-445C-B065-610FFD19AE0B}">
      <dgm:prSet/>
      <dgm:spPr/>
    </dgm:pt>
    <dgm:pt modelId="{C2528918-CA1B-4FB3-A04D-E785FB1F0DE9}">
      <dgm:prSet phldr="0"/>
      <dgm:spPr/>
      <dgm:t>
        <a:bodyPr/>
        <a:lstStyle/>
        <a:p>
          <a:pPr algn="l"/>
          <a:r>
            <a:rPr lang="en-IN" b="1" dirty="0">
              <a:latin typeface="Calibri"/>
            </a:rPr>
            <a:t>Model Training:</a:t>
          </a:r>
          <a:r>
            <a:rPr lang="en-IN" b="0" dirty="0">
              <a:latin typeface="Calibri"/>
            </a:rPr>
            <a:t> Using machine learning algorithms or deep learning models to train a classifier on the </a:t>
          </a:r>
          <a:r>
            <a:rPr lang="en-IN" b="0" dirty="0" err="1">
              <a:latin typeface="Calibri"/>
            </a:rPr>
            <a:t>labeled</a:t>
          </a:r>
          <a:r>
            <a:rPr lang="en-IN" b="0" dirty="0">
              <a:latin typeface="Calibri"/>
            </a:rPr>
            <a:t> training data. Common algorithms used for text classification include Naive Bayes, Support Vector Machines (SVM), and deep learning architectures like Convolutional Neural Networks (CNNs) and Recurrent Neural Networks (RNNs).</a:t>
          </a:r>
        </a:p>
      </dgm:t>
    </dgm:pt>
    <dgm:pt modelId="{27139B97-4B3B-4A3E-876C-22CD8CAD9745}" type="parTrans" cxnId="{CB2DA3C7-FDDA-4C3E-A97D-0AE5BD88C818}">
      <dgm:prSet/>
      <dgm:spPr/>
    </dgm:pt>
    <dgm:pt modelId="{4E6F6CAC-B8CE-4EDA-AAF7-B0B263CC5765}" type="sibTrans" cxnId="{CB2DA3C7-FDDA-4C3E-A97D-0AE5BD88C818}">
      <dgm:prSet/>
      <dgm:spPr/>
    </dgm:pt>
    <dgm:pt modelId="{45AD6A24-4818-4F37-AA6E-67389FECE865}">
      <dgm:prSet phldr="0"/>
      <dgm:spPr/>
      <dgm:t>
        <a:bodyPr/>
        <a:lstStyle/>
        <a:p>
          <a:pPr algn="l"/>
          <a:r>
            <a:rPr lang="en-IN" b="1" dirty="0">
              <a:latin typeface="Calibri"/>
            </a:rPr>
            <a:t>Model Evaluation:</a:t>
          </a:r>
          <a:r>
            <a:rPr lang="en-IN" b="0" dirty="0">
              <a:latin typeface="Calibri"/>
            </a:rPr>
            <a:t> Assessing the performance of the text classifier on a separate set of </a:t>
          </a:r>
          <a:r>
            <a:rPr lang="en-IN" b="0" dirty="0" err="1">
              <a:latin typeface="Calibri"/>
            </a:rPr>
            <a:t>labeled</a:t>
          </a:r>
          <a:r>
            <a:rPr lang="en-IN" b="0" dirty="0">
              <a:latin typeface="Calibri"/>
            </a:rPr>
            <a:t> test data. Common evaluation metrics include accuracy, precision, recall, F1 score, and confusion matrices.</a:t>
          </a:r>
          <a:endParaRPr lang="en-IN" dirty="0"/>
        </a:p>
      </dgm:t>
    </dgm:pt>
    <dgm:pt modelId="{301B0C61-7C5C-4110-8080-01E863EFDCDE}" type="parTrans" cxnId="{C8EC466A-D61C-45D0-AFDD-ECAB56255F8F}">
      <dgm:prSet/>
      <dgm:spPr/>
    </dgm:pt>
    <dgm:pt modelId="{0392F80F-91B6-4872-9DCB-779810FE2FB9}" type="sibTrans" cxnId="{C8EC466A-D61C-45D0-AFDD-ECAB56255F8F}">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6">
        <dgm:presLayoutVars>
          <dgm:chMax val="0"/>
          <dgm:bulletEnabled val="1"/>
        </dgm:presLayoutVars>
      </dgm:prSet>
      <dgm:spPr/>
    </dgm:pt>
    <dgm:pt modelId="{A6CB63A5-B12F-4632-A0FF-4E580A2699BE}" type="pres">
      <dgm:prSet presAssocID="{22F22127-0EFB-47E7-991D-546FE985192A}" presName="spacer" presStyleCnt="0"/>
      <dgm:spPr/>
    </dgm:pt>
    <dgm:pt modelId="{FBBEA05D-EA53-42FD-84FD-452A98749DC6}" type="pres">
      <dgm:prSet presAssocID="{67B9F499-22A8-493B-A204-2EDC6B3D62BD}" presName="parentText" presStyleLbl="node1" presStyleIdx="1" presStyleCnt="6">
        <dgm:presLayoutVars>
          <dgm:chMax val="0"/>
          <dgm:bulletEnabled val="1"/>
        </dgm:presLayoutVars>
      </dgm:prSet>
      <dgm:spPr/>
    </dgm:pt>
    <dgm:pt modelId="{72E1AFE6-38C1-4FA5-9B78-E1E474BE99B3}" type="pres">
      <dgm:prSet presAssocID="{F6612922-F4A9-4A12-BEC3-1B1EF7D31B31}" presName="spacer" presStyleCnt="0"/>
      <dgm:spPr/>
    </dgm:pt>
    <dgm:pt modelId="{F4771F2F-64AF-4512-B399-6C2405009C52}" type="pres">
      <dgm:prSet presAssocID="{93024F02-B093-45C2-BCDF-6BD8F4BBA3E1}" presName="parentText" presStyleLbl="node1" presStyleIdx="2" presStyleCnt="6">
        <dgm:presLayoutVars>
          <dgm:chMax val="0"/>
          <dgm:bulletEnabled val="1"/>
        </dgm:presLayoutVars>
      </dgm:prSet>
      <dgm:spPr/>
    </dgm:pt>
    <dgm:pt modelId="{2C5F62DF-1D38-4A5B-BAD0-CEDDBA216A80}" type="pres">
      <dgm:prSet presAssocID="{B5A5A239-111B-4BA3-B30C-3F3873077E57}" presName="spacer" presStyleCnt="0"/>
      <dgm:spPr/>
    </dgm:pt>
    <dgm:pt modelId="{6F7E710C-522C-48BA-A4F7-A7E3F393FB2A}" type="pres">
      <dgm:prSet presAssocID="{C2528918-CA1B-4FB3-A04D-E785FB1F0DE9}" presName="parentText" presStyleLbl="node1" presStyleIdx="3" presStyleCnt="6">
        <dgm:presLayoutVars>
          <dgm:chMax val="0"/>
          <dgm:bulletEnabled val="1"/>
        </dgm:presLayoutVars>
      </dgm:prSet>
      <dgm:spPr/>
    </dgm:pt>
    <dgm:pt modelId="{50DD981A-9208-4E01-9034-EDD578D9C760}" type="pres">
      <dgm:prSet presAssocID="{4E6F6CAC-B8CE-4EDA-AAF7-B0B263CC5765}" presName="spacer" presStyleCnt="0"/>
      <dgm:spPr/>
    </dgm:pt>
    <dgm:pt modelId="{1209E00B-D4E8-4683-91EA-1092BE407D05}" type="pres">
      <dgm:prSet presAssocID="{45AD6A24-4818-4F37-AA6E-67389FECE865}" presName="parentText" presStyleLbl="node1" presStyleIdx="4" presStyleCnt="6">
        <dgm:presLayoutVars>
          <dgm:chMax val="0"/>
          <dgm:bulletEnabled val="1"/>
        </dgm:presLayoutVars>
      </dgm:prSet>
      <dgm:spPr/>
    </dgm:pt>
    <dgm:pt modelId="{2D860749-9BDD-4046-9B82-C065903065F4}" type="pres">
      <dgm:prSet presAssocID="{0392F80F-91B6-4872-9DCB-779810FE2FB9}" presName="spacer" presStyleCnt="0"/>
      <dgm:spPr/>
    </dgm:pt>
    <dgm:pt modelId="{A59CE44B-82E4-45F0-91C1-8AA082D71046}" type="pres">
      <dgm:prSet presAssocID="{95713200-09D6-4F26-BA04-5059FBD98F12}" presName="parentText" presStyleLbl="node1" presStyleIdx="5" presStyleCnt="6">
        <dgm:presLayoutVars>
          <dgm:chMax val="0"/>
          <dgm:bulletEnabled val="1"/>
        </dgm:presLayoutVars>
      </dgm:prSet>
      <dgm:spPr/>
    </dgm:pt>
  </dgm:ptLst>
  <dgm:cxnLst>
    <dgm:cxn modelId="{8D218307-AE90-4E3A-9CD8-FFE994DE154E}" type="presOf" srcId="{45AD6A24-4818-4F37-AA6E-67389FECE865}" destId="{1209E00B-D4E8-4683-91EA-1092BE407D05}" srcOrd="0" destOrd="0" presId="urn:microsoft.com/office/officeart/2005/8/layout/vList2"/>
    <dgm:cxn modelId="{930A160B-6E3F-4EFE-8EA8-D9FC80B42B87}" type="presOf" srcId="{49BD279B-5107-4DEA-BC07-123CC51F30E9}" destId="{09F7F36D-C0E7-40B5-8537-A50273CE2246}" srcOrd="0" destOrd="0" presId="urn:microsoft.com/office/officeart/2005/8/layout/vList2"/>
    <dgm:cxn modelId="{2621570C-E89E-445C-B065-610FFD19AE0B}" srcId="{38CAF228-C70E-43C4-B248-C2DCC42C6A87}" destId="{95713200-09D6-4F26-BA04-5059FBD98F12}" srcOrd="5" destOrd="0" parTransId="{C7E6D79C-2E07-4B24-BDE6-F7A27610AC2F}" sibTransId="{717EB6B1-736B-41B0-8E04-16597CF56D21}"/>
    <dgm:cxn modelId="{5D561A0D-B873-416C-A868-90DCA863E698}" srcId="{38CAF228-C70E-43C4-B248-C2DCC42C6A87}" destId="{49BD279B-5107-4DEA-BC07-123CC51F30E9}" srcOrd="0" destOrd="0" parTransId="{13C22562-716F-4D3C-8425-030582DE48BE}" sibTransId="{22F22127-0EFB-47E7-991D-546FE985192A}"/>
    <dgm:cxn modelId="{910BB639-DECB-415D-99FA-FD868CD60BAB}" srcId="{38CAF228-C70E-43C4-B248-C2DCC42C6A87}" destId="{67B9F499-22A8-493B-A204-2EDC6B3D62BD}" srcOrd="1" destOrd="0" parTransId="{07730BED-FD46-45E4-9A80-BECE46FBBBEB}" sibTransId="{F6612922-F4A9-4A12-BEC3-1B1EF7D31B31}"/>
    <dgm:cxn modelId="{AAB8B95D-9402-441E-89E3-1BEA5054D1F8}" type="presOf" srcId="{95713200-09D6-4F26-BA04-5059FBD98F12}" destId="{A59CE44B-82E4-45F0-91C1-8AA082D71046}" srcOrd="0" destOrd="0" presId="urn:microsoft.com/office/officeart/2005/8/layout/vList2"/>
    <dgm:cxn modelId="{2A3B9241-2491-41A1-A884-9079AB9EEBDC}" srcId="{38CAF228-C70E-43C4-B248-C2DCC42C6A87}" destId="{93024F02-B093-45C2-BCDF-6BD8F4BBA3E1}" srcOrd="2" destOrd="0" parTransId="{85F77FEF-85BA-4933-9E4D-1FB1397E2DEF}" sibTransId="{B5A5A239-111B-4BA3-B30C-3F3873077E57}"/>
    <dgm:cxn modelId="{0574FD48-38B0-4A77-A2E0-D5D1D0B3F949}" type="presOf" srcId="{C2528918-CA1B-4FB3-A04D-E785FB1F0DE9}" destId="{6F7E710C-522C-48BA-A4F7-A7E3F393FB2A}" srcOrd="0" destOrd="0" presId="urn:microsoft.com/office/officeart/2005/8/layout/vList2"/>
    <dgm:cxn modelId="{C8EC466A-D61C-45D0-AFDD-ECAB56255F8F}" srcId="{38CAF228-C70E-43C4-B248-C2DCC42C6A87}" destId="{45AD6A24-4818-4F37-AA6E-67389FECE865}" srcOrd="4" destOrd="0" parTransId="{301B0C61-7C5C-4110-8080-01E863EFDCDE}" sibTransId="{0392F80F-91B6-4872-9DCB-779810FE2FB9}"/>
    <dgm:cxn modelId="{374F5879-FB49-402C-8620-9FAD3EB3E766}" type="presOf" srcId="{93024F02-B093-45C2-BCDF-6BD8F4BBA3E1}" destId="{F4771F2F-64AF-4512-B399-6C2405009C52}" srcOrd="0" destOrd="0" presId="urn:microsoft.com/office/officeart/2005/8/layout/vList2"/>
    <dgm:cxn modelId="{42D5E6C4-A048-4220-96A5-9A32DFE776C9}" type="presOf" srcId="{67B9F499-22A8-493B-A204-2EDC6B3D62BD}" destId="{FBBEA05D-EA53-42FD-84FD-452A98749DC6}" srcOrd="0" destOrd="0" presId="urn:microsoft.com/office/officeart/2005/8/layout/vList2"/>
    <dgm:cxn modelId="{CB2DA3C7-FDDA-4C3E-A97D-0AE5BD88C818}" srcId="{38CAF228-C70E-43C4-B248-C2DCC42C6A87}" destId="{C2528918-CA1B-4FB3-A04D-E785FB1F0DE9}" srcOrd="3" destOrd="0" parTransId="{27139B97-4B3B-4A3E-876C-22CD8CAD9745}" sibTransId="{4E6F6CAC-B8CE-4EDA-AAF7-B0B263CC5765}"/>
    <dgm:cxn modelId="{C2B42FE5-1F02-4DCD-A335-C7C120C6B5D0}" type="presOf" srcId="{38CAF228-C70E-43C4-B248-C2DCC42C6A87}" destId="{33A8B12B-FEFF-4A4B-988E-2E0A309885BA}" srcOrd="0" destOrd="0" presId="urn:microsoft.com/office/officeart/2005/8/layout/vList2"/>
    <dgm:cxn modelId="{B72AE1B3-59FA-465D-826D-D857A906CB25}" type="presParOf" srcId="{33A8B12B-FEFF-4A4B-988E-2E0A309885BA}" destId="{09F7F36D-C0E7-40B5-8537-A50273CE2246}" srcOrd="0" destOrd="0" presId="urn:microsoft.com/office/officeart/2005/8/layout/vList2"/>
    <dgm:cxn modelId="{56412F3E-16FF-47BD-9884-C43BADCA8163}" type="presParOf" srcId="{33A8B12B-FEFF-4A4B-988E-2E0A309885BA}" destId="{A6CB63A5-B12F-4632-A0FF-4E580A2699BE}" srcOrd="1" destOrd="0" presId="urn:microsoft.com/office/officeart/2005/8/layout/vList2"/>
    <dgm:cxn modelId="{7B33E12D-1D46-4DE4-9F82-F3D1361CD8FE}" type="presParOf" srcId="{33A8B12B-FEFF-4A4B-988E-2E0A309885BA}" destId="{FBBEA05D-EA53-42FD-84FD-452A98749DC6}" srcOrd="2" destOrd="0" presId="urn:microsoft.com/office/officeart/2005/8/layout/vList2"/>
    <dgm:cxn modelId="{57CA7ED7-DC53-4C1F-9117-3977F05D6A37}" type="presParOf" srcId="{33A8B12B-FEFF-4A4B-988E-2E0A309885BA}" destId="{72E1AFE6-38C1-4FA5-9B78-E1E474BE99B3}" srcOrd="3" destOrd="0" presId="urn:microsoft.com/office/officeart/2005/8/layout/vList2"/>
    <dgm:cxn modelId="{E72EAFC1-E6D3-4733-8AFA-0AC9760E159F}" type="presParOf" srcId="{33A8B12B-FEFF-4A4B-988E-2E0A309885BA}" destId="{F4771F2F-64AF-4512-B399-6C2405009C52}" srcOrd="4" destOrd="0" presId="urn:microsoft.com/office/officeart/2005/8/layout/vList2"/>
    <dgm:cxn modelId="{A7533A20-2A27-49A4-92C4-D492BB907348}" type="presParOf" srcId="{33A8B12B-FEFF-4A4B-988E-2E0A309885BA}" destId="{2C5F62DF-1D38-4A5B-BAD0-CEDDBA216A80}" srcOrd="5" destOrd="0" presId="urn:microsoft.com/office/officeart/2005/8/layout/vList2"/>
    <dgm:cxn modelId="{60BB1E98-336D-478C-9076-39E59E98F95F}" type="presParOf" srcId="{33A8B12B-FEFF-4A4B-988E-2E0A309885BA}" destId="{6F7E710C-522C-48BA-A4F7-A7E3F393FB2A}" srcOrd="6" destOrd="0" presId="urn:microsoft.com/office/officeart/2005/8/layout/vList2"/>
    <dgm:cxn modelId="{B7BCA0CE-CDA8-48DA-8558-DFDF2D8A0645}" type="presParOf" srcId="{33A8B12B-FEFF-4A4B-988E-2E0A309885BA}" destId="{50DD981A-9208-4E01-9034-EDD578D9C760}" srcOrd="7" destOrd="0" presId="urn:microsoft.com/office/officeart/2005/8/layout/vList2"/>
    <dgm:cxn modelId="{EBD8E328-A7DC-488A-920C-2C5BCB23D9C8}" type="presParOf" srcId="{33A8B12B-FEFF-4A4B-988E-2E0A309885BA}" destId="{1209E00B-D4E8-4683-91EA-1092BE407D05}" srcOrd="8" destOrd="0" presId="urn:microsoft.com/office/officeart/2005/8/layout/vList2"/>
    <dgm:cxn modelId="{BC7A8698-704A-4B45-8D10-4BC4AD8AD9A4}" type="presParOf" srcId="{33A8B12B-FEFF-4A4B-988E-2E0A309885BA}" destId="{2D860749-9BDD-4046-9B82-C065903065F4}" srcOrd="9" destOrd="0" presId="urn:microsoft.com/office/officeart/2005/8/layout/vList2"/>
    <dgm:cxn modelId="{8D10A92A-2137-473D-AD4C-78014EC2BFA7}" type="presParOf" srcId="{33A8B12B-FEFF-4A4B-988E-2E0A309885BA}" destId="{A59CE44B-82E4-45F0-91C1-8AA082D71046}"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67B9F499-22A8-493B-A204-2EDC6B3D62BD}">
      <dgm:prSet phldr="0"/>
      <dgm:spPr/>
      <dgm:t>
        <a:bodyPr/>
        <a:lstStyle/>
        <a:p>
          <a:pPr algn="l"/>
          <a:r>
            <a:rPr lang="en-IN" b="1" dirty="0">
              <a:latin typeface="Calibri"/>
            </a:rPr>
            <a:t>Sentiment Analysis: </a:t>
          </a:r>
          <a:r>
            <a:rPr lang="en-IN" b="0" dirty="0">
              <a:latin typeface="Calibri"/>
            </a:rPr>
            <a:t>Sentiment analysis, also known as opinion mining, involves classifying text documents, such as product reviews or social media posts, into categories representing sentiment, such as positive, negative, or neutral. It is widely used for understanding public opinion and customer feedback.</a:t>
          </a:r>
        </a:p>
      </dgm:t>
    </dgm:pt>
    <dgm:pt modelId="{07730BED-FD46-45E4-9A80-BECE46FBBBEB}" type="parTrans" cxnId="{910BB639-DECB-415D-99FA-FD868CD60BAB}">
      <dgm:prSet/>
      <dgm:spPr/>
    </dgm:pt>
    <dgm:pt modelId="{F6612922-F4A9-4A12-BEC3-1B1EF7D31B31}" type="sibTrans" cxnId="{910BB639-DECB-415D-99FA-FD868CD60BAB}">
      <dgm:prSet/>
      <dgm:spPr/>
    </dgm:pt>
    <dgm:pt modelId="{95713200-09D6-4F26-BA04-5059FBD98F12}">
      <dgm:prSet phldr="0"/>
      <dgm:spPr/>
      <dgm:t>
        <a:bodyPr/>
        <a:lstStyle/>
        <a:p>
          <a:pPr algn="l"/>
          <a:r>
            <a:rPr lang="en-IN" b="1" dirty="0">
              <a:latin typeface="Calibri"/>
            </a:rPr>
            <a:t>Language Identification:</a:t>
          </a:r>
          <a:r>
            <a:rPr lang="en-IN" b="0" dirty="0">
              <a:latin typeface="Calibri"/>
            </a:rPr>
            <a:t> Language identification is the process of determining the language of a text document, which is essential for handling multilingual content and routing it to the appropriate processing pipelines.</a:t>
          </a:r>
        </a:p>
      </dgm:t>
    </dgm:pt>
    <dgm:pt modelId="{C7E6D79C-2E07-4B24-BDE6-F7A27610AC2F}" type="parTrans" cxnId="{2621570C-E89E-445C-B065-610FFD19AE0B}">
      <dgm:prSet/>
      <dgm:spPr/>
    </dgm:pt>
    <dgm:pt modelId="{717EB6B1-736B-41B0-8E04-16597CF56D21}" type="sibTrans" cxnId="{2621570C-E89E-445C-B065-610FFD19AE0B}">
      <dgm:prSet/>
      <dgm:spPr/>
    </dgm:pt>
    <dgm:pt modelId="{8AC32DD2-97C6-4098-B043-6164135538E9}">
      <dgm:prSet phldr="0"/>
      <dgm:spPr/>
      <dgm:t>
        <a:bodyPr/>
        <a:lstStyle/>
        <a:p>
          <a:pPr algn="l"/>
          <a:r>
            <a:rPr lang="en-IN" b="1" dirty="0">
              <a:latin typeface="Calibri"/>
            </a:rPr>
            <a:t>Topic Classification:</a:t>
          </a:r>
          <a:r>
            <a:rPr lang="en-IN" b="0" dirty="0">
              <a:latin typeface="Calibri"/>
            </a:rPr>
            <a:t> Topic classification categorizes text documents into predefined topics or themes. It is used for organizing news articles, blog posts, or research papers into specific categories, making it easier to access relevant content.</a:t>
          </a:r>
        </a:p>
      </dgm:t>
    </dgm:pt>
    <dgm:pt modelId="{DA8C236C-94A1-42EB-B855-6CF1B9EFBF1D}" type="parTrans" cxnId="{7CC19176-3C4D-4561-8A1A-7DF08002DD3B}">
      <dgm:prSet/>
      <dgm:spPr/>
    </dgm:pt>
    <dgm:pt modelId="{2FDB016E-FE3D-4479-AC5D-1D47CA87F3E6}" type="sibTrans" cxnId="{7CC19176-3C4D-4561-8A1A-7DF08002DD3B}">
      <dgm:prSet/>
      <dgm:spPr/>
    </dgm:pt>
    <dgm:pt modelId="{9B10B74E-D653-4C12-A303-482C958D908F}">
      <dgm:prSet phldr="0"/>
      <dgm:spPr/>
      <dgm:t>
        <a:bodyPr/>
        <a:lstStyle/>
        <a:p>
          <a:pPr algn="l"/>
          <a:r>
            <a:rPr lang="en-IN" b="1" dirty="0">
              <a:latin typeface="Calibri"/>
            </a:rPr>
            <a:t>Spam Detection:</a:t>
          </a:r>
          <a:r>
            <a:rPr lang="en-IN" b="0" dirty="0">
              <a:latin typeface="Calibri"/>
            </a:rPr>
            <a:t> Spam detection involves classifying emails or messages as spam (unwanted or malicious content) or not. It is a common application in email filtering and online communication platforms.</a:t>
          </a:r>
          <a:endParaRPr lang="en-US" b="1" dirty="0"/>
        </a:p>
      </dgm:t>
    </dgm:pt>
    <dgm:pt modelId="{F80CD63D-0532-4D0F-AD34-5CEEF318D897}" type="parTrans" cxnId="{B1218E19-3F11-46DA-A64B-3ECAFF7106DA}">
      <dgm:prSet/>
      <dgm:spPr/>
    </dgm:pt>
    <dgm:pt modelId="{ECF1CAA9-2A46-43FC-912B-0D90FC8E39A7}" type="sibTrans" cxnId="{B1218E19-3F11-46DA-A64B-3ECAFF7106DA}">
      <dgm:prSet/>
      <dgm:spPr/>
    </dgm:pt>
    <dgm:pt modelId="{933CE9A2-2AC4-4DAC-AFC1-109C2E32DC26}">
      <dgm:prSet phldr="0"/>
      <dgm:spPr/>
      <dgm:t>
        <a:bodyPr/>
        <a:lstStyle/>
        <a:p>
          <a:pPr algn="l"/>
          <a:r>
            <a:rPr lang="en-IN" b="1" dirty="0">
              <a:latin typeface="Calibri"/>
            </a:rPr>
            <a:t>Intent Recognition:</a:t>
          </a:r>
          <a:r>
            <a:rPr lang="en-IN" b="0" dirty="0">
              <a:latin typeface="Calibri"/>
            </a:rPr>
            <a:t> In chatbots and virtual assistants, text classification is used to identify the intent behind user queries or requests. For example, understanding whether a user is asking for weather information, making a restaurant reservation, or seeking customer support.</a:t>
          </a:r>
        </a:p>
      </dgm:t>
    </dgm:pt>
    <dgm:pt modelId="{489CAA97-5730-45D2-BF78-22482356A7A4}" type="parTrans" cxnId="{2464A70E-750A-4103-A2F8-1D152B490180}">
      <dgm:prSet/>
      <dgm:spPr/>
    </dgm:pt>
    <dgm:pt modelId="{C0CE13E7-C44B-45CA-B4F7-CC2B62E87BA8}" type="sibTrans" cxnId="{2464A70E-750A-4103-A2F8-1D152B490180}">
      <dgm:prSet/>
      <dgm:spPr/>
    </dgm:pt>
    <dgm:pt modelId="{CB8ECE7F-9CBD-4613-B79A-3FDB07F1CA21}">
      <dgm:prSet phldr="0"/>
      <dgm:spPr/>
      <dgm:t>
        <a:bodyPr/>
        <a:lstStyle/>
        <a:p>
          <a:pPr algn="l"/>
          <a:r>
            <a:rPr lang="en-IN" b="1" dirty="0">
              <a:latin typeface="Calibri"/>
            </a:rPr>
            <a:t>Document Categorization:</a:t>
          </a:r>
          <a:r>
            <a:rPr lang="en-IN" b="0" dirty="0">
              <a:latin typeface="Calibri"/>
            </a:rPr>
            <a:t> Document categorization is the classification of documents into predefined classes or categories based on their content. It is commonly used in legal, scientific, and administrative domains to organize and retrieve documents efficiently.</a:t>
          </a:r>
        </a:p>
      </dgm:t>
    </dgm:pt>
    <dgm:pt modelId="{01D466D9-00AF-44A2-B54F-ADE5D458AAFF}" type="parTrans" cxnId="{2E974673-F060-4706-B5D8-15CDCC7E86BE}">
      <dgm:prSet/>
      <dgm:spPr/>
    </dgm:pt>
    <dgm:pt modelId="{B11DB7FD-9FA2-4559-9E82-4080E02EC7E7}" type="sibTrans" cxnId="{2E974673-F060-4706-B5D8-15CDCC7E86BE}">
      <dgm:prSet/>
      <dgm:spPr/>
    </dgm:pt>
    <dgm:pt modelId="{33A8B12B-FEFF-4A4B-988E-2E0A309885BA}" type="pres">
      <dgm:prSet presAssocID="{38CAF228-C70E-43C4-B248-C2DCC42C6A87}" presName="linear" presStyleCnt="0">
        <dgm:presLayoutVars>
          <dgm:animLvl val="lvl"/>
          <dgm:resizeHandles val="exact"/>
        </dgm:presLayoutVars>
      </dgm:prSet>
      <dgm:spPr/>
    </dgm:pt>
    <dgm:pt modelId="{FBBEA05D-EA53-42FD-84FD-452A98749DC6}" type="pres">
      <dgm:prSet presAssocID="{67B9F499-22A8-493B-A204-2EDC6B3D62BD}" presName="parentText" presStyleLbl="node1" presStyleIdx="0" presStyleCnt="6">
        <dgm:presLayoutVars>
          <dgm:chMax val="0"/>
          <dgm:bulletEnabled val="1"/>
        </dgm:presLayoutVars>
      </dgm:prSet>
      <dgm:spPr/>
    </dgm:pt>
    <dgm:pt modelId="{72E1AFE6-38C1-4FA5-9B78-E1E474BE99B3}" type="pres">
      <dgm:prSet presAssocID="{F6612922-F4A9-4A12-BEC3-1B1EF7D31B31}" presName="spacer" presStyleCnt="0"/>
      <dgm:spPr/>
    </dgm:pt>
    <dgm:pt modelId="{1B16337A-0373-4622-92FC-252982F348E1}" type="pres">
      <dgm:prSet presAssocID="{8AC32DD2-97C6-4098-B043-6164135538E9}" presName="parentText" presStyleLbl="node1" presStyleIdx="1" presStyleCnt="6">
        <dgm:presLayoutVars>
          <dgm:chMax val="0"/>
          <dgm:bulletEnabled val="1"/>
        </dgm:presLayoutVars>
      </dgm:prSet>
      <dgm:spPr/>
    </dgm:pt>
    <dgm:pt modelId="{DA717A86-0166-4650-B4E9-7AEA9E7E1FDB}" type="pres">
      <dgm:prSet presAssocID="{2FDB016E-FE3D-4479-AC5D-1D47CA87F3E6}" presName="spacer" presStyleCnt="0"/>
      <dgm:spPr/>
    </dgm:pt>
    <dgm:pt modelId="{38D56B30-BA32-4A26-A57E-E029015C2874}" type="pres">
      <dgm:prSet presAssocID="{9B10B74E-D653-4C12-A303-482C958D908F}" presName="parentText" presStyleLbl="node1" presStyleIdx="2" presStyleCnt="6">
        <dgm:presLayoutVars>
          <dgm:chMax val="0"/>
          <dgm:bulletEnabled val="1"/>
        </dgm:presLayoutVars>
      </dgm:prSet>
      <dgm:spPr/>
    </dgm:pt>
    <dgm:pt modelId="{80CCBC96-EE50-4AC5-B972-307FBCD486B2}" type="pres">
      <dgm:prSet presAssocID="{ECF1CAA9-2A46-43FC-912B-0D90FC8E39A7}" presName="spacer" presStyleCnt="0"/>
      <dgm:spPr/>
    </dgm:pt>
    <dgm:pt modelId="{A59CE44B-82E4-45F0-91C1-8AA082D71046}" type="pres">
      <dgm:prSet presAssocID="{95713200-09D6-4F26-BA04-5059FBD98F12}" presName="parentText" presStyleLbl="node1" presStyleIdx="3" presStyleCnt="6">
        <dgm:presLayoutVars>
          <dgm:chMax val="0"/>
          <dgm:bulletEnabled val="1"/>
        </dgm:presLayoutVars>
      </dgm:prSet>
      <dgm:spPr/>
    </dgm:pt>
    <dgm:pt modelId="{E90F5555-A518-4265-8489-9292699242A9}" type="pres">
      <dgm:prSet presAssocID="{717EB6B1-736B-41B0-8E04-16597CF56D21}" presName="spacer" presStyleCnt="0"/>
      <dgm:spPr/>
    </dgm:pt>
    <dgm:pt modelId="{10994C6D-F3F2-42BA-8470-CE8183ECEAD4}" type="pres">
      <dgm:prSet presAssocID="{933CE9A2-2AC4-4DAC-AFC1-109C2E32DC26}" presName="parentText" presStyleLbl="node1" presStyleIdx="4" presStyleCnt="6">
        <dgm:presLayoutVars>
          <dgm:chMax val="0"/>
          <dgm:bulletEnabled val="1"/>
        </dgm:presLayoutVars>
      </dgm:prSet>
      <dgm:spPr/>
    </dgm:pt>
    <dgm:pt modelId="{DA7FDA8E-4ECE-4DF8-966F-2AEE3E5D78A1}" type="pres">
      <dgm:prSet presAssocID="{C0CE13E7-C44B-45CA-B4F7-CC2B62E87BA8}" presName="spacer" presStyleCnt="0"/>
      <dgm:spPr/>
    </dgm:pt>
    <dgm:pt modelId="{8814698A-C8C9-4EAB-91F4-0771FC8012A7}" type="pres">
      <dgm:prSet presAssocID="{CB8ECE7F-9CBD-4613-B79A-3FDB07F1CA21}" presName="parentText" presStyleLbl="node1" presStyleIdx="5" presStyleCnt="6">
        <dgm:presLayoutVars>
          <dgm:chMax val="0"/>
          <dgm:bulletEnabled val="1"/>
        </dgm:presLayoutVars>
      </dgm:prSet>
      <dgm:spPr/>
    </dgm:pt>
  </dgm:ptLst>
  <dgm:cxnLst>
    <dgm:cxn modelId="{85D30C00-AA32-47B4-80D6-67498B916705}" type="presOf" srcId="{95713200-09D6-4F26-BA04-5059FBD98F12}" destId="{A59CE44B-82E4-45F0-91C1-8AA082D71046}" srcOrd="0" destOrd="0" presId="urn:microsoft.com/office/officeart/2005/8/layout/vList2"/>
    <dgm:cxn modelId="{AEC61207-8586-4172-B55D-C9F994854E78}" type="presOf" srcId="{CB8ECE7F-9CBD-4613-B79A-3FDB07F1CA21}" destId="{8814698A-C8C9-4EAB-91F4-0771FC8012A7}" srcOrd="0" destOrd="0" presId="urn:microsoft.com/office/officeart/2005/8/layout/vList2"/>
    <dgm:cxn modelId="{2621570C-E89E-445C-B065-610FFD19AE0B}" srcId="{38CAF228-C70E-43C4-B248-C2DCC42C6A87}" destId="{95713200-09D6-4F26-BA04-5059FBD98F12}" srcOrd="3" destOrd="0" parTransId="{C7E6D79C-2E07-4B24-BDE6-F7A27610AC2F}" sibTransId="{717EB6B1-736B-41B0-8E04-16597CF56D21}"/>
    <dgm:cxn modelId="{2464A70E-750A-4103-A2F8-1D152B490180}" srcId="{38CAF228-C70E-43C4-B248-C2DCC42C6A87}" destId="{933CE9A2-2AC4-4DAC-AFC1-109C2E32DC26}" srcOrd="4" destOrd="0" parTransId="{489CAA97-5730-45D2-BF78-22482356A7A4}" sibTransId="{C0CE13E7-C44B-45CA-B4F7-CC2B62E87BA8}"/>
    <dgm:cxn modelId="{12912815-9831-4017-A440-D88ABB74999E}" type="presOf" srcId="{933CE9A2-2AC4-4DAC-AFC1-109C2E32DC26}" destId="{10994C6D-F3F2-42BA-8470-CE8183ECEAD4}" srcOrd="0" destOrd="0" presId="urn:microsoft.com/office/officeart/2005/8/layout/vList2"/>
    <dgm:cxn modelId="{78553316-B202-42BC-B9D8-885C77B27AEF}" type="presOf" srcId="{67B9F499-22A8-493B-A204-2EDC6B3D62BD}" destId="{FBBEA05D-EA53-42FD-84FD-452A98749DC6}" srcOrd="0" destOrd="0" presId="urn:microsoft.com/office/officeart/2005/8/layout/vList2"/>
    <dgm:cxn modelId="{B1218E19-3F11-46DA-A64B-3ECAFF7106DA}" srcId="{38CAF228-C70E-43C4-B248-C2DCC42C6A87}" destId="{9B10B74E-D653-4C12-A303-482C958D908F}" srcOrd="2" destOrd="0" parTransId="{F80CD63D-0532-4D0F-AD34-5CEEF318D897}" sibTransId="{ECF1CAA9-2A46-43FC-912B-0D90FC8E39A7}"/>
    <dgm:cxn modelId="{DA6B3A1E-405B-46CF-AB87-AABCAEBE89A9}" type="presOf" srcId="{9B10B74E-D653-4C12-A303-482C958D908F}" destId="{38D56B30-BA32-4A26-A57E-E029015C2874}" srcOrd="0" destOrd="0" presId="urn:microsoft.com/office/officeart/2005/8/layout/vList2"/>
    <dgm:cxn modelId="{910BB639-DECB-415D-99FA-FD868CD60BAB}" srcId="{38CAF228-C70E-43C4-B248-C2DCC42C6A87}" destId="{67B9F499-22A8-493B-A204-2EDC6B3D62BD}" srcOrd="0" destOrd="0" parTransId="{07730BED-FD46-45E4-9A80-BECE46FBBBEB}" sibTransId="{F6612922-F4A9-4A12-BEC3-1B1EF7D31B31}"/>
    <dgm:cxn modelId="{2E974673-F060-4706-B5D8-15CDCC7E86BE}" srcId="{38CAF228-C70E-43C4-B248-C2DCC42C6A87}" destId="{CB8ECE7F-9CBD-4613-B79A-3FDB07F1CA21}" srcOrd="5" destOrd="0" parTransId="{01D466D9-00AF-44A2-B54F-ADE5D458AAFF}" sibTransId="{B11DB7FD-9FA2-4559-9E82-4080E02EC7E7}"/>
    <dgm:cxn modelId="{7CC19176-3C4D-4561-8A1A-7DF08002DD3B}" srcId="{38CAF228-C70E-43C4-B248-C2DCC42C6A87}" destId="{8AC32DD2-97C6-4098-B043-6164135538E9}" srcOrd="1" destOrd="0" parTransId="{DA8C236C-94A1-42EB-B855-6CF1B9EFBF1D}" sibTransId="{2FDB016E-FE3D-4479-AC5D-1D47CA87F3E6}"/>
    <dgm:cxn modelId="{E5F7D9A3-BEA3-4731-8AE1-0F92FDB51294}" type="presOf" srcId="{8AC32DD2-97C6-4098-B043-6164135538E9}" destId="{1B16337A-0373-4622-92FC-252982F348E1}"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E43E0B86-4058-432C-A395-C22D581D434A}" type="presParOf" srcId="{33A8B12B-FEFF-4A4B-988E-2E0A309885BA}" destId="{FBBEA05D-EA53-42FD-84FD-452A98749DC6}" srcOrd="0" destOrd="0" presId="urn:microsoft.com/office/officeart/2005/8/layout/vList2"/>
    <dgm:cxn modelId="{743B7946-D8B3-41A1-8B4B-52C64503B75C}" type="presParOf" srcId="{33A8B12B-FEFF-4A4B-988E-2E0A309885BA}" destId="{72E1AFE6-38C1-4FA5-9B78-E1E474BE99B3}" srcOrd="1" destOrd="0" presId="urn:microsoft.com/office/officeart/2005/8/layout/vList2"/>
    <dgm:cxn modelId="{7B03593C-C1DA-4412-8F76-6753DF6D089A}" type="presParOf" srcId="{33A8B12B-FEFF-4A4B-988E-2E0A309885BA}" destId="{1B16337A-0373-4622-92FC-252982F348E1}" srcOrd="2" destOrd="0" presId="urn:microsoft.com/office/officeart/2005/8/layout/vList2"/>
    <dgm:cxn modelId="{4ADC9490-209D-4F43-95A0-0F05F671850E}" type="presParOf" srcId="{33A8B12B-FEFF-4A4B-988E-2E0A309885BA}" destId="{DA717A86-0166-4650-B4E9-7AEA9E7E1FDB}" srcOrd="3" destOrd="0" presId="urn:microsoft.com/office/officeart/2005/8/layout/vList2"/>
    <dgm:cxn modelId="{91E77717-F074-402E-915A-91710D5A5D35}" type="presParOf" srcId="{33A8B12B-FEFF-4A4B-988E-2E0A309885BA}" destId="{38D56B30-BA32-4A26-A57E-E029015C2874}" srcOrd="4" destOrd="0" presId="urn:microsoft.com/office/officeart/2005/8/layout/vList2"/>
    <dgm:cxn modelId="{5331935D-7609-44F2-84D2-30DAD436D8AE}" type="presParOf" srcId="{33A8B12B-FEFF-4A4B-988E-2E0A309885BA}" destId="{80CCBC96-EE50-4AC5-B972-307FBCD486B2}" srcOrd="5" destOrd="0" presId="urn:microsoft.com/office/officeart/2005/8/layout/vList2"/>
    <dgm:cxn modelId="{FAD42C6E-B461-4406-9897-D500EB65EF55}" type="presParOf" srcId="{33A8B12B-FEFF-4A4B-988E-2E0A309885BA}" destId="{A59CE44B-82E4-45F0-91C1-8AA082D71046}" srcOrd="6" destOrd="0" presId="urn:microsoft.com/office/officeart/2005/8/layout/vList2"/>
    <dgm:cxn modelId="{57A81631-B309-4ACE-87CE-DA40ED5250E5}" type="presParOf" srcId="{33A8B12B-FEFF-4A4B-988E-2E0A309885BA}" destId="{E90F5555-A518-4265-8489-9292699242A9}" srcOrd="7" destOrd="0" presId="urn:microsoft.com/office/officeart/2005/8/layout/vList2"/>
    <dgm:cxn modelId="{0A9CA934-F0D9-49D8-9E67-52EE451064BE}" type="presParOf" srcId="{33A8B12B-FEFF-4A4B-988E-2E0A309885BA}" destId="{10994C6D-F3F2-42BA-8470-CE8183ECEAD4}" srcOrd="8" destOrd="0" presId="urn:microsoft.com/office/officeart/2005/8/layout/vList2"/>
    <dgm:cxn modelId="{CC9909D2-0358-469E-A996-CCDECD3B5EA6}" type="presParOf" srcId="{33A8B12B-FEFF-4A4B-988E-2E0A309885BA}" destId="{DA7FDA8E-4ECE-4DF8-966F-2AEE3E5D78A1}" srcOrd="9" destOrd="0" presId="urn:microsoft.com/office/officeart/2005/8/layout/vList2"/>
    <dgm:cxn modelId="{85A3A341-4AF9-4C63-87B8-D5D7DB357740}" type="presParOf" srcId="{33A8B12B-FEFF-4A4B-988E-2E0A309885BA}" destId="{8814698A-C8C9-4EAB-91F4-0771FC8012A7}"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1451DF2F-4722-4782-A011-FF6AE73D55C0}">
      <dgm:prSet phldr="0"/>
      <dgm:spPr/>
      <dgm:t>
        <a:bodyPr/>
        <a:lstStyle/>
        <a:p>
          <a:pPr algn="l"/>
          <a:r>
            <a:rPr lang="en-IN" b="1" dirty="0">
              <a:latin typeface="Calibri"/>
            </a:rPr>
            <a:t>Document Routing:</a:t>
          </a:r>
          <a:r>
            <a:rPr lang="en-IN" b="0" dirty="0">
              <a:latin typeface="Calibri"/>
            </a:rPr>
            <a:t> In customer support or document management systems, text classification is used to route incoming documents to the appropriate department or team for handling.</a:t>
          </a:r>
          <a:endParaRPr lang="en-IN" dirty="0">
            <a:latin typeface="Calibri"/>
          </a:endParaRPr>
        </a:p>
      </dgm:t>
    </dgm:pt>
    <dgm:pt modelId="{94371A4B-4E3A-4526-A7B6-8DA6B8A67DBB}" type="parTrans" cxnId="{379A00C2-32B7-4C6A-9B5E-4F7CDDEC1144}">
      <dgm:prSet/>
      <dgm:spPr/>
    </dgm:pt>
    <dgm:pt modelId="{33CC996B-D16D-41B1-8FA3-12D4AC90241B}" type="sibTrans" cxnId="{379A00C2-32B7-4C6A-9B5E-4F7CDDEC1144}">
      <dgm:prSet/>
      <dgm:spPr/>
    </dgm:pt>
    <dgm:pt modelId="{764043F9-CE5C-401B-B690-E1BD5C90F1FA}">
      <dgm:prSet phldr="0"/>
      <dgm:spPr/>
      <dgm:t>
        <a:bodyPr/>
        <a:lstStyle/>
        <a:p>
          <a:pPr algn="l"/>
          <a:r>
            <a:rPr lang="en-IN" b="1" dirty="0">
              <a:latin typeface="Calibri"/>
            </a:rPr>
            <a:t>Medical Text Classification:</a:t>
          </a:r>
          <a:r>
            <a:rPr lang="en-IN" b="0" dirty="0">
              <a:latin typeface="Calibri"/>
            </a:rPr>
            <a:t> In healthcare, text classification can be used to categorize medical records, radiology reports, or clinical notes into relevant categories, assisting healthcare professionals in data management and decision-making.</a:t>
          </a:r>
        </a:p>
      </dgm:t>
    </dgm:pt>
    <dgm:pt modelId="{CD37CCA6-48B5-4433-B7EC-B7981A89951C}" type="parTrans" cxnId="{65739AFC-B5FF-4679-8BE5-1725A9F36B0F}">
      <dgm:prSet/>
      <dgm:spPr/>
    </dgm:pt>
    <dgm:pt modelId="{CB10A43D-87C4-4E6A-A311-DF405F2AB5EC}" type="sibTrans" cxnId="{65739AFC-B5FF-4679-8BE5-1725A9F36B0F}">
      <dgm:prSet/>
      <dgm:spPr/>
    </dgm:pt>
    <dgm:pt modelId="{D420AA32-49C7-4371-983A-C6B592441DA5}">
      <dgm:prSet phldr="0"/>
      <dgm:spPr/>
      <dgm:t>
        <a:bodyPr/>
        <a:lstStyle/>
        <a:p>
          <a:pPr algn="l"/>
          <a:r>
            <a:rPr lang="en-IN" b="1" dirty="0">
              <a:latin typeface="Calibri"/>
            </a:rPr>
            <a:t>News Classification:</a:t>
          </a:r>
          <a:r>
            <a:rPr lang="en-IN" b="0" dirty="0">
              <a:latin typeface="Calibri"/>
            </a:rPr>
            <a:t> News articles are classified into sections or topics like politics, sports, entertainment, or technology. This categorization helps news organizations and readers locate relevant stories.</a:t>
          </a:r>
        </a:p>
      </dgm:t>
    </dgm:pt>
    <dgm:pt modelId="{052D93E8-C4C1-433A-B8A8-62E9BC2BAF2B}" type="parTrans" cxnId="{2768B424-E179-435B-81DB-8C4E283C8AFA}">
      <dgm:prSet/>
      <dgm:spPr/>
    </dgm:pt>
    <dgm:pt modelId="{28F61F22-A46C-4E27-A5A5-6F9196039326}" type="sibTrans" cxnId="{2768B424-E179-435B-81DB-8C4E283C8AFA}">
      <dgm:prSet/>
      <dgm:spPr/>
    </dgm:pt>
    <dgm:pt modelId="{4DB4F724-D4EF-40DE-9FC1-81E6523D7EF3}">
      <dgm:prSet phldr="0"/>
      <dgm:spPr/>
      <dgm:t>
        <a:bodyPr/>
        <a:lstStyle/>
        <a:p>
          <a:pPr algn="l"/>
          <a:r>
            <a:rPr lang="en-IN" b="1" dirty="0">
              <a:latin typeface="Calibri"/>
            </a:rPr>
            <a:t>Toxic Comment Detection:</a:t>
          </a:r>
          <a:r>
            <a:rPr lang="en-IN" b="0" dirty="0">
              <a:latin typeface="Calibri"/>
            </a:rPr>
            <a:t> In online communities and social media, text classification is used to identify and moderate toxic or abusive comments or posts.</a:t>
          </a:r>
          <a:endParaRPr lang="en-US" dirty="0"/>
        </a:p>
      </dgm:t>
    </dgm:pt>
    <dgm:pt modelId="{9B4D0B85-1B91-49CD-A0D5-406EF5B006AF}" type="parTrans" cxnId="{3666F298-2E1A-4B38-8E6C-614F67B15CA4}">
      <dgm:prSet/>
      <dgm:spPr/>
    </dgm:pt>
    <dgm:pt modelId="{8EAAFE11-7BF7-466A-9F1E-08C2DF7FA144}" type="sibTrans" cxnId="{3666F298-2E1A-4B38-8E6C-614F67B15CA4}">
      <dgm:prSet/>
      <dgm:spPr/>
    </dgm:pt>
    <dgm:pt modelId="{B9C63B45-DE8C-4570-A4A8-4681A40D3C79}">
      <dgm:prSet phldr="0"/>
      <dgm:spPr/>
      <dgm:t>
        <a:bodyPr/>
        <a:lstStyle/>
        <a:p>
          <a:pPr algn="l"/>
          <a:r>
            <a:rPr lang="en-IN" b="1" dirty="0">
              <a:latin typeface="Calibri"/>
            </a:rPr>
            <a:t>Content Recommendation:</a:t>
          </a:r>
          <a:r>
            <a:rPr lang="en-IN" b="0" dirty="0">
              <a:latin typeface="Calibri"/>
            </a:rPr>
            <a:t> Recommender systems use text classification to understand user preferences and recommend relevant content, such as news articles, movies, products, or books.</a:t>
          </a:r>
          <a:endParaRPr lang="en-US" dirty="0"/>
        </a:p>
      </dgm:t>
    </dgm:pt>
    <dgm:pt modelId="{FC6650A7-7A80-469C-9B38-AD2A3FFA1EF5}" type="parTrans" cxnId="{A7EFA440-F9FF-4388-AC36-F44A4D9C4DC0}">
      <dgm:prSet/>
      <dgm:spPr/>
    </dgm:pt>
    <dgm:pt modelId="{8F310C14-3786-4F80-826C-F81CB8711EFA}" type="sibTrans" cxnId="{A7EFA440-F9FF-4388-AC36-F44A4D9C4DC0}">
      <dgm:prSet/>
      <dgm:spPr/>
    </dgm:pt>
    <dgm:pt modelId="{33A8B12B-FEFF-4A4B-988E-2E0A309885BA}" type="pres">
      <dgm:prSet presAssocID="{38CAF228-C70E-43C4-B248-C2DCC42C6A87}" presName="linear" presStyleCnt="0">
        <dgm:presLayoutVars>
          <dgm:animLvl val="lvl"/>
          <dgm:resizeHandles val="exact"/>
        </dgm:presLayoutVars>
      </dgm:prSet>
      <dgm:spPr/>
    </dgm:pt>
    <dgm:pt modelId="{34B0136D-9E2D-44C0-9BCE-2B5EBBF6EE84}" type="pres">
      <dgm:prSet presAssocID="{D420AA32-49C7-4371-983A-C6B592441DA5}" presName="parentText" presStyleLbl="node1" presStyleIdx="0" presStyleCnt="5">
        <dgm:presLayoutVars>
          <dgm:chMax val="0"/>
          <dgm:bulletEnabled val="1"/>
        </dgm:presLayoutVars>
      </dgm:prSet>
      <dgm:spPr/>
    </dgm:pt>
    <dgm:pt modelId="{305F1C92-24E2-4703-AA75-897C67AB1A5D}" type="pres">
      <dgm:prSet presAssocID="{28F61F22-A46C-4E27-A5A5-6F9196039326}" presName="spacer" presStyleCnt="0"/>
      <dgm:spPr/>
    </dgm:pt>
    <dgm:pt modelId="{6C9A17AB-D619-4BF8-9ADF-3935F6049D12}" type="pres">
      <dgm:prSet presAssocID="{4DB4F724-D4EF-40DE-9FC1-81E6523D7EF3}" presName="parentText" presStyleLbl="node1" presStyleIdx="1" presStyleCnt="5">
        <dgm:presLayoutVars>
          <dgm:chMax val="0"/>
          <dgm:bulletEnabled val="1"/>
        </dgm:presLayoutVars>
      </dgm:prSet>
      <dgm:spPr/>
    </dgm:pt>
    <dgm:pt modelId="{37BEAC7D-EB03-44FE-9A42-CE3B1764EC8F}" type="pres">
      <dgm:prSet presAssocID="{8EAAFE11-7BF7-466A-9F1E-08C2DF7FA144}" presName="spacer" presStyleCnt="0"/>
      <dgm:spPr/>
    </dgm:pt>
    <dgm:pt modelId="{BBA65B4A-0249-4716-8417-10D3560D7FB3}" type="pres">
      <dgm:prSet presAssocID="{764043F9-CE5C-401B-B690-E1BD5C90F1FA}" presName="parentText" presStyleLbl="node1" presStyleIdx="2" presStyleCnt="5">
        <dgm:presLayoutVars>
          <dgm:chMax val="0"/>
          <dgm:bulletEnabled val="1"/>
        </dgm:presLayoutVars>
      </dgm:prSet>
      <dgm:spPr/>
    </dgm:pt>
    <dgm:pt modelId="{7D2DCE12-BA59-491F-BE31-ECAB1397AAC3}" type="pres">
      <dgm:prSet presAssocID="{CB10A43D-87C4-4E6A-A311-DF405F2AB5EC}" presName="spacer" presStyleCnt="0"/>
      <dgm:spPr/>
    </dgm:pt>
    <dgm:pt modelId="{4D4AB8D3-D374-49A5-AB40-19720E43BD69}" type="pres">
      <dgm:prSet presAssocID="{B9C63B45-DE8C-4570-A4A8-4681A40D3C79}" presName="parentText" presStyleLbl="node1" presStyleIdx="3" presStyleCnt="5">
        <dgm:presLayoutVars>
          <dgm:chMax val="0"/>
          <dgm:bulletEnabled val="1"/>
        </dgm:presLayoutVars>
      </dgm:prSet>
      <dgm:spPr/>
    </dgm:pt>
    <dgm:pt modelId="{1DCAD221-B1E3-4199-BA43-087BC7D36594}" type="pres">
      <dgm:prSet presAssocID="{8F310C14-3786-4F80-826C-F81CB8711EFA}" presName="spacer" presStyleCnt="0"/>
      <dgm:spPr/>
    </dgm:pt>
    <dgm:pt modelId="{20238C3A-9A7C-466F-A963-A52F1416A0E8}" type="pres">
      <dgm:prSet presAssocID="{1451DF2F-4722-4782-A011-FF6AE73D55C0}" presName="parentText" presStyleLbl="node1" presStyleIdx="4" presStyleCnt="5">
        <dgm:presLayoutVars>
          <dgm:chMax val="0"/>
          <dgm:bulletEnabled val="1"/>
        </dgm:presLayoutVars>
      </dgm:prSet>
      <dgm:spPr/>
    </dgm:pt>
  </dgm:ptLst>
  <dgm:cxnLst>
    <dgm:cxn modelId="{DD75741B-0DC1-44E7-8F1C-0F150B351CA3}" type="presOf" srcId="{B9C63B45-DE8C-4570-A4A8-4681A40D3C79}" destId="{4D4AB8D3-D374-49A5-AB40-19720E43BD69}" srcOrd="0" destOrd="0" presId="urn:microsoft.com/office/officeart/2005/8/layout/vList2"/>
    <dgm:cxn modelId="{2768B424-E179-435B-81DB-8C4E283C8AFA}" srcId="{38CAF228-C70E-43C4-B248-C2DCC42C6A87}" destId="{D420AA32-49C7-4371-983A-C6B592441DA5}" srcOrd="0" destOrd="0" parTransId="{052D93E8-C4C1-433A-B8A8-62E9BC2BAF2B}" sibTransId="{28F61F22-A46C-4E27-A5A5-6F9196039326}"/>
    <dgm:cxn modelId="{AD817135-E53F-4758-ADFA-BCEFFF3A46DF}" type="presOf" srcId="{764043F9-CE5C-401B-B690-E1BD5C90F1FA}" destId="{BBA65B4A-0249-4716-8417-10D3560D7FB3}" srcOrd="0" destOrd="0" presId="urn:microsoft.com/office/officeart/2005/8/layout/vList2"/>
    <dgm:cxn modelId="{A7EFA440-F9FF-4388-AC36-F44A4D9C4DC0}" srcId="{38CAF228-C70E-43C4-B248-C2DCC42C6A87}" destId="{B9C63B45-DE8C-4570-A4A8-4681A40D3C79}" srcOrd="3" destOrd="0" parTransId="{FC6650A7-7A80-469C-9B38-AD2A3FFA1EF5}" sibTransId="{8F310C14-3786-4F80-826C-F81CB8711EFA}"/>
    <dgm:cxn modelId="{C78EE77A-AB8B-413C-9F8E-E97EA6F6E0EA}" type="presOf" srcId="{D420AA32-49C7-4371-983A-C6B592441DA5}" destId="{34B0136D-9E2D-44C0-9BCE-2B5EBBF6EE84}" srcOrd="0" destOrd="0" presId="urn:microsoft.com/office/officeart/2005/8/layout/vList2"/>
    <dgm:cxn modelId="{B7B6F886-1AC0-421B-B498-A03FD3DFF66A}" type="presOf" srcId="{4DB4F724-D4EF-40DE-9FC1-81E6523D7EF3}" destId="{6C9A17AB-D619-4BF8-9ADF-3935F6049D12}" srcOrd="0" destOrd="0" presId="urn:microsoft.com/office/officeart/2005/8/layout/vList2"/>
    <dgm:cxn modelId="{3666F298-2E1A-4B38-8E6C-614F67B15CA4}" srcId="{38CAF228-C70E-43C4-B248-C2DCC42C6A87}" destId="{4DB4F724-D4EF-40DE-9FC1-81E6523D7EF3}" srcOrd="1" destOrd="0" parTransId="{9B4D0B85-1B91-49CD-A0D5-406EF5B006AF}" sibTransId="{8EAAFE11-7BF7-466A-9F1E-08C2DF7FA144}"/>
    <dgm:cxn modelId="{209DC99F-3FBF-4D5A-AE1A-84908F7D69C6}" type="presOf" srcId="{1451DF2F-4722-4782-A011-FF6AE73D55C0}" destId="{20238C3A-9A7C-466F-A963-A52F1416A0E8}" srcOrd="0" destOrd="0" presId="urn:microsoft.com/office/officeart/2005/8/layout/vList2"/>
    <dgm:cxn modelId="{379A00C2-32B7-4C6A-9B5E-4F7CDDEC1144}" srcId="{38CAF228-C70E-43C4-B248-C2DCC42C6A87}" destId="{1451DF2F-4722-4782-A011-FF6AE73D55C0}" srcOrd="4" destOrd="0" parTransId="{94371A4B-4E3A-4526-A7B6-8DA6B8A67DBB}" sibTransId="{33CC996B-D16D-41B1-8FA3-12D4AC90241B}"/>
    <dgm:cxn modelId="{C2B42FE5-1F02-4DCD-A335-C7C120C6B5D0}" type="presOf" srcId="{38CAF228-C70E-43C4-B248-C2DCC42C6A87}" destId="{33A8B12B-FEFF-4A4B-988E-2E0A309885BA}" srcOrd="0" destOrd="0" presId="urn:microsoft.com/office/officeart/2005/8/layout/vList2"/>
    <dgm:cxn modelId="{65739AFC-B5FF-4679-8BE5-1725A9F36B0F}" srcId="{38CAF228-C70E-43C4-B248-C2DCC42C6A87}" destId="{764043F9-CE5C-401B-B690-E1BD5C90F1FA}" srcOrd="2" destOrd="0" parTransId="{CD37CCA6-48B5-4433-B7EC-B7981A89951C}" sibTransId="{CB10A43D-87C4-4E6A-A311-DF405F2AB5EC}"/>
    <dgm:cxn modelId="{7D3F80A8-0F4A-45BE-98F2-303FBF17CEFB}" type="presParOf" srcId="{33A8B12B-FEFF-4A4B-988E-2E0A309885BA}" destId="{34B0136D-9E2D-44C0-9BCE-2B5EBBF6EE84}" srcOrd="0" destOrd="0" presId="urn:microsoft.com/office/officeart/2005/8/layout/vList2"/>
    <dgm:cxn modelId="{78B3BD40-1EC6-46A3-B8F8-868628DBF898}" type="presParOf" srcId="{33A8B12B-FEFF-4A4B-988E-2E0A309885BA}" destId="{305F1C92-24E2-4703-AA75-897C67AB1A5D}" srcOrd="1" destOrd="0" presId="urn:microsoft.com/office/officeart/2005/8/layout/vList2"/>
    <dgm:cxn modelId="{6A1EB051-356A-44C2-BE0A-40E566106BAC}" type="presParOf" srcId="{33A8B12B-FEFF-4A4B-988E-2E0A309885BA}" destId="{6C9A17AB-D619-4BF8-9ADF-3935F6049D12}" srcOrd="2" destOrd="0" presId="urn:microsoft.com/office/officeart/2005/8/layout/vList2"/>
    <dgm:cxn modelId="{711B25E2-6BC1-4617-8F33-706620B664FD}" type="presParOf" srcId="{33A8B12B-FEFF-4A4B-988E-2E0A309885BA}" destId="{37BEAC7D-EB03-44FE-9A42-CE3B1764EC8F}" srcOrd="3" destOrd="0" presId="urn:microsoft.com/office/officeart/2005/8/layout/vList2"/>
    <dgm:cxn modelId="{01687F5C-AD2D-44B7-8067-6BA1F206DFA9}" type="presParOf" srcId="{33A8B12B-FEFF-4A4B-988E-2E0A309885BA}" destId="{BBA65B4A-0249-4716-8417-10D3560D7FB3}" srcOrd="4" destOrd="0" presId="urn:microsoft.com/office/officeart/2005/8/layout/vList2"/>
    <dgm:cxn modelId="{35BBB75E-E0BD-4723-BCF8-C7ECB1913FA4}" type="presParOf" srcId="{33A8B12B-FEFF-4A4B-988E-2E0A309885BA}" destId="{7D2DCE12-BA59-491F-BE31-ECAB1397AAC3}" srcOrd="5" destOrd="0" presId="urn:microsoft.com/office/officeart/2005/8/layout/vList2"/>
    <dgm:cxn modelId="{BE7EAE52-F899-48E9-AC22-793027BC879C}" type="presParOf" srcId="{33A8B12B-FEFF-4A4B-988E-2E0A309885BA}" destId="{4D4AB8D3-D374-49A5-AB40-19720E43BD69}" srcOrd="6" destOrd="0" presId="urn:microsoft.com/office/officeart/2005/8/layout/vList2"/>
    <dgm:cxn modelId="{C3AAA387-7CE3-4EC7-A556-2FB101930078}" type="presParOf" srcId="{33A8B12B-FEFF-4A4B-988E-2E0A309885BA}" destId="{1DCAD221-B1E3-4199-BA43-087BC7D36594}" srcOrd="7" destOrd="0" presId="urn:microsoft.com/office/officeart/2005/8/layout/vList2"/>
    <dgm:cxn modelId="{C14862A2-6E94-47D3-BAB4-77053CEFEA20}" type="presParOf" srcId="{33A8B12B-FEFF-4A4B-988E-2E0A309885BA}" destId="{20238C3A-9A7C-466F-A963-A52F1416A0E8}"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DB4F724-D4EF-40DE-9FC1-81E6523D7EF3}">
      <dgm:prSet phldr="0"/>
      <dgm:spPr/>
      <dgm:t>
        <a:bodyPr/>
        <a:lstStyle/>
        <a:p>
          <a:pPr algn="l" rtl="0"/>
          <a:r>
            <a:rPr lang="en-IN" b="0" dirty="0">
              <a:solidFill>
                <a:srgbClr val="000000"/>
              </a:solidFill>
              <a:latin typeface="Calibri"/>
            </a:rPr>
            <a:t>High-level NLP applications refer to complex and sophisticated natural language processing (NLP) tasks that go beyond basic text processing and analysis.</a:t>
          </a:r>
          <a:r>
            <a:rPr lang="en-IN" dirty="0">
              <a:solidFill>
                <a:srgbClr val="000000"/>
              </a:solidFill>
              <a:latin typeface="Calibri"/>
            </a:rPr>
            <a:t> </a:t>
          </a:r>
          <a:endParaRPr lang="en-US" dirty="0">
            <a:solidFill>
              <a:srgbClr val="000000"/>
            </a:solidFill>
            <a:latin typeface="Calibri"/>
          </a:endParaRPr>
        </a:p>
      </dgm:t>
    </dgm:pt>
    <dgm:pt modelId="{9B4D0B85-1B91-49CD-A0D5-406EF5B006AF}" type="parTrans" cxnId="{3666F298-2E1A-4B38-8E6C-614F67B15CA4}">
      <dgm:prSet/>
      <dgm:spPr/>
    </dgm:pt>
    <dgm:pt modelId="{8EAAFE11-7BF7-466A-9F1E-08C2DF7FA144}" type="sibTrans" cxnId="{3666F298-2E1A-4B38-8E6C-614F67B15CA4}">
      <dgm:prSet/>
      <dgm:spPr/>
    </dgm:pt>
    <dgm:pt modelId="{06875947-9530-4E63-BB91-8656932FE4F5}">
      <dgm:prSet phldr="0"/>
      <dgm:spPr/>
      <dgm:t>
        <a:bodyPr/>
        <a:lstStyle/>
        <a:p>
          <a:pPr algn="l"/>
          <a:r>
            <a:rPr lang="en-IN" dirty="0">
              <a:solidFill>
                <a:srgbClr val="000000"/>
              </a:solidFill>
              <a:latin typeface="Calibri"/>
            </a:rPr>
            <a:t>These applications involve the use of advanced techniques</a:t>
          </a:r>
          <a:r>
            <a:rPr lang="en-IN" b="0" dirty="0">
              <a:solidFill>
                <a:srgbClr val="000000"/>
              </a:solidFill>
              <a:latin typeface="Calibri"/>
            </a:rPr>
            <a:t>, models, and algorithms to understand, generate, or manipulate human language in more nuanced and context-aware ways.</a:t>
          </a:r>
          <a:r>
            <a:rPr lang="en-IN" dirty="0">
              <a:latin typeface="Calibri"/>
            </a:rPr>
            <a:t> </a:t>
          </a:r>
          <a:endParaRPr lang="en-US" dirty="0"/>
        </a:p>
      </dgm:t>
    </dgm:pt>
    <dgm:pt modelId="{3993D33F-4CF5-459B-8DB7-6E069DF296A6}" type="parTrans" cxnId="{D0BF9263-915A-48D0-B982-9948B762C662}">
      <dgm:prSet/>
      <dgm:spPr/>
    </dgm:pt>
    <dgm:pt modelId="{B4E70E1B-E31E-4DB6-BE96-151452EE6331}" type="sibTrans" cxnId="{D0BF9263-915A-48D0-B982-9948B762C662}">
      <dgm:prSet/>
      <dgm:spPr/>
    </dgm:pt>
    <dgm:pt modelId="{7FDAC8BF-651B-43FA-BA16-FC2B6254D8FB}">
      <dgm:prSet phldr="0"/>
      <dgm:spPr/>
      <dgm:t>
        <a:bodyPr/>
        <a:lstStyle/>
        <a:p>
          <a:pPr algn="l" rtl="0"/>
          <a:r>
            <a:rPr lang="en-IN" dirty="0">
              <a:latin typeface="Calibri"/>
            </a:rPr>
            <a:t>These high-level NLP applications leverage state-of-the-art models, extensive training data, and advanced algorithms to perform complex language-related tasks. </a:t>
          </a:r>
        </a:p>
      </dgm:t>
    </dgm:pt>
    <dgm:pt modelId="{B211FDC1-4A07-4C9D-8E20-19DA9628F529}" type="parTrans" cxnId="{16DE36C0-8D48-4EF3-BB1E-E5B0E8211C18}">
      <dgm:prSet/>
      <dgm:spPr/>
    </dgm:pt>
    <dgm:pt modelId="{35FED815-7F0B-48EE-8FF3-75F27EE4D475}" type="sibTrans" cxnId="{16DE36C0-8D48-4EF3-BB1E-E5B0E8211C18}">
      <dgm:prSet/>
      <dgm:spPr/>
    </dgm:pt>
    <dgm:pt modelId="{EA7AAE3B-EC26-4227-AC1A-FC675985F2E5}">
      <dgm:prSet phldr="0"/>
      <dgm:spPr/>
      <dgm:t>
        <a:bodyPr/>
        <a:lstStyle/>
        <a:p>
          <a:r>
            <a:rPr lang="en-IN" dirty="0">
              <a:latin typeface="Calibri"/>
            </a:rPr>
            <a:t>They are at the forefront of NLP research and are increasingly integrated into real-world applications to enhance human-computer interaction and improve decision-making.</a:t>
          </a:r>
          <a:endParaRPr lang="en-US" dirty="0"/>
        </a:p>
      </dgm:t>
    </dgm:pt>
    <dgm:pt modelId="{80834A9E-863B-4653-A22A-C7F9E01E6D47}" type="parTrans" cxnId="{14CD7D2C-4C6A-4844-92E4-52AD6616BC78}">
      <dgm:prSet/>
      <dgm:spPr/>
    </dgm:pt>
    <dgm:pt modelId="{44CACBBA-137A-433E-8C2F-D194FDF1158E}" type="sibTrans" cxnId="{14CD7D2C-4C6A-4844-92E4-52AD6616BC78}">
      <dgm:prSet/>
      <dgm:spPr/>
    </dgm:pt>
    <dgm:pt modelId="{33A8B12B-FEFF-4A4B-988E-2E0A309885BA}" type="pres">
      <dgm:prSet presAssocID="{38CAF228-C70E-43C4-B248-C2DCC42C6A87}" presName="linear" presStyleCnt="0">
        <dgm:presLayoutVars>
          <dgm:animLvl val="lvl"/>
          <dgm:resizeHandles val="exact"/>
        </dgm:presLayoutVars>
      </dgm:prSet>
      <dgm:spPr/>
    </dgm:pt>
    <dgm:pt modelId="{6C9A17AB-D619-4BF8-9ADF-3935F6049D12}" type="pres">
      <dgm:prSet presAssocID="{4DB4F724-D4EF-40DE-9FC1-81E6523D7EF3}" presName="parentText" presStyleLbl="node1" presStyleIdx="0" presStyleCnt="4">
        <dgm:presLayoutVars>
          <dgm:chMax val="0"/>
          <dgm:bulletEnabled val="1"/>
        </dgm:presLayoutVars>
      </dgm:prSet>
      <dgm:spPr/>
    </dgm:pt>
    <dgm:pt modelId="{04C2C9DF-8177-4190-808A-DC1D9AB44A25}" type="pres">
      <dgm:prSet presAssocID="{8EAAFE11-7BF7-466A-9F1E-08C2DF7FA144}" presName="spacer" presStyleCnt="0"/>
      <dgm:spPr/>
    </dgm:pt>
    <dgm:pt modelId="{C8CFAFC4-22B3-471B-AC4A-C862AB045BE1}" type="pres">
      <dgm:prSet presAssocID="{06875947-9530-4E63-BB91-8656932FE4F5}" presName="parentText" presStyleLbl="node1" presStyleIdx="1" presStyleCnt="4">
        <dgm:presLayoutVars>
          <dgm:chMax val="0"/>
          <dgm:bulletEnabled val="1"/>
        </dgm:presLayoutVars>
      </dgm:prSet>
      <dgm:spPr/>
    </dgm:pt>
    <dgm:pt modelId="{C8016A35-2F10-4B94-B04D-D6A1E0F419D2}" type="pres">
      <dgm:prSet presAssocID="{B4E70E1B-E31E-4DB6-BE96-151452EE6331}" presName="spacer" presStyleCnt="0"/>
      <dgm:spPr/>
    </dgm:pt>
    <dgm:pt modelId="{443E5E06-EC42-422D-9848-0676D94FDDAA}" type="pres">
      <dgm:prSet presAssocID="{7FDAC8BF-651B-43FA-BA16-FC2B6254D8FB}" presName="parentText" presStyleLbl="node1" presStyleIdx="2" presStyleCnt="4">
        <dgm:presLayoutVars>
          <dgm:chMax val="0"/>
          <dgm:bulletEnabled val="1"/>
        </dgm:presLayoutVars>
      </dgm:prSet>
      <dgm:spPr/>
    </dgm:pt>
    <dgm:pt modelId="{BE0093B7-A7B4-4F5A-882F-9B96F3A839D6}" type="pres">
      <dgm:prSet presAssocID="{35FED815-7F0B-48EE-8FF3-75F27EE4D475}" presName="spacer" presStyleCnt="0"/>
      <dgm:spPr/>
    </dgm:pt>
    <dgm:pt modelId="{8C019285-7C48-463D-9C68-68667CDC5EF5}" type="pres">
      <dgm:prSet presAssocID="{EA7AAE3B-EC26-4227-AC1A-FC675985F2E5}" presName="parentText" presStyleLbl="node1" presStyleIdx="3" presStyleCnt="4">
        <dgm:presLayoutVars>
          <dgm:chMax val="0"/>
          <dgm:bulletEnabled val="1"/>
        </dgm:presLayoutVars>
      </dgm:prSet>
      <dgm:spPr/>
    </dgm:pt>
  </dgm:ptLst>
  <dgm:cxnLst>
    <dgm:cxn modelId="{C3711C1A-7E18-4CB1-80AE-B21373D90ECC}" type="presOf" srcId="{EA7AAE3B-EC26-4227-AC1A-FC675985F2E5}" destId="{8C019285-7C48-463D-9C68-68667CDC5EF5}" srcOrd="0" destOrd="0" presId="urn:microsoft.com/office/officeart/2005/8/layout/vList2"/>
    <dgm:cxn modelId="{14CD7D2C-4C6A-4844-92E4-52AD6616BC78}" srcId="{38CAF228-C70E-43C4-B248-C2DCC42C6A87}" destId="{EA7AAE3B-EC26-4227-AC1A-FC675985F2E5}" srcOrd="3" destOrd="0" parTransId="{80834A9E-863B-4653-A22A-C7F9E01E6D47}" sibTransId="{44CACBBA-137A-433E-8C2F-D194FDF1158E}"/>
    <dgm:cxn modelId="{D0BF9263-915A-48D0-B982-9948B762C662}" srcId="{38CAF228-C70E-43C4-B248-C2DCC42C6A87}" destId="{06875947-9530-4E63-BB91-8656932FE4F5}" srcOrd="1" destOrd="0" parTransId="{3993D33F-4CF5-459B-8DB7-6E069DF296A6}" sibTransId="{B4E70E1B-E31E-4DB6-BE96-151452EE6331}"/>
    <dgm:cxn modelId="{0977954C-88F5-4533-B4D4-045B0A8F0AD5}" type="presOf" srcId="{7FDAC8BF-651B-43FA-BA16-FC2B6254D8FB}" destId="{443E5E06-EC42-422D-9848-0676D94FDDAA}" srcOrd="0" destOrd="0" presId="urn:microsoft.com/office/officeart/2005/8/layout/vList2"/>
    <dgm:cxn modelId="{3666F298-2E1A-4B38-8E6C-614F67B15CA4}" srcId="{38CAF228-C70E-43C4-B248-C2DCC42C6A87}" destId="{4DB4F724-D4EF-40DE-9FC1-81E6523D7EF3}" srcOrd="0" destOrd="0" parTransId="{9B4D0B85-1B91-49CD-A0D5-406EF5B006AF}" sibTransId="{8EAAFE11-7BF7-466A-9F1E-08C2DF7FA144}"/>
    <dgm:cxn modelId="{879358BE-F29E-42C5-8D00-D4D4E377B729}" type="presOf" srcId="{4DB4F724-D4EF-40DE-9FC1-81E6523D7EF3}" destId="{6C9A17AB-D619-4BF8-9ADF-3935F6049D12}" srcOrd="0" destOrd="0" presId="urn:microsoft.com/office/officeart/2005/8/layout/vList2"/>
    <dgm:cxn modelId="{16DE36C0-8D48-4EF3-BB1E-E5B0E8211C18}" srcId="{38CAF228-C70E-43C4-B248-C2DCC42C6A87}" destId="{7FDAC8BF-651B-43FA-BA16-FC2B6254D8FB}" srcOrd="2" destOrd="0" parTransId="{B211FDC1-4A07-4C9D-8E20-19DA9628F529}" sibTransId="{35FED815-7F0B-48EE-8FF3-75F27EE4D475}"/>
    <dgm:cxn modelId="{39CFCBC0-D1E6-4336-91C1-659D223E9B91}" type="presOf" srcId="{06875947-9530-4E63-BB91-8656932FE4F5}" destId="{C8CFAFC4-22B3-471B-AC4A-C862AB045BE1}"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065B9BF2-0D65-4A46-9563-CA854F227E70}" type="presParOf" srcId="{33A8B12B-FEFF-4A4B-988E-2E0A309885BA}" destId="{6C9A17AB-D619-4BF8-9ADF-3935F6049D12}" srcOrd="0" destOrd="0" presId="urn:microsoft.com/office/officeart/2005/8/layout/vList2"/>
    <dgm:cxn modelId="{908D7505-5832-4CEA-8A43-493575AFC36E}" type="presParOf" srcId="{33A8B12B-FEFF-4A4B-988E-2E0A309885BA}" destId="{04C2C9DF-8177-4190-808A-DC1D9AB44A25}" srcOrd="1" destOrd="0" presId="urn:microsoft.com/office/officeart/2005/8/layout/vList2"/>
    <dgm:cxn modelId="{05069201-0E23-4462-8E83-50AA03D692FE}" type="presParOf" srcId="{33A8B12B-FEFF-4A4B-988E-2E0A309885BA}" destId="{C8CFAFC4-22B3-471B-AC4A-C862AB045BE1}" srcOrd="2" destOrd="0" presId="urn:microsoft.com/office/officeart/2005/8/layout/vList2"/>
    <dgm:cxn modelId="{FC63EC15-2E25-4CE8-BAB8-721DD8457A79}" type="presParOf" srcId="{33A8B12B-FEFF-4A4B-988E-2E0A309885BA}" destId="{C8016A35-2F10-4B94-B04D-D6A1E0F419D2}" srcOrd="3" destOrd="0" presId="urn:microsoft.com/office/officeart/2005/8/layout/vList2"/>
    <dgm:cxn modelId="{84843AF8-CEFE-4E53-812D-B3F5F9749494}" type="presParOf" srcId="{33A8B12B-FEFF-4A4B-988E-2E0A309885BA}" destId="{443E5E06-EC42-422D-9848-0676D94FDDAA}" srcOrd="4" destOrd="0" presId="urn:microsoft.com/office/officeart/2005/8/layout/vList2"/>
    <dgm:cxn modelId="{011366A0-DF95-41C6-B269-3007DBE2CDAD}" type="presParOf" srcId="{33A8B12B-FEFF-4A4B-988E-2E0A309885BA}" destId="{BE0093B7-A7B4-4F5A-882F-9B96F3A839D6}" srcOrd="5" destOrd="0" presId="urn:microsoft.com/office/officeart/2005/8/layout/vList2"/>
    <dgm:cxn modelId="{84AEE350-A19D-47FE-B430-D8EE5B365CF6}" type="presParOf" srcId="{33A8B12B-FEFF-4A4B-988E-2E0A309885BA}" destId="{8C019285-7C48-463D-9C68-68667CDC5EF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1451DF2F-4722-4782-A011-FF6AE73D55C0}">
      <dgm:prSet phldr="0"/>
      <dgm:spPr/>
      <dgm:t>
        <a:bodyPr/>
        <a:lstStyle/>
        <a:p>
          <a:pPr algn="l" rtl="0"/>
          <a:r>
            <a:rPr lang="en-IN" b="0" dirty="0">
              <a:latin typeface="Calibri"/>
            </a:rPr>
            <a:t>7. Text Classification for Content Recommendations: Sophisticated text classification models are used in content recommendation systems, offering personalized recommendations to users based on their interests and </a:t>
          </a:r>
          <a:r>
            <a:rPr lang="en-IN" b="0" dirty="0" err="1">
              <a:latin typeface="Calibri"/>
            </a:rPr>
            <a:t>behavior</a:t>
          </a:r>
          <a:r>
            <a:rPr lang="en-IN" b="0" dirty="0">
              <a:latin typeface="Calibri"/>
            </a:rPr>
            <a:t>.</a:t>
          </a:r>
          <a:endParaRPr lang="en-IN" dirty="0">
            <a:latin typeface="Calibri"/>
          </a:endParaRPr>
        </a:p>
      </dgm:t>
    </dgm:pt>
    <dgm:pt modelId="{94371A4B-4E3A-4526-A7B6-8DA6B8A67DBB}" type="parTrans" cxnId="{379A00C2-32B7-4C6A-9B5E-4F7CDDEC1144}">
      <dgm:prSet/>
      <dgm:spPr/>
    </dgm:pt>
    <dgm:pt modelId="{33CC996B-D16D-41B1-8FA3-12D4AC90241B}" type="sibTrans" cxnId="{379A00C2-32B7-4C6A-9B5E-4F7CDDEC1144}">
      <dgm:prSet/>
      <dgm:spPr/>
    </dgm:pt>
    <dgm:pt modelId="{764043F9-CE5C-401B-B690-E1BD5C90F1FA}">
      <dgm:prSet phldr="0"/>
      <dgm:spPr/>
      <dgm:t>
        <a:bodyPr/>
        <a:lstStyle/>
        <a:p>
          <a:pPr algn="l"/>
          <a:r>
            <a:rPr lang="en-IN" b="0" dirty="0">
              <a:latin typeface="Calibri"/>
            </a:rPr>
            <a:t>4. Text Generation: Text generation models, like OpenAI's GPT-3, can produce coherent and contextually relevant text, making them valuable for content generation, storytelling, and chatbot responses.</a:t>
          </a:r>
        </a:p>
      </dgm:t>
    </dgm:pt>
    <dgm:pt modelId="{CD37CCA6-48B5-4433-B7EC-B7981A89951C}" type="parTrans" cxnId="{65739AFC-B5FF-4679-8BE5-1725A9F36B0F}">
      <dgm:prSet/>
      <dgm:spPr/>
    </dgm:pt>
    <dgm:pt modelId="{CB10A43D-87C4-4E6A-A311-DF405F2AB5EC}" type="sibTrans" cxnId="{65739AFC-B5FF-4679-8BE5-1725A9F36B0F}">
      <dgm:prSet/>
      <dgm:spPr/>
    </dgm:pt>
    <dgm:pt modelId="{D420AA32-49C7-4371-983A-C6B592441DA5}">
      <dgm:prSet phldr="0"/>
      <dgm:spPr/>
      <dgm:t>
        <a:bodyPr/>
        <a:lstStyle/>
        <a:p>
          <a:pPr algn="l"/>
          <a:r>
            <a:rPr lang="en-IN" b="0" dirty="0">
              <a:latin typeface="Calibri"/>
            </a:rPr>
            <a:t>1. Machine Translation: Machine translation systems, like Google Translate, automatically translate text or speech from one language to another. These systems employ neural machine translation models and large multilingual datasets to provide accurate translations.</a:t>
          </a:r>
        </a:p>
      </dgm:t>
    </dgm:pt>
    <dgm:pt modelId="{052D93E8-C4C1-433A-B8A8-62E9BC2BAF2B}" type="parTrans" cxnId="{2768B424-E179-435B-81DB-8C4E283C8AFA}">
      <dgm:prSet/>
      <dgm:spPr/>
    </dgm:pt>
    <dgm:pt modelId="{28F61F22-A46C-4E27-A5A5-6F9196039326}" type="sibTrans" cxnId="{2768B424-E179-435B-81DB-8C4E283C8AFA}">
      <dgm:prSet/>
      <dgm:spPr/>
    </dgm:pt>
    <dgm:pt modelId="{4DB4F724-D4EF-40DE-9FC1-81E6523D7EF3}">
      <dgm:prSet phldr="0"/>
      <dgm:spPr/>
      <dgm:t>
        <a:bodyPr/>
        <a:lstStyle/>
        <a:p>
          <a:pPr algn="l"/>
          <a:r>
            <a:rPr lang="en-IN" b="0" dirty="0">
              <a:latin typeface="Calibri"/>
            </a:rPr>
            <a:t>3. Text Summarization: Text summarization algorithms generate concise and coherent summaries of longer documents, helping users quickly grasp the main points of a text. Abstractive and extractive summarization methods are used in this context.</a:t>
          </a:r>
          <a:endParaRPr lang="en-IN" dirty="0"/>
        </a:p>
      </dgm:t>
    </dgm:pt>
    <dgm:pt modelId="{9B4D0B85-1B91-49CD-A0D5-406EF5B006AF}" type="parTrans" cxnId="{3666F298-2E1A-4B38-8E6C-614F67B15CA4}">
      <dgm:prSet/>
      <dgm:spPr/>
    </dgm:pt>
    <dgm:pt modelId="{8EAAFE11-7BF7-466A-9F1E-08C2DF7FA144}" type="sibTrans" cxnId="{3666F298-2E1A-4B38-8E6C-614F67B15CA4}">
      <dgm:prSet/>
      <dgm:spPr/>
    </dgm:pt>
    <dgm:pt modelId="{B9C63B45-DE8C-4570-A4A8-4681A40D3C79}">
      <dgm:prSet phldr="0"/>
      <dgm:spPr/>
      <dgm:t>
        <a:bodyPr/>
        <a:lstStyle/>
        <a:p>
          <a:pPr algn="l"/>
          <a:r>
            <a:rPr lang="en-IN" b="0" dirty="0">
              <a:latin typeface="Calibri"/>
            </a:rPr>
            <a:t>6. Named Entity Recognition (NER): Advanced NER models can identify and categorize specific entities in text, such as names of people, organizations, locations, and more. They are used in information extraction and knowledge graph construction.</a:t>
          </a:r>
          <a:endParaRPr lang="en-IN" dirty="0"/>
        </a:p>
      </dgm:t>
    </dgm:pt>
    <dgm:pt modelId="{FC6650A7-7A80-469C-9B38-AD2A3FFA1EF5}" type="parTrans" cxnId="{A7EFA440-F9FF-4388-AC36-F44A4D9C4DC0}">
      <dgm:prSet/>
      <dgm:spPr/>
    </dgm:pt>
    <dgm:pt modelId="{8F310C14-3786-4F80-826C-F81CB8711EFA}" type="sibTrans" cxnId="{A7EFA440-F9FF-4388-AC36-F44A4D9C4DC0}">
      <dgm:prSet/>
      <dgm:spPr/>
    </dgm:pt>
    <dgm:pt modelId="{4F534BA0-4B65-450C-B956-F901F82EDFDD}">
      <dgm:prSet phldr="0"/>
      <dgm:spPr/>
      <dgm:t>
        <a:bodyPr/>
        <a:lstStyle/>
        <a:p>
          <a:pPr algn="l"/>
          <a:r>
            <a:rPr lang="en-IN" b="0" dirty="0">
              <a:latin typeface="Calibri"/>
            </a:rPr>
            <a:t>2. Question Answering: Question-answering systems, such as chatbots or virtual assistants, answer user questions by extracting relevant information from text documents or structured data. These systems often use techniques like text comprehension and knowledge retrieval.</a:t>
          </a:r>
          <a:endParaRPr lang="en-US" dirty="0"/>
        </a:p>
      </dgm:t>
    </dgm:pt>
    <dgm:pt modelId="{D537C3B9-5EE3-45C5-B848-D2F2EC694D3F}" type="parTrans" cxnId="{6FD2F951-08FE-4198-85D4-03C219FC615B}">
      <dgm:prSet/>
      <dgm:spPr/>
    </dgm:pt>
    <dgm:pt modelId="{1FE1ECDB-BB88-4337-82EC-59D36B760EA1}" type="sibTrans" cxnId="{6FD2F951-08FE-4198-85D4-03C219FC615B}">
      <dgm:prSet/>
      <dgm:spPr/>
    </dgm:pt>
    <dgm:pt modelId="{AF40269D-2CB7-4949-919D-B7670959009D}">
      <dgm:prSet phldr="0"/>
      <dgm:spPr/>
      <dgm:t>
        <a:bodyPr/>
        <a:lstStyle/>
        <a:p>
          <a:pPr algn="l"/>
          <a:r>
            <a:rPr lang="en-IN" b="0" dirty="0">
              <a:latin typeface="Calibri"/>
            </a:rPr>
            <a:t>5. Sentiment Analysis: Beyond basic sentiment classification, high-level sentiment analysis can assess fine-grained sentiment, emotions, and subjectivity in text, making it useful in market research and brand sentiment analysis.</a:t>
          </a:r>
          <a:endParaRPr lang="en-US" dirty="0"/>
        </a:p>
      </dgm:t>
    </dgm:pt>
    <dgm:pt modelId="{65E81D1D-59B9-48DF-9CFF-C874DC985B1A}" type="parTrans" cxnId="{31AEA7DF-D4D0-4DCD-8312-D47CCC577443}">
      <dgm:prSet/>
      <dgm:spPr/>
    </dgm:pt>
    <dgm:pt modelId="{5FE53D5D-15B8-4D24-BEC8-F6AB9E0284BB}" type="sibTrans" cxnId="{31AEA7DF-D4D0-4DCD-8312-D47CCC577443}">
      <dgm:prSet/>
      <dgm:spPr/>
    </dgm:pt>
    <dgm:pt modelId="{33A8B12B-FEFF-4A4B-988E-2E0A309885BA}" type="pres">
      <dgm:prSet presAssocID="{38CAF228-C70E-43C4-B248-C2DCC42C6A87}" presName="linear" presStyleCnt="0">
        <dgm:presLayoutVars>
          <dgm:animLvl val="lvl"/>
          <dgm:resizeHandles val="exact"/>
        </dgm:presLayoutVars>
      </dgm:prSet>
      <dgm:spPr/>
    </dgm:pt>
    <dgm:pt modelId="{34B0136D-9E2D-44C0-9BCE-2B5EBBF6EE84}" type="pres">
      <dgm:prSet presAssocID="{D420AA32-49C7-4371-983A-C6B592441DA5}" presName="parentText" presStyleLbl="node1" presStyleIdx="0" presStyleCnt="7">
        <dgm:presLayoutVars>
          <dgm:chMax val="0"/>
          <dgm:bulletEnabled val="1"/>
        </dgm:presLayoutVars>
      </dgm:prSet>
      <dgm:spPr/>
    </dgm:pt>
    <dgm:pt modelId="{305F1C92-24E2-4703-AA75-897C67AB1A5D}" type="pres">
      <dgm:prSet presAssocID="{28F61F22-A46C-4E27-A5A5-6F9196039326}" presName="spacer" presStyleCnt="0"/>
      <dgm:spPr/>
    </dgm:pt>
    <dgm:pt modelId="{5EA921AD-2B9B-4593-B086-F3C30EEAF570}" type="pres">
      <dgm:prSet presAssocID="{4F534BA0-4B65-450C-B956-F901F82EDFDD}" presName="parentText" presStyleLbl="node1" presStyleIdx="1" presStyleCnt="7">
        <dgm:presLayoutVars>
          <dgm:chMax val="0"/>
          <dgm:bulletEnabled val="1"/>
        </dgm:presLayoutVars>
      </dgm:prSet>
      <dgm:spPr/>
    </dgm:pt>
    <dgm:pt modelId="{331A63C2-2500-40BC-BACC-D0D1FC68DC68}" type="pres">
      <dgm:prSet presAssocID="{1FE1ECDB-BB88-4337-82EC-59D36B760EA1}" presName="spacer" presStyleCnt="0"/>
      <dgm:spPr/>
    </dgm:pt>
    <dgm:pt modelId="{6C9A17AB-D619-4BF8-9ADF-3935F6049D12}" type="pres">
      <dgm:prSet presAssocID="{4DB4F724-D4EF-40DE-9FC1-81E6523D7EF3}" presName="parentText" presStyleLbl="node1" presStyleIdx="2" presStyleCnt="7">
        <dgm:presLayoutVars>
          <dgm:chMax val="0"/>
          <dgm:bulletEnabled val="1"/>
        </dgm:presLayoutVars>
      </dgm:prSet>
      <dgm:spPr/>
    </dgm:pt>
    <dgm:pt modelId="{37BEAC7D-EB03-44FE-9A42-CE3B1764EC8F}" type="pres">
      <dgm:prSet presAssocID="{8EAAFE11-7BF7-466A-9F1E-08C2DF7FA144}" presName="spacer" presStyleCnt="0"/>
      <dgm:spPr/>
    </dgm:pt>
    <dgm:pt modelId="{BBA65B4A-0249-4716-8417-10D3560D7FB3}" type="pres">
      <dgm:prSet presAssocID="{764043F9-CE5C-401B-B690-E1BD5C90F1FA}" presName="parentText" presStyleLbl="node1" presStyleIdx="3" presStyleCnt="7">
        <dgm:presLayoutVars>
          <dgm:chMax val="0"/>
          <dgm:bulletEnabled val="1"/>
        </dgm:presLayoutVars>
      </dgm:prSet>
      <dgm:spPr/>
    </dgm:pt>
    <dgm:pt modelId="{7D2DCE12-BA59-491F-BE31-ECAB1397AAC3}" type="pres">
      <dgm:prSet presAssocID="{CB10A43D-87C4-4E6A-A311-DF405F2AB5EC}" presName="spacer" presStyleCnt="0"/>
      <dgm:spPr/>
    </dgm:pt>
    <dgm:pt modelId="{BFBF05FF-7620-49A2-B780-283C38E1DA6F}" type="pres">
      <dgm:prSet presAssocID="{AF40269D-2CB7-4949-919D-B7670959009D}" presName="parentText" presStyleLbl="node1" presStyleIdx="4" presStyleCnt="7">
        <dgm:presLayoutVars>
          <dgm:chMax val="0"/>
          <dgm:bulletEnabled val="1"/>
        </dgm:presLayoutVars>
      </dgm:prSet>
      <dgm:spPr/>
    </dgm:pt>
    <dgm:pt modelId="{34BB7D05-90C2-4C93-9335-664B82486CAC}" type="pres">
      <dgm:prSet presAssocID="{5FE53D5D-15B8-4D24-BEC8-F6AB9E0284BB}" presName="spacer" presStyleCnt="0"/>
      <dgm:spPr/>
    </dgm:pt>
    <dgm:pt modelId="{4D4AB8D3-D374-49A5-AB40-19720E43BD69}" type="pres">
      <dgm:prSet presAssocID="{B9C63B45-DE8C-4570-A4A8-4681A40D3C79}" presName="parentText" presStyleLbl="node1" presStyleIdx="5" presStyleCnt="7">
        <dgm:presLayoutVars>
          <dgm:chMax val="0"/>
          <dgm:bulletEnabled val="1"/>
        </dgm:presLayoutVars>
      </dgm:prSet>
      <dgm:spPr/>
    </dgm:pt>
    <dgm:pt modelId="{1DCAD221-B1E3-4199-BA43-087BC7D36594}" type="pres">
      <dgm:prSet presAssocID="{8F310C14-3786-4F80-826C-F81CB8711EFA}" presName="spacer" presStyleCnt="0"/>
      <dgm:spPr/>
    </dgm:pt>
    <dgm:pt modelId="{20238C3A-9A7C-466F-A963-A52F1416A0E8}" type="pres">
      <dgm:prSet presAssocID="{1451DF2F-4722-4782-A011-FF6AE73D55C0}" presName="parentText" presStyleLbl="node1" presStyleIdx="6" presStyleCnt="7">
        <dgm:presLayoutVars>
          <dgm:chMax val="0"/>
          <dgm:bulletEnabled val="1"/>
        </dgm:presLayoutVars>
      </dgm:prSet>
      <dgm:spPr/>
    </dgm:pt>
  </dgm:ptLst>
  <dgm:cxnLst>
    <dgm:cxn modelId="{E5F46E15-8B84-4238-A39D-369A7F36370A}" type="presOf" srcId="{B9C63B45-DE8C-4570-A4A8-4681A40D3C79}" destId="{4D4AB8D3-D374-49A5-AB40-19720E43BD69}" srcOrd="0" destOrd="0" presId="urn:microsoft.com/office/officeart/2005/8/layout/vList2"/>
    <dgm:cxn modelId="{2768B424-E179-435B-81DB-8C4E283C8AFA}" srcId="{38CAF228-C70E-43C4-B248-C2DCC42C6A87}" destId="{D420AA32-49C7-4371-983A-C6B592441DA5}" srcOrd="0" destOrd="0" parTransId="{052D93E8-C4C1-433A-B8A8-62E9BC2BAF2B}" sibTransId="{28F61F22-A46C-4E27-A5A5-6F9196039326}"/>
    <dgm:cxn modelId="{A7EFA440-F9FF-4388-AC36-F44A4D9C4DC0}" srcId="{38CAF228-C70E-43C4-B248-C2DCC42C6A87}" destId="{B9C63B45-DE8C-4570-A4A8-4681A40D3C79}" srcOrd="5" destOrd="0" parTransId="{FC6650A7-7A80-469C-9B38-AD2A3FFA1EF5}" sibTransId="{8F310C14-3786-4F80-826C-F81CB8711EFA}"/>
    <dgm:cxn modelId="{6FD2F951-08FE-4198-85D4-03C219FC615B}" srcId="{38CAF228-C70E-43C4-B248-C2DCC42C6A87}" destId="{4F534BA0-4B65-450C-B956-F901F82EDFDD}" srcOrd="1" destOrd="0" parTransId="{D537C3B9-5EE3-45C5-B848-D2F2EC694D3F}" sibTransId="{1FE1ECDB-BB88-4337-82EC-59D36B760EA1}"/>
    <dgm:cxn modelId="{33239E97-0D25-4A67-8C7A-FF2477FB3D10}" type="presOf" srcId="{D420AA32-49C7-4371-983A-C6B592441DA5}" destId="{34B0136D-9E2D-44C0-9BCE-2B5EBBF6EE84}" srcOrd="0" destOrd="0" presId="urn:microsoft.com/office/officeart/2005/8/layout/vList2"/>
    <dgm:cxn modelId="{3666F298-2E1A-4B38-8E6C-614F67B15CA4}" srcId="{38CAF228-C70E-43C4-B248-C2DCC42C6A87}" destId="{4DB4F724-D4EF-40DE-9FC1-81E6523D7EF3}" srcOrd="2" destOrd="0" parTransId="{9B4D0B85-1B91-49CD-A0D5-406EF5B006AF}" sibTransId="{8EAAFE11-7BF7-466A-9F1E-08C2DF7FA144}"/>
    <dgm:cxn modelId="{379A00C2-32B7-4C6A-9B5E-4F7CDDEC1144}" srcId="{38CAF228-C70E-43C4-B248-C2DCC42C6A87}" destId="{1451DF2F-4722-4782-A011-FF6AE73D55C0}" srcOrd="6" destOrd="0" parTransId="{94371A4B-4E3A-4526-A7B6-8DA6B8A67DBB}" sibTransId="{33CC996B-D16D-41B1-8FA3-12D4AC90241B}"/>
    <dgm:cxn modelId="{040DD5C7-1210-49F4-984A-383865F5D77F}" type="presOf" srcId="{AF40269D-2CB7-4949-919D-B7670959009D}" destId="{BFBF05FF-7620-49A2-B780-283C38E1DA6F}" srcOrd="0" destOrd="0" presId="urn:microsoft.com/office/officeart/2005/8/layout/vList2"/>
    <dgm:cxn modelId="{DAD1AED2-3700-46FD-8BD7-1F5A8A027150}" type="presOf" srcId="{1451DF2F-4722-4782-A011-FF6AE73D55C0}" destId="{20238C3A-9A7C-466F-A963-A52F1416A0E8}" srcOrd="0" destOrd="0" presId="urn:microsoft.com/office/officeart/2005/8/layout/vList2"/>
    <dgm:cxn modelId="{31AEA7DF-D4D0-4DCD-8312-D47CCC577443}" srcId="{38CAF228-C70E-43C4-B248-C2DCC42C6A87}" destId="{AF40269D-2CB7-4949-919D-B7670959009D}" srcOrd="4" destOrd="0" parTransId="{65E81D1D-59B9-48DF-9CFF-C874DC985B1A}" sibTransId="{5FE53D5D-15B8-4D24-BEC8-F6AB9E0284BB}"/>
    <dgm:cxn modelId="{3B9B3FE0-6DA5-4B5C-ACC1-AB646B06B594}" type="presOf" srcId="{4F534BA0-4B65-450C-B956-F901F82EDFDD}" destId="{5EA921AD-2B9B-4593-B086-F3C30EEAF570}"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D2567EE5-FEB2-4BDC-AE34-39012E1150E4}" type="presOf" srcId="{764043F9-CE5C-401B-B690-E1BD5C90F1FA}" destId="{BBA65B4A-0249-4716-8417-10D3560D7FB3}" srcOrd="0" destOrd="0" presId="urn:microsoft.com/office/officeart/2005/8/layout/vList2"/>
    <dgm:cxn modelId="{AEF181E5-9B67-4B2A-A3CD-E54D4337A8B8}" type="presOf" srcId="{4DB4F724-D4EF-40DE-9FC1-81E6523D7EF3}" destId="{6C9A17AB-D619-4BF8-9ADF-3935F6049D12}" srcOrd="0" destOrd="0" presId="urn:microsoft.com/office/officeart/2005/8/layout/vList2"/>
    <dgm:cxn modelId="{65739AFC-B5FF-4679-8BE5-1725A9F36B0F}" srcId="{38CAF228-C70E-43C4-B248-C2DCC42C6A87}" destId="{764043F9-CE5C-401B-B690-E1BD5C90F1FA}" srcOrd="3" destOrd="0" parTransId="{CD37CCA6-48B5-4433-B7EC-B7981A89951C}" sibTransId="{CB10A43D-87C4-4E6A-A311-DF405F2AB5EC}"/>
    <dgm:cxn modelId="{C411062E-82AA-49DC-AE26-99609F54E775}" type="presParOf" srcId="{33A8B12B-FEFF-4A4B-988E-2E0A309885BA}" destId="{34B0136D-9E2D-44C0-9BCE-2B5EBBF6EE84}" srcOrd="0" destOrd="0" presId="urn:microsoft.com/office/officeart/2005/8/layout/vList2"/>
    <dgm:cxn modelId="{5ABF91B9-0CF3-4021-97F3-61C5BC832A82}" type="presParOf" srcId="{33A8B12B-FEFF-4A4B-988E-2E0A309885BA}" destId="{305F1C92-24E2-4703-AA75-897C67AB1A5D}" srcOrd="1" destOrd="0" presId="urn:microsoft.com/office/officeart/2005/8/layout/vList2"/>
    <dgm:cxn modelId="{6299FA66-D9F5-484C-9AF9-6735598DCCB5}" type="presParOf" srcId="{33A8B12B-FEFF-4A4B-988E-2E0A309885BA}" destId="{5EA921AD-2B9B-4593-B086-F3C30EEAF570}" srcOrd="2" destOrd="0" presId="urn:microsoft.com/office/officeart/2005/8/layout/vList2"/>
    <dgm:cxn modelId="{D15A13F1-93D8-490D-B5A4-C2350464CC9B}" type="presParOf" srcId="{33A8B12B-FEFF-4A4B-988E-2E0A309885BA}" destId="{331A63C2-2500-40BC-BACC-D0D1FC68DC68}" srcOrd="3" destOrd="0" presId="urn:microsoft.com/office/officeart/2005/8/layout/vList2"/>
    <dgm:cxn modelId="{84135C51-C60D-4BCD-8B2E-48612157A55A}" type="presParOf" srcId="{33A8B12B-FEFF-4A4B-988E-2E0A309885BA}" destId="{6C9A17AB-D619-4BF8-9ADF-3935F6049D12}" srcOrd="4" destOrd="0" presId="urn:microsoft.com/office/officeart/2005/8/layout/vList2"/>
    <dgm:cxn modelId="{8138C7C6-5C1F-4D14-A433-E6B48D272D99}" type="presParOf" srcId="{33A8B12B-FEFF-4A4B-988E-2E0A309885BA}" destId="{37BEAC7D-EB03-44FE-9A42-CE3B1764EC8F}" srcOrd="5" destOrd="0" presId="urn:microsoft.com/office/officeart/2005/8/layout/vList2"/>
    <dgm:cxn modelId="{4933C696-C117-4ECF-A5CA-B8D1104E8DB1}" type="presParOf" srcId="{33A8B12B-FEFF-4A4B-988E-2E0A309885BA}" destId="{BBA65B4A-0249-4716-8417-10D3560D7FB3}" srcOrd="6" destOrd="0" presId="urn:microsoft.com/office/officeart/2005/8/layout/vList2"/>
    <dgm:cxn modelId="{8535E555-2837-4CA0-B8F4-76189A1260DA}" type="presParOf" srcId="{33A8B12B-FEFF-4A4B-988E-2E0A309885BA}" destId="{7D2DCE12-BA59-491F-BE31-ECAB1397AAC3}" srcOrd="7" destOrd="0" presId="urn:microsoft.com/office/officeart/2005/8/layout/vList2"/>
    <dgm:cxn modelId="{2E837864-AFEA-4C35-9DAB-719F1453B246}" type="presParOf" srcId="{33A8B12B-FEFF-4A4B-988E-2E0A309885BA}" destId="{BFBF05FF-7620-49A2-B780-283C38E1DA6F}" srcOrd="8" destOrd="0" presId="urn:microsoft.com/office/officeart/2005/8/layout/vList2"/>
    <dgm:cxn modelId="{4EA72FF9-8AA0-4FAF-ADA0-545989B0722A}" type="presParOf" srcId="{33A8B12B-FEFF-4A4B-988E-2E0A309885BA}" destId="{34BB7D05-90C2-4C93-9335-664B82486CAC}" srcOrd="9" destOrd="0" presId="urn:microsoft.com/office/officeart/2005/8/layout/vList2"/>
    <dgm:cxn modelId="{51B6AE13-73F7-4EAA-82BF-306599A72DF5}" type="presParOf" srcId="{33A8B12B-FEFF-4A4B-988E-2E0A309885BA}" destId="{4D4AB8D3-D374-49A5-AB40-19720E43BD69}" srcOrd="10" destOrd="0" presId="urn:microsoft.com/office/officeart/2005/8/layout/vList2"/>
    <dgm:cxn modelId="{35071604-5A41-4AE4-9649-A7BA5AE2BC8A}" type="presParOf" srcId="{33A8B12B-FEFF-4A4B-988E-2E0A309885BA}" destId="{1DCAD221-B1E3-4199-BA43-087BC7D36594}" srcOrd="11" destOrd="0" presId="urn:microsoft.com/office/officeart/2005/8/layout/vList2"/>
    <dgm:cxn modelId="{39E0C985-96FC-4875-B8E5-45845A4A84A3}" type="presParOf" srcId="{33A8B12B-FEFF-4A4B-988E-2E0A309885BA}" destId="{20238C3A-9A7C-466F-A963-A52F1416A0E8}"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1451DF2F-4722-4782-A011-FF6AE73D55C0}">
      <dgm:prSet phldr="0"/>
      <dgm:spPr/>
      <dgm:t>
        <a:bodyPr/>
        <a:lstStyle/>
        <a:p>
          <a:pPr algn="l"/>
          <a:r>
            <a:rPr lang="en-IN" b="0" dirty="0">
              <a:latin typeface="Calibri"/>
            </a:rPr>
            <a:t>15. Text-based Emotion Detection: These applications detect and analyze the emotional tone or sentiment in text, helping businesses understand customer emotions and feedback.</a:t>
          </a:r>
          <a:endParaRPr lang="en-IN" dirty="0">
            <a:latin typeface="Calibri"/>
          </a:endParaRPr>
        </a:p>
      </dgm:t>
    </dgm:pt>
    <dgm:pt modelId="{94371A4B-4E3A-4526-A7B6-8DA6B8A67DBB}" type="parTrans" cxnId="{379A00C2-32B7-4C6A-9B5E-4F7CDDEC1144}">
      <dgm:prSet/>
      <dgm:spPr/>
    </dgm:pt>
    <dgm:pt modelId="{33CC996B-D16D-41B1-8FA3-12D4AC90241B}" type="sibTrans" cxnId="{379A00C2-32B7-4C6A-9B5E-4F7CDDEC1144}">
      <dgm:prSet/>
      <dgm:spPr/>
    </dgm:pt>
    <dgm:pt modelId="{764043F9-CE5C-401B-B690-E1BD5C90F1FA}">
      <dgm:prSet phldr="0"/>
      <dgm:spPr/>
      <dgm:t>
        <a:bodyPr/>
        <a:lstStyle/>
        <a:p>
          <a:pPr algn="l"/>
          <a:r>
            <a:rPr lang="en-IN" b="0" dirty="0">
              <a:latin typeface="Calibri"/>
            </a:rPr>
            <a:t>10. Semantic Search: Semantic search engines go beyond simple keyword matching and take into account the semantic meaning of words and phrases to provide more relevant search results.</a:t>
          </a:r>
        </a:p>
      </dgm:t>
    </dgm:pt>
    <dgm:pt modelId="{CD37CCA6-48B5-4433-B7EC-B7981A89951C}" type="parTrans" cxnId="{65739AFC-B5FF-4679-8BE5-1725A9F36B0F}">
      <dgm:prSet/>
      <dgm:spPr/>
    </dgm:pt>
    <dgm:pt modelId="{CB10A43D-87C4-4E6A-A311-DF405F2AB5EC}" type="sibTrans" cxnId="{65739AFC-B5FF-4679-8BE5-1725A9F36B0F}">
      <dgm:prSet/>
      <dgm:spPr/>
    </dgm:pt>
    <dgm:pt modelId="{D420AA32-49C7-4371-983A-C6B592441DA5}">
      <dgm:prSet phldr="0"/>
      <dgm:spPr/>
      <dgm:t>
        <a:bodyPr/>
        <a:lstStyle/>
        <a:p>
          <a:pPr algn="l"/>
          <a:r>
            <a:rPr lang="en-IN" b="0" dirty="0">
              <a:latin typeface="Calibri"/>
            </a:rPr>
            <a:t>8. Dialogue Systems: Dialogue systems, including chatbots and virtual assistants, engage in conversational interactions with users. They use natural language understanding and generation to respond appropriately to user queries.</a:t>
          </a:r>
        </a:p>
      </dgm:t>
    </dgm:pt>
    <dgm:pt modelId="{052D93E8-C4C1-433A-B8A8-62E9BC2BAF2B}" type="parTrans" cxnId="{2768B424-E179-435B-81DB-8C4E283C8AFA}">
      <dgm:prSet/>
      <dgm:spPr/>
    </dgm:pt>
    <dgm:pt modelId="{28F61F22-A46C-4E27-A5A5-6F9196039326}" type="sibTrans" cxnId="{2768B424-E179-435B-81DB-8C4E283C8AFA}">
      <dgm:prSet/>
      <dgm:spPr/>
    </dgm:pt>
    <dgm:pt modelId="{B9C63B45-DE8C-4570-A4A8-4681A40D3C79}">
      <dgm:prSet phldr="0"/>
      <dgm:spPr/>
      <dgm:t>
        <a:bodyPr/>
        <a:lstStyle/>
        <a:p>
          <a:pPr algn="l"/>
          <a:r>
            <a:rPr lang="en-IN" b="0" dirty="0">
              <a:latin typeface="Calibri"/>
            </a:rPr>
            <a:t>14. Speech Recognition: Advanced speech recognition models can transcribe spoken language into text with high accuracy, enabling applications like voice assistants and transcription services.</a:t>
          </a:r>
          <a:endParaRPr lang="en-IN" dirty="0"/>
        </a:p>
      </dgm:t>
    </dgm:pt>
    <dgm:pt modelId="{FC6650A7-7A80-469C-9B38-AD2A3FFA1EF5}" type="parTrans" cxnId="{A7EFA440-F9FF-4388-AC36-F44A4D9C4DC0}">
      <dgm:prSet/>
      <dgm:spPr/>
    </dgm:pt>
    <dgm:pt modelId="{8F310C14-3786-4F80-826C-F81CB8711EFA}" type="sibTrans" cxnId="{A7EFA440-F9FF-4388-AC36-F44A4D9C4DC0}">
      <dgm:prSet/>
      <dgm:spPr/>
    </dgm:pt>
    <dgm:pt modelId="{4F534BA0-4B65-450C-B956-F901F82EDFDD}">
      <dgm:prSet phldr="0"/>
      <dgm:spPr/>
      <dgm:t>
        <a:bodyPr/>
        <a:lstStyle/>
        <a:p>
          <a:pPr algn="l"/>
          <a:r>
            <a:rPr lang="en-IN" b="0" dirty="0">
              <a:latin typeface="Calibri"/>
            </a:rPr>
            <a:t>9. Language Modeling: Advanced language models, such as GPT-4, are trained on massive text corpora and are capable of generating human-like text in a wide range of languages and styles. They are used for content generation, creative writing, and more.</a:t>
          </a:r>
        </a:p>
      </dgm:t>
    </dgm:pt>
    <dgm:pt modelId="{D537C3B9-5EE3-45C5-B848-D2F2EC694D3F}" type="parTrans" cxnId="{6FD2F951-08FE-4198-85D4-03C219FC615B}">
      <dgm:prSet/>
      <dgm:spPr/>
    </dgm:pt>
    <dgm:pt modelId="{1FE1ECDB-BB88-4337-82EC-59D36B760EA1}" type="sibTrans" cxnId="{6FD2F951-08FE-4198-85D4-03C219FC615B}">
      <dgm:prSet/>
      <dgm:spPr/>
    </dgm:pt>
    <dgm:pt modelId="{AF40269D-2CB7-4949-919D-B7670959009D}">
      <dgm:prSet phldr="0"/>
      <dgm:spPr/>
      <dgm:t>
        <a:bodyPr/>
        <a:lstStyle/>
        <a:p>
          <a:pPr algn="l"/>
          <a:r>
            <a:rPr lang="en-IN" b="0" dirty="0">
              <a:latin typeface="Calibri"/>
            </a:rPr>
            <a:t>11. Document Classification: Beyond basic text classification, high-level document classification systems can categorize and organize large volumes of documents into complex taxonomies or hierarchical structures.</a:t>
          </a:r>
        </a:p>
      </dgm:t>
    </dgm:pt>
    <dgm:pt modelId="{65E81D1D-59B9-48DF-9CFF-C874DC985B1A}" type="parTrans" cxnId="{31AEA7DF-D4D0-4DCD-8312-D47CCC577443}">
      <dgm:prSet/>
      <dgm:spPr/>
    </dgm:pt>
    <dgm:pt modelId="{5FE53D5D-15B8-4D24-BEC8-F6AB9E0284BB}" type="sibTrans" cxnId="{31AEA7DF-D4D0-4DCD-8312-D47CCC577443}">
      <dgm:prSet/>
      <dgm:spPr/>
    </dgm:pt>
    <dgm:pt modelId="{B8F7AA6E-9182-4C78-AB78-5AECA82BC849}">
      <dgm:prSet phldr="0"/>
      <dgm:spPr/>
      <dgm:t>
        <a:bodyPr/>
        <a:lstStyle/>
        <a:p>
          <a:pPr algn="l"/>
          <a:r>
            <a:rPr lang="en-IN" b="0" dirty="0">
              <a:latin typeface="Calibri"/>
            </a:rPr>
            <a:t>12. Image Captioning: Combining computer vision with NLP, image captioning generates natural language descriptions for images or videos. These systems use both image analysis and language generation.</a:t>
          </a:r>
        </a:p>
      </dgm:t>
    </dgm:pt>
    <dgm:pt modelId="{4DA4A625-43E5-4956-92E1-3F85814E4ECF}" type="parTrans" cxnId="{8F14F7D2-CF51-4330-99D5-0A52E1BB4A03}">
      <dgm:prSet/>
      <dgm:spPr/>
    </dgm:pt>
    <dgm:pt modelId="{14EC9DF3-ADAA-486B-8518-483293BD3DE6}" type="sibTrans" cxnId="{8F14F7D2-CF51-4330-99D5-0A52E1BB4A03}">
      <dgm:prSet/>
      <dgm:spPr/>
    </dgm:pt>
    <dgm:pt modelId="{C78D0E29-683B-406E-A939-5AC189120C6C}">
      <dgm:prSet phldr="0"/>
      <dgm:spPr/>
      <dgm:t>
        <a:bodyPr/>
        <a:lstStyle/>
        <a:p>
          <a:pPr algn="l"/>
          <a:r>
            <a:rPr lang="en-IN" b="0" dirty="0">
              <a:latin typeface="Calibri"/>
            </a:rPr>
            <a:t>13. Text-to-Speech (TTS): Advanced TTS systems use neural networks to convert text into human-like speech, making them useful in applications like virtual assistants and audiobook narration.</a:t>
          </a:r>
          <a:endParaRPr lang="en-IN" dirty="0"/>
        </a:p>
      </dgm:t>
    </dgm:pt>
    <dgm:pt modelId="{CD371CB3-D6B5-4B44-8000-E1D1A67D2C2B}" type="parTrans" cxnId="{71D8554B-5728-4B69-B45F-3D97E2D1EF86}">
      <dgm:prSet/>
      <dgm:spPr/>
    </dgm:pt>
    <dgm:pt modelId="{DDCA1A62-0F0B-4A72-85C1-D10952F71A22}" type="sibTrans" cxnId="{71D8554B-5728-4B69-B45F-3D97E2D1EF86}">
      <dgm:prSet/>
      <dgm:spPr/>
    </dgm:pt>
    <dgm:pt modelId="{33A8B12B-FEFF-4A4B-988E-2E0A309885BA}" type="pres">
      <dgm:prSet presAssocID="{38CAF228-C70E-43C4-B248-C2DCC42C6A87}" presName="linear" presStyleCnt="0">
        <dgm:presLayoutVars>
          <dgm:animLvl val="lvl"/>
          <dgm:resizeHandles val="exact"/>
        </dgm:presLayoutVars>
      </dgm:prSet>
      <dgm:spPr/>
    </dgm:pt>
    <dgm:pt modelId="{34B0136D-9E2D-44C0-9BCE-2B5EBBF6EE84}" type="pres">
      <dgm:prSet presAssocID="{D420AA32-49C7-4371-983A-C6B592441DA5}" presName="parentText" presStyleLbl="node1" presStyleIdx="0" presStyleCnt="8">
        <dgm:presLayoutVars>
          <dgm:chMax val="0"/>
          <dgm:bulletEnabled val="1"/>
        </dgm:presLayoutVars>
      </dgm:prSet>
      <dgm:spPr/>
    </dgm:pt>
    <dgm:pt modelId="{305F1C92-24E2-4703-AA75-897C67AB1A5D}" type="pres">
      <dgm:prSet presAssocID="{28F61F22-A46C-4E27-A5A5-6F9196039326}" presName="spacer" presStyleCnt="0"/>
      <dgm:spPr/>
    </dgm:pt>
    <dgm:pt modelId="{5EA921AD-2B9B-4593-B086-F3C30EEAF570}" type="pres">
      <dgm:prSet presAssocID="{4F534BA0-4B65-450C-B956-F901F82EDFDD}" presName="parentText" presStyleLbl="node1" presStyleIdx="1" presStyleCnt="8">
        <dgm:presLayoutVars>
          <dgm:chMax val="0"/>
          <dgm:bulletEnabled val="1"/>
        </dgm:presLayoutVars>
      </dgm:prSet>
      <dgm:spPr/>
    </dgm:pt>
    <dgm:pt modelId="{331A63C2-2500-40BC-BACC-D0D1FC68DC68}" type="pres">
      <dgm:prSet presAssocID="{1FE1ECDB-BB88-4337-82EC-59D36B760EA1}" presName="spacer" presStyleCnt="0"/>
      <dgm:spPr/>
    </dgm:pt>
    <dgm:pt modelId="{BBA65B4A-0249-4716-8417-10D3560D7FB3}" type="pres">
      <dgm:prSet presAssocID="{764043F9-CE5C-401B-B690-E1BD5C90F1FA}" presName="parentText" presStyleLbl="node1" presStyleIdx="2" presStyleCnt="8">
        <dgm:presLayoutVars>
          <dgm:chMax val="0"/>
          <dgm:bulletEnabled val="1"/>
        </dgm:presLayoutVars>
      </dgm:prSet>
      <dgm:spPr/>
    </dgm:pt>
    <dgm:pt modelId="{7D2DCE12-BA59-491F-BE31-ECAB1397AAC3}" type="pres">
      <dgm:prSet presAssocID="{CB10A43D-87C4-4E6A-A311-DF405F2AB5EC}" presName="spacer" presStyleCnt="0"/>
      <dgm:spPr/>
    </dgm:pt>
    <dgm:pt modelId="{BFBF05FF-7620-49A2-B780-283C38E1DA6F}" type="pres">
      <dgm:prSet presAssocID="{AF40269D-2CB7-4949-919D-B7670959009D}" presName="parentText" presStyleLbl="node1" presStyleIdx="3" presStyleCnt="8">
        <dgm:presLayoutVars>
          <dgm:chMax val="0"/>
          <dgm:bulletEnabled val="1"/>
        </dgm:presLayoutVars>
      </dgm:prSet>
      <dgm:spPr/>
    </dgm:pt>
    <dgm:pt modelId="{34BB7D05-90C2-4C93-9335-664B82486CAC}" type="pres">
      <dgm:prSet presAssocID="{5FE53D5D-15B8-4D24-BEC8-F6AB9E0284BB}" presName="spacer" presStyleCnt="0"/>
      <dgm:spPr/>
    </dgm:pt>
    <dgm:pt modelId="{D4525047-14BB-4871-9F62-EAADF75E2C14}" type="pres">
      <dgm:prSet presAssocID="{B8F7AA6E-9182-4C78-AB78-5AECA82BC849}" presName="parentText" presStyleLbl="node1" presStyleIdx="4" presStyleCnt="8">
        <dgm:presLayoutVars>
          <dgm:chMax val="0"/>
          <dgm:bulletEnabled val="1"/>
        </dgm:presLayoutVars>
      </dgm:prSet>
      <dgm:spPr/>
    </dgm:pt>
    <dgm:pt modelId="{408F05E0-CFAC-42B8-AF35-93C276321E35}" type="pres">
      <dgm:prSet presAssocID="{14EC9DF3-ADAA-486B-8518-483293BD3DE6}" presName="spacer" presStyleCnt="0"/>
      <dgm:spPr/>
    </dgm:pt>
    <dgm:pt modelId="{D683CFF2-2AB3-4F2E-8F0E-185705FEFA04}" type="pres">
      <dgm:prSet presAssocID="{C78D0E29-683B-406E-A939-5AC189120C6C}" presName="parentText" presStyleLbl="node1" presStyleIdx="5" presStyleCnt="8">
        <dgm:presLayoutVars>
          <dgm:chMax val="0"/>
          <dgm:bulletEnabled val="1"/>
        </dgm:presLayoutVars>
      </dgm:prSet>
      <dgm:spPr/>
    </dgm:pt>
    <dgm:pt modelId="{A8C01D61-65F2-4DF1-BA7F-22665A2C7C03}" type="pres">
      <dgm:prSet presAssocID="{DDCA1A62-0F0B-4A72-85C1-D10952F71A22}" presName="spacer" presStyleCnt="0"/>
      <dgm:spPr/>
    </dgm:pt>
    <dgm:pt modelId="{4D4AB8D3-D374-49A5-AB40-19720E43BD69}" type="pres">
      <dgm:prSet presAssocID="{B9C63B45-DE8C-4570-A4A8-4681A40D3C79}" presName="parentText" presStyleLbl="node1" presStyleIdx="6" presStyleCnt="8">
        <dgm:presLayoutVars>
          <dgm:chMax val="0"/>
          <dgm:bulletEnabled val="1"/>
        </dgm:presLayoutVars>
      </dgm:prSet>
      <dgm:spPr/>
    </dgm:pt>
    <dgm:pt modelId="{1DCAD221-B1E3-4199-BA43-087BC7D36594}" type="pres">
      <dgm:prSet presAssocID="{8F310C14-3786-4F80-826C-F81CB8711EFA}" presName="spacer" presStyleCnt="0"/>
      <dgm:spPr/>
    </dgm:pt>
    <dgm:pt modelId="{20238C3A-9A7C-466F-A963-A52F1416A0E8}" type="pres">
      <dgm:prSet presAssocID="{1451DF2F-4722-4782-A011-FF6AE73D55C0}" presName="parentText" presStyleLbl="node1" presStyleIdx="7" presStyleCnt="8">
        <dgm:presLayoutVars>
          <dgm:chMax val="0"/>
          <dgm:bulletEnabled val="1"/>
        </dgm:presLayoutVars>
      </dgm:prSet>
      <dgm:spPr/>
    </dgm:pt>
  </dgm:ptLst>
  <dgm:cxnLst>
    <dgm:cxn modelId="{20026C0E-0DD9-4B7D-B57A-D20E65714DA4}" type="presOf" srcId="{1451DF2F-4722-4782-A011-FF6AE73D55C0}" destId="{20238C3A-9A7C-466F-A963-A52F1416A0E8}" srcOrd="0" destOrd="0" presId="urn:microsoft.com/office/officeart/2005/8/layout/vList2"/>
    <dgm:cxn modelId="{2768B424-E179-435B-81DB-8C4E283C8AFA}" srcId="{38CAF228-C70E-43C4-B248-C2DCC42C6A87}" destId="{D420AA32-49C7-4371-983A-C6B592441DA5}" srcOrd="0" destOrd="0" parTransId="{052D93E8-C4C1-433A-B8A8-62E9BC2BAF2B}" sibTransId="{28F61F22-A46C-4E27-A5A5-6F9196039326}"/>
    <dgm:cxn modelId="{A7EFA440-F9FF-4388-AC36-F44A4D9C4DC0}" srcId="{38CAF228-C70E-43C4-B248-C2DCC42C6A87}" destId="{B9C63B45-DE8C-4570-A4A8-4681A40D3C79}" srcOrd="6" destOrd="0" parTransId="{FC6650A7-7A80-469C-9B38-AD2A3FFA1EF5}" sibTransId="{8F310C14-3786-4F80-826C-F81CB8711EFA}"/>
    <dgm:cxn modelId="{71D8554B-5728-4B69-B45F-3D97E2D1EF86}" srcId="{38CAF228-C70E-43C4-B248-C2DCC42C6A87}" destId="{C78D0E29-683B-406E-A939-5AC189120C6C}" srcOrd="5" destOrd="0" parTransId="{CD371CB3-D6B5-4B44-8000-E1D1A67D2C2B}" sibTransId="{DDCA1A62-0F0B-4A72-85C1-D10952F71A22}"/>
    <dgm:cxn modelId="{7A8DD14C-6C2D-4B63-AB7A-9BA6620294C8}" type="presOf" srcId="{D420AA32-49C7-4371-983A-C6B592441DA5}" destId="{34B0136D-9E2D-44C0-9BCE-2B5EBBF6EE84}" srcOrd="0" destOrd="0" presId="urn:microsoft.com/office/officeart/2005/8/layout/vList2"/>
    <dgm:cxn modelId="{7F42E871-B20D-4818-B84C-9CDC8207F844}" type="presOf" srcId="{B9C63B45-DE8C-4570-A4A8-4681A40D3C79}" destId="{4D4AB8D3-D374-49A5-AB40-19720E43BD69}" srcOrd="0" destOrd="0" presId="urn:microsoft.com/office/officeart/2005/8/layout/vList2"/>
    <dgm:cxn modelId="{6FD2F951-08FE-4198-85D4-03C219FC615B}" srcId="{38CAF228-C70E-43C4-B248-C2DCC42C6A87}" destId="{4F534BA0-4B65-450C-B956-F901F82EDFDD}" srcOrd="1" destOrd="0" parTransId="{D537C3B9-5EE3-45C5-B848-D2F2EC694D3F}" sibTransId="{1FE1ECDB-BB88-4337-82EC-59D36B760EA1}"/>
    <dgm:cxn modelId="{F2EA7D54-98BB-4FB6-9E01-4E2F5D09FCEC}" type="presOf" srcId="{B8F7AA6E-9182-4C78-AB78-5AECA82BC849}" destId="{D4525047-14BB-4871-9F62-EAADF75E2C14}" srcOrd="0" destOrd="0" presId="urn:microsoft.com/office/officeart/2005/8/layout/vList2"/>
    <dgm:cxn modelId="{379A00C2-32B7-4C6A-9B5E-4F7CDDEC1144}" srcId="{38CAF228-C70E-43C4-B248-C2DCC42C6A87}" destId="{1451DF2F-4722-4782-A011-FF6AE73D55C0}" srcOrd="7" destOrd="0" parTransId="{94371A4B-4E3A-4526-A7B6-8DA6B8A67DBB}" sibTransId="{33CC996B-D16D-41B1-8FA3-12D4AC90241B}"/>
    <dgm:cxn modelId="{8F14F7D2-CF51-4330-99D5-0A52E1BB4A03}" srcId="{38CAF228-C70E-43C4-B248-C2DCC42C6A87}" destId="{B8F7AA6E-9182-4C78-AB78-5AECA82BC849}" srcOrd="4" destOrd="0" parTransId="{4DA4A625-43E5-4956-92E1-3F85814E4ECF}" sibTransId="{14EC9DF3-ADAA-486B-8518-483293BD3DE6}"/>
    <dgm:cxn modelId="{377CB4D9-9D3F-4557-ACAB-0FC4D8F1B5FE}" type="presOf" srcId="{764043F9-CE5C-401B-B690-E1BD5C90F1FA}" destId="{BBA65B4A-0249-4716-8417-10D3560D7FB3}" srcOrd="0" destOrd="0" presId="urn:microsoft.com/office/officeart/2005/8/layout/vList2"/>
    <dgm:cxn modelId="{31AEA7DF-D4D0-4DCD-8312-D47CCC577443}" srcId="{38CAF228-C70E-43C4-B248-C2DCC42C6A87}" destId="{AF40269D-2CB7-4949-919D-B7670959009D}" srcOrd="3" destOrd="0" parTransId="{65E81D1D-59B9-48DF-9CFF-C874DC985B1A}" sibTransId="{5FE53D5D-15B8-4D24-BEC8-F6AB9E0284BB}"/>
    <dgm:cxn modelId="{C2B42FE5-1F02-4DCD-A335-C7C120C6B5D0}" type="presOf" srcId="{38CAF228-C70E-43C4-B248-C2DCC42C6A87}" destId="{33A8B12B-FEFF-4A4B-988E-2E0A309885BA}" srcOrd="0" destOrd="0" presId="urn:microsoft.com/office/officeart/2005/8/layout/vList2"/>
    <dgm:cxn modelId="{8FBB0BF2-4254-46AC-8562-4EF2E6D8D599}" type="presOf" srcId="{AF40269D-2CB7-4949-919D-B7670959009D}" destId="{BFBF05FF-7620-49A2-B780-283C38E1DA6F}" srcOrd="0" destOrd="0" presId="urn:microsoft.com/office/officeart/2005/8/layout/vList2"/>
    <dgm:cxn modelId="{65739AFC-B5FF-4679-8BE5-1725A9F36B0F}" srcId="{38CAF228-C70E-43C4-B248-C2DCC42C6A87}" destId="{764043F9-CE5C-401B-B690-E1BD5C90F1FA}" srcOrd="2" destOrd="0" parTransId="{CD37CCA6-48B5-4433-B7EC-B7981A89951C}" sibTransId="{CB10A43D-87C4-4E6A-A311-DF405F2AB5EC}"/>
    <dgm:cxn modelId="{8614BCFE-ACEC-4A3D-ABAF-FACCD38BA19C}" type="presOf" srcId="{4F534BA0-4B65-450C-B956-F901F82EDFDD}" destId="{5EA921AD-2B9B-4593-B086-F3C30EEAF570}" srcOrd="0" destOrd="0" presId="urn:microsoft.com/office/officeart/2005/8/layout/vList2"/>
    <dgm:cxn modelId="{B7B368FF-191C-4386-99DA-4C6CF56EE762}" type="presOf" srcId="{C78D0E29-683B-406E-A939-5AC189120C6C}" destId="{D683CFF2-2AB3-4F2E-8F0E-185705FEFA04}" srcOrd="0" destOrd="0" presId="urn:microsoft.com/office/officeart/2005/8/layout/vList2"/>
    <dgm:cxn modelId="{CDFCD14C-EE5F-4D7F-9AAD-28F0733E65FB}" type="presParOf" srcId="{33A8B12B-FEFF-4A4B-988E-2E0A309885BA}" destId="{34B0136D-9E2D-44C0-9BCE-2B5EBBF6EE84}" srcOrd="0" destOrd="0" presId="urn:microsoft.com/office/officeart/2005/8/layout/vList2"/>
    <dgm:cxn modelId="{75C5CE0B-BCF1-43BE-BA9B-13277AFCA26C}" type="presParOf" srcId="{33A8B12B-FEFF-4A4B-988E-2E0A309885BA}" destId="{305F1C92-24E2-4703-AA75-897C67AB1A5D}" srcOrd="1" destOrd="0" presId="urn:microsoft.com/office/officeart/2005/8/layout/vList2"/>
    <dgm:cxn modelId="{E201CDEC-3352-4C3D-BFD9-41B5ED0C73E7}" type="presParOf" srcId="{33A8B12B-FEFF-4A4B-988E-2E0A309885BA}" destId="{5EA921AD-2B9B-4593-B086-F3C30EEAF570}" srcOrd="2" destOrd="0" presId="urn:microsoft.com/office/officeart/2005/8/layout/vList2"/>
    <dgm:cxn modelId="{296EC0AB-DCEA-4F4A-BCF1-28ED422625DB}" type="presParOf" srcId="{33A8B12B-FEFF-4A4B-988E-2E0A309885BA}" destId="{331A63C2-2500-40BC-BACC-D0D1FC68DC68}" srcOrd="3" destOrd="0" presId="urn:microsoft.com/office/officeart/2005/8/layout/vList2"/>
    <dgm:cxn modelId="{83CAF765-5F37-4A93-A1E3-81D72F393B85}" type="presParOf" srcId="{33A8B12B-FEFF-4A4B-988E-2E0A309885BA}" destId="{BBA65B4A-0249-4716-8417-10D3560D7FB3}" srcOrd="4" destOrd="0" presId="urn:microsoft.com/office/officeart/2005/8/layout/vList2"/>
    <dgm:cxn modelId="{A784CAD5-876A-4E00-A58F-A45DD09E8867}" type="presParOf" srcId="{33A8B12B-FEFF-4A4B-988E-2E0A309885BA}" destId="{7D2DCE12-BA59-491F-BE31-ECAB1397AAC3}" srcOrd="5" destOrd="0" presId="urn:microsoft.com/office/officeart/2005/8/layout/vList2"/>
    <dgm:cxn modelId="{D5C00312-AB32-4CF9-9180-89D14AAC412F}" type="presParOf" srcId="{33A8B12B-FEFF-4A4B-988E-2E0A309885BA}" destId="{BFBF05FF-7620-49A2-B780-283C38E1DA6F}" srcOrd="6" destOrd="0" presId="urn:microsoft.com/office/officeart/2005/8/layout/vList2"/>
    <dgm:cxn modelId="{0C7B43D7-43E9-4FA7-8E53-BEF82F97BD27}" type="presParOf" srcId="{33A8B12B-FEFF-4A4B-988E-2E0A309885BA}" destId="{34BB7D05-90C2-4C93-9335-664B82486CAC}" srcOrd="7" destOrd="0" presId="urn:microsoft.com/office/officeart/2005/8/layout/vList2"/>
    <dgm:cxn modelId="{ACDD2D79-17F2-46A3-8808-448BB7EB1480}" type="presParOf" srcId="{33A8B12B-FEFF-4A4B-988E-2E0A309885BA}" destId="{D4525047-14BB-4871-9F62-EAADF75E2C14}" srcOrd="8" destOrd="0" presId="urn:microsoft.com/office/officeart/2005/8/layout/vList2"/>
    <dgm:cxn modelId="{7AA9FEC2-BD30-4C29-8AB1-C179B8073E10}" type="presParOf" srcId="{33A8B12B-FEFF-4A4B-988E-2E0A309885BA}" destId="{408F05E0-CFAC-42B8-AF35-93C276321E35}" srcOrd="9" destOrd="0" presId="urn:microsoft.com/office/officeart/2005/8/layout/vList2"/>
    <dgm:cxn modelId="{A11683BB-4AB2-4FC1-BA7B-F15B627672CD}" type="presParOf" srcId="{33A8B12B-FEFF-4A4B-988E-2E0A309885BA}" destId="{D683CFF2-2AB3-4F2E-8F0E-185705FEFA04}" srcOrd="10" destOrd="0" presId="urn:microsoft.com/office/officeart/2005/8/layout/vList2"/>
    <dgm:cxn modelId="{806770F0-922B-4981-BF63-BF4E5084306F}" type="presParOf" srcId="{33A8B12B-FEFF-4A4B-988E-2E0A309885BA}" destId="{A8C01D61-65F2-4DF1-BA7F-22665A2C7C03}" srcOrd="11" destOrd="0" presId="urn:microsoft.com/office/officeart/2005/8/layout/vList2"/>
    <dgm:cxn modelId="{8FE291EC-D1E5-4D5D-8317-D52CD66F7E1C}" type="presParOf" srcId="{33A8B12B-FEFF-4A4B-988E-2E0A309885BA}" destId="{4D4AB8D3-D374-49A5-AB40-19720E43BD69}" srcOrd="12" destOrd="0" presId="urn:microsoft.com/office/officeart/2005/8/layout/vList2"/>
    <dgm:cxn modelId="{FADDF27B-69DA-4990-9A43-002FF024E7B9}" type="presParOf" srcId="{33A8B12B-FEFF-4A4B-988E-2E0A309885BA}" destId="{1DCAD221-B1E3-4199-BA43-087BC7D36594}" srcOrd="13" destOrd="0" presId="urn:microsoft.com/office/officeart/2005/8/layout/vList2"/>
    <dgm:cxn modelId="{4E272EE5-F2A4-469E-B552-E06C7923CB5A}" type="presParOf" srcId="{33A8B12B-FEFF-4A4B-988E-2E0A309885BA}" destId="{20238C3A-9A7C-466F-A963-A52F1416A0E8}"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DB4F724-D4EF-40DE-9FC1-81E6523D7EF3}">
      <dgm:prSet phldr="0"/>
      <dgm:spPr/>
      <dgm:t>
        <a:bodyPr/>
        <a:lstStyle/>
        <a:p>
          <a:pPr algn="l" rtl="0"/>
          <a:r>
            <a:rPr lang="en-IN" b="0" dirty="0">
              <a:solidFill>
                <a:srgbClr val="000000"/>
              </a:solidFill>
              <a:latin typeface="Calibri"/>
            </a:rPr>
            <a:t>Machine</a:t>
          </a:r>
          <a:r>
            <a:rPr lang="en-IN" dirty="0">
              <a:solidFill>
                <a:srgbClr val="000000"/>
              </a:solidFill>
              <a:latin typeface="Calibri"/>
            </a:rPr>
            <a:t> translation is a high-level </a:t>
          </a:r>
          <a:r>
            <a:rPr lang="en-IN" b="0" dirty="0">
              <a:solidFill>
                <a:srgbClr val="000000"/>
              </a:solidFill>
              <a:latin typeface="Calibri"/>
            </a:rPr>
            <a:t>natural language processing (NLP) application that involves </a:t>
          </a:r>
          <a:r>
            <a:rPr lang="en-IN" dirty="0">
              <a:solidFill>
                <a:srgbClr val="000000"/>
              </a:solidFill>
              <a:latin typeface="Calibri"/>
            </a:rPr>
            <a:t>the automatic translation of text </a:t>
          </a:r>
          <a:r>
            <a:rPr lang="en-IN" b="0" dirty="0">
              <a:solidFill>
                <a:srgbClr val="000000"/>
              </a:solidFill>
              <a:latin typeface="Calibri"/>
            </a:rPr>
            <a:t>or speech from one language to another.</a:t>
          </a:r>
          <a:endParaRPr lang="en-US" b="0" dirty="0">
            <a:solidFill>
              <a:srgbClr val="000000"/>
            </a:solidFill>
            <a:latin typeface="Calibri"/>
          </a:endParaRPr>
        </a:p>
      </dgm:t>
    </dgm:pt>
    <dgm:pt modelId="{9B4D0B85-1B91-49CD-A0D5-406EF5B006AF}" type="parTrans" cxnId="{3666F298-2E1A-4B38-8E6C-614F67B15CA4}">
      <dgm:prSet/>
      <dgm:spPr/>
    </dgm:pt>
    <dgm:pt modelId="{8EAAFE11-7BF7-466A-9F1E-08C2DF7FA144}" type="sibTrans" cxnId="{3666F298-2E1A-4B38-8E6C-614F67B15CA4}">
      <dgm:prSet/>
      <dgm:spPr/>
      <dgm:t>
        <a:bodyPr/>
        <a:lstStyle/>
        <a:p>
          <a:endParaRPr lang="en-US"/>
        </a:p>
      </dgm:t>
    </dgm:pt>
    <dgm:pt modelId="{CBC4ADD9-9950-45DB-8B4F-3B1A0B04839B}">
      <dgm:prSet phldr="0"/>
      <dgm:spPr/>
      <dgm:t>
        <a:bodyPr/>
        <a:lstStyle/>
        <a:p>
          <a:pPr algn="l"/>
          <a:r>
            <a:rPr lang="en-IN" b="0" dirty="0">
              <a:solidFill>
                <a:srgbClr val="000000"/>
              </a:solidFill>
              <a:latin typeface="Calibri"/>
            </a:rPr>
            <a:t>It plays a crucial role in bridging language barriers</a:t>
          </a:r>
          <a:r>
            <a:rPr lang="en-IN" dirty="0">
              <a:solidFill>
                <a:srgbClr val="000000"/>
              </a:solidFill>
              <a:latin typeface="Calibri"/>
            </a:rPr>
            <a:t>, facilitating cross-cultural communication, and making multilingual content accessible to a global audience.</a:t>
          </a:r>
          <a:r>
            <a:rPr lang="en-IN" dirty="0">
              <a:latin typeface="Calibri"/>
            </a:rPr>
            <a:t> </a:t>
          </a:r>
          <a:endParaRPr lang="en-US" dirty="0"/>
        </a:p>
      </dgm:t>
    </dgm:pt>
    <dgm:pt modelId="{D7CFA8A8-AF31-45CD-A82A-9D464C2C31A6}" type="parTrans" cxnId="{5478B381-CA55-49BC-A048-C87B4C6E040A}">
      <dgm:prSet/>
      <dgm:spPr/>
    </dgm:pt>
    <dgm:pt modelId="{C17FCAC8-4C45-4076-87E1-12760B4FA7D9}" type="sibTrans" cxnId="{5478B381-CA55-49BC-A048-C87B4C6E040A}">
      <dgm:prSet/>
      <dgm:spPr/>
      <dgm:t>
        <a:bodyPr/>
        <a:lstStyle/>
        <a:p>
          <a:endParaRPr lang="en-US"/>
        </a:p>
      </dgm:t>
    </dgm:pt>
    <dgm:pt modelId="{51502E6B-3A9B-4514-BF8E-C44415869849}">
      <dgm:prSet phldr="0"/>
      <dgm:spPr/>
      <dgm:t>
        <a:bodyPr/>
        <a:lstStyle/>
        <a:p>
          <a:pPr algn="l" rtl="0"/>
          <a:r>
            <a:rPr lang="en-IN" dirty="0">
              <a:solidFill>
                <a:srgbClr val="000000"/>
              </a:solidFill>
              <a:latin typeface="Calibri"/>
            </a:rPr>
            <a:t>Machine translation is a powerful and evolving NLP application that continues to improve with advances in deep learning and access to more multilingual data. </a:t>
          </a:r>
        </a:p>
      </dgm:t>
    </dgm:pt>
    <dgm:pt modelId="{3B67BEC0-28BC-40AF-A72C-D1F87B0D506F}" type="parTrans" cxnId="{EAC3F636-5991-4E7D-B9BD-4330100E5229}">
      <dgm:prSet/>
      <dgm:spPr/>
    </dgm:pt>
    <dgm:pt modelId="{F1684CE0-E61E-40DC-B465-A727B71CC0EF}" type="sibTrans" cxnId="{EAC3F636-5991-4E7D-B9BD-4330100E5229}">
      <dgm:prSet/>
      <dgm:spPr/>
      <dgm:t>
        <a:bodyPr/>
        <a:lstStyle/>
        <a:p>
          <a:endParaRPr lang="en-US"/>
        </a:p>
      </dgm:t>
    </dgm:pt>
    <dgm:pt modelId="{FF2E73C5-9162-4053-B95E-472821F2FE81}">
      <dgm:prSet phldr="0"/>
      <dgm:spPr/>
      <dgm:t>
        <a:bodyPr/>
        <a:lstStyle/>
        <a:p>
          <a:r>
            <a:rPr lang="en-IN" dirty="0">
              <a:solidFill>
                <a:srgbClr val="000000"/>
              </a:solidFill>
              <a:latin typeface="Calibri"/>
            </a:rPr>
            <a:t>It has wide-ranging applications in business, international communication, content localization, and global accessibility, enabling people to communicate across language barriers with greater ease.</a:t>
          </a:r>
          <a:endParaRPr lang="en-US" dirty="0"/>
        </a:p>
      </dgm:t>
    </dgm:pt>
    <dgm:pt modelId="{C66B8638-F4B7-4DCB-9DAE-4D9D8F6C97EA}" type="parTrans" cxnId="{0C64C66D-88C5-429A-A908-4523BBE76B2F}">
      <dgm:prSet/>
      <dgm:spPr/>
    </dgm:pt>
    <dgm:pt modelId="{4FE817D3-8BB6-4D7C-9073-6F63DF56008E}" type="sibTrans" cxnId="{0C64C66D-88C5-429A-A908-4523BBE76B2F}">
      <dgm:prSet/>
      <dgm:spPr/>
      <dgm:t>
        <a:bodyPr/>
        <a:lstStyle/>
        <a:p>
          <a:endParaRPr lang="en-US"/>
        </a:p>
      </dgm:t>
    </dgm:pt>
    <dgm:pt modelId="{2108B852-DB6E-428D-A057-C0792ED7659F}">
      <dgm:prSet phldr="0"/>
      <dgm:spPr/>
      <dgm:t>
        <a:bodyPr/>
        <a:lstStyle/>
        <a:p>
          <a:pPr rtl="0"/>
          <a:r>
            <a:rPr lang="en-IN" dirty="0">
              <a:solidFill>
                <a:srgbClr val="000000"/>
              </a:solidFill>
              <a:latin typeface="Calibri"/>
            </a:rPr>
            <a:t>Machine Translation, the process of automatically translating text or speech from one language to another, has traditionally been approached using two main techniques: Rule-Based Machine Translation (RBMT) and Statistical Machine Translation (SMT).</a:t>
          </a:r>
          <a:endParaRPr lang="en-IN" dirty="0">
            <a:latin typeface="Calibri"/>
          </a:endParaRPr>
        </a:p>
      </dgm:t>
    </dgm:pt>
    <dgm:pt modelId="{6298CC79-F0F3-49C0-A980-39EF2F78C707}" type="parTrans" cxnId="{DCB7DF73-A98E-4FA9-B492-300459A401EA}">
      <dgm:prSet/>
      <dgm:spPr/>
    </dgm:pt>
    <dgm:pt modelId="{5E09A70C-9B1F-4360-BAE8-11B45713A56D}" type="sibTrans" cxnId="{DCB7DF73-A98E-4FA9-B492-300459A401EA}">
      <dgm:prSet/>
      <dgm:spPr/>
      <dgm:t>
        <a:bodyPr/>
        <a:lstStyle/>
        <a:p>
          <a:endParaRPr lang="en-US"/>
        </a:p>
      </dgm:t>
    </dgm:pt>
    <dgm:pt modelId="{33A8B12B-FEFF-4A4B-988E-2E0A309885BA}" type="pres">
      <dgm:prSet presAssocID="{38CAF228-C70E-43C4-B248-C2DCC42C6A87}" presName="linear" presStyleCnt="0">
        <dgm:presLayoutVars>
          <dgm:animLvl val="lvl"/>
          <dgm:resizeHandles val="exact"/>
        </dgm:presLayoutVars>
      </dgm:prSet>
      <dgm:spPr/>
    </dgm:pt>
    <dgm:pt modelId="{6C9A17AB-D619-4BF8-9ADF-3935F6049D12}" type="pres">
      <dgm:prSet presAssocID="{4DB4F724-D4EF-40DE-9FC1-81E6523D7EF3}" presName="parentText" presStyleLbl="node1" presStyleIdx="0" presStyleCnt="5">
        <dgm:presLayoutVars>
          <dgm:chMax val="0"/>
          <dgm:bulletEnabled val="1"/>
        </dgm:presLayoutVars>
      </dgm:prSet>
      <dgm:spPr/>
    </dgm:pt>
    <dgm:pt modelId="{C7311298-0BAD-4E3E-9B59-DB31FCB1A9E8}" type="pres">
      <dgm:prSet presAssocID="{8EAAFE11-7BF7-466A-9F1E-08C2DF7FA144}" presName="spacer" presStyleCnt="0"/>
      <dgm:spPr/>
    </dgm:pt>
    <dgm:pt modelId="{45B7FFFD-5558-47C2-98A0-C20F705D0963}" type="pres">
      <dgm:prSet presAssocID="{CBC4ADD9-9950-45DB-8B4F-3B1A0B04839B}" presName="parentText" presStyleLbl="node1" presStyleIdx="1" presStyleCnt="5">
        <dgm:presLayoutVars>
          <dgm:chMax val="0"/>
          <dgm:bulletEnabled val="1"/>
        </dgm:presLayoutVars>
      </dgm:prSet>
      <dgm:spPr/>
    </dgm:pt>
    <dgm:pt modelId="{AD1931B9-AC7F-44F2-BC07-D0C89981CB75}" type="pres">
      <dgm:prSet presAssocID="{C17FCAC8-4C45-4076-87E1-12760B4FA7D9}" presName="spacer" presStyleCnt="0"/>
      <dgm:spPr/>
    </dgm:pt>
    <dgm:pt modelId="{B56758EF-CA29-4D36-A925-005304AB3A09}" type="pres">
      <dgm:prSet presAssocID="{51502E6B-3A9B-4514-BF8E-C44415869849}" presName="parentText" presStyleLbl="node1" presStyleIdx="2" presStyleCnt="5">
        <dgm:presLayoutVars>
          <dgm:chMax val="0"/>
          <dgm:bulletEnabled val="1"/>
        </dgm:presLayoutVars>
      </dgm:prSet>
      <dgm:spPr/>
    </dgm:pt>
    <dgm:pt modelId="{79B965F9-0105-40D9-BF0C-3214D481285C}" type="pres">
      <dgm:prSet presAssocID="{F1684CE0-E61E-40DC-B465-A727B71CC0EF}" presName="spacer" presStyleCnt="0"/>
      <dgm:spPr/>
    </dgm:pt>
    <dgm:pt modelId="{08B31BD9-31AF-41DD-9783-F52E0B154D61}" type="pres">
      <dgm:prSet presAssocID="{FF2E73C5-9162-4053-B95E-472821F2FE81}" presName="parentText" presStyleLbl="node1" presStyleIdx="3" presStyleCnt="5">
        <dgm:presLayoutVars>
          <dgm:chMax val="0"/>
          <dgm:bulletEnabled val="1"/>
        </dgm:presLayoutVars>
      </dgm:prSet>
      <dgm:spPr/>
    </dgm:pt>
    <dgm:pt modelId="{45045718-E335-437B-8E97-E11961BC6180}" type="pres">
      <dgm:prSet presAssocID="{4FE817D3-8BB6-4D7C-9073-6F63DF56008E}" presName="spacer" presStyleCnt="0"/>
      <dgm:spPr/>
    </dgm:pt>
    <dgm:pt modelId="{4A9DABAF-D39C-4C26-8E9F-D0F7A69D00E0}" type="pres">
      <dgm:prSet presAssocID="{2108B852-DB6E-428D-A057-C0792ED7659F}" presName="parentText" presStyleLbl="node1" presStyleIdx="4" presStyleCnt="5">
        <dgm:presLayoutVars>
          <dgm:chMax val="0"/>
          <dgm:bulletEnabled val="1"/>
        </dgm:presLayoutVars>
      </dgm:prSet>
      <dgm:spPr/>
    </dgm:pt>
  </dgm:ptLst>
  <dgm:cxnLst>
    <dgm:cxn modelId="{EAC3F636-5991-4E7D-B9BD-4330100E5229}" srcId="{38CAF228-C70E-43C4-B248-C2DCC42C6A87}" destId="{51502E6B-3A9B-4514-BF8E-C44415869849}" srcOrd="2" destOrd="0" parTransId="{3B67BEC0-28BC-40AF-A72C-D1F87B0D506F}" sibTransId="{F1684CE0-E61E-40DC-B465-A727B71CC0EF}"/>
    <dgm:cxn modelId="{85A61263-4B6E-474C-AED9-38D37CD140FA}" type="presOf" srcId="{2108B852-DB6E-428D-A057-C0792ED7659F}" destId="{4A9DABAF-D39C-4C26-8E9F-D0F7A69D00E0}" srcOrd="0" destOrd="0" presId="urn:microsoft.com/office/officeart/2005/8/layout/vList2"/>
    <dgm:cxn modelId="{7AEC1344-EB25-4BE0-A3E5-4ABFE2A9FED4}" type="presOf" srcId="{4DB4F724-D4EF-40DE-9FC1-81E6523D7EF3}" destId="{6C9A17AB-D619-4BF8-9ADF-3935F6049D12}" srcOrd="0" destOrd="0" presId="urn:microsoft.com/office/officeart/2005/8/layout/vList2"/>
    <dgm:cxn modelId="{0C64C66D-88C5-429A-A908-4523BBE76B2F}" srcId="{38CAF228-C70E-43C4-B248-C2DCC42C6A87}" destId="{FF2E73C5-9162-4053-B95E-472821F2FE81}" srcOrd="3" destOrd="0" parTransId="{C66B8638-F4B7-4DCB-9DAE-4D9D8F6C97EA}" sibTransId="{4FE817D3-8BB6-4D7C-9073-6F63DF56008E}"/>
    <dgm:cxn modelId="{DCB7DF73-A98E-4FA9-B492-300459A401EA}" srcId="{38CAF228-C70E-43C4-B248-C2DCC42C6A87}" destId="{2108B852-DB6E-428D-A057-C0792ED7659F}" srcOrd="4" destOrd="0" parTransId="{6298CC79-F0F3-49C0-A980-39EF2F78C707}" sibTransId="{5E09A70C-9B1F-4360-BAE8-11B45713A56D}"/>
    <dgm:cxn modelId="{5478B381-CA55-49BC-A048-C87B4C6E040A}" srcId="{38CAF228-C70E-43C4-B248-C2DCC42C6A87}" destId="{CBC4ADD9-9950-45DB-8B4F-3B1A0B04839B}" srcOrd="1" destOrd="0" parTransId="{D7CFA8A8-AF31-45CD-A82A-9D464C2C31A6}" sibTransId="{C17FCAC8-4C45-4076-87E1-12760B4FA7D9}"/>
    <dgm:cxn modelId="{E1C72187-2258-4C70-8D27-E8B3AF883737}" type="presOf" srcId="{38CAF228-C70E-43C4-B248-C2DCC42C6A87}" destId="{33A8B12B-FEFF-4A4B-988E-2E0A309885BA}" srcOrd="0" destOrd="0" presId="urn:microsoft.com/office/officeart/2005/8/layout/vList2"/>
    <dgm:cxn modelId="{A314188E-A11B-43C1-9DB6-518CF93FCA29}" type="presOf" srcId="{CBC4ADD9-9950-45DB-8B4F-3B1A0B04839B}" destId="{45B7FFFD-5558-47C2-98A0-C20F705D0963}" srcOrd="0" destOrd="0" presId="urn:microsoft.com/office/officeart/2005/8/layout/vList2"/>
    <dgm:cxn modelId="{4292138F-541B-4B9D-BFB7-51D20F004991}" type="presOf" srcId="{FF2E73C5-9162-4053-B95E-472821F2FE81}" destId="{08B31BD9-31AF-41DD-9783-F52E0B154D61}" srcOrd="0" destOrd="0" presId="urn:microsoft.com/office/officeart/2005/8/layout/vList2"/>
    <dgm:cxn modelId="{3666F298-2E1A-4B38-8E6C-614F67B15CA4}" srcId="{38CAF228-C70E-43C4-B248-C2DCC42C6A87}" destId="{4DB4F724-D4EF-40DE-9FC1-81E6523D7EF3}" srcOrd="0" destOrd="0" parTransId="{9B4D0B85-1B91-49CD-A0D5-406EF5B006AF}" sibTransId="{8EAAFE11-7BF7-466A-9F1E-08C2DF7FA144}"/>
    <dgm:cxn modelId="{9F292DC6-1ACD-499B-87A2-51A9EA193A51}" type="presOf" srcId="{51502E6B-3A9B-4514-BF8E-C44415869849}" destId="{B56758EF-CA29-4D36-A925-005304AB3A09}" srcOrd="0" destOrd="0" presId="urn:microsoft.com/office/officeart/2005/8/layout/vList2"/>
    <dgm:cxn modelId="{596826E7-470D-43B7-84DC-C192390CA880}" type="presParOf" srcId="{33A8B12B-FEFF-4A4B-988E-2E0A309885BA}" destId="{6C9A17AB-D619-4BF8-9ADF-3935F6049D12}" srcOrd="0" destOrd="0" presId="urn:microsoft.com/office/officeart/2005/8/layout/vList2"/>
    <dgm:cxn modelId="{D4098384-7CC1-4B6F-BDC6-4DC4DE01E182}" type="presParOf" srcId="{33A8B12B-FEFF-4A4B-988E-2E0A309885BA}" destId="{C7311298-0BAD-4E3E-9B59-DB31FCB1A9E8}" srcOrd="1" destOrd="0" presId="urn:microsoft.com/office/officeart/2005/8/layout/vList2"/>
    <dgm:cxn modelId="{D8FAFC43-AC89-4588-8D44-DE131584E0D2}" type="presParOf" srcId="{33A8B12B-FEFF-4A4B-988E-2E0A309885BA}" destId="{45B7FFFD-5558-47C2-98A0-C20F705D0963}" srcOrd="2" destOrd="0" presId="urn:microsoft.com/office/officeart/2005/8/layout/vList2"/>
    <dgm:cxn modelId="{A76FD2B0-9C68-45F9-BBF3-5B0F8DD7AED7}" type="presParOf" srcId="{33A8B12B-FEFF-4A4B-988E-2E0A309885BA}" destId="{AD1931B9-AC7F-44F2-BC07-D0C89981CB75}" srcOrd="3" destOrd="0" presId="urn:microsoft.com/office/officeart/2005/8/layout/vList2"/>
    <dgm:cxn modelId="{0437865A-2A0E-444C-B64C-51E6BD2ED601}" type="presParOf" srcId="{33A8B12B-FEFF-4A4B-988E-2E0A309885BA}" destId="{B56758EF-CA29-4D36-A925-005304AB3A09}" srcOrd="4" destOrd="0" presId="urn:microsoft.com/office/officeart/2005/8/layout/vList2"/>
    <dgm:cxn modelId="{2F9C3C65-02FA-403A-8DF1-9AB4C3A96612}" type="presParOf" srcId="{33A8B12B-FEFF-4A4B-988E-2E0A309885BA}" destId="{79B965F9-0105-40D9-BF0C-3214D481285C}" srcOrd="5" destOrd="0" presId="urn:microsoft.com/office/officeart/2005/8/layout/vList2"/>
    <dgm:cxn modelId="{CF22C7CD-BC5B-41C0-8B44-1B04F5B7F6EE}" type="presParOf" srcId="{33A8B12B-FEFF-4A4B-988E-2E0A309885BA}" destId="{08B31BD9-31AF-41DD-9783-F52E0B154D61}" srcOrd="6" destOrd="0" presId="urn:microsoft.com/office/officeart/2005/8/layout/vList2"/>
    <dgm:cxn modelId="{0B57BFE7-29DD-4398-9244-0B21422DAFB6}" type="presParOf" srcId="{33A8B12B-FEFF-4A4B-988E-2E0A309885BA}" destId="{45045718-E335-437B-8E97-E11961BC6180}" srcOrd="7" destOrd="0" presId="urn:microsoft.com/office/officeart/2005/8/layout/vList2"/>
    <dgm:cxn modelId="{E4E53724-69D0-4992-9B81-DB2ACF918E73}" type="presParOf" srcId="{33A8B12B-FEFF-4A4B-988E-2E0A309885BA}" destId="{4A9DABAF-D39C-4C26-8E9F-D0F7A69D00E0}"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094B42-DE61-4013-A691-8BC7A1058ADF}">
      <dsp:nvSpPr>
        <dsp:cNvPr id="0" name=""/>
        <dsp:cNvSpPr/>
      </dsp:nvSpPr>
      <dsp:spPr>
        <a:xfrm>
          <a:off x="0" y="33146"/>
          <a:ext cx="7879842" cy="81549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Programming Skills, </a:t>
          </a:r>
        </a:p>
      </dsp:txBody>
      <dsp:txXfrm>
        <a:off x="39809" y="72955"/>
        <a:ext cx="7800224" cy="735872"/>
      </dsp:txXfrm>
    </dsp:sp>
    <dsp:sp modelId="{0D726924-1EF3-46AD-A2F0-649908CFB024}">
      <dsp:nvSpPr>
        <dsp:cNvPr id="0" name=""/>
        <dsp:cNvSpPr/>
      </dsp:nvSpPr>
      <dsp:spPr>
        <a:xfrm>
          <a:off x="0" y="946556"/>
          <a:ext cx="7879842" cy="815490"/>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Data Structures, </a:t>
          </a:r>
        </a:p>
      </dsp:txBody>
      <dsp:txXfrm>
        <a:off x="39809" y="986365"/>
        <a:ext cx="7800224" cy="735872"/>
      </dsp:txXfrm>
    </dsp:sp>
    <dsp:sp modelId="{083E6DF9-FF45-474B-B9B1-C36D0BCB4DAE}">
      <dsp:nvSpPr>
        <dsp:cNvPr id="0" name=""/>
        <dsp:cNvSpPr/>
      </dsp:nvSpPr>
      <dsp:spPr>
        <a:xfrm>
          <a:off x="0" y="1859967"/>
          <a:ext cx="7879842" cy="81549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Algorithms, </a:t>
          </a:r>
        </a:p>
      </dsp:txBody>
      <dsp:txXfrm>
        <a:off x="39809" y="1899776"/>
        <a:ext cx="7800224" cy="735872"/>
      </dsp:txXfrm>
    </dsp:sp>
    <dsp:sp modelId="{A639AE38-BDEB-4C8E-B0E9-03E676AF7926}">
      <dsp:nvSpPr>
        <dsp:cNvPr id="0" name=""/>
        <dsp:cNvSpPr/>
      </dsp:nvSpPr>
      <dsp:spPr>
        <a:xfrm>
          <a:off x="0" y="2773377"/>
          <a:ext cx="7879842" cy="815490"/>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Probability and Statistics, </a:t>
          </a:r>
        </a:p>
      </dsp:txBody>
      <dsp:txXfrm>
        <a:off x="39809" y="2813186"/>
        <a:ext cx="7800224" cy="735872"/>
      </dsp:txXfrm>
    </dsp:sp>
    <dsp:sp modelId="{1EC13922-A5FD-459A-BC53-B96D19311172}">
      <dsp:nvSpPr>
        <dsp:cNvPr id="0" name=""/>
        <dsp:cNvSpPr/>
      </dsp:nvSpPr>
      <dsp:spPr>
        <a:xfrm>
          <a:off x="0" y="3686787"/>
          <a:ext cx="7879842" cy="81549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Machine Learning.</a:t>
          </a:r>
        </a:p>
      </dsp:txBody>
      <dsp:txXfrm>
        <a:off x="39809" y="3726596"/>
        <a:ext cx="7800224" cy="7358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83538"/>
          <a:ext cx="7879842" cy="83910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dirty="0">
              <a:solidFill>
                <a:srgbClr val="000000"/>
              </a:solidFill>
            </a:rPr>
            <a:t>Text </a:t>
          </a:r>
          <a:r>
            <a:rPr lang="en-IN" sz="1500" kern="1200" dirty="0">
              <a:solidFill>
                <a:srgbClr val="000000"/>
              </a:solidFill>
              <a:latin typeface="Calibri"/>
            </a:rPr>
            <a:t>classification in Natural Language Processing (NLP) </a:t>
          </a:r>
          <a:r>
            <a:rPr lang="en-IN" sz="1500" kern="1200" dirty="0">
              <a:solidFill>
                <a:srgbClr val="000000"/>
              </a:solidFill>
            </a:rPr>
            <a:t>is the process of </a:t>
          </a:r>
          <a:r>
            <a:rPr lang="en-IN" sz="1500" kern="1200" dirty="0">
              <a:solidFill>
                <a:srgbClr val="000000"/>
              </a:solidFill>
              <a:latin typeface="Calibri"/>
            </a:rPr>
            <a:t>assigning predefined categories or labels </a:t>
          </a:r>
          <a:r>
            <a:rPr lang="en-IN" sz="1500" kern="1200" dirty="0">
              <a:solidFill>
                <a:srgbClr val="000000"/>
              </a:solidFill>
            </a:rPr>
            <a:t>to text </a:t>
          </a:r>
          <a:r>
            <a:rPr lang="en-IN" sz="1500" kern="1200" dirty="0">
              <a:solidFill>
                <a:srgbClr val="000000"/>
              </a:solidFill>
              <a:latin typeface="Calibri"/>
            </a:rPr>
            <a:t>documents based on their content</a:t>
          </a:r>
          <a:r>
            <a:rPr lang="en-IN" sz="1500" kern="1200" dirty="0">
              <a:solidFill>
                <a:srgbClr val="000000"/>
              </a:solidFill>
            </a:rPr>
            <a:t>. </a:t>
          </a:r>
          <a:endParaRPr lang="en-US" sz="1500" kern="1200" dirty="0">
            <a:latin typeface="Calibri"/>
          </a:endParaRPr>
        </a:p>
      </dsp:txBody>
      <dsp:txXfrm>
        <a:off x="40962" y="124500"/>
        <a:ext cx="7797918" cy="757185"/>
      </dsp:txXfrm>
    </dsp:sp>
    <dsp:sp modelId="{13FC52EF-B92F-4038-A333-1744F630869A}">
      <dsp:nvSpPr>
        <dsp:cNvPr id="0" name=""/>
        <dsp:cNvSpPr/>
      </dsp:nvSpPr>
      <dsp:spPr>
        <a:xfrm>
          <a:off x="0" y="965847"/>
          <a:ext cx="7879842" cy="839109"/>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dirty="0">
              <a:solidFill>
                <a:srgbClr val="000000"/>
              </a:solidFill>
              <a:latin typeface="Calibri"/>
            </a:rPr>
            <a:t>Text classification is essential in various NLP applications, where the goal is to automatically organize, categorize, or make predictions about text data. </a:t>
          </a:r>
          <a:endParaRPr lang="en-IN" sz="1500" kern="1200" dirty="0">
            <a:latin typeface="Calibri"/>
          </a:endParaRPr>
        </a:p>
      </dsp:txBody>
      <dsp:txXfrm>
        <a:off x="40962" y="1006809"/>
        <a:ext cx="7797918" cy="757185"/>
      </dsp:txXfrm>
    </dsp:sp>
    <dsp:sp modelId="{DAEB816C-E3D4-441A-823F-5DCE9F667429}">
      <dsp:nvSpPr>
        <dsp:cNvPr id="0" name=""/>
        <dsp:cNvSpPr/>
      </dsp:nvSpPr>
      <dsp:spPr>
        <a:xfrm>
          <a:off x="0" y="1848157"/>
          <a:ext cx="7879842" cy="839109"/>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dirty="0">
              <a:solidFill>
                <a:srgbClr val="000000"/>
              </a:solidFill>
              <a:latin typeface="Calibri"/>
            </a:rPr>
            <a:t>The goal of text classification is </a:t>
          </a:r>
          <a:r>
            <a:rPr lang="en-IN" sz="1500" kern="1200" dirty="0">
              <a:solidFill>
                <a:srgbClr val="000000"/>
              </a:solidFill>
            </a:rPr>
            <a:t>to </a:t>
          </a:r>
          <a:r>
            <a:rPr lang="en-IN" sz="1500" kern="1200" dirty="0">
              <a:solidFill>
                <a:srgbClr val="000000"/>
              </a:solidFill>
              <a:latin typeface="Calibri"/>
            </a:rPr>
            <a:t>automatically categorize and organize large volumes </a:t>
          </a:r>
          <a:r>
            <a:rPr lang="en-IN" sz="1500" kern="1200" dirty="0">
              <a:solidFill>
                <a:srgbClr val="000000"/>
              </a:solidFill>
            </a:rPr>
            <a:t>of text </a:t>
          </a:r>
          <a:r>
            <a:rPr lang="en-IN" sz="1500" kern="1200" dirty="0">
              <a:solidFill>
                <a:srgbClr val="000000"/>
              </a:solidFill>
              <a:latin typeface="Calibri"/>
            </a:rPr>
            <a:t>data into relevant classes or categories</a:t>
          </a:r>
          <a:r>
            <a:rPr lang="en-IN" sz="1500" kern="1200" dirty="0">
              <a:solidFill>
                <a:srgbClr val="000000"/>
              </a:solidFill>
            </a:rPr>
            <a:t>.</a:t>
          </a:r>
          <a:endParaRPr lang="en-US" sz="1500" kern="1200" dirty="0">
            <a:latin typeface="Calibri"/>
          </a:endParaRPr>
        </a:p>
      </dsp:txBody>
      <dsp:txXfrm>
        <a:off x="40962" y="1889119"/>
        <a:ext cx="7797918" cy="757185"/>
      </dsp:txXfrm>
    </dsp:sp>
    <dsp:sp modelId="{41EDFD11-B236-4443-A6DD-B5B96CEB5427}">
      <dsp:nvSpPr>
        <dsp:cNvPr id="0" name=""/>
        <dsp:cNvSpPr/>
      </dsp:nvSpPr>
      <dsp:spPr>
        <a:xfrm>
          <a:off x="0" y="2730466"/>
          <a:ext cx="7879842" cy="839109"/>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dirty="0">
              <a:latin typeface="Calibri"/>
            </a:rPr>
            <a:t>Text classification techniques typically involve machine learning models, such as Naive Bayes, Support Vector Machines (SVM), or deep learning models like Convolutional Neural Networks (CNNs) and Recurrent Neural Networks (RNNs). </a:t>
          </a:r>
        </a:p>
      </dsp:txBody>
      <dsp:txXfrm>
        <a:off x="40962" y="2771428"/>
        <a:ext cx="7797918" cy="757185"/>
      </dsp:txXfrm>
    </dsp:sp>
    <dsp:sp modelId="{9B2EFF1B-9D9B-42BA-A0A5-3E4E9813E7BA}">
      <dsp:nvSpPr>
        <dsp:cNvPr id="0" name=""/>
        <dsp:cNvSpPr/>
      </dsp:nvSpPr>
      <dsp:spPr>
        <a:xfrm>
          <a:off x="0" y="3612776"/>
          <a:ext cx="7879842" cy="839109"/>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dirty="0">
              <a:latin typeface="Calibri"/>
            </a:rPr>
            <a:t>These models are trained on labeled data, and their performance is evaluated using metrics like accuracy etc.</a:t>
          </a:r>
          <a:endParaRPr lang="en-US" sz="1500" kern="1200" dirty="0"/>
        </a:p>
      </dsp:txBody>
      <dsp:txXfrm>
        <a:off x="40962" y="3653738"/>
        <a:ext cx="7797918" cy="7571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167449"/>
          <a:ext cx="7879842" cy="671287"/>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Calibri"/>
            </a:rPr>
            <a:t>Data Preparation:</a:t>
          </a:r>
          <a:r>
            <a:rPr lang="en-IN" sz="1200" kern="1200" dirty="0">
              <a:latin typeface="Calibri"/>
            </a:rPr>
            <a:t> Gathering and preprocessing the text data, which may include tasks like cleaning, tokenization, removing </a:t>
          </a:r>
          <a:r>
            <a:rPr lang="en-IN" sz="1200" kern="1200" dirty="0" err="1">
              <a:latin typeface="Calibri"/>
            </a:rPr>
            <a:t>stopwords</a:t>
          </a:r>
          <a:r>
            <a:rPr lang="en-IN" sz="1200" kern="1200" dirty="0">
              <a:latin typeface="Calibri"/>
            </a:rPr>
            <a:t>, and stemming or lemmatization.</a:t>
          </a:r>
        </a:p>
      </dsp:txBody>
      <dsp:txXfrm>
        <a:off x="32770" y="200219"/>
        <a:ext cx="7814302" cy="605747"/>
      </dsp:txXfrm>
    </dsp:sp>
    <dsp:sp modelId="{FBBEA05D-EA53-42FD-84FD-452A98749DC6}">
      <dsp:nvSpPr>
        <dsp:cNvPr id="0" name=""/>
        <dsp:cNvSpPr/>
      </dsp:nvSpPr>
      <dsp:spPr>
        <a:xfrm>
          <a:off x="0" y="873297"/>
          <a:ext cx="7879842" cy="671287"/>
        </a:xfrm>
        <a:prstGeom prst="round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Calibri"/>
            </a:rPr>
            <a:t>Feature Extraction:</a:t>
          </a:r>
          <a:r>
            <a:rPr lang="en-IN" sz="1200" b="0" kern="1200" dirty="0">
              <a:latin typeface="Calibri"/>
            </a:rPr>
            <a:t> Converting text data into numerical features that machine learning models can understand. Common techniques include TF-IDF (Term Frequency-Inverse Document Frequency) and word embeddings.</a:t>
          </a:r>
        </a:p>
      </dsp:txBody>
      <dsp:txXfrm>
        <a:off x="32770" y="906067"/>
        <a:ext cx="7814302" cy="605747"/>
      </dsp:txXfrm>
    </dsp:sp>
    <dsp:sp modelId="{F4771F2F-64AF-4512-B399-6C2405009C52}">
      <dsp:nvSpPr>
        <dsp:cNvPr id="0" name=""/>
        <dsp:cNvSpPr/>
      </dsp:nvSpPr>
      <dsp:spPr>
        <a:xfrm>
          <a:off x="0" y="1579144"/>
          <a:ext cx="7879842" cy="671287"/>
        </a:xfrm>
        <a:prstGeom prst="round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Calibri"/>
            </a:rPr>
            <a:t>Labeling:</a:t>
          </a:r>
          <a:r>
            <a:rPr lang="en-IN" sz="1200" b="0" kern="1200" dirty="0">
              <a:latin typeface="Calibri"/>
            </a:rPr>
            <a:t> Assigning labels or categories to the training data. This data should include examples of text documents with known categories.</a:t>
          </a:r>
        </a:p>
      </dsp:txBody>
      <dsp:txXfrm>
        <a:off x="32770" y="1611914"/>
        <a:ext cx="7814302" cy="605747"/>
      </dsp:txXfrm>
    </dsp:sp>
    <dsp:sp modelId="{6F7E710C-522C-48BA-A4F7-A7E3F393FB2A}">
      <dsp:nvSpPr>
        <dsp:cNvPr id="0" name=""/>
        <dsp:cNvSpPr/>
      </dsp:nvSpPr>
      <dsp:spPr>
        <a:xfrm>
          <a:off x="0" y="2284992"/>
          <a:ext cx="7879842" cy="671287"/>
        </a:xfrm>
        <a:prstGeom prst="roundRect">
          <a:avLst/>
        </a:prstGeom>
        <a:solidFill>
          <a:schemeClr val="accent2">
            <a:hueOff val="2808911"/>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Calibri"/>
            </a:rPr>
            <a:t>Model Training:</a:t>
          </a:r>
          <a:r>
            <a:rPr lang="en-IN" sz="1200" b="0" kern="1200" dirty="0">
              <a:latin typeface="Calibri"/>
            </a:rPr>
            <a:t> Using machine learning algorithms or deep learning models to train a classifier on the </a:t>
          </a:r>
          <a:r>
            <a:rPr lang="en-IN" sz="1200" b="0" kern="1200" dirty="0" err="1">
              <a:latin typeface="Calibri"/>
            </a:rPr>
            <a:t>labeled</a:t>
          </a:r>
          <a:r>
            <a:rPr lang="en-IN" sz="1200" b="0" kern="1200" dirty="0">
              <a:latin typeface="Calibri"/>
            </a:rPr>
            <a:t> training data. Common algorithms used for text classification include Naive Bayes, Support Vector Machines (SVM), and deep learning architectures like Convolutional Neural Networks (CNNs) and Recurrent Neural Networks (RNNs).</a:t>
          </a:r>
        </a:p>
      </dsp:txBody>
      <dsp:txXfrm>
        <a:off x="32770" y="2317762"/>
        <a:ext cx="7814302" cy="605747"/>
      </dsp:txXfrm>
    </dsp:sp>
    <dsp:sp modelId="{1209E00B-D4E8-4683-91EA-1092BE407D05}">
      <dsp:nvSpPr>
        <dsp:cNvPr id="0" name=""/>
        <dsp:cNvSpPr/>
      </dsp:nvSpPr>
      <dsp:spPr>
        <a:xfrm>
          <a:off x="0" y="2990839"/>
          <a:ext cx="7879842" cy="671287"/>
        </a:xfrm>
        <a:prstGeom prst="roundRect">
          <a:avLst/>
        </a:prstGeom>
        <a:solidFill>
          <a:schemeClr val="accent2">
            <a:hueOff val="3745215"/>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Calibri"/>
            </a:rPr>
            <a:t>Model Evaluation:</a:t>
          </a:r>
          <a:r>
            <a:rPr lang="en-IN" sz="1200" b="0" kern="1200" dirty="0">
              <a:latin typeface="Calibri"/>
            </a:rPr>
            <a:t> Assessing the performance of the text classifier on a separate set of </a:t>
          </a:r>
          <a:r>
            <a:rPr lang="en-IN" sz="1200" b="0" kern="1200" dirty="0" err="1">
              <a:latin typeface="Calibri"/>
            </a:rPr>
            <a:t>labeled</a:t>
          </a:r>
          <a:r>
            <a:rPr lang="en-IN" sz="1200" b="0" kern="1200" dirty="0">
              <a:latin typeface="Calibri"/>
            </a:rPr>
            <a:t> test data. Common evaluation metrics include accuracy, precision, recall, F1 score, and confusion matrices.</a:t>
          </a:r>
          <a:endParaRPr lang="en-IN" sz="1200" kern="1200" dirty="0"/>
        </a:p>
      </dsp:txBody>
      <dsp:txXfrm>
        <a:off x="32770" y="3023609"/>
        <a:ext cx="7814302" cy="605747"/>
      </dsp:txXfrm>
    </dsp:sp>
    <dsp:sp modelId="{A59CE44B-82E4-45F0-91C1-8AA082D71046}">
      <dsp:nvSpPr>
        <dsp:cNvPr id="0" name=""/>
        <dsp:cNvSpPr/>
      </dsp:nvSpPr>
      <dsp:spPr>
        <a:xfrm>
          <a:off x="0" y="3696686"/>
          <a:ext cx="7879842" cy="671287"/>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IN" sz="1200" b="1" kern="1200" dirty="0">
              <a:latin typeface="Calibri"/>
            </a:rPr>
            <a:t>Model Deployment:</a:t>
          </a:r>
          <a:r>
            <a:rPr lang="en-IN" sz="1200" b="0" kern="1200" dirty="0">
              <a:latin typeface="Calibri"/>
            </a:rPr>
            <a:t> Once a text classification model performs well on test data, it can be deployed to make predictions on new, </a:t>
          </a:r>
          <a:r>
            <a:rPr lang="en-IN" sz="1200" b="0" kern="1200" dirty="0" err="1">
              <a:latin typeface="Calibri"/>
            </a:rPr>
            <a:t>unlabeled</a:t>
          </a:r>
          <a:r>
            <a:rPr lang="en-IN" sz="1200" b="0" kern="1200" dirty="0">
              <a:latin typeface="Calibri"/>
            </a:rPr>
            <a:t> text documents.</a:t>
          </a:r>
        </a:p>
      </dsp:txBody>
      <dsp:txXfrm>
        <a:off x="32770" y="3729456"/>
        <a:ext cx="7814302" cy="60574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BEA05D-EA53-42FD-84FD-452A98749DC6}">
      <dsp:nvSpPr>
        <dsp:cNvPr id="0" name=""/>
        <dsp:cNvSpPr/>
      </dsp:nvSpPr>
      <dsp:spPr>
        <a:xfrm>
          <a:off x="0" y="29501"/>
          <a:ext cx="7879842" cy="71487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b="1" kern="1200" dirty="0">
              <a:latin typeface="Calibri"/>
            </a:rPr>
            <a:t>Sentiment Analysis: </a:t>
          </a:r>
          <a:r>
            <a:rPr lang="en-IN" sz="1300" b="0" kern="1200" dirty="0">
              <a:latin typeface="Calibri"/>
            </a:rPr>
            <a:t>Sentiment analysis, also known as opinion mining, involves classifying text documents, such as product reviews or social media posts, into categories representing sentiment, such as positive, negative, or neutral. It is widely used for understanding public opinion and customer feedback.</a:t>
          </a:r>
        </a:p>
      </dsp:txBody>
      <dsp:txXfrm>
        <a:off x="34897" y="64398"/>
        <a:ext cx="7810048" cy="645076"/>
      </dsp:txXfrm>
    </dsp:sp>
    <dsp:sp modelId="{1B16337A-0373-4622-92FC-252982F348E1}">
      <dsp:nvSpPr>
        <dsp:cNvPr id="0" name=""/>
        <dsp:cNvSpPr/>
      </dsp:nvSpPr>
      <dsp:spPr>
        <a:xfrm>
          <a:off x="0" y="781811"/>
          <a:ext cx="7879842" cy="714870"/>
        </a:xfrm>
        <a:prstGeom prst="round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b="1" kern="1200" dirty="0">
              <a:latin typeface="Calibri"/>
            </a:rPr>
            <a:t>Topic Classification:</a:t>
          </a:r>
          <a:r>
            <a:rPr lang="en-IN" sz="1300" b="0" kern="1200" dirty="0">
              <a:latin typeface="Calibri"/>
            </a:rPr>
            <a:t> Topic classification categorizes text documents into predefined topics or themes. It is used for organizing news articles, blog posts, or research papers into specific categories, making it easier to access relevant content.</a:t>
          </a:r>
        </a:p>
      </dsp:txBody>
      <dsp:txXfrm>
        <a:off x="34897" y="816708"/>
        <a:ext cx="7810048" cy="645076"/>
      </dsp:txXfrm>
    </dsp:sp>
    <dsp:sp modelId="{38D56B30-BA32-4A26-A57E-E029015C2874}">
      <dsp:nvSpPr>
        <dsp:cNvPr id="0" name=""/>
        <dsp:cNvSpPr/>
      </dsp:nvSpPr>
      <dsp:spPr>
        <a:xfrm>
          <a:off x="0" y="1534121"/>
          <a:ext cx="7879842" cy="714870"/>
        </a:xfrm>
        <a:prstGeom prst="round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b="1" kern="1200" dirty="0">
              <a:latin typeface="Calibri"/>
            </a:rPr>
            <a:t>Spam Detection:</a:t>
          </a:r>
          <a:r>
            <a:rPr lang="en-IN" sz="1300" b="0" kern="1200" dirty="0">
              <a:latin typeface="Calibri"/>
            </a:rPr>
            <a:t> Spam detection involves classifying emails or messages as spam (unwanted or malicious content) or not. It is a common application in email filtering and online communication platforms.</a:t>
          </a:r>
          <a:endParaRPr lang="en-US" sz="1300" b="1" kern="1200" dirty="0"/>
        </a:p>
      </dsp:txBody>
      <dsp:txXfrm>
        <a:off x="34897" y="1569018"/>
        <a:ext cx="7810048" cy="645076"/>
      </dsp:txXfrm>
    </dsp:sp>
    <dsp:sp modelId="{A59CE44B-82E4-45F0-91C1-8AA082D71046}">
      <dsp:nvSpPr>
        <dsp:cNvPr id="0" name=""/>
        <dsp:cNvSpPr/>
      </dsp:nvSpPr>
      <dsp:spPr>
        <a:xfrm>
          <a:off x="0" y="2286431"/>
          <a:ext cx="7879842" cy="714870"/>
        </a:xfrm>
        <a:prstGeom prst="roundRect">
          <a:avLst/>
        </a:prstGeom>
        <a:solidFill>
          <a:schemeClr val="accent2">
            <a:hueOff val="2808911"/>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b="1" kern="1200" dirty="0">
              <a:latin typeface="Calibri"/>
            </a:rPr>
            <a:t>Language Identification:</a:t>
          </a:r>
          <a:r>
            <a:rPr lang="en-IN" sz="1300" b="0" kern="1200" dirty="0">
              <a:latin typeface="Calibri"/>
            </a:rPr>
            <a:t> Language identification is the process of determining the language of a text document, which is essential for handling multilingual content and routing it to the appropriate processing pipelines.</a:t>
          </a:r>
        </a:p>
      </dsp:txBody>
      <dsp:txXfrm>
        <a:off x="34897" y="2321328"/>
        <a:ext cx="7810048" cy="645076"/>
      </dsp:txXfrm>
    </dsp:sp>
    <dsp:sp modelId="{10994C6D-F3F2-42BA-8470-CE8183ECEAD4}">
      <dsp:nvSpPr>
        <dsp:cNvPr id="0" name=""/>
        <dsp:cNvSpPr/>
      </dsp:nvSpPr>
      <dsp:spPr>
        <a:xfrm>
          <a:off x="0" y="3038742"/>
          <a:ext cx="7879842" cy="714870"/>
        </a:xfrm>
        <a:prstGeom prst="roundRect">
          <a:avLst/>
        </a:prstGeom>
        <a:solidFill>
          <a:schemeClr val="accent2">
            <a:hueOff val="3745215"/>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b="1" kern="1200" dirty="0">
              <a:latin typeface="Calibri"/>
            </a:rPr>
            <a:t>Intent Recognition:</a:t>
          </a:r>
          <a:r>
            <a:rPr lang="en-IN" sz="1300" b="0" kern="1200" dirty="0">
              <a:latin typeface="Calibri"/>
            </a:rPr>
            <a:t> In chatbots and virtual assistants, text classification is used to identify the intent behind user queries or requests. For example, understanding whether a user is asking for weather information, making a restaurant reservation, or seeking customer support.</a:t>
          </a:r>
        </a:p>
      </dsp:txBody>
      <dsp:txXfrm>
        <a:off x="34897" y="3073639"/>
        <a:ext cx="7810048" cy="645076"/>
      </dsp:txXfrm>
    </dsp:sp>
    <dsp:sp modelId="{8814698A-C8C9-4EAB-91F4-0771FC8012A7}">
      <dsp:nvSpPr>
        <dsp:cNvPr id="0" name=""/>
        <dsp:cNvSpPr/>
      </dsp:nvSpPr>
      <dsp:spPr>
        <a:xfrm>
          <a:off x="0" y="3791052"/>
          <a:ext cx="7879842" cy="71487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b="1" kern="1200" dirty="0">
              <a:latin typeface="Calibri"/>
            </a:rPr>
            <a:t>Document Categorization:</a:t>
          </a:r>
          <a:r>
            <a:rPr lang="en-IN" sz="1300" b="0" kern="1200" dirty="0">
              <a:latin typeface="Calibri"/>
            </a:rPr>
            <a:t> Document categorization is the classification of documents into predefined classes or categories based on their content. It is commonly used in legal, scientific, and administrative domains to organize and retrieve documents efficiently.</a:t>
          </a:r>
        </a:p>
      </dsp:txBody>
      <dsp:txXfrm>
        <a:off x="34897" y="3825949"/>
        <a:ext cx="7810048" cy="64507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B0136D-9E2D-44C0-9BCE-2B5EBBF6EE84}">
      <dsp:nvSpPr>
        <dsp:cNvPr id="0" name=""/>
        <dsp:cNvSpPr/>
      </dsp:nvSpPr>
      <dsp:spPr>
        <a:xfrm>
          <a:off x="0" y="119186"/>
          <a:ext cx="7879842" cy="82485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b="1" kern="1200" dirty="0">
              <a:latin typeface="Calibri"/>
            </a:rPr>
            <a:t>News Classification:</a:t>
          </a:r>
          <a:r>
            <a:rPr lang="en-IN" sz="1500" b="0" kern="1200" dirty="0">
              <a:latin typeface="Calibri"/>
            </a:rPr>
            <a:t> News articles are classified into sections or topics like politics, sports, entertainment, or technology. This categorization helps news organizations and readers locate relevant stories.</a:t>
          </a:r>
        </a:p>
      </dsp:txBody>
      <dsp:txXfrm>
        <a:off x="40266" y="159452"/>
        <a:ext cx="7799310" cy="744318"/>
      </dsp:txXfrm>
    </dsp:sp>
    <dsp:sp modelId="{6C9A17AB-D619-4BF8-9ADF-3935F6049D12}">
      <dsp:nvSpPr>
        <dsp:cNvPr id="0" name=""/>
        <dsp:cNvSpPr/>
      </dsp:nvSpPr>
      <dsp:spPr>
        <a:xfrm>
          <a:off x="0" y="987236"/>
          <a:ext cx="7879842" cy="824850"/>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b="1" kern="1200" dirty="0">
              <a:latin typeface="Calibri"/>
            </a:rPr>
            <a:t>Toxic Comment Detection:</a:t>
          </a:r>
          <a:r>
            <a:rPr lang="en-IN" sz="1500" b="0" kern="1200" dirty="0">
              <a:latin typeface="Calibri"/>
            </a:rPr>
            <a:t> In online communities and social media, text classification is used to identify and moderate toxic or abusive comments or posts.</a:t>
          </a:r>
          <a:endParaRPr lang="en-US" sz="1500" kern="1200" dirty="0"/>
        </a:p>
      </dsp:txBody>
      <dsp:txXfrm>
        <a:off x="40266" y="1027502"/>
        <a:ext cx="7799310" cy="744318"/>
      </dsp:txXfrm>
    </dsp:sp>
    <dsp:sp modelId="{BBA65B4A-0249-4716-8417-10D3560D7FB3}">
      <dsp:nvSpPr>
        <dsp:cNvPr id="0" name=""/>
        <dsp:cNvSpPr/>
      </dsp:nvSpPr>
      <dsp:spPr>
        <a:xfrm>
          <a:off x="0" y="1855286"/>
          <a:ext cx="7879842" cy="82485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b="1" kern="1200" dirty="0">
              <a:latin typeface="Calibri"/>
            </a:rPr>
            <a:t>Medical Text Classification:</a:t>
          </a:r>
          <a:r>
            <a:rPr lang="en-IN" sz="1500" b="0" kern="1200" dirty="0">
              <a:latin typeface="Calibri"/>
            </a:rPr>
            <a:t> In healthcare, text classification can be used to categorize medical records, radiology reports, or clinical notes into relevant categories, assisting healthcare professionals in data management and decision-making.</a:t>
          </a:r>
        </a:p>
      </dsp:txBody>
      <dsp:txXfrm>
        <a:off x="40266" y="1895552"/>
        <a:ext cx="7799310" cy="744318"/>
      </dsp:txXfrm>
    </dsp:sp>
    <dsp:sp modelId="{4D4AB8D3-D374-49A5-AB40-19720E43BD69}">
      <dsp:nvSpPr>
        <dsp:cNvPr id="0" name=""/>
        <dsp:cNvSpPr/>
      </dsp:nvSpPr>
      <dsp:spPr>
        <a:xfrm>
          <a:off x="0" y="2723336"/>
          <a:ext cx="7879842" cy="824850"/>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b="1" kern="1200" dirty="0">
              <a:latin typeface="Calibri"/>
            </a:rPr>
            <a:t>Content Recommendation:</a:t>
          </a:r>
          <a:r>
            <a:rPr lang="en-IN" sz="1500" b="0" kern="1200" dirty="0">
              <a:latin typeface="Calibri"/>
            </a:rPr>
            <a:t> Recommender systems use text classification to understand user preferences and recommend relevant content, such as news articles, movies, products, or books.</a:t>
          </a:r>
          <a:endParaRPr lang="en-US" sz="1500" kern="1200" dirty="0"/>
        </a:p>
      </dsp:txBody>
      <dsp:txXfrm>
        <a:off x="40266" y="2763602"/>
        <a:ext cx="7799310" cy="744318"/>
      </dsp:txXfrm>
    </dsp:sp>
    <dsp:sp modelId="{20238C3A-9A7C-466F-A963-A52F1416A0E8}">
      <dsp:nvSpPr>
        <dsp:cNvPr id="0" name=""/>
        <dsp:cNvSpPr/>
      </dsp:nvSpPr>
      <dsp:spPr>
        <a:xfrm>
          <a:off x="0" y="3591387"/>
          <a:ext cx="7879842" cy="82485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b="1" kern="1200" dirty="0">
              <a:latin typeface="Calibri"/>
            </a:rPr>
            <a:t>Document Routing:</a:t>
          </a:r>
          <a:r>
            <a:rPr lang="en-IN" sz="1500" b="0" kern="1200" dirty="0">
              <a:latin typeface="Calibri"/>
            </a:rPr>
            <a:t> In customer support or document management systems, text classification is used to route incoming documents to the appropriate department or team for handling.</a:t>
          </a:r>
          <a:endParaRPr lang="en-IN" sz="1500" kern="1200" dirty="0">
            <a:latin typeface="Calibri"/>
          </a:endParaRPr>
        </a:p>
      </dsp:txBody>
      <dsp:txXfrm>
        <a:off x="40266" y="3631653"/>
        <a:ext cx="7799310" cy="74431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9A17AB-D619-4BF8-9ADF-3935F6049D12}">
      <dsp:nvSpPr>
        <dsp:cNvPr id="0" name=""/>
        <dsp:cNvSpPr/>
      </dsp:nvSpPr>
      <dsp:spPr>
        <a:xfrm>
          <a:off x="0" y="96012"/>
          <a:ext cx="7879842" cy="104480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IN" sz="1900" b="0" kern="1200" dirty="0">
              <a:solidFill>
                <a:srgbClr val="000000"/>
              </a:solidFill>
              <a:latin typeface="Calibri"/>
            </a:rPr>
            <a:t>High-level NLP applications refer to complex and sophisticated natural language processing (NLP) tasks that go beyond basic text processing and analysis.</a:t>
          </a:r>
          <a:r>
            <a:rPr lang="en-IN" sz="1900" kern="1200" dirty="0">
              <a:solidFill>
                <a:srgbClr val="000000"/>
              </a:solidFill>
              <a:latin typeface="Calibri"/>
            </a:rPr>
            <a:t> </a:t>
          </a:r>
          <a:endParaRPr lang="en-US" sz="1900" kern="1200" dirty="0">
            <a:solidFill>
              <a:srgbClr val="000000"/>
            </a:solidFill>
            <a:latin typeface="Calibri"/>
          </a:endParaRPr>
        </a:p>
      </dsp:txBody>
      <dsp:txXfrm>
        <a:off x="51003" y="147015"/>
        <a:ext cx="7777836" cy="942803"/>
      </dsp:txXfrm>
    </dsp:sp>
    <dsp:sp modelId="{C8CFAFC4-22B3-471B-AC4A-C862AB045BE1}">
      <dsp:nvSpPr>
        <dsp:cNvPr id="0" name=""/>
        <dsp:cNvSpPr/>
      </dsp:nvSpPr>
      <dsp:spPr>
        <a:xfrm>
          <a:off x="0" y="1195542"/>
          <a:ext cx="7879842" cy="1044809"/>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dirty="0">
              <a:solidFill>
                <a:srgbClr val="000000"/>
              </a:solidFill>
              <a:latin typeface="Calibri"/>
            </a:rPr>
            <a:t>These applications involve the use of advanced techniques</a:t>
          </a:r>
          <a:r>
            <a:rPr lang="en-IN" sz="1900" b="0" kern="1200" dirty="0">
              <a:solidFill>
                <a:srgbClr val="000000"/>
              </a:solidFill>
              <a:latin typeface="Calibri"/>
            </a:rPr>
            <a:t>, models, and algorithms to understand, generate, or manipulate human language in more nuanced and context-aware ways.</a:t>
          </a:r>
          <a:r>
            <a:rPr lang="en-IN" sz="1900" kern="1200" dirty="0">
              <a:latin typeface="Calibri"/>
            </a:rPr>
            <a:t> </a:t>
          </a:r>
          <a:endParaRPr lang="en-US" sz="1900" kern="1200" dirty="0"/>
        </a:p>
      </dsp:txBody>
      <dsp:txXfrm>
        <a:off x="51003" y="1246545"/>
        <a:ext cx="7777836" cy="942803"/>
      </dsp:txXfrm>
    </dsp:sp>
    <dsp:sp modelId="{443E5E06-EC42-422D-9848-0676D94FDDAA}">
      <dsp:nvSpPr>
        <dsp:cNvPr id="0" name=""/>
        <dsp:cNvSpPr/>
      </dsp:nvSpPr>
      <dsp:spPr>
        <a:xfrm>
          <a:off x="0" y="2295072"/>
          <a:ext cx="7879842" cy="1044809"/>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IN" sz="1900" kern="1200" dirty="0">
              <a:latin typeface="Calibri"/>
            </a:rPr>
            <a:t>These high-level NLP applications leverage state-of-the-art models, extensive training data, and advanced algorithms to perform complex language-related tasks. </a:t>
          </a:r>
        </a:p>
      </dsp:txBody>
      <dsp:txXfrm>
        <a:off x="51003" y="2346075"/>
        <a:ext cx="7777836" cy="942803"/>
      </dsp:txXfrm>
    </dsp:sp>
    <dsp:sp modelId="{8C019285-7C48-463D-9C68-68667CDC5EF5}">
      <dsp:nvSpPr>
        <dsp:cNvPr id="0" name=""/>
        <dsp:cNvSpPr/>
      </dsp:nvSpPr>
      <dsp:spPr>
        <a:xfrm>
          <a:off x="0" y="3394602"/>
          <a:ext cx="7879842" cy="1044809"/>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dirty="0">
              <a:latin typeface="Calibri"/>
            </a:rPr>
            <a:t>They are at the forefront of NLP research and are increasingly integrated into real-world applications to enhance human-computer interaction and improve decision-making.</a:t>
          </a:r>
          <a:endParaRPr lang="en-US" sz="1900" kern="1200" dirty="0"/>
        </a:p>
      </dsp:txBody>
      <dsp:txXfrm>
        <a:off x="51003" y="3445605"/>
        <a:ext cx="7777836" cy="94280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B0136D-9E2D-44C0-9BCE-2B5EBBF6EE84}">
      <dsp:nvSpPr>
        <dsp:cNvPr id="0" name=""/>
        <dsp:cNvSpPr/>
      </dsp:nvSpPr>
      <dsp:spPr>
        <a:xfrm>
          <a:off x="0" y="18957"/>
          <a:ext cx="7879842" cy="615346"/>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0" kern="1200" dirty="0">
              <a:latin typeface="Calibri"/>
            </a:rPr>
            <a:t>1. Machine Translation: Machine translation systems, like Google Translate, automatically translate text or speech from one language to another. These systems employ neural machine translation models and large multilingual datasets to provide accurate translations.</a:t>
          </a:r>
        </a:p>
      </dsp:txBody>
      <dsp:txXfrm>
        <a:off x="30039" y="48996"/>
        <a:ext cx="7819764" cy="555268"/>
      </dsp:txXfrm>
    </dsp:sp>
    <dsp:sp modelId="{5EA921AD-2B9B-4593-B086-F3C30EEAF570}">
      <dsp:nvSpPr>
        <dsp:cNvPr id="0" name=""/>
        <dsp:cNvSpPr/>
      </dsp:nvSpPr>
      <dsp:spPr>
        <a:xfrm>
          <a:off x="0" y="665984"/>
          <a:ext cx="7879842" cy="615346"/>
        </a:xfrm>
        <a:prstGeom prst="roundRect">
          <a:avLst/>
        </a:prstGeom>
        <a:solidFill>
          <a:schemeClr val="accent2">
            <a:hueOff val="780253"/>
            <a:satOff val="-973"/>
            <a:lumOff val="22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0" kern="1200" dirty="0">
              <a:latin typeface="Calibri"/>
            </a:rPr>
            <a:t>2. Question Answering: Question-answering systems, such as chatbots or virtual assistants, answer user questions by extracting relevant information from text documents or structured data. These systems often use techniques like text comprehension and knowledge retrieval.</a:t>
          </a:r>
          <a:endParaRPr lang="en-US" sz="1100" kern="1200" dirty="0"/>
        </a:p>
      </dsp:txBody>
      <dsp:txXfrm>
        <a:off x="30039" y="696023"/>
        <a:ext cx="7819764" cy="555268"/>
      </dsp:txXfrm>
    </dsp:sp>
    <dsp:sp modelId="{6C9A17AB-D619-4BF8-9ADF-3935F6049D12}">
      <dsp:nvSpPr>
        <dsp:cNvPr id="0" name=""/>
        <dsp:cNvSpPr/>
      </dsp:nvSpPr>
      <dsp:spPr>
        <a:xfrm>
          <a:off x="0" y="1313011"/>
          <a:ext cx="7879842" cy="615346"/>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0" kern="1200" dirty="0">
              <a:latin typeface="Calibri"/>
            </a:rPr>
            <a:t>3. Text Summarization: Text summarization algorithms generate concise and coherent summaries of longer documents, helping users quickly grasp the main points of a text. Abstractive and extractive summarization methods are used in this context.</a:t>
          </a:r>
          <a:endParaRPr lang="en-IN" sz="1100" kern="1200" dirty="0"/>
        </a:p>
      </dsp:txBody>
      <dsp:txXfrm>
        <a:off x="30039" y="1343050"/>
        <a:ext cx="7819764" cy="555268"/>
      </dsp:txXfrm>
    </dsp:sp>
    <dsp:sp modelId="{BBA65B4A-0249-4716-8417-10D3560D7FB3}">
      <dsp:nvSpPr>
        <dsp:cNvPr id="0" name=""/>
        <dsp:cNvSpPr/>
      </dsp:nvSpPr>
      <dsp:spPr>
        <a:xfrm>
          <a:off x="0" y="1960038"/>
          <a:ext cx="7879842" cy="615346"/>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0" kern="1200" dirty="0">
              <a:latin typeface="Calibri"/>
            </a:rPr>
            <a:t>4. Text Generation: Text generation models, like OpenAI's GPT-3, can produce coherent and contextually relevant text, making them valuable for content generation, storytelling, and chatbot responses.</a:t>
          </a:r>
        </a:p>
      </dsp:txBody>
      <dsp:txXfrm>
        <a:off x="30039" y="1990077"/>
        <a:ext cx="7819764" cy="555268"/>
      </dsp:txXfrm>
    </dsp:sp>
    <dsp:sp modelId="{BFBF05FF-7620-49A2-B780-283C38E1DA6F}">
      <dsp:nvSpPr>
        <dsp:cNvPr id="0" name=""/>
        <dsp:cNvSpPr/>
      </dsp:nvSpPr>
      <dsp:spPr>
        <a:xfrm>
          <a:off x="0" y="2607065"/>
          <a:ext cx="7879842" cy="615346"/>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0" kern="1200" dirty="0">
              <a:latin typeface="Calibri"/>
            </a:rPr>
            <a:t>5. Sentiment Analysis: Beyond basic sentiment classification, high-level sentiment analysis can assess fine-grained sentiment, emotions, and subjectivity in text, making it useful in market research and brand sentiment analysis.</a:t>
          </a:r>
          <a:endParaRPr lang="en-US" sz="1100" kern="1200" dirty="0"/>
        </a:p>
      </dsp:txBody>
      <dsp:txXfrm>
        <a:off x="30039" y="2637104"/>
        <a:ext cx="7819764" cy="555268"/>
      </dsp:txXfrm>
    </dsp:sp>
    <dsp:sp modelId="{4D4AB8D3-D374-49A5-AB40-19720E43BD69}">
      <dsp:nvSpPr>
        <dsp:cNvPr id="0" name=""/>
        <dsp:cNvSpPr/>
      </dsp:nvSpPr>
      <dsp:spPr>
        <a:xfrm>
          <a:off x="0" y="3254092"/>
          <a:ext cx="7879842" cy="615346"/>
        </a:xfrm>
        <a:prstGeom prst="roundRect">
          <a:avLst/>
        </a:prstGeom>
        <a:solidFill>
          <a:schemeClr val="accent2">
            <a:hueOff val="3901266"/>
            <a:satOff val="-4866"/>
            <a:lumOff val="114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0" kern="1200" dirty="0">
              <a:latin typeface="Calibri"/>
            </a:rPr>
            <a:t>6. Named Entity Recognition (NER): Advanced NER models can identify and categorize specific entities in text, such as names of people, organizations, locations, and more. They are used in information extraction and knowledge graph construction.</a:t>
          </a:r>
          <a:endParaRPr lang="en-IN" sz="1100" kern="1200" dirty="0"/>
        </a:p>
      </dsp:txBody>
      <dsp:txXfrm>
        <a:off x="30039" y="3284131"/>
        <a:ext cx="7819764" cy="555268"/>
      </dsp:txXfrm>
    </dsp:sp>
    <dsp:sp modelId="{20238C3A-9A7C-466F-A963-A52F1416A0E8}">
      <dsp:nvSpPr>
        <dsp:cNvPr id="0" name=""/>
        <dsp:cNvSpPr/>
      </dsp:nvSpPr>
      <dsp:spPr>
        <a:xfrm>
          <a:off x="0" y="3901119"/>
          <a:ext cx="7879842" cy="615346"/>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rtl="0">
            <a:lnSpc>
              <a:spcPct val="90000"/>
            </a:lnSpc>
            <a:spcBef>
              <a:spcPct val="0"/>
            </a:spcBef>
            <a:spcAft>
              <a:spcPct val="35000"/>
            </a:spcAft>
            <a:buNone/>
          </a:pPr>
          <a:r>
            <a:rPr lang="en-IN" sz="1100" b="0" kern="1200" dirty="0">
              <a:latin typeface="Calibri"/>
            </a:rPr>
            <a:t>7. Text Classification for Content Recommendations: Sophisticated text classification models are used in content recommendation systems, offering personalized recommendations to users based on their interests and </a:t>
          </a:r>
          <a:r>
            <a:rPr lang="en-IN" sz="1100" b="0" kern="1200" dirty="0" err="1">
              <a:latin typeface="Calibri"/>
            </a:rPr>
            <a:t>behavior</a:t>
          </a:r>
          <a:r>
            <a:rPr lang="en-IN" sz="1100" b="0" kern="1200" dirty="0">
              <a:latin typeface="Calibri"/>
            </a:rPr>
            <a:t>.</a:t>
          </a:r>
          <a:endParaRPr lang="en-IN" sz="1100" kern="1200" dirty="0">
            <a:latin typeface="Calibri"/>
          </a:endParaRPr>
        </a:p>
      </dsp:txBody>
      <dsp:txXfrm>
        <a:off x="30039" y="3931158"/>
        <a:ext cx="7819764" cy="55526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B0136D-9E2D-44C0-9BCE-2B5EBBF6EE84}">
      <dsp:nvSpPr>
        <dsp:cNvPr id="0" name=""/>
        <dsp:cNvSpPr/>
      </dsp:nvSpPr>
      <dsp:spPr>
        <a:xfrm>
          <a:off x="0" y="406511"/>
          <a:ext cx="7879842" cy="4375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0" kern="1200" dirty="0">
              <a:latin typeface="Calibri"/>
            </a:rPr>
            <a:t>8. Dialogue Systems: Dialogue systems, including chatbots and virtual assistants, engage in conversational interactions with users. They use natural language understanding and generation to respond appropriately to user queries.</a:t>
          </a:r>
        </a:p>
      </dsp:txBody>
      <dsp:txXfrm>
        <a:off x="21361" y="427872"/>
        <a:ext cx="7837120" cy="394858"/>
      </dsp:txXfrm>
    </dsp:sp>
    <dsp:sp modelId="{5EA921AD-2B9B-4593-B086-F3C30EEAF570}">
      <dsp:nvSpPr>
        <dsp:cNvPr id="0" name=""/>
        <dsp:cNvSpPr/>
      </dsp:nvSpPr>
      <dsp:spPr>
        <a:xfrm>
          <a:off x="0" y="875771"/>
          <a:ext cx="7879842" cy="437580"/>
        </a:xfrm>
        <a:prstGeom prst="roundRect">
          <a:avLst/>
        </a:prstGeom>
        <a:solidFill>
          <a:schemeClr val="accent2">
            <a:hueOff val="668788"/>
            <a:satOff val="-834"/>
            <a:lumOff val="19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0" kern="1200" dirty="0">
              <a:latin typeface="Calibri"/>
            </a:rPr>
            <a:t>9. Language Modeling: Advanced language models, such as GPT-4, are trained on massive text corpora and are capable of generating human-like text in a wide range of languages and styles. They are used for content generation, creative writing, and more.</a:t>
          </a:r>
        </a:p>
      </dsp:txBody>
      <dsp:txXfrm>
        <a:off x="21361" y="897132"/>
        <a:ext cx="7837120" cy="394858"/>
      </dsp:txXfrm>
    </dsp:sp>
    <dsp:sp modelId="{BBA65B4A-0249-4716-8417-10D3560D7FB3}">
      <dsp:nvSpPr>
        <dsp:cNvPr id="0" name=""/>
        <dsp:cNvSpPr/>
      </dsp:nvSpPr>
      <dsp:spPr>
        <a:xfrm>
          <a:off x="0" y="1345031"/>
          <a:ext cx="7879842" cy="437580"/>
        </a:xfrm>
        <a:prstGeom prst="roundRect">
          <a:avLst/>
        </a:prstGeom>
        <a:solidFill>
          <a:schemeClr val="accent2">
            <a:hueOff val="1337577"/>
            <a:satOff val="-1668"/>
            <a:lumOff val="39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0" kern="1200" dirty="0">
              <a:latin typeface="Calibri"/>
            </a:rPr>
            <a:t>10. Semantic Search: Semantic search engines go beyond simple keyword matching and take into account the semantic meaning of words and phrases to provide more relevant search results.</a:t>
          </a:r>
        </a:p>
      </dsp:txBody>
      <dsp:txXfrm>
        <a:off x="21361" y="1366392"/>
        <a:ext cx="7837120" cy="394858"/>
      </dsp:txXfrm>
    </dsp:sp>
    <dsp:sp modelId="{BFBF05FF-7620-49A2-B780-283C38E1DA6F}">
      <dsp:nvSpPr>
        <dsp:cNvPr id="0" name=""/>
        <dsp:cNvSpPr/>
      </dsp:nvSpPr>
      <dsp:spPr>
        <a:xfrm>
          <a:off x="0" y="1814292"/>
          <a:ext cx="7879842" cy="437580"/>
        </a:xfrm>
        <a:prstGeom prst="roundRect">
          <a:avLst/>
        </a:prstGeom>
        <a:solidFill>
          <a:schemeClr val="accent2">
            <a:hueOff val="2006365"/>
            <a:satOff val="-2502"/>
            <a:lumOff val="58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0" kern="1200" dirty="0">
              <a:latin typeface="Calibri"/>
            </a:rPr>
            <a:t>11. Document Classification: Beyond basic text classification, high-level document classification systems can categorize and organize large volumes of documents into complex taxonomies or hierarchical structures.</a:t>
          </a:r>
        </a:p>
      </dsp:txBody>
      <dsp:txXfrm>
        <a:off x="21361" y="1835653"/>
        <a:ext cx="7837120" cy="394858"/>
      </dsp:txXfrm>
    </dsp:sp>
    <dsp:sp modelId="{D4525047-14BB-4871-9F62-EAADF75E2C14}">
      <dsp:nvSpPr>
        <dsp:cNvPr id="0" name=""/>
        <dsp:cNvSpPr/>
      </dsp:nvSpPr>
      <dsp:spPr>
        <a:xfrm>
          <a:off x="0" y="2283552"/>
          <a:ext cx="7879842" cy="437580"/>
        </a:xfrm>
        <a:prstGeom prst="roundRect">
          <a:avLst/>
        </a:prstGeom>
        <a:solidFill>
          <a:schemeClr val="accent2">
            <a:hueOff val="2675154"/>
            <a:satOff val="-3337"/>
            <a:lumOff val="78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0" kern="1200" dirty="0">
              <a:latin typeface="Calibri"/>
            </a:rPr>
            <a:t>12. Image Captioning: Combining computer vision with NLP, image captioning generates natural language descriptions for images or videos. These systems use both image analysis and language generation.</a:t>
          </a:r>
        </a:p>
      </dsp:txBody>
      <dsp:txXfrm>
        <a:off x="21361" y="2304913"/>
        <a:ext cx="7837120" cy="394858"/>
      </dsp:txXfrm>
    </dsp:sp>
    <dsp:sp modelId="{D683CFF2-2AB3-4F2E-8F0E-185705FEFA04}">
      <dsp:nvSpPr>
        <dsp:cNvPr id="0" name=""/>
        <dsp:cNvSpPr/>
      </dsp:nvSpPr>
      <dsp:spPr>
        <a:xfrm>
          <a:off x="0" y="2752812"/>
          <a:ext cx="7879842" cy="437580"/>
        </a:xfrm>
        <a:prstGeom prst="roundRect">
          <a:avLst/>
        </a:prstGeom>
        <a:solidFill>
          <a:schemeClr val="accent2">
            <a:hueOff val="3343942"/>
            <a:satOff val="-4171"/>
            <a:lumOff val="98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0" kern="1200" dirty="0">
              <a:latin typeface="Calibri"/>
            </a:rPr>
            <a:t>13. Text-to-Speech (TTS): Advanced TTS systems use neural networks to convert text into human-like speech, making them useful in applications like virtual assistants and audiobook narration.</a:t>
          </a:r>
          <a:endParaRPr lang="en-IN" sz="1100" kern="1200" dirty="0"/>
        </a:p>
      </dsp:txBody>
      <dsp:txXfrm>
        <a:off x="21361" y="2774173"/>
        <a:ext cx="7837120" cy="394858"/>
      </dsp:txXfrm>
    </dsp:sp>
    <dsp:sp modelId="{4D4AB8D3-D374-49A5-AB40-19720E43BD69}">
      <dsp:nvSpPr>
        <dsp:cNvPr id="0" name=""/>
        <dsp:cNvSpPr/>
      </dsp:nvSpPr>
      <dsp:spPr>
        <a:xfrm>
          <a:off x="0" y="3222072"/>
          <a:ext cx="7879842" cy="437580"/>
        </a:xfrm>
        <a:prstGeom prst="roundRect">
          <a:avLst/>
        </a:prstGeom>
        <a:solidFill>
          <a:schemeClr val="accent2">
            <a:hueOff val="4012731"/>
            <a:satOff val="-5005"/>
            <a:lumOff val="1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0" kern="1200" dirty="0">
              <a:latin typeface="Calibri"/>
            </a:rPr>
            <a:t>14. Speech Recognition: Advanced speech recognition models can transcribe spoken language into text with high accuracy, enabling applications like voice assistants and transcription services.</a:t>
          </a:r>
          <a:endParaRPr lang="en-IN" sz="1100" kern="1200" dirty="0"/>
        </a:p>
      </dsp:txBody>
      <dsp:txXfrm>
        <a:off x="21361" y="3243433"/>
        <a:ext cx="7837120" cy="394858"/>
      </dsp:txXfrm>
    </dsp:sp>
    <dsp:sp modelId="{20238C3A-9A7C-466F-A963-A52F1416A0E8}">
      <dsp:nvSpPr>
        <dsp:cNvPr id="0" name=""/>
        <dsp:cNvSpPr/>
      </dsp:nvSpPr>
      <dsp:spPr>
        <a:xfrm>
          <a:off x="0" y="3691332"/>
          <a:ext cx="7879842" cy="43758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b="0" kern="1200" dirty="0">
              <a:latin typeface="Calibri"/>
            </a:rPr>
            <a:t>15. Text-based Emotion Detection: These applications detect and analyze the emotional tone or sentiment in text, helping businesses understand customer emotions and feedback.</a:t>
          </a:r>
          <a:endParaRPr lang="en-IN" sz="1100" kern="1200" dirty="0">
            <a:latin typeface="Calibri"/>
          </a:endParaRPr>
        </a:p>
      </dsp:txBody>
      <dsp:txXfrm>
        <a:off x="21361" y="3712693"/>
        <a:ext cx="7837120" cy="39485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9A17AB-D619-4BF8-9ADF-3935F6049D12}">
      <dsp:nvSpPr>
        <dsp:cNvPr id="0" name=""/>
        <dsp:cNvSpPr/>
      </dsp:nvSpPr>
      <dsp:spPr>
        <a:xfrm>
          <a:off x="0" y="83538"/>
          <a:ext cx="7879842" cy="83910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b="0" kern="1200" dirty="0">
              <a:solidFill>
                <a:srgbClr val="000000"/>
              </a:solidFill>
              <a:latin typeface="Calibri"/>
            </a:rPr>
            <a:t>Machine</a:t>
          </a:r>
          <a:r>
            <a:rPr lang="en-IN" sz="1500" kern="1200" dirty="0">
              <a:solidFill>
                <a:srgbClr val="000000"/>
              </a:solidFill>
              <a:latin typeface="Calibri"/>
            </a:rPr>
            <a:t> translation is a high-level </a:t>
          </a:r>
          <a:r>
            <a:rPr lang="en-IN" sz="1500" b="0" kern="1200" dirty="0">
              <a:solidFill>
                <a:srgbClr val="000000"/>
              </a:solidFill>
              <a:latin typeface="Calibri"/>
            </a:rPr>
            <a:t>natural language processing (NLP) application that involves </a:t>
          </a:r>
          <a:r>
            <a:rPr lang="en-IN" sz="1500" kern="1200" dirty="0">
              <a:solidFill>
                <a:srgbClr val="000000"/>
              </a:solidFill>
              <a:latin typeface="Calibri"/>
            </a:rPr>
            <a:t>the automatic translation of text </a:t>
          </a:r>
          <a:r>
            <a:rPr lang="en-IN" sz="1500" b="0" kern="1200" dirty="0">
              <a:solidFill>
                <a:srgbClr val="000000"/>
              </a:solidFill>
              <a:latin typeface="Calibri"/>
            </a:rPr>
            <a:t>or speech from one language to another.</a:t>
          </a:r>
          <a:endParaRPr lang="en-US" sz="1500" b="0" kern="1200" dirty="0">
            <a:solidFill>
              <a:srgbClr val="000000"/>
            </a:solidFill>
            <a:latin typeface="Calibri"/>
          </a:endParaRPr>
        </a:p>
      </dsp:txBody>
      <dsp:txXfrm>
        <a:off x="40962" y="124500"/>
        <a:ext cx="7797918" cy="757185"/>
      </dsp:txXfrm>
    </dsp:sp>
    <dsp:sp modelId="{45B7FFFD-5558-47C2-98A0-C20F705D0963}">
      <dsp:nvSpPr>
        <dsp:cNvPr id="0" name=""/>
        <dsp:cNvSpPr/>
      </dsp:nvSpPr>
      <dsp:spPr>
        <a:xfrm>
          <a:off x="0" y="965847"/>
          <a:ext cx="7879842" cy="839109"/>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b="0" kern="1200" dirty="0">
              <a:solidFill>
                <a:srgbClr val="000000"/>
              </a:solidFill>
              <a:latin typeface="Calibri"/>
            </a:rPr>
            <a:t>It plays a crucial role in bridging language barriers</a:t>
          </a:r>
          <a:r>
            <a:rPr lang="en-IN" sz="1500" kern="1200" dirty="0">
              <a:solidFill>
                <a:srgbClr val="000000"/>
              </a:solidFill>
              <a:latin typeface="Calibri"/>
            </a:rPr>
            <a:t>, facilitating cross-cultural communication, and making multilingual content accessible to a global audience.</a:t>
          </a:r>
          <a:r>
            <a:rPr lang="en-IN" sz="1500" kern="1200" dirty="0">
              <a:latin typeface="Calibri"/>
            </a:rPr>
            <a:t> </a:t>
          </a:r>
          <a:endParaRPr lang="en-US" sz="1500" kern="1200" dirty="0"/>
        </a:p>
      </dsp:txBody>
      <dsp:txXfrm>
        <a:off x="40962" y="1006809"/>
        <a:ext cx="7797918" cy="757185"/>
      </dsp:txXfrm>
    </dsp:sp>
    <dsp:sp modelId="{B56758EF-CA29-4D36-A925-005304AB3A09}">
      <dsp:nvSpPr>
        <dsp:cNvPr id="0" name=""/>
        <dsp:cNvSpPr/>
      </dsp:nvSpPr>
      <dsp:spPr>
        <a:xfrm>
          <a:off x="0" y="1848157"/>
          <a:ext cx="7879842" cy="839109"/>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dirty="0">
              <a:solidFill>
                <a:srgbClr val="000000"/>
              </a:solidFill>
              <a:latin typeface="Calibri"/>
            </a:rPr>
            <a:t>Machine translation is a powerful and evolving NLP application that continues to improve with advances in deep learning and access to more multilingual data. </a:t>
          </a:r>
        </a:p>
      </dsp:txBody>
      <dsp:txXfrm>
        <a:off x="40962" y="1889119"/>
        <a:ext cx="7797918" cy="757185"/>
      </dsp:txXfrm>
    </dsp:sp>
    <dsp:sp modelId="{08B31BD9-31AF-41DD-9783-F52E0B154D61}">
      <dsp:nvSpPr>
        <dsp:cNvPr id="0" name=""/>
        <dsp:cNvSpPr/>
      </dsp:nvSpPr>
      <dsp:spPr>
        <a:xfrm>
          <a:off x="0" y="2730466"/>
          <a:ext cx="7879842" cy="839109"/>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dirty="0">
              <a:solidFill>
                <a:srgbClr val="000000"/>
              </a:solidFill>
              <a:latin typeface="Calibri"/>
            </a:rPr>
            <a:t>It has wide-ranging applications in business, international communication, content localization, and global accessibility, enabling people to communicate across language barriers with greater ease.</a:t>
          </a:r>
          <a:endParaRPr lang="en-US" sz="1500" kern="1200" dirty="0"/>
        </a:p>
      </dsp:txBody>
      <dsp:txXfrm>
        <a:off x="40962" y="2771428"/>
        <a:ext cx="7797918" cy="757185"/>
      </dsp:txXfrm>
    </dsp:sp>
    <dsp:sp modelId="{4A9DABAF-D39C-4C26-8E9F-D0F7A69D00E0}">
      <dsp:nvSpPr>
        <dsp:cNvPr id="0" name=""/>
        <dsp:cNvSpPr/>
      </dsp:nvSpPr>
      <dsp:spPr>
        <a:xfrm>
          <a:off x="0" y="3612776"/>
          <a:ext cx="7879842" cy="839109"/>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dirty="0">
              <a:solidFill>
                <a:srgbClr val="000000"/>
              </a:solidFill>
              <a:latin typeface="Calibri"/>
            </a:rPr>
            <a:t>Machine Translation, the process of automatically translating text or speech from one language to another, has traditionally been approached using two main techniques: Rule-Based Machine Translation (RBMT) and Statistical Machine Translation (SMT).</a:t>
          </a:r>
          <a:endParaRPr lang="en-IN" sz="1500" kern="1200" dirty="0">
            <a:latin typeface="Calibri"/>
          </a:endParaRPr>
        </a:p>
      </dsp:txBody>
      <dsp:txXfrm>
        <a:off x="40962" y="3653738"/>
        <a:ext cx="7797918" cy="75718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10/30/2025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10/30/2025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989E41-7724-40D3-9B7F-4459A6E1B64D}" type="datetime1">
              <a:rPr lang="en-US" smtClean="0"/>
              <a:pPr/>
              <a:t>10/30/2025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304A04-E13A-4DF3-AD52-91FDA56BBD70}" type="datetime1">
              <a:rPr lang="en-US" smtClean="0"/>
              <a:pPr/>
              <a:t>10/30/2025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473A0B-B1A3-4CA2-AB05-B192FF086C24}" type="datetime1">
              <a:rPr lang="en-US" smtClean="0"/>
              <a:pPr/>
              <a:t>10/30/2025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EE5ACF6-2066-4321-B4DC-5BFD6DBBECD2}" type="datetime1">
              <a:rPr lang="en-US" smtClean="0"/>
              <a:pPr/>
              <a:t>10/30/2025</a:t>
            </a:fld>
            <a:endParaRPr lang="en-US"/>
          </a:p>
        </p:txBody>
      </p:sp>
      <p:sp>
        <p:nvSpPr>
          <p:cNvPr id="6" name="Footer Placeholder 5"/>
          <p:cNvSpPr>
            <a:spLocks noGrp="1"/>
          </p:cNvSpPr>
          <p:nvPr>
            <p:ph type="ftr" sz="quarter" idx="11"/>
          </p:nvPr>
        </p:nvSpPr>
        <p:spPr/>
        <p:txBody>
          <a:bodyPr/>
          <a:lstStyle/>
          <a:p>
            <a:r>
              <a:rPr lang="en-US"/>
              <a:t>Ayushi Pandey             IT Project Management                   Unit-1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CFA14D3-6EEC-44CE-8C24-CA7D4F6FF054}" type="datetime1">
              <a:rPr lang="en-US" smtClean="0"/>
              <a:pPr/>
              <a:t>10/30/2025</a:t>
            </a:fld>
            <a:endParaRPr lang="en-US"/>
          </a:p>
        </p:txBody>
      </p:sp>
      <p:sp>
        <p:nvSpPr>
          <p:cNvPr id="8" name="Footer Placeholder 7"/>
          <p:cNvSpPr>
            <a:spLocks noGrp="1"/>
          </p:cNvSpPr>
          <p:nvPr>
            <p:ph type="ftr" sz="quarter" idx="11"/>
          </p:nvPr>
        </p:nvSpPr>
        <p:spPr/>
        <p:txBody>
          <a:bodyPr/>
          <a:lstStyle/>
          <a:p>
            <a:r>
              <a:rPr lang="en-US"/>
              <a:t>Ayushi Pandey             IT Project Management                   Unit-1</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E67ED16-A621-4122-9D3B-78A866A3E9AD}" type="datetime1">
              <a:rPr lang="en-US" smtClean="0"/>
              <a:pPr/>
              <a:t>10/30/2025</a:t>
            </a:fld>
            <a:endParaRPr lang="en-US"/>
          </a:p>
        </p:txBody>
      </p:sp>
      <p:sp>
        <p:nvSpPr>
          <p:cNvPr id="4" name="Footer Placeholder 3"/>
          <p:cNvSpPr>
            <a:spLocks noGrp="1"/>
          </p:cNvSpPr>
          <p:nvPr>
            <p:ph type="ftr" sz="quarter" idx="11"/>
          </p:nvPr>
        </p:nvSpPr>
        <p:spPr/>
        <p:txBody>
          <a:bodyPr/>
          <a:lstStyle/>
          <a:p>
            <a:r>
              <a:rPr lang="en-US"/>
              <a:t>Ayushi Pandey             IT Project Management                   Unit-1</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E681AE-F933-414E-BFC0-E470FC93A853}" type="datetime1">
              <a:rPr lang="en-US" smtClean="0"/>
              <a:pPr/>
              <a:t>10/30/2025</a:t>
            </a:fld>
            <a:endParaRPr lang="en-US"/>
          </a:p>
        </p:txBody>
      </p:sp>
      <p:sp>
        <p:nvSpPr>
          <p:cNvPr id="3" name="Footer Placeholder 2"/>
          <p:cNvSpPr>
            <a:spLocks noGrp="1"/>
          </p:cNvSpPr>
          <p:nvPr>
            <p:ph type="ftr" sz="quarter" idx="11"/>
          </p:nvPr>
        </p:nvSpPr>
        <p:spPr/>
        <p:txBody>
          <a:bodyPr/>
          <a:lstStyle/>
          <a:p>
            <a:r>
              <a:rPr lang="en-US"/>
              <a:t>Ayushi Pandey             IT Project Management                   Unit-1</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BD5AD0-A1B1-40AB-B559-C451484AE376}" type="datetime1">
              <a:rPr lang="en-US" smtClean="0"/>
              <a:pPr/>
              <a:t>10/30/2025</a:t>
            </a:fld>
            <a:endParaRPr lang="en-US"/>
          </a:p>
        </p:txBody>
      </p:sp>
      <p:sp>
        <p:nvSpPr>
          <p:cNvPr id="6" name="Footer Placeholder 5"/>
          <p:cNvSpPr>
            <a:spLocks noGrp="1"/>
          </p:cNvSpPr>
          <p:nvPr>
            <p:ph type="ftr" sz="quarter" idx="11"/>
          </p:nvPr>
        </p:nvSpPr>
        <p:spPr/>
        <p:txBody>
          <a:bodyPr/>
          <a:lstStyle/>
          <a:p>
            <a:r>
              <a:rPr lang="en-US"/>
              <a:t>Ayushi Pandey             IT Project Management                   Unit-1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EA641B-9855-4A82-A6DB-2B7ED3804AC8}" type="datetime1">
              <a:rPr lang="en-US" smtClean="0"/>
              <a:pPr/>
              <a:t>10/30/2025</a:t>
            </a:fld>
            <a:endParaRPr lang="en-US"/>
          </a:p>
        </p:txBody>
      </p:sp>
      <p:sp>
        <p:nvSpPr>
          <p:cNvPr id="6" name="Footer Placeholder 5"/>
          <p:cNvSpPr>
            <a:spLocks noGrp="1"/>
          </p:cNvSpPr>
          <p:nvPr>
            <p:ph type="ftr" sz="quarter" idx="11"/>
          </p:nvPr>
        </p:nvSpPr>
        <p:spPr/>
        <p:txBody>
          <a:bodyPr/>
          <a:lstStyle/>
          <a:p>
            <a:r>
              <a:rPr lang="en-US"/>
              <a:t>Ayushi Pandey             IT Project Management                   Unit-1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6FE0F4-DCE8-4D9F-9742-27323F9D193C}" type="datetime1">
              <a:rPr lang="en-US" smtClean="0"/>
              <a:pPr/>
              <a:t>10/30/2025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71C3CD-528A-4470-92EB-45B8C77E3EF6}" type="datetime1">
              <a:rPr lang="en-US" smtClean="0"/>
              <a:pPr/>
              <a:t>10/30/2025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87C570-3C2D-45E6-8F8A-F5D0B32C7F64}" type="datetime1">
              <a:rPr lang="en-US" smtClean="0"/>
              <a:pPr/>
              <a:t>10/30/2025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Ayushi Pandey             IT Project Management                   Unit-1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hyperlink" Target="https://www.coursera.org/lecture/python-text-mining/basic-nlp-tasks-with-nltk-KD8uN" TargetMode="External"/><Relationship Id="rId7" Type="http://schemas.openxmlformats.org/officeDocument/2006/relationships/image" Target="../media/image2.png"/><Relationship Id="rId2" Type="http://schemas.openxmlformats.org/officeDocument/2006/relationships/hyperlink" Target="https://realpython.com/nltk-nlp-python/" TargetMode="External"/><Relationship Id="rId1" Type="http://schemas.openxmlformats.org/officeDocument/2006/relationships/slideLayout" Target="../slideLayouts/slideLayout2.xml"/><Relationship Id="rId6" Type="http://schemas.openxmlformats.org/officeDocument/2006/relationships/hyperlink" Target="https://www.coursera.org/learn/python-text-mining/lecture/sVe8B/regular-expressions" TargetMode="External"/><Relationship Id="rId5" Type="http://schemas.openxmlformats.org/officeDocument/2006/relationships/hyperlink" Target="https://www.coursera.org/projects/regular-expressions-in-python" TargetMode="External"/><Relationship Id="rId4" Type="http://schemas.openxmlformats.org/officeDocument/2006/relationships/hyperlink" Target="https://www.coursera.org/lecture/nlp-sequence-models/learning-word-embeddings-APM5s"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2.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2.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2.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2.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2.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
            <a:ext cx="8001000" cy="685799"/>
          </a:xfrm>
          <a:solidFill>
            <a:srgbClr val="FF9C9C"/>
          </a:solidFill>
        </p:spPr>
        <p:style>
          <a:lnRef idx="1">
            <a:schemeClr val="accent5"/>
          </a:lnRef>
          <a:fillRef idx="2">
            <a:schemeClr val="accent5"/>
          </a:fillRef>
          <a:effectRef idx="1">
            <a:schemeClr val="accent5"/>
          </a:effectRef>
          <a:fontRef idx="minor">
            <a:schemeClr val="dk1"/>
          </a:fontRef>
        </p:style>
        <p:txBody>
          <a:bodyPr>
            <a:noAutofit/>
          </a:bodyPr>
          <a:lstStyle/>
          <a:p>
            <a:r>
              <a:rPr lang="en-US" sz="2400" b="1" dirty="0">
                <a:latin typeface="+mj-lt"/>
              </a:rPr>
              <a:t>Noida Institute of Engineering and Technology, Greater Noida</a:t>
            </a:r>
          </a:p>
        </p:txBody>
      </p:sp>
      <p:sp>
        <p:nvSpPr>
          <p:cNvPr id="3" name="Subtitle 2"/>
          <p:cNvSpPr>
            <a:spLocks noGrp="1"/>
          </p:cNvSpPr>
          <p:nvPr>
            <p:ph type="subTitle" idx="1"/>
          </p:nvPr>
        </p:nvSpPr>
        <p:spPr>
          <a:xfrm>
            <a:off x="1560757" y="811306"/>
            <a:ext cx="6308462" cy="1755662"/>
          </a:xfrm>
          <a:ln>
            <a:solidFill>
              <a:srgbClr val="FF9C9C"/>
            </a:solidFill>
          </a:ln>
        </p:spPr>
        <p:style>
          <a:lnRef idx="2">
            <a:schemeClr val="accent5"/>
          </a:lnRef>
          <a:fillRef idx="1">
            <a:schemeClr val="lt1"/>
          </a:fillRef>
          <a:effectRef idx="0">
            <a:schemeClr val="accent5"/>
          </a:effectRef>
          <a:fontRef idx="minor">
            <a:schemeClr val="dk1"/>
          </a:fontRef>
        </p:style>
        <p:txBody>
          <a:bodyPr>
            <a:noAutofit/>
          </a:bodyPr>
          <a:lstStyle/>
          <a:p>
            <a:pPr lvl="0"/>
            <a:r>
              <a:rPr lang="en-US" sz="3600" b="1" dirty="0">
                <a:solidFill>
                  <a:schemeClr val="tx1"/>
                </a:solidFill>
              </a:rPr>
              <a:t>Text Classification and NLP Applications</a:t>
            </a:r>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4" name="Subtitle 2">
            <a:extLst>
              <a:ext uri="{FF2B5EF4-FFF2-40B4-BE49-F238E27FC236}">
                <a16:creationId xmlns:a16="http://schemas.microsoft.com/office/drawing/2014/main" id="{52A85C66-A7C9-422E-3317-F7A8AFD2200A}"/>
              </a:ext>
            </a:extLst>
          </p:cNvPr>
          <p:cNvSpPr txBox="1">
            <a:spLocks/>
          </p:cNvSpPr>
          <p:nvPr/>
        </p:nvSpPr>
        <p:spPr>
          <a:xfrm>
            <a:off x="4326366" y="4475182"/>
            <a:ext cx="4742329" cy="1934957"/>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dirty="0">
                <a:solidFill>
                  <a:schemeClr val="tx1"/>
                </a:solidFill>
              </a:rPr>
              <a:t>Mr. M. Abdul Mateen Siddiqui</a:t>
            </a:r>
          </a:p>
          <a:p>
            <a:pPr algn="ctr">
              <a:spcBef>
                <a:spcPct val="20000"/>
              </a:spcBef>
              <a:defRPr/>
            </a:pPr>
            <a:r>
              <a:rPr lang="en-US" sz="2400" dirty="0">
                <a:solidFill>
                  <a:schemeClr val="tx1"/>
                </a:solidFill>
              </a:rPr>
              <a:t>(Assistant Professor) </a:t>
            </a:r>
          </a:p>
          <a:p>
            <a:pPr algn="ctr">
              <a:spcBef>
                <a:spcPct val="20000"/>
              </a:spcBef>
              <a:defRPr/>
            </a:pPr>
            <a:r>
              <a:rPr lang="en-US" sz="2400" dirty="0">
                <a:solidFill>
                  <a:schemeClr val="tx1"/>
                </a:solidFill>
              </a:rPr>
              <a:t>Department of CSE (Cyber Security)</a:t>
            </a:r>
          </a:p>
        </p:txBody>
      </p:sp>
      <p:sp>
        <p:nvSpPr>
          <p:cNvPr id="5" name="Subtitle 2">
            <a:extLst>
              <a:ext uri="{FF2B5EF4-FFF2-40B4-BE49-F238E27FC236}">
                <a16:creationId xmlns:a16="http://schemas.microsoft.com/office/drawing/2014/main" id="{5AA270AB-0EED-B0F0-0F72-67C0F5FE01B0}"/>
              </a:ext>
            </a:extLst>
          </p:cNvPr>
          <p:cNvSpPr txBox="1">
            <a:spLocks/>
          </p:cNvSpPr>
          <p:nvPr/>
        </p:nvSpPr>
        <p:spPr>
          <a:xfrm>
            <a:off x="429409" y="3078559"/>
            <a:ext cx="2057400" cy="5334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a:t>
            </a:r>
            <a:r>
              <a:rPr lang="en-US" sz="2500">
                <a:solidFill>
                  <a:schemeClr val="tx1"/>
                </a:solidFill>
              </a:rPr>
              <a:t>: 4</a:t>
            </a:r>
            <a:endParaRPr lang="en-US" sz="2500" dirty="0">
              <a:solidFill>
                <a:schemeClr val="tx1"/>
              </a:solidFill>
            </a:endParaRPr>
          </a:p>
        </p:txBody>
      </p:sp>
      <p:sp>
        <p:nvSpPr>
          <p:cNvPr id="7" name="Subtitle 2">
            <a:extLst>
              <a:ext uri="{FF2B5EF4-FFF2-40B4-BE49-F238E27FC236}">
                <a16:creationId xmlns:a16="http://schemas.microsoft.com/office/drawing/2014/main" id="{BAD393A4-3220-D317-AC7D-F028D14B089C}"/>
              </a:ext>
            </a:extLst>
          </p:cNvPr>
          <p:cNvSpPr txBox="1">
            <a:spLocks/>
          </p:cNvSpPr>
          <p:nvPr/>
        </p:nvSpPr>
        <p:spPr>
          <a:xfrm>
            <a:off x="429409" y="3856917"/>
            <a:ext cx="3222812" cy="868232"/>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Natural Language Processing</a:t>
            </a:r>
          </a:p>
          <a:p>
            <a:pPr algn="ctr">
              <a:spcBef>
                <a:spcPct val="20000"/>
              </a:spcBef>
              <a:defRPr/>
            </a:pPr>
            <a:r>
              <a:rPr lang="en-US" sz="2000" dirty="0">
                <a:solidFill>
                  <a:schemeClr val="tx1"/>
                </a:solidFill>
              </a:rPr>
              <a:t>Subject Code: ACSAI0712 </a:t>
            </a:r>
          </a:p>
        </p:txBody>
      </p:sp>
      <p:sp>
        <p:nvSpPr>
          <p:cNvPr id="8" name="Subtitle 2">
            <a:extLst>
              <a:ext uri="{FF2B5EF4-FFF2-40B4-BE49-F238E27FC236}">
                <a16:creationId xmlns:a16="http://schemas.microsoft.com/office/drawing/2014/main" id="{D79B5851-A43B-3EDB-1C7A-32DAB238918E}"/>
              </a:ext>
            </a:extLst>
          </p:cNvPr>
          <p:cNvSpPr txBox="1">
            <a:spLocks/>
          </p:cNvSpPr>
          <p:nvPr/>
        </p:nvSpPr>
        <p:spPr>
          <a:xfrm>
            <a:off x="429409" y="4970107"/>
            <a:ext cx="2147047" cy="694765"/>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B. Tech. VII Sem</a:t>
            </a:r>
          </a:p>
        </p:txBody>
      </p:sp>
      <p:pic>
        <p:nvPicPr>
          <p:cNvPr id="9" name="Picture 4" descr="C:\Users\Manks\Downloads\speak.png">
            <a:extLst>
              <a:ext uri="{FF2B5EF4-FFF2-40B4-BE49-F238E27FC236}">
                <a16:creationId xmlns:a16="http://schemas.microsoft.com/office/drawing/2014/main" id="{C68C91B5-0EFD-CC34-208A-2A09A0E29E9E}"/>
              </a:ext>
            </a:extLst>
          </p:cNvPr>
          <p:cNvPicPr>
            <a:picLocks noChangeAspect="1" noChangeArrowheads="1"/>
          </p:cNvPicPr>
          <p:nvPr/>
        </p:nvPicPr>
        <p:blipFill>
          <a:blip r:embed="rId3" cstate="print"/>
          <a:srcRect/>
          <a:stretch>
            <a:fillRect/>
          </a:stretch>
        </p:blipFill>
        <p:spPr bwMode="auto">
          <a:xfrm>
            <a:off x="6966473" y="2639846"/>
            <a:ext cx="1524000" cy="1524000"/>
          </a:xfrm>
          <a:prstGeom prst="rect">
            <a:avLst/>
          </a:prstGeom>
          <a:noFill/>
        </p:spPr>
      </p:pic>
      <p:pic>
        <p:nvPicPr>
          <p:cNvPr id="6" name="Picture 2" descr="Noida Institute of Engineering and Technology - [NIET], Greater Noida -  Faculty Details 2024-2025">
            <a:extLst>
              <a:ext uri="{FF2B5EF4-FFF2-40B4-BE49-F238E27FC236}">
                <a16:creationId xmlns:a16="http://schemas.microsoft.com/office/drawing/2014/main" id="{75F40083-1404-D727-5C8A-D303B6E3EF0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1"/>
            <a:ext cx="1177149" cy="6211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
        <p:nvSpPr>
          <p:cNvPr id="7" name="Title 1"/>
          <p:cNvSpPr txBox="1">
            <a:spLocks/>
          </p:cNvSpPr>
          <p:nvPr/>
        </p:nvSpPr>
        <p:spPr>
          <a:xfrm>
            <a:off x="1371600" y="1"/>
            <a:ext cx="7772400"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3200" b="1">
                <a:latin typeface="+mj-lt"/>
                <a:cs typeface="Times New Roman" panose="02020603050405020304" pitchFamily="18" charset="0"/>
              </a:rPr>
              <a:t>Faculty Introduction</a:t>
            </a:r>
          </a:p>
        </p:txBody>
      </p:sp>
      <p:sp>
        <p:nvSpPr>
          <p:cNvPr id="2" name="Content Placeholder 2">
            <a:extLst>
              <a:ext uri="{FF2B5EF4-FFF2-40B4-BE49-F238E27FC236}">
                <a16:creationId xmlns:a16="http://schemas.microsoft.com/office/drawing/2014/main" id="{72547F92-CCAC-294E-55CC-BFFF62826B8B}"/>
              </a:ext>
            </a:extLst>
          </p:cNvPr>
          <p:cNvSpPr txBox="1">
            <a:spLocks noGrp="1" noChangeArrowheads="1"/>
          </p:cNvSpPr>
          <p:nvPr>
            <p:ph idx="1"/>
          </p:nvPr>
        </p:nvSpPr>
        <p:spPr bwMode="auto">
          <a:xfrm>
            <a:off x="533400" y="1143000"/>
            <a:ext cx="8229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42900" indent="-342900"/>
            <a:r>
              <a:rPr lang="en-IN" sz="2400" b="1" dirty="0">
                <a:latin typeface="Times New Roman" panose="02020603050405020304" pitchFamily="18" charset="0"/>
                <a:cs typeface="Times New Roman" panose="02020603050405020304" pitchFamily="18" charset="0"/>
              </a:rPr>
              <a:t>Name : Mr. M. Abdul Mateen Siddiqui</a:t>
            </a:r>
            <a:endParaRPr lang="en-IN" sz="2400" dirty="0">
              <a:latin typeface="Times New Roman" panose="02020603050405020304" pitchFamily="18" charset="0"/>
              <a:cs typeface="Times New Roman" panose="02020603050405020304" pitchFamily="18" charset="0"/>
            </a:endParaRPr>
          </a:p>
          <a:p>
            <a:pPr marL="342900" indent="-342900"/>
            <a:r>
              <a:rPr lang="en-IN" sz="2400" b="1" dirty="0">
                <a:latin typeface="Times New Roman" panose="02020603050405020304" pitchFamily="18" charset="0"/>
                <a:cs typeface="Times New Roman" panose="02020603050405020304" pitchFamily="18" charset="0"/>
              </a:rPr>
              <a:t>Qualification: </a:t>
            </a:r>
            <a:r>
              <a:rPr lang="en-IN" sz="2400" dirty="0">
                <a:latin typeface="Times New Roman" panose="02020603050405020304" pitchFamily="18" charset="0"/>
                <a:cs typeface="Times New Roman" panose="02020603050405020304" pitchFamily="18" charset="0"/>
              </a:rPr>
              <a:t>B. Tech (CSE),</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M. Tech (CSE-CFIS), Ph. D (Pursuing)</a:t>
            </a:r>
          </a:p>
          <a:p>
            <a:pPr marL="342900" indent="-342900"/>
            <a:r>
              <a:rPr lang="en-IN" sz="2400" b="1" dirty="0">
                <a:latin typeface="Times New Roman" panose="02020603050405020304" pitchFamily="18" charset="0"/>
                <a:cs typeface="Times New Roman" panose="02020603050405020304" pitchFamily="18" charset="0"/>
              </a:rPr>
              <a:t>Area of Specialization: </a:t>
            </a:r>
            <a:r>
              <a:rPr lang="en-IN" sz="2400" dirty="0">
                <a:latin typeface="Times New Roman" panose="02020603050405020304" pitchFamily="18" charset="0"/>
                <a:cs typeface="Times New Roman" panose="02020603050405020304" pitchFamily="18" charset="0"/>
              </a:rPr>
              <a:t>Cyber Forensics, Information Security, Digital Forensics, Smart Wearable Devices and IoT Devices</a:t>
            </a:r>
          </a:p>
        </p:txBody>
      </p:sp>
      <p:pic>
        <p:nvPicPr>
          <p:cNvPr id="3" name="Picture 2" descr="Noida Institute of Engineering and Technology - [NIET], Greater Noida -  Faculty Details 2024-2025">
            <a:extLst>
              <a:ext uri="{FF2B5EF4-FFF2-40B4-BE49-F238E27FC236}">
                <a16:creationId xmlns:a16="http://schemas.microsoft.com/office/drawing/2014/main" id="{562595BE-D611-A6E4-6711-5D78A273B7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Syllabus </a:t>
            </a:r>
          </a:p>
        </p:txBody>
      </p:sp>
      <p:pic>
        <p:nvPicPr>
          <p:cNvPr id="8" name="Picture 7"/>
          <p:cNvPicPr>
            <a:picLocks noChangeAspect="1"/>
          </p:cNvPicPr>
          <p:nvPr/>
        </p:nvPicPr>
        <p:blipFill>
          <a:blip r:embed="rId2"/>
          <a:stretch>
            <a:fillRect/>
          </a:stretch>
        </p:blipFill>
        <p:spPr>
          <a:xfrm>
            <a:off x="899372" y="795253"/>
            <a:ext cx="7787428" cy="5561097"/>
          </a:xfrm>
          <a:prstGeom prst="rect">
            <a:avLst/>
          </a:prstGeom>
        </p:spPr>
      </p:pic>
      <p:pic>
        <p:nvPicPr>
          <p:cNvPr id="10" name="Picture 2" descr="Noida Institute of Engineering and Technology - [NIET], Greater Noida -  Faculty Details 2024-20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8392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Syllabus </a:t>
            </a:r>
          </a:p>
        </p:txBody>
      </p:sp>
      <p:pic>
        <p:nvPicPr>
          <p:cNvPr id="3" name="Picture 2"/>
          <p:cNvPicPr>
            <a:picLocks noChangeAspect="1"/>
          </p:cNvPicPr>
          <p:nvPr/>
        </p:nvPicPr>
        <p:blipFill>
          <a:blip r:embed="rId2"/>
          <a:stretch>
            <a:fillRect/>
          </a:stretch>
        </p:blipFill>
        <p:spPr>
          <a:xfrm>
            <a:off x="533400" y="838200"/>
            <a:ext cx="8249376" cy="4407877"/>
          </a:xfrm>
          <a:prstGeom prst="rect">
            <a:avLst/>
          </a:prstGeom>
        </p:spPr>
      </p:pic>
      <p:pic>
        <p:nvPicPr>
          <p:cNvPr id="8" name="Picture 7"/>
          <p:cNvPicPr>
            <a:picLocks noChangeAspect="1"/>
          </p:cNvPicPr>
          <p:nvPr/>
        </p:nvPicPr>
        <p:blipFill>
          <a:blip r:embed="rId3"/>
          <a:stretch>
            <a:fillRect/>
          </a:stretch>
        </p:blipFill>
        <p:spPr>
          <a:xfrm>
            <a:off x="533400" y="5273450"/>
            <a:ext cx="8249376" cy="1219200"/>
          </a:xfrm>
          <a:prstGeom prst="rect">
            <a:avLst/>
          </a:prstGeom>
        </p:spPr>
      </p:pic>
      <p:pic>
        <p:nvPicPr>
          <p:cNvPr id="10" name="Picture 2" descr="Noida Institute of Engineering and Technology - [NIET], Greater Noida -  Faculty Details 2024-20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776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Video Links </a:t>
            </a:r>
          </a:p>
        </p:txBody>
      </p:sp>
      <p:sp>
        <p:nvSpPr>
          <p:cNvPr id="8" name="Content Placeholder 2"/>
          <p:cNvSpPr>
            <a:spLocks noGrp="1"/>
          </p:cNvSpPr>
          <p:nvPr>
            <p:ph idx="1"/>
          </p:nvPr>
        </p:nvSpPr>
        <p:spPr>
          <a:xfrm>
            <a:off x="533400" y="1143000"/>
            <a:ext cx="8229600" cy="4343399"/>
          </a:xfrm>
        </p:spPr>
        <p:txBody>
          <a:bodyPr>
            <a:normAutofit fontScale="92500" lnSpcReduction="20000"/>
          </a:bodyPr>
          <a:lstStyle/>
          <a:p>
            <a:pPr>
              <a:lnSpc>
                <a:spcPct val="150000"/>
              </a:lnSpc>
              <a:buFont typeface="Wingdings" panose="05000000000000000000" pitchFamily="2" charset="2"/>
              <a:buChar char="Ø"/>
            </a:pPr>
            <a:r>
              <a:rPr lang="en-US">
                <a:hlinkClick r:id="rId2"/>
              </a:rPr>
              <a:t>https://realpython.com/nltk-nlp-python/</a:t>
            </a:r>
            <a:endParaRPr lang="en-US"/>
          </a:p>
          <a:p>
            <a:pPr>
              <a:buFont typeface="Wingdings" panose="05000000000000000000" pitchFamily="2" charset="2"/>
              <a:buChar char="Ø"/>
            </a:pPr>
            <a:r>
              <a:rPr lang="en-US">
                <a:hlinkClick r:id="rId3"/>
              </a:rPr>
              <a:t>https://www.coursera.org/lecture/python-text-mining/basic-nlp-tasks-with-nltk-KD8uN</a:t>
            </a:r>
            <a:endParaRPr lang="en-US"/>
          </a:p>
          <a:p>
            <a:pPr>
              <a:buFont typeface="Wingdings" panose="05000000000000000000" pitchFamily="2" charset="2"/>
              <a:buChar char="Ø"/>
            </a:pPr>
            <a:r>
              <a:rPr lang="en-US">
                <a:hlinkClick r:id="rId4"/>
              </a:rPr>
              <a:t>https://www.coursera.org/lecture/nlp-sequence-models/learning-word-embeddings-APM5s</a:t>
            </a:r>
            <a:endParaRPr lang="en-US"/>
          </a:p>
          <a:p>
            <a:pPr>
              <a:buFont typeface="Wingdings" panose="05000000000000000000" pitchFamily="2" charset="2"/>
              <a:buChar char="Ø"/>
            </a:pPr>
            <a:r>
              <a:rPr lang="en-US">
                <a:hlinkClick r:id="rId5"/>
              </a:rPr>
              <a:t>https://www.coursera.org/projects/regular-expressions-in-python</a:t>
            </a:r>
            <a:endParaRPr lang="en-US"/>
          </a:p>
          <a:p>
            <a:pPr>
              <a:buFont typeface="Wingdings" panose="05000000000000000000" pitchFamily="2" charset="2"/>
              <a:buChar char="Ø"/>
            </a:pPr>
            <a:r>
              <a:rPr lang="en-US">
                <a:hlinkClick r:id="rId6"/>
              </a:rPr>
              <a:t>https://www.coursera.org/learn/python-text-mining/lecture/sVe8B/regular-expressions</a:t>
            </a:r>
            <a:endParaRPr lang="en-US"/>
          </a:p>
          <a:p>
            <a:pPr marL="0" indent="0">
              <a:buNone/>
            </a:pPr>
            <a:endParaRPr lang="en-US"/>
          </a:p>
        </p:txBody>
      </p:sp>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1979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800600"/>
          </a:xfrm>
        </p:spPr>
        <p:txBody>
          <a:bodyPr>
            <a:normAutofit/>
          </a:bodyPr>
          <a:lstStyle/>
          <a:p>
            <a:pPr>
              <a:lnSpc>
                <a:spcPct val="160000"/>
              </a:lnSpc>
              <a:buFont typeface="Wingdings" panose="05000000000000000000" pitchFamily="2" charset="2"/>
              <a:buChar char="Ø"/>
            </a:pPr>
            <a:r>
              <a:rPr lang="en-US"/>
              <a:t>The course aims to provide an understanding of the foundational concepts and techniques in NLP. </a:t>
            </a:r>
          </a:p>
          <a:p>
            <a:pPr>
              <a:lnSpc>
                <a:spcPct val="160000"/>
              </a:lnSpc>
              <a:buFont typeface="Wingdings" panose="05000000000000000000" pitchFamily="2" charset="2"/>
              <a:buChar char="Ø"/>
            </a:pPr>
            <a:r>
              <a:rPr lang="en-US"/>
              <a:t>The focus is on providing application-based knowledge.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Course Objective </a:t>
            </a:r>
          </a:p>
        </p:txBody>
      </p:sp>
      <p:pic>
        <p:nvPicPr>
          <p:cNvPr id="8"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8786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Course Outcome </a:t>
            </a:r>
          </a:p>
        </p:txBody>
      </p:sp>
      <p:graphicFrame>
        <p:nvGraphicFramePr>
          <p:cNvPr id="8" name="Table 3">
            <a:extLst>
              <a:ext uri="{FF2B5EF4-FFF2-40B4-BE49-F238E27FC236}">
                <a16:creationId xmlns:a16="http://schemas.microsoft.com/office/drawing/2014/main" id="{DE10CC19-1C4B-4E58-B63B-552288FB6FC7}"/>
              </a:ext>
            </a:extLst>
          </p:cNvPr>
          <p:cNvGraphicFramePr>
            <a:graphicFrameLocks noGrp="1"/>
          </p:cNvGraphicFramePr>
          <p:nvPr>
            <p:extLst>
              <p:ext uri="{D42A27DB-BD31-4B8C-83A1-F6EECF244321}">
                <p14:modId xmlns:p14="http://schemas.microsoft.com/office/powerpoint/2010/main" val="3709884707"/>
              </p:ext>
            </p:extLst>
          </p:nvPr>
        </p:nvGraphicFramePr>
        <p:xfrm>
          <a:off x="457200" y="928834"/>
          <a:ext cx="8382000" cy="5427516"/>
        </p:xfrm>
        <a:graphic>
          <a:graphicData uri="http://schemas.openxmlformats.org/drawingml/2006/table">
            <a:tbl>
              <a:tblPr firstRow="1" bandRow="1">
                <a:tableStyleId>{5C22544A-7EE6-4342-B048-85BDC9FD1C3A}</a:tableStyleId>
              </a:tblPr>
              <a:tblGrid>
                <a:gridCol w="1157392">
                  <a:extLst>
                    <a:ext uri="{9D8B030D-6E8A-4147-A177-3AD203B41FA5}">
                      <a16:colId xmlns:a16="http://schemas.microsoft.com/office/drawing/2014/main" val="1078138596"/>
                    </a:ext>
                  </a:extLst>
                </a:gridCol>
                <a:gridCol w="6005801">
                  <a:extLst>
                    <a:ext uri="{9D8B030D-6E8A-4147-A177-3AD203B41FA5}">
                      <a16:colId xmlns:a16="http://schemas.microsoft.com/office/drawing/2014/main" val="4047431709"/>
                    </a:ext>
                  </a:extLst>
                </a:gridCol>
                <a:gridCol w="1218807">
                  <a:extLst>
                    <a:ext uri="{9D8B030D-6E8A-4147-A177-3AD203B41FA5}">
                      <a16:colId xmlns:a16="http://schemas.microsoft.com/office/drawing/2014/main" val="2436760275"/>
                    </a:ext>
                  </a:extLst>
                </a:gridCol>
              </a:tblGrid>
              <a:tr h="1332797">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CO1</a:t>
                      </a:r>
                    </a:p>
                  </a:txBody>
                  <a:tcPr/>
                </a:tc>
                <a:tc>
                  <a:txBody>
                    <a:bodyPr/>
                    <a:lstStyle/>
                    <a:p>
                      <a:pPr marL="0" marR="0" indent="0" algn="ctr" defTabSz="914400" rtl="0" eaLnBrk="1" latinLnBrk="0" hangingPunct="1">
                        <a:lnSpc>
                          <a:spcPct val="100000"/>
                        </a:lnSpc>
                        <a:spcBef>
                          <a:spcPct val="20000"/>
                        </a:spcBef>
                        <a:spcAft>
                          <a:spcPts val="0"/>
                        </a:spcAft>
                        <a:buFont typeface="Arial" pitchFamily="34" charset="0"/>
                        <a:buNone/>
                      </a:pPr>
                      <a:r>
                        <a:rPr lang="en-US" sz="2400" b="1" kern="1200">
                          <a:solidFill>
                            <a:schemeClr val="tx1">
                              <a:lumMod val="75000"/>
                              <a:lumOff val="25000"/>
                            </a:schemeClr>
                          </a:solidFill>
                          <a:effectLst/>
                          <a:latin typeface="+mn-lt"/>
                          <a:ea typeface="+mn-ea"/>
                          <a:cs typeface="+mn-cs"/>
                        </a:rPr>
                        <a:t>Discuss the emerging trends and challenges in NLP and perform the basic NLP tasks using some NLP library. </a:t>
                      </a:r>
                      <a:endParaRPr lang="en-US" altLang="en-US" sz="2400" kern="1200">
                        <a:solidFill>
                          <a:schemeClr val="tx1">
                            <a:lumMod val="75000"/>
                            <a:lumOff val="25000"/>
                          </a:schemeClr>
                        </a:solidFill>
                        <a:latin typeface="+mn-lt"/>
                        <a:ea typeface="+mn-ea"/>
                        <a:cs typeface="Times New Roman" pitchFamily="18" charset="0"/>
                      </a:endParaRPr>
                    </a:p>
                  </a:txBody>
                  <a:tcPr marL="68580" marR="68580" marT="0" marB="0"/>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K2</a:t>
                      </a:r>
                    </a:p>
                  </a:txBody>
                  <a:tcPr/>
                </a:tc>
                <a:extLst>
                  <a:ext uri="{0D108BD9-81ED-4DB2-BD59-A6C34878D82A}">
                    <a16:rowId xmlns:a16="http://schemas.microsoft.com/office/drawing/2014/main" val="3890275415"/>
                  </a:ext>
                </a:extLst>
              </a:tr>
              <a:tr h="1250296">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CO2 </a:t>
                      </a:r>
                    </a:p>
                  </a:txBody>
                  <a:tcPr/>
                </a:tc>
                <a:tc>
                  <a:txBody>
                    <a:bodyPr/>
                    <a:lstStyle/>
                    <a:p>
                      <a:pPr marL="0" marR="0" algn="ctr">
                        <a:lnSpc>
                          <a:spcPct val="100000"/>
                        </a:lnSpc>
                      </a:pPr>
                      <a:r>
                        <a:rPr lang="en-IN" sz="2400" b="1" kern="1200">
                          <a:solidFill>
                            <a:schemeClr val="tx1">
                              <a:lumMod val="75000"/>
                              <a:lumOff val="25000"/>
                            </a:schemeClr>
                          </a:solidFill>
                          <a:effectLst/>
                          <a:latin typeface="+mn-lt"/>
                          <a:ea typeface="+mn-ea"/>
                          <a:cs typeface="+mn-cs"/>
                        </a:rPr>
                        <a:t>Apply regular expressions for data cleaning and understand the fundamental concepts and theories underlying NLP.</a:t>
                      </a:r>
                      <a:endParaRPr lang="en-US" sz="2400" b="1" kern="1200">
                        <a:solidFill>
                          <a:schemeClr val="tx1">
                            <a:lumMod val="75000"/>
                            <a:lumOff val="25000"/>
                          </a:schemeClr>
                        </a:solidFill>
                        <a:effectLst/>
                        <a:latin typeface="+mn-lt"/>
                        <a:ea typeface="+mn-ea"/>
                        <a:cs typeface="+mn-cs"/>
                      </a:endParaRPr>
                    </a:p>
                  </a:txBody>
                  <a:tcPr marL="68580" marR="68580" marT="0" marB="0"/>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K3</a:t>
                      </a:r>
                    </a:p>
                  </a:txBody>
                  <a:tcPr/>
                </a:tc>
                <a:extLst>
                  <a:ext uri="{0D108BD9-81ED-4DB2-BD59-A6C34878D82A}">
                    <a16:rowId xmlns:a16="http://schemas.microsoft.com/office/drawing/2014/main" val="1248753504"/>
                  </a:ext>
                </a:extLst>
              </a:tr>
              <a:tr h="702331">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CO3</a:t>
                      </a:r>
                    </a:p>
                  </a:txBody>
                  <a:tcPr/>
                </a:tc>
                <a:tc>
                  <a:txBody>
                    <a:bodyPr/>
                    <a:lstStyle/>
                    <a:p>
                      <a:pPr marL="0" indent="0" algn="ctr" defTabSz="914400" rtl="0" eaLnBrk="1" latinLnBrk="0" hangingPunct="1">
                        <a:lnSpc>
                          <a:spcPct val="100000"/>
                        </a:lnSpc>
                        <a:spcBef>
                          <a:spcPct val="20000"/>
                        </a:spcBef>
                        <a:buFont typeface="Arial" pitchFamily="34" charset="0"/>
                        <a:buNone/>
                      </a:pPr>
                      <a:r>
                        <a:rPr lang="en-US" sz="2400" kern="1200">
                          <a:solidFill>
                            <a:schemeClr val="tx1">
                              <a:lumMod val="75000"/>
                              <a:lumOff val="25000"/>
                            </a:schemeClr>
                          </a:solidFill>
                          <a:effectLst/>
                          <a:latin typeface="+mn-lt"/>
                          <a:ea typeface="+mn-ea"/>
                          <a:cs typeface="+mn-cs"/>
                        </a:rPr>
                        <a:t>Extract features and find similarity in text data.</a:t>
                      </a:r>
                      <a:endParaRPr lang="en-US" altLang="en-US" sz="2400" kern="1200">
                        <a:solidFill>
                          <a:schemeClr val="tx1">
                            <a:lumMod val="75000"/>
                            <a:lumOff val="25000"/>
                          </a:schemeClr>
                        </a:solidFill>
                        <a:latin typeface="+mn-lt"/>
                        <a:ea typeface="+mn-ea"/>
                        <a:cs typeface="Times New Roman" pitchFamily="18" charset="0"/>
                      </a:endParaRPr>
                    </a:p>
                  </a:txBody>
                  <a:tcPr/>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K3</a:t>
                      </a:r>
                    </a:p>
                  </a:txBody>
                  <a:tcPr/>
                </a:tc>
                <a:extLst>
                  <a:ext uri="{0D108BD9-81ED-4DB2-BD59-A6C34878D82A}">
                    <a16:rowId xmlns:a16="http://schemas.microsoft.com/office/drawing/2014/main" val="3766692740"/>
                  </a:ext>
                </a:extLst>
              </a:tr>
              <a:tr h="1016826">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CO4</a:t>
                      </a:r>
                    </a:p>
                  </a:txBody>
                  <a:tcPr/>
                </a:tc>
                <a:tc>
                  <a:txBody>
                    <a:bodyPr/>
                    <a:lstStyle/>
                    <a:p>
                      <a:pPr marL="0" indent="0" algn="ctr" defTabSz="914400" rtl="0" eaLnBrk="1" latinLnBrk="0" hangingPunct="1">
                        <a:lnSpc>
                          <a:spcPct val="100000"/>
                        </a:lnSpc>
                        <a:spcBef>
                          <a:spcPct val="20000"/>
                        </a:spcBef>
                        <a:buFont typeface="Arial" pitchFamily="34" charset="0"/>
                        <a:buNone/>
                      </a:pPr>
                      <a:r>
                        <a:rPr lang="en-US" sz="2400" kern="1200">
                          <a:solidFill>
                            <a:schemeClr val="tx1">
                              <a:lumMod val="75000"/>
                              <a:lumOff val="25000"/>
                            </a:schemeClr>
                          </a:solidFill>
                          <a:effectLst/>
                          <a:latin typeface="+mn-lt"/>
                          <a:ea typeface="+mn-ea"/>
                          <a:cs typeface="+mn-cs"/>
                        </a:rPr>
                        <a:t>Implement NLP techniques to design real-world NLP applications </a:t>
                      </a:r>
                      <a:endParaRPr lang="en-US" altLang="en-US" sz="2400" kern="1200">
                        <a:solidFill>
                          <a:schemeClr val="tx1">
                            <a:lumMod val="75000"/>
                            <a:lumOff val="25000"/>
                          </a:schemeClr>
                        </a:solidFill>
                        <a:latin typeface="+mn-lt"/>
                        <a:ea typeface="+mn-ea"/>
                        <a:cs typeface="Times New Roman" pitchFamily="18" charset="0"/>
                      </a:endParaRPr>
                    </a:p>
                  </a:txBody>
                  <a:tcPr/>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K3</a:t>
                      </a:r>
                    </a:p>
                  </a:txBody>
                  <a:tcPr/>
                </a:tc>
                <a:extLst>
                  <a:ext uri="{0D108BD9-81ED-4DB2-BD59-A6C34878D82A}">
                    <a16:rowId xmlns:a16="http://schemas.microsoft.com/office/drawing/2014/main" val="1419297893"/>
                  </a:ext>
                </a:extLst>
              </a:tr>
              <a:tr h="1125266">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CO5</a:t>
                      </a:r>
                    </a:p>
                  </a:txBody>
                  <a:tcPr/>
                </a:tc>
                <a:tc>
                  <a:txBody>
                    <a:bodyPr/>
                    <a:lstStyle/>
                    <a:p>
                      <a:pPr marL="0" marR="0" indent="0" algn="ctr" defTabSz="914400" rtl="0" eaLnBrk="1" latinLnBrk="0" hangingPunct="1">
                        <a:lnSpc>
                          <a:spcPct val="100000"/>
                        </a:lnSpc>
                        <a:spcBef>
                          <a:spcPct val="20000"/>
                        </a:spcBef>
                        <a:spcAft>
                          <a:spcPts val="0"/>
                        </a:spcAft>
                        <a:buFont typeface="Arial" pitchFamily="34" charset="0"/>
                        <a:buNone/>
                      </a:pPr>
                      <a:r>
                        <a:rPr lang="en-US" sz="2400" kern="1200">
                          <a:solidFill>
                            <a:schemeClr val="tx1">
                              <a:lumMod val="75000"/>
                              <a:lumOff val="25000"/>
                            </a:schemeClr>
                          </a:solidFill>
                          <a:effectLst/>
                          <a:latin typeface="+mn-lt"/>
                          <a:ea typeface="+mn-ea"/>
                          <a:cs typeface="+mn-cs"/>
                        </a:rPr>
                        <a:t>Apply advanced techniques like sequential modelling and attention mechanism to develop NLP applications</a:t>
                      </a:r>
                      <a:endParaRPr lang="en-US" altLang="en-US" sz="2400" kern="1200">
                        <a:solidFill>
                          <a:schemeClr val="tx1">
                            <a:lumMod val="75000"/>
                            <a:lumOff val="25000"/>
                          </a:schemeClr>
                        </a:solidFill>
                        <a:latin typeface="+mn-lt"/>
                        <a:ea typeface="+mn-ea"/>
                        <a:cs typeface="Times New Roman" pitchFamily="18" charset="0"/>
                      </a:endParaRPr>
                    </a:p>
                  </a:txBody>
                  <a:tcPr marL="68580" marR="68580" marT="0" marB="0"/>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K4</a:t>
                      </a:r>
                    </a:p>
                  </a:txBody>
                  <a:tcPr/>
                </a:tc>
                <a:extLst>
                  <a:ext uri="{0D108BD9-81ED-4DB2-BD59-A6C34878D82A}">
                    <a16:rowId xmlns:a16="http://schemas.microsoft.com/office/drawing/2014/main" val="1008236342"/>
                  </a:ext>
                </a:extLst>
              </a:tr>
            </a:tbl>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644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371600"/>
            <a:ext cx="8305800" cy="4648200"/>
          </a:xfrm>
        </p:spPr>
        <p:txBody>
          <a:bodyPr>
            <a:noAutofit/>
          </a:bodyPr>
          <a:lstStyle/>
          <a:p>
            <a:pPr marL="0" indent="0" algn="just">
              <a:buNone/>
            </a:pPr>
            <a:r>
              <a:rPr lang="en-US" sz="2400" b="1">
                <a:cs typeface="Times New Roman" panose="02020603050405020304" pitchFamily="18" charset="0"/>
              </a:rPr>
              <a:t>1. Engineering knowledge:</a:t>
            </a:r>
            <a:r>
              <a:rPr lang="en-US" sz="2400">
                <a:cs typeface="Times New Roman" panose="02020603050405020304" pitchFamily="18" charset="0"/>
              </a:rPr>
              <a:t> Apply the knowledge of mathematics, science, engineering fundamentals, and an engineering specialization for the solution of complex engineering problems. </a:t>
            </a:r>
          </a:p>
          <a:p>
            <a:pPr marL="0" indent="0" algn="just">
              <a:buNone/>
            </a:pPr>
            <a:r>
              <a:rPr lang="en-US" sz="2400" b="1">
                <a:cs typeface="Times New Roman" panose="02020603050405020304" pitchFamily="18" charset="0"/>
              </a:rPr>
              <a:t>2. Problem analysis:</a:t>
            </a:r>
            <a:r>
              <a:rPr lang="en-US" sz="2400">
                <a:cs typeface="Times New Roman" panose="02020603050405020304" pitchFamily="18" charset="0"/>
              </a:rPr>
              <a:t> Identify, formulate, research literature, and analyze complex engineering problems reaching substantiated conclusions using first principles of mathematics, natural sciences, and engineering sciences.</a:t>
            </a:r>
            <a:endParaRPr lang="en-IN" sz="2400">
              <a:cs typeface="Times New Roman" panose="02020603050405020304" pitchFamily="18" charset="0"/>
            </a:endParaRPr>
          </a:p>
          <a:p>
            <a:pPr marL="0" indent="0" algn="just">
              <a:buNone/>
            </a:pPr>
            <a:r>
              <a:rPr lang="en-US" sz="2400" b="1">
                <a:cs typeface="Times New Roman" panose="02020603050405020304" pitchFamily="18" charset="0"/>
              </a:rPr>
              <a:t>3. Design/development of solutions:</a:t>
            </a:r>
            <a:r>
              <a:rPr lang="en-US" sz="2400">
                <a:cs typeface="Times New Roman" panose="02020603050405020304" pitchFamily="18" charset="0"/>
              </a:rPr>
              <a:t> Design solutions for complex engineering problems and design system components or processes that meet the specified needs with appropriate consideration for public health and safety, and cultural, societal, and environmental considerations. </a:t>
            </a:r>
            <a:endParaRPr lang="en-IN" sz="240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Program Outcome </a:t>
            </a:r>
          </a:p>
        </p:txBody>
      </p:sp>
      <p:pic>
        <p:nvPicPr>
          <p:cNvPr id="8" name="Picture 2" descr="Noida Institute of Engineering and Technology - [NIET], Greater Noida -  Faculty Details 2024-20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0252612"/>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95400"/>
            <a:ext cx="8305800" cy="4800600"/>
          </a:xfrm>
        </p:spPr>
        <p:txBody>
          <a:bodyPr>
            <a:noAutofit/>
          </a:bodyPr>
          <a:lstStyle/>
          <a:p>
            <a:pPr marL="0" indent="0" algn="just">
              <a:buNone/>
            </a:pPr>
            <a:r>
              <a:rPr lang="en-US" sz="2400">
                <a:cs typeface="Times New Roman" panose="02020603050405020304" pitchFamily="18" charset="0"/>
              </a:rPr>
              <a:t>4. </a:t>
            </a:r>
            <a:r>
              <a:rPr lang="en-US" sz="2400" b="1">
                <a:cs typeface="Times New Roman" panose="02020603050405020304" pitchFamily="18" charset="0"/>
              </a:rPr>
              <a:t>Conduct investigations of complex problems:</a:t>
            </a:r>
            <a:r>
              <a:rPr lang="en-US" sz="2400">
                <a:cs typeface="Times New Roman" panose="02020603050405020304" pitchFamily="18" charset="0"/>
              </a:rPr>
              <a:t> Use research based knowledge and research methods including design of experiments, analysis and interpretation of data, and synthesis of information to provide valid conclusions. </a:t>
            </a:r>
            <a:endParaRPr lang="en-IN" sz="2400">
              <a:cs typeface="Times New Roman" panose="02020603050405020304" pitchFamily="18" charset="0"/>
            </a:endParaRPr>
          </a:p>
          <a:p>
            <a:pPr marL="0" indent="0" algn="just">
              <a:buNone/>
            </a:pPr>
            <a:r>
              <a:rPr lang="en-US" sz="2400">
                <a:cs typeface="Times New Roman" panose="02020603050405020304" pitchFamily="18" charset="0"/>
              </a:rPr>
              <a:t>5. </a:t>
            </a:r>
            <a:r>
              <a:rPr lang="en-US" sz="2400" b="1">
                <a:cs typeface="Times New Roman" panose="02020603050405020304" pitchFamily="18" charset="0"/>
              </a:rPr>
              <a:t>Modern tool usage:</a:t>
            </a:r>
            <a:r>
              <a:rPr lang="en-US" sz="2400">
                <a:cs typeface="Times New Roman" panose="02020603050405020304" pitchFamily="18" charset="0"/>
              </a:rPr>
              <a:t> Create, select, and apply appropriate techniques, resources, and modern engineering and IT tools, including prediction and modeling to complex engineering activities, with an understanding of the limitations. </a:t>
            </a:r>
          </a:p>
          <a:p>
            <a:pPr marL="0" indent="0" algn="just">
              <a:buNone/>
            </a:pPr>
            <a:r>
              <a:rPr lang="en-US" sz="2400">
                <a:cs typeface="Times New Roman" panose="02020603050405020304" pitchFamily="18" charset="0"/>
              </a:rPr>
              <a:t>6. </a:t>
            </a:r>
            <a:r>
              <a:rPr lang="en-US" sz="2400" b="1">
                <a:cs typeface="Times New Roman" panose="02020603050405020304" pitchFamily="18" charset="0"/>
              </a:rPr>
              <a:t>The engineer and society:</a:t>
            </a:r>
            <a:r>
              <a:rPr lang="en-US" sz="2400">
                <a:cs typeface="Times New Roman" panose="02020603050405020304" pitchFamily="18" charset="0"/>
              </a:rPr>
              <a:t> Apply reasoning informed by the contextual knowledge to assess societal, health, safety, legal and cultural issues and the consequent responsibilities relevant to the professional engineering practice. </a:t>
            </a:r>
            <a:endParaRPr lang="en-IN" sz="2400">
              <a:cs typeface="Times New Roman" panose="02020603050405020304" pitchFamily="18" charset="0"/>
            </a:endParaRPr>
          </a:p>
          <a:p>
            <a:pPr marL="0" indent="0" algn="just">
              <a:buNone/>
            </a:pPr>
            <a:endParaRPr lang="en-IN" sz="240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Program Outcome </a:t>
            </a:r>
          </a:p>
        </p:txBody>
      </p:sp>
      <p:pic>
        <p:nvPicPr>
          <p:cNvPr id="8"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9756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339849"/>
            <a:ext cx="8305800" cy="4451351"/>
          </a:xfrm>
        </p:spPr>
        <p:txBody>
          <a:bodyPr>
            <a:noAutofit/>
          </a:bodyPr>
          <a:lstStyle/>
          <a:p>
            <a:pPr marL="0" indent="0" algn="just">
              <a:lnSpc>
                <a:spcPct val="120000"/>
              </a:lnSpc>
              <a:buNone/>
            </a:pPr>
            <a:r>
              <a:rPr lang="en-US" sz="2400" b="1">
                <a:cs typeface="Times New Roman" panose="02020603050405020304" pitchFamily="18" charset="0"/>
              </a:rPr>
              <a:t>7. Environment and sustainability:</a:t>
            </a:r>
            <a:r>
              <a:rPr lang="en-US" sz="2400">
                <a:cs typeface="Times New Roman" panose="02020603050405020304" pitchFamily="18" charset="0"/>
              </a:rPr>
              <a:t> Understand the impact of the professional engineering solutions in societal and environmental contexts, and demonstrate the knowledge of, and need for sustainable development. </a:t>
            </a:r>
          </a:p>
          <a:p>
            <a:pPr marL="0" indent="0" algn="just">
              <a:lnSpc>
                <a:spcPct val="120000"/>
              </a:lnSpc>
              <a:buNone/>
            </a:pPr>
            <a:r>
              <a:rPr lang="en-US" sz="2400" b="1">
                <a:cs typeface="Times New Roman" panose="02020603050405020304" pitchFamily="18" charset="0"/>
              </a:rPr>
              <a:t>8. Ethics:</a:t>
            </a:r>
            <a:r>
              <a:rPr lang="en-US" sz="2400">
                <a:cs typeface="Times New Roman" panose="02020603050405020304" pitchFamily="18" charset="0"/>
              </a:rPr>
              <a:t> Apply ethical principles and commit to professional ethics and responsibilities and norms of the engineering practice. </a:t>
            </a:r>
            <a:endParaRPr lang="en-IN" sz="2400">
              <a:cs typeface="Times New Roman" panose="02020603050405020304" pitchFamily="18" charset="0"/>
            </a:endParaRPr>
          </a:p>
          <a:p>
            <a:pPr marL="0" indent="0" algn="just">
              <a:lnSpc>
                <a:spcPct val="120000"/>
              </a:lnSpc>
              <a:buNone/>
            </a:pPr>
            <a:r>
              <a:rPr lang="en-US" sz="2400" b="1">
                <a:cs typeface="Times New Roman" panose="02020603050405020304" pitchFamily="18" charset="0"/>
              </a:rPr>
              <a:t>9. Individual and team work:</a:t>
            </a:r>
            <a:r>
              <a:rPr lang="en-US" sz="2400">
                <a:cs typeface="Times New Roman" panose="02020603050405020304" pitchFamily="18" charset="0"/>
              </a:rPr>
              <a:t> Function effectively as an individual, and as a member or leader in diverse teams, and in multidisciplinary settings.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Program Outcome </a:t>
            </a:r>
          </a:p>
        </p:txBody>
      </p:sp>
      <p:pic>
        <p:nvPicPr>
          <p:cNvPr id="8" name="Picture 2" descr="Noida Institute of Engineering and Technology - [NIET], Greater Noida -  Faculty Details 2024-20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568147"/>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305800" cy="4953000"/>
          </a:xfrm>
        </p:spPr>
        <p:txBody>
          <a:bodyPr>
            <a:noAutofit/>
          </a:bodyPr>
          <a:lstStyle/>
          <a:p>
            <a:pPr marL="0" indent="0" algn="just">
              <a:lnSpc>
                <a:spcPct val="120000"/>
              </a:lnSpc>
              <a:buNone/>
            </a:pPr>
            <a:r>
              <a:rPr lang="en-US" sz="2000">
                <a:cs typeface="Times New Roman" panose="02020603050405020304" pitchFamily="18" charset="0"/>
              </a:rPr>
              <a:t>10. </a:t>
            </a:r>
            <a:r>
              <a:rPr lang="en-US" sz="2000" b="1">
                <a:cs typeface="Times New Roman" panose="02020603050405020304" pitchFamily="18" charset="0"/>
              </a:rPr>
              <a:t>Communication: </a:t>
            </a:r>
            <a:r>
              <a:rPr lang="en-US" sz="2000">
                <a:cs typeface="Times New Roman" panose="02020603050405020304" pitchFamily="18" charset="0"/>
              </a:rPr>
              <a:t>Communicate effectively on complex engineering activities with the engineering community and with the society at large, such as, being able to comprehend and write effective reports and design documentation, make effective presentations, and give and receive clear instructions. </a:t>
            </a:r>
            <a:endParaRPr lang="en-IN" sz="2000">
              <a:cs typeface="Times New Roman" panose="02020603050405020304" pitchFamily="18" charset="0"/>
            </a:endParaRPr>
          </a:p>
          <a:p>
            <a:pPr marL="0" indent="0" algn="just">
              <a:lnSpc>
                <a:spcPct val="120000"/>
              </a:lnSpc>
              <a:buNone/>
            </a:pPr>
            <a:r>
              <a:rPr lang="en-US" sz="2000">
                <a:cs typeface="Times New Roman" panose="02020603050405020304" pitchFamily="18" charset="0"/>
              </a:rPr>
              <a:t>11. </a:t>
            </a:r>
            <a:r>
              <a:rPr lang="en-US" sz="2000" b="1">
                <a:cs typeface="Times New Roman" panose="02020603050405020304" pitchFamily="18" charset="0"/>
              </a:rPr>
              <a:t>Project management and finance: </a:t>
            </a:r>
            <a:r>
              <a:rPr lang="en-US" sz="2000">
                <a:cs typeface="Times New Roman" panose="02020603050405020304" pitchFamily="18" charset="0"/>
              </a:rPr>
              <a:t>Demonstrate knowledge and understanding of the engineering and management principles and apply these to one’s own work, as a member and leader in a team, to manage projects and in multidisciplinary environments. </a:t>
            </a:r>
          </a:p>
          <a:p>
            <a:pPr marL="0" indent="0" algn="just">
              <a:lnSpc>
                <a:spcPct val="120000"/>
              </a:lnSpc>
              <a:buNone/>
            </a:pPr>
            <a:r>
              <a:rPr lang="en-US" sz="2000">
                <a:cs typeface="Times New Roman" panose="02020603050405020304" pitchFamily="18" charset="0"/>
              </a:rPr>
              <a:t>12.</a:t>
            </a:r>
            <a:r>
              <a:rPr lang="en-US" sz="2000" b="1">
                <a:cs typeface="Times New Roman" panose="02020603050405020304" pitchFamily="18" charset="0"/>
              </a:rPr>
              <a:t>Life-long learning: </a:t>
            </a:r>
            <a:r>
              <a:rPr lang="en-US" sz="2000">
                <a:cs typeface="Times New Roman" panose="02020603050405020304" pitchFamily="18" charset="0"/>
              </a:rPr>
              <a:t>Recognize the need for, and have the preparation and ability to engage in independent and life-long learning in the broadest context of technological change.</a:t>
            </a:r>
            <a:endParaRPr lang="en-IN" sz="200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Program Outcome</a:t>
            </a:r>
          </a:p>
        </p:txBody>
      </p:sp>
      <p:pic>
        <p:nvPicPr>
          <p:cNvPr id="8"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4690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Pre-requisites </a:t>
            </a:r>
          </a:p>
        </p:txBody>
      </p:sp>
      <p:sp>
        <p:nvSpPr>
          <p:cNvPr id="22" name="Rectangle 2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12</a:t>
            </a:fld>
            <a:endParaRPr lang="en-US">
              <a:solidFill>
                <a:schemeClr val="tx1">
                  <a:lumMod val="50000"/>
                  <a:lumOff val="50000"/>
                </a:schemeClr>
              </a:solidFill>
            </a:endParaRPr>
          </a:p>
        </p:txBody>
      </p:sp>
      <p:graphicFrame>
        <p:nvGraphicFramePr>
          <p:cNvPr id="24" name="Content Placeholder 2">
            <a:extLst>
              <a:ext uri="{FF2B5EF4-FFF2-40B4-BE49-F238E27FC236}">
                <a16:creationId xmlns:a16="http://schemas.microsoft.com/office/drawing/2014/main" id="{8F4F919B-59A8-DAD7-D9C2-9442BD3B1827}"/>
              </a:ext>
            </a:extLst>
          </p:cNvPr>
          <p:cNvGraphicFramePr>
            <a:graphicFrameLocks noGrp="1"/>
          </p:cNvGraphicFramePr>
          <p:nvPr>
            <p:ph idx="1"/>
            <p:extLst>
              <p:ext uri="{D42A27DB-BD31-4B8C-83A1-F6EECF244321}">
                <p14:modId xmlns:p14="http://schemas.microsoft.com/office/powerpoint/2010/main" val="2271771563"/>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8163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dirty="0" smtClean="0"/>
              <a:pPr/>
              <a:t>13</a:t>
            </a:fld>
            <a:endParaRPr lang="en-US" dirty="0"/>
          </a:p>
        </p:txBody>
      </p:sp>
      <p:sp>
        <p:nvSpPr>
          <p:cNvPr id="7" name="Title 1"/>
          <p:cNvSpPr txBox="1">
            <a:spLocks/>
          </p:cNvSpPr>
          <p:nvPr/>
        </p:nvSpPr>
        <p:spPr>
          <a:xfrm>
            <a:off x="1371600" y="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Unit-4:Content </a:t>
            </a:r>
          </a:p>
        </p:txBody>
      </p:sp>
      <p:sp>
        <p:nvSpPr>
          <p:cNvPr id="8" name="Content Placeholder 2">
            <a:extLst>
              <a:ext uri="{FF2B5EF4-FFF2-40B4-BE49-F238E27FC236}">
                <a16:creationId xmlns:a16="http://schemas.microsoft.com/office/drawing/2014/main" id="{D7F71052-C096-41E2-9234-43D568F9BDDA}"/>
              </a:ext>
            </a:extLst>
          </p:cNvPr>
          <p:cNvSpPr txBox="1">
            <a:spLocks/>
          </p:cNvSpPr>
          <p:nvPr/>
        </p:nvSpPr>
        <p:spPr>
          <a:xfrm>
            <a:off x="381000" y="889431"/>
            <a:ext cx="8305800" cy="5655919"/>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r>
              <a:rPr lang="en-US" sz="2400" b="1" dirty="0"/>
              <a:t>TEXT CLASSIFICATION &amp; NLP APPLICATIONS:</a:t>
            </a:r>
            <a:endParaRPr lang="en-US" sz="2400" b="1" dirty="0">
              <a:ea typeface="Calibri"/>
              <a:cs typeface="Calibri"/>
            </a:endParaRPr>
          </a:p>
          <a:p>
            <a:pPr>
              <a:lnSpc>
                <a:spcPct val="150000"/>
              </a:lnSpc>
              <a:buFont typeface="Wingdings" panose="05000000000000000000" pitchFamily="2" charset="2"/>
              <a:buChar char="Ø"/>
              <a:defRPr/>
            </a:pPr>
            <a:r>
              <a:rPr lang="en-US" sz="1800">
                <a:latin typeface="Times New Roman"/>
                <a:cs typeface="Times New Roman"/>
              </a:rPr>
              <a:t>Text Classification</a:t>
            </a:r>
            <a:r>
              <a:rPr lang="en-GB" sz="1800" dirty="0">
                <a:latin typeface="Times New Roman"/>
                <a:cs typeface="Times New Roman"/>
              </a:rPr>
              <a:t>:</a:t>
            </a:r>
          </a:p>
          <a:p>
            <a:pPr lvl="1">
              <a:lnSpc>
                <a:spcPct val="150000"/>
              </a:lnSpc>
              <a:buFont typeface="Wingdings,Sans-Serif" panose="05000000000000000000" pitchFamily="2" charset="2"/>
              <a:buChar char="Ø"/>
              <a:defRPr/>
            </a:pPr>
            <a:r>
              <a:rPr lang="en-US" sz="1600" dirty="0">
                <a:latin typeface="Times New Roman"/>
                <a:ea typeface="Calibri"/>
                <a:cs typeface="Times New Roman"/>
              </a:rPr>
              <a:t>Implement of applications of NLP using text classification</a:t>
            </a:r>
            <a:endParaRPr lang="en-GB" sz="1600" dirty="0">
              <a:latin typeface="Times New Roman"/>
              <a:ea typeface="Calibri"/>
              <a:cs typeface="Times New Roman"/>
            </a:endParaRPr>
          </a:p>
          <a:p>
            <a:pPr lvl="2">
              <a:lnSpc>
                <a:spcPct val="150000"/>
              </a:lnSpc>
              <a:buFont typeface="Wingdings,Sans-Serif" panose="05000000000000000000" pitchFamily="2" charset="2"/>
              <a:buChar char="Ø"/>
              <a:defRPr/>
            </a:pPr>
            <a:r>
              <a:rPr lang="en-US" sz="1400" dirty="0">
                <a:latin typeface="Times New Roman"/>
                <a:ea typeface="Calibri"/>
                <a:cs typeface="Times New Roman"/>
              </a:rPr>
              <a:t>Sentiment Analysis</a:t>
            </a:r>
          </a:p>
          <a:p>
            <a:pPr lvl="2">
              <a:lnSpc>
                <a:spcPct val="150000"/>
              </a:lnSpc>
              <a:buFont typeface="Wingdings,Sans-Serif" panose="05000000000000000000" pitchFamily="2" charset="2"/>
              <a:buChar char="Ø"/>
              <a:defRPr/>
            </a:pPr>
            <a:r>
              <a:rPr lang="en-US" sz="1400" dirty="0">
                <a:latin typeface="Times New Roman"/>
                <a:ea typeface="Calibri"/>
                <a:cs typeface="Times New Roman"/>
              </a:rPr>
              <a:t>Topic Modelling</a:t>
            </a:r>
          </a:p>
          <a:p>
            <a:pPr lvl="2">
              <a:lnSpc>
                <a:spcPct val="150000"/>
              </a:lnSpc>
              <a:buFont typeface="Wingdings,Sans-Serif" panose="05000000000000000000" pitchFamily="2" charset="2"/>
              <a:buChar char="Ø"/>
              <a:defRPr/>
            </a:pPr>
            <a:r>
              <a:rPr lang="en-US" sz="1400" dirty="0">
                <a:latin typeface="Times New Roman"/>
                <a:ea typeface="Calibri"/>
                <a:cs typeface="Times New Roman"/>
              </a:rPr>
              <a:t>Spam Detection</a:t>
            </a:r>
          </a:p>
          <a:p>
            <a:pPr>
              <a:lnSpc>
                <a:spcPct val="150000"/>
              </a:lnSpc>
              <a:buFont typeface="Wingdings" panose="05000000000000000000" pitchFamily="2" charset="2"/>
              <a:buChar char="Ø"/>
              <a:defRPr/>
            </a:pPr>
            <a:r>
              <a:rPr lang="en-US" sz="1800" dirty="0">
                <a:latin typeface="Times New Roman"/>
                <a:cs typeface="Times New Roman"/>
              </a:rPr>
              <a:t>High Level NLP Applications:</a:t>
            </a:r>
          </a:p>
          <a:p>
            <a:pPr lvl="1">
              <a:lnSpc>
                <a:spcPct val="150000"/>
              </a:lnSpc>
              <a:buFont typeface="Wingdings" panose="05000000000000000000" pitchFamily="2" charset="2"/>
              <a:buChar char="Ø"/>
              <a:defRPr/>
            </a:pPr>
            <a:r>
              <a:rPr lang="en-US" sz="1600" dirty="0">
                <a:latin typeface="Times New Roman"/>
                <a:ea typeface="Calibri"/>
                <a:cs typeface="Times New Roman"/>
              </a:rPr>
              <a:t>Machine Translation</a:t>
            </a:r>
          </a:p>
          <a:p>
            <a:pPr lvl="2">
              <a:lnSpc>
                <a:spcPct val="150000"/>
              </a:lnSpc>
              <a:buFont typeface="Wingdings" panose="05000000000000000000" pitchFamily="2" charset="2"/>
              <a:buChar char="Ø"/>
              <a:defRPr/>
            </a:pPr>
            <a:r>
              <a:rPr lang="en-US" sz="1400" dirty="0">
                <a:latin typeface="Times New Roman"/>
                <a:ea typeface="Calibri"/>
                <a:cs typeface="Times New Roman"/>
              </a:rPr>
              <a:t>Rule-based and statistical approaches</a:t>
            </a:r>
          </a:p>
          <a:p>
            <a:pPr lvl="2">
              <a:lnSpc>
                <a:spcPct val="150000"/>
              </a:lnSpc>
              <a:buFont typeface="Wingdings" panose="05000000000000000000" pitchFamily="2" charset="2"/>
              <a:buChar char="Ø"/>
              <a:defRPr/>
            </a:pPr>
            <a:r>
              <a:rPr lang="en-US" sz="1400" dirty="0">
                <a:latin typeface="Times New Roman"/>
                <a:ea typeface="Calibri"/>
                <a:cs typeface="Times New Roman"/>
              </a:rPr>
              <a:t>Text Summarization Dialog Systems</a:t>
            </a:r>
          </a:p>
          <a:p>
            <a:pPr lvl="2">
              <a:lnSpc>
                <a:spcPct val="150000"/>
              </a:lnSpc>
              <a:buFont typeface="Wingdings" panose="05000000000000000000" pitchFamily="2" charset="2"/>
              <a:buChar char="Ø"/>
              <a:defRPr/>
            </a:pPr>
            <a:r>
              <a:rPr lang="en-US" sz="1400" dirty="0">
                <a:latin typeface="Times New Roman"/>
                <a:ea typeface="Calibri"/>
                <a:cs typeface="Times New Roman"/>
              </a:rPr>
              <a:t>Conversational Agents and Chatbots</a:t>
            </a:r>
          </a:p>
          <a:p>
            <a:pPr>
              <a:buFont typeface="Wingdings" panose="05000000000000000000" pitchFamily="2" charset="2"/>
              <a:buChar char="Ø"/>
              <a:defRPr/>
            </a:pPr>
            <a:endParaRPr lang="en-GB" sz="1400" dirty="0">
              <a:ea typeface="Calibri"/>
              <a:cs typeface="Times New Roman"/>
            </a:endParaRPr>
          </a:p>
          <a:p>
            <a:pPr algn="just">
              <a:buNone/>
              <a:defRPr/>
            </a:pPr>
            <a:endParaRPr lang="en-IN" sz="1400" dirty="0">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630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What is Text Classification &amp; NLP Applications?</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14</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82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Text Classification involves the following steps:</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15</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7002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Some common NLP applications that heavily rely on text classification:</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16</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0227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Some common NLP applications that heavily rely on text classification:</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17</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955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IN" dirty="0"/>
              <a:t>Implement of applications of NLP using Text Classification - Sentiment Analysis</a:t>
            </a:r>
            <a:endParaRPr lang="en-US" dirty="0"/>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18</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01020"/>
          </a:xfrm>
        </p:spPr>
        <p:txBody>
          <a:bodyPr vert="horz" lIns="91440" tIns="45720" rIns="91440" bIns="45720" rtlCol="0" anchor="t">
            <a:noAutofit/>
          </a:bodyPr>
          <a:lstStyle/>
          <a:p>
            <a:pPr>
              <a:buNone/>
            </a:pPr>
            <a:r>
              <a:rPr lang="en-IN" sz="1200" b="1" dirty="0">
                <a:solidFill>
                  <a:srgbClr val="343541"/>
                </a:solidFill>
                <a:latin typeface="Calibri"/>
                <a:cs typeface="Calibri"/>
              </a:rPr>
              <a:t>Implementing an application of NLP using text classification for sentiment analysis typically involves several steps, from data preprocessing to model development and deployment. Below is a high-level overview of how you can create a sentiment analysis application:</a:t>
            </a:r>
          </a:p>
          <a:p>
            <a:pPr>
              <a:buNone/>
            </a:pPr>
            <a:endParaRPr lang="en-US" sz="1200" dirty="0">
              <a:solidFill>
                <a:srgbClr val="343541"/>
              </a:solidFill>
              <a:latin typeface="Calibri"/>
              <a:cs typeface="Calibri"/>
            </a:endParaRPr>
          </a:p>
          <a:p>
            <a:pPr>
              <a:buNone/>
            </a:pPr>
            <a:r>
              <a:rPr lang="en-IN" sz="1200" b="1" dirty="0">
                <a:solidFill>
                  <a:srgbClr val="343541"/>
                </a:solidFill>
                <a:latin typeface="Calibri"/>
                <a:cs typeface="Calibri"/>
              </a:rPr>
              <a:t>1. Data Collection:</a:t>
            </a:r>
            <a:r>
              <a:rPr lang="en-IN" sz="1200" dirty="0">
                <a:solidFill>
                  <a:srgbClr val="343541"/>
                </a:solidFill>
                <a:latin typeface="Calibri"/>
                <a:cs typeface="Calibri"/>
              </a:rPr>
              <a:t> Gather a dataset of text documents for sentiment analysis. This dataset should be </a:t>
            </a:r>
            <a:r>
              <a:rPr lang="en-IN" sz="1200" err="1">
                <a:solidFill>
                  <a:srgbClr val="343541"/>
                </a:solidFill>
                <a:latin typeface="Calibri"/>
                <a:cs typeface="Calibri"/>
              </a:rPr>
              <a:t>labeled</a:t>
            </a:r>
            <a:r>
              <a:rPr lang="en-IN" sz="1200" dirty="0">
                <a:solidFill>
                  <a:srgbClr val="343541"/>
                </a:solidFill>
                <a:latin typeface="Calibri"/>
                <a:cs typeface="Calibri"/>
              </a:rPr>
              <a:t> with sentiment labels, such as positive, negative, or neutral, to serve as the ground truth for training the model.</a:t>
            </a:r>
            <a:endParaRPr lang="en-IN" sz="1200" dirty="0">
              <a:solidFill>
                <a:srgbClr val="343541"/>
              </a:solidFill>
              <a:latin typeface="Calibri"/>
              <a:ea typeface="Calibri"/>
              <a:cs typeface="Calibri"/>
            </a:endParaRPr>
          </a:p>
          <a:p>
            <a:pPr>
              <a:buNone/>
            </a:pPr>
            <a:r>
              <a:rPr lang="en-IN" sz="1200" b="1" dirty="0">
                <a:solidFill>
                  <a:srgbClr val="343541"/>
                </a:solidFill>
                <a:latin typeface="Calibri"/>
                <a:ea typeface="Calibri"/>
                <a:cs typeface="Calibri"/>
              </a:rPr>
              <a:t>2. Data Preprocessing:</a:t>
            </a:r>
            <a:endParaRPr lang="en-US" sz="1200" b="1" dirty="0">
              <a:solidFill>
                <a:srgbClr val="343541"/>
              </a:solidFill>
              <a:latin typeface="Calibri"/>
              <a:ea typeface="Calibri"/>
              <a:cs typeface="Calibri"/>
            </a:endParaRPr>
          </a:p>
          <a:p>
            <a:pPr>
              <a:buNone/>
            </a:pPr>
            <a:r>
              <a:rPr lang="en-IN" sz="1200" dirty="0">
                <a:solidFill>
                  <a:srgbClr val="343541"/>
                </a:solidFill>
                <a:latin typeface="Calibri"/>
                <a:ea typeface="Calibri"/>
                <a:cs typeface="Calibri"/>
              </a:rPr>
              <a:t>   </a:t>
            </a:r>
            <a:r>
              <a:rPr lang="en-IN" sz="1200" b="1" dirty="0">
                <a:solidFill>
                  <a:srgbClr val="343541"/>
                </a:solidFill>
                <a:latin typeface="Calibri"/>
                <a:ea typeface="Calibri"/>
                <a:cs typeface="Calibri"/>
              </a:rPr>
              <a:t>- Text Cleaning:</a:t>
            </a:r>
            <a:r>
              <a:rPr lang="en-IN" sz="1200" dirty="0">
                <a:solidFill>
                  <a:srgbClr val="343541"/>
                </a:solidFill>
                <a:latin typeface="Calibri"/>
                <a:ea typeface="Calibri"/>
                <a:cs typeface="Calibri"/>
              </a:rPr>
              <a:t> Remove any noise from the text data, including special characters, numbers, and HTML tags.</a:t>
            </a:r>
            <a:endParaRPr lang="en-US" sz="1200" dirty="0">
              <a:solidFill>
                <a:srgbClr val="343541"/>
              </a:solidFill>
              <a:latin typeface="Calibri"/>
              <a:ea typeface="Calibri"/>
              <a:cs typeface="Calibri"/>
            </a:endParaRPr>
          </a:p>
          <a:p>
            <a:pPr>
              <a:buNone/>
            </a:pPr>
            <a:r>
              <a:rPr lang="en-IN" sz="1200" dirty="0">
                <a:solidFill>
                  <a:srgbClr val="343541"/>
                </a:solidFill>
                <a:latin typeface="Calibri"/>
                <a:ea typeface="Calibri"/>
                <a:cs typeface="Calibri"/>
              </a:rPr>
              <a:t>   </a:t>
            </a:r>
            <a:r>
              <a:rPr lang="en-IN" sz="1200" b="1" dirty="0">
                <a:solidFill>
                  <a:srgbClr val="343541"/>
                </a:solidFill>
                <a:latin typeface="Calibri"/>
                <a:ea typeface="Calibri"/>
                <a:cs typeface="Calibri"/>
              </a:rPr>
              <a:t>- Tokenization:</a:t>
            </a:r>
            <a:r>
              <a:rPr lang="en-IN" sz="1200" dirty="0">
                <a:solidFill>
                  <a:srgbClr val="343541"/>
                </a:solidFill>
                <a:latin typeface="Calibri"/>
                <a:ea typeface="Calibri"/>
                <a:cs typeface="Calibri"/>
              </a:rPr>
              <a:t> Split the text into individual words or tokens.</a:t>
            </a:r>
          </a:p>
          <a:p>
            <a:pPr>
              <a:buNone/>
            </a:pPr>
            <a:r>
              <a:rPr lang="en-IN" sz="1200" dirty="0">
                <a:solidFill>
                  <a:srgbClr val="343541"/>
                </a:solidFill>
                <a:latin typeface="Calibri"/>
                <a:ea typeface="Calibri"/>
                <a:cs typeface="Calibri"/>
              </a:rPr>
              <a:t>   </a:t>
            </a:r>
            <a:r>
              <a:rPr lang="en-IN" sz="1200" b="1" dirty="0">
                <a:solidFill>
                  <a:srgbClr val="343541"/>
                </a:solidFill>
                <a:latin typeface="Calibri"/>
                <a:ea typeface="Calibri"/>
                <a:cs typeface="Calibri"/>
              </a:rPr>
              <a:t>- Lowercasing:</a:t>
            </a:r>
            <a:r>
              <a:rPr lang="en-IN" sz="1200" dirty="0">
                <a:solidFill>
                  <a:srgbClr val="343541"/>
                </a:solidFill>
                <a:latin typeface="Calibri"/>
                <a:ea typeface="Calibri"/>
                <a:cs typeface="Calibri"/>
              </a:rPr>
              <a:t> Convert all text to lowercase for consistency.</a:t>
            </a:r>
            <a:endParaRPr lang="en-US" sz="1200" dirty="0">
              <a:solidFill>
                <a:srgbClr val="343541"/>
              </a:solidFill>
              <a:latin typeface="Calibri"/>
              <a:ea typeface="Calibri"/>
              <a:cs typeface="Calibri"/>
            </a:endParaRPr>
          </a:p>
          <a:p>
            <a:pPr>
              <a:buNone/>
            </a:pPr>
            <a:r>
              <a:rPr lang="en-IN" sz="1200" dirty="0">
                <a:solidFill>
                  <a:srgbClr val="343541"/>
                </a:solidFill>
                <a:latin typeface="Calibri"/>
                <a:ea typeface="Calibri"/>
                <a:cs typeface="Calibri"/>
              </a:rPr>
              <a:t>   </a:t>
            </a:r>
            <a:r>
              <a:rPr lang="en-IN" sz="1200" b="1" dirty="0">
                <a:solidFill>
                  <a:srgbClr val="343541"/>
                </a:solidFill>
                <a:latin typeface="Calibri"/>
                <a:ea typeface="Calibri"/>
                <a:cs typeface="Calibri"/>
              </a:rPr>
              <a:t>- </a:t>
            </a:r>
            <a:r>
              <a:rPr lang="en-IN" sz="1200" b="1" err="1">
                <a:solidFill>
                  <a:srgbClr val="343541"/>
                </a:solidFill>
                <a:latin typeface="Calibri"/>
                <a:ea typeface="Calibri"/>
                <a:cs typeface="Calibri"/>
              </a:rPr>
              <a:t>Stopword</a:t>
            </a:r>
            <a:r>
              <a:rPr lang="en-IN" sz="1200" b="1" dirty="0">
                <a:solidFill>
                  <a:srgbClr val="343541"/>
                </a:solidFill>
                <a:latin typeface="Calibri"/>
                <a:ea typeface="Calibri"/>
                <a:cs typeface="Calibri"/>
              </a:rPr>
              <a:t> Removal:</a:t>
            </a:r>
            <a:r>
              <a:rPr lang="en-IN" sz="1200" dirty="0">
                <a:solidFill>
                  <a:srgbClr val="343541"/>
                </a:solidFill>
                <a:latin typeface="Calibri"/>
                <a:ea typeface="Calibri"/>
                <a:cs typeface="Calibri"/>
              </a:rPr>
              <a:t> Eliminate common </a:t>
            </a:r>
            <a:r>
              <a:rPr lang="en-IN" sz="1200" err="1">
                <a:solidFill>
                  <a:srgbClr val="343541"/>
                </a:solidFill>
                <a:latin typeface="Calibri"/>
                <a:ea typeface="Calibri"/>
                <a:cs typeface="Calibri"/>
              </a:rPr>
              <a:t>stopwords</a:t>
            </a:r>
            <a:r>
              <a:rPr lang="en-IN" sz="1200" dirty="0">
                <a:solidFill>
                  <a:srgbClr val="343541"/>
                </a:solidFill>
                <a:latin typeface="Calibri"/>
                <a:ea typeface="Calibri"/>
                <a:cs typeface="Calibri"/>
              </a:rPr>
              <a:t> (e.g., "the," "and") that may not carry significant sentiment information.</a:t>
            </a:r>
          </a:p>
          <a:p>
            <a:pPr>
              <a:buNone/>
            </a:pPr>
            <a:r>
              <a:rPr lang="en-IN" sz="1200" dirty="0">
                <a:solidFill>
                  <a:srgbClr val="343541"/>
                </a:solidFill>
                <a:latin typeface="Calibri"/>
                <a:ea typeface="Calibri"/>
                <a:cs typeface="Calibri"/>
              </a:rPr>
              <a:t>   </a:t>
            </a:r>
            <a:r>
              <a:rPr lang="en-IN" sz="1200" b="1" dirty="0">
                <a:solidFill>
                  <a:srgbClr val="343541"/>
                </a:solidFill>
                <a:latin typeface="Calibri"/>
                <a:ea typeface="Calibri"/>
                <a:cs typeface="Calibri"/>
              </a:rPr>
              <a:t>- Lemmatization or Stemming:</a:t>
            </a:r>
            <a:r>
              <a:rPr lang="en-IN" sz="1200" dirty="0">
                <a:solidFill>
                  <a:srgbClr val="343541"/>
                </a:solidFill>
                <a:latin typeface="Calibri"/>
                <a:ea typeface="Calibri"/>
                <a:cs typeface="Calibri"/>
              </a:rPr>
              <a:t> Reduce words to their base form (lemmas) or stems to further normalize the text.</a:t>
            </a:r>
          </a:p>
          <a:p>
            <a:pPr>
              <a:buNone/>
            </a:pPr>
            <a:r>
              <a:rPr lang="en-IN" sz="1200" b="1" dirty="0">
                <a:solidFill>
                  <a:srgbClr val="343541"/>
                </a:solidFill>
                <a:latin typeface="Calibri"/>
                <a:ea typeface="Calibri"/>
                <a:cs typeface="Calibri"/>
              </a:rPr>
              <a:t>3. Feature Extraction:</a:t>
            </a:r>
            <a:endParaRPr lang="en-US" sz="1200" b="1" dirty="0">
              <a:solidFill>
                <a:srgbClr val="343541"/>
              </a:solidFill>
              <a:latin typeface="Calibri"/>
              <a:ea typeface="Calibri"/>
              <a:cs typeface="Calibri"/>
            </a:endParaRPr>
          </a:p>
          <a:p>
            <a:pPr>
              <a:buNone/>
            </a:pPr>
            <a:r>
              <a:rPr lang="en-IN" sz="1200" dirty="0">
                <a:solidFill>
                  <a:srgbClr val="343541"/>
                </a:solidFill>
                <a:latin typeface="Calibri"/>
                <a:ea typeface="Calibri"/>
                <a:cs typeface="Calibri"/>
              </a:rPr>
              <a:t>   - Use a method like TF-IDF (Term Frequency-Inverse Document Frequency) to convert text into numerical feature vectors.</a:t>
            </a:r>
            <a:endParaRPr lang="en-US" sz="1200" dirty="0">
              <a:solidFill>
                <a:srgbClr val="343541"/>
              </a:solidFill>
              <a:latin typeface="Calibri"/>
              <a:ea typeface="Calibri"/>
              <a:cs typeface="Calibri"/>
            </a:endParaRPr>
          </a:p>
          <a:p>
            <a:pPr>
              <a:buNone/>
            </a:pPr>
            <a:r>
              <a:rPr lang="en-IN" sz="1200" dirty="0">
                <a:solidFill>
                  <a:srgbClr val="343541"/>
                </a:solidFill>
                <a:latin typeface="Calibri"/>
                <a:ea typeface="Calibri"/>
                <a:cs typeface="Calibri"/>
              </a:rPr>
              <a:t>   - Alternatively, consider using pre-trained word embeddings, such as Word2Vec or </a:t>
            </a:r>
            <a:r>
              <a:rPr lang="en-IN" sz="1200" err="1">
                <a:solidFill>
                  <a:srgbClr val="343541"/>
                </a:solidFill>
                <a:latin typeface="Calibri"/>
                <a:ea typeface="Calibri"/>
                <a:cs typeface="Calibri"/>
              </a:rPr>
              <a:t>GloVe</a:t>
            </a:r>
            <a:r>
              <a:rPr lang="en-IN" sz="1200" dirty="0">
                <a:solidFill>
                  <a:srgbClr val="343541"/>
                </a:solidFill>
                <a:latin typeface="Calibri"/>
                <a:ea typeface="Calibri"/>
                <a:cs typeface="Calibri"/>
              </a:rPr>
              <a:t>, to capture the semantic meaning of words.</a:t>
            </a:r>
          </a:p>
          <a:p>
            <a:pPr>
              <a:buNone/>
            </a:pPr>
            <a:r>
              <a:rPr lang="en-IN" sz="1200" b="1" dirty="0">
                <a:solidFill>
                  <a:srgbClr val="343541"/>
                </a:solidFill>
                <a:latin typeface="Calibri"/>
                <a:ea typeface="Calibri"/>
                <a:cs typeface="Calibri"/>
              </a:rPr>
              <a:t>4. Model Selection:</a:t>
            </a:r>
            <a:endParaRPr lang="en-US" sz="1200" b="1" dirty="0">
              <a:solidFill>
                <a:srgbClr val="343541"/>
              </a:solidFill>
              <a:latin typeface="Calibri"/>
              <a:ea typeface="Calibri"/>
              <a:cs typeface="Calibri"/>
            </a:endParaRPr>
          </a:p>
          <a:p>
            <a:pPr>
              <a:buNone/>
            </a:pPr>
            <a:r>
              <a:rPr lang="en-IN" sz="1200" dirty="0">
                <a:solidFill>
                  <a:srgbClr val="343541"/>
                </a:solidFill>
                <a:latin typeface="Calibri"/>
                <a:ea typeface="Calibri"/>
                <a:cs typeface="Calibri"/>
              </a:rPr>
              <a:t>   - Choose a machine learning model for text classification. Common options include logistic regression, Naive Bayes, Support Vector Machines (SVM), and deep learning models like Convolutional Neural Networks (CNNs) or Recurrent Neural Networks (RNNs).</a:t>
            </a:r>
            <a:endParaRPr lang="en-US" sz="1200" dirty="0">
              <a:solidFill>
                <a:srgbClr val="343541"/>
              </a:solidFill>
              <a:latin typeface="Calibri"/>
              <a:ea typeface="Calibri"/>
              <a:cs typeface="Calibri"/>
            </a:endParaRPr>
          </a:p>
          <a:p>
            <a:pPr>
              <a:buNone/>
            </a:pPr>
            <a:r>
              <a:rPr lang="en-IN" sz="1200" b="1" dirty="0">
                <a:solidFill>
                  <a:srgbClr val="343541"/>
                </a:solidFill>
                <a:latin typeface="Calibri"/>
                <a:ea typeface="Calibri"/>
                <a:cs typeface="Calibri"/>
              </a:rPr>
              <a:t>5. Model Training:</a:t>
            </a:r>
            <a:endParaRPr lang="en-US" sz="1200" b="1" dirty="0">
              <a:solidFill>
                <a:srgbClr val="343541"/>
              </a:solidFill>
              <a:latin typeface="Calibri"/>
              <a:ea typeface="Calibri"/>
              <a:cs typeface="Calibri"/>
            </a:endParaRPr>
          </a:p>
          <a:p>
            <a:pPr>
              <a:buNone/>
            </a:pPr>
            <a:r>
              <a:rPr lang="en-IN" sz="1200" dirty="0">
                <a:solidFill>
                  <a:srgbClr val="343541"/>
                </a:solidFill>
                <a:latin typeface="Calibri"/>
                <a:ea typeface="Calibri"/>
                <a:cs typeface="Calibri"/>
              </a:rPr>
              <a:t>   - Split your dataset into a training set and a validation set for model training and evaluation.</a:t>
            </a:r>
            <a:endParaRPr lang="en-US" sz="1200" dirty="0">
              <a:solidFill>
                <a:srgbClr val="343541"/>
              </a:solidFill>
              <a:latin typeface="Calibri"/>
              <a:ea typeface="Calibri"/>
              <a:cs typeface="Calibri"/>
            </a:endParaRPr>
          </a:p>
          <a:p>
            <a:pPr>
              <a:buNone/>
            </a:pPr>
            <a:r>
              <a:rPr lang="en-IN" sz="1200" dirty="0">
                <a:solidFill>
                  <a:srgbClr val="343541"/>
                </a:solidFill>
                <a:latin typeface="Calibri"/>
                <a:ea typeface="Calibri"/>
                <a:cs typeface="Calibri"/>
              </a:rPr>
              <a:t>   - Train the selected model on the training data and fine-tune its hyperparameters.</a:t>
            </a:r>
          </a:p>
          <a:p>
            <a:pPr>
              <a:buNone/>
            </a:pPr>
            <a:endParaRPr lang="en-US" sz="1200" dirty="0">
              <a:solidFill>
                <a:srgbClr val="343541"/>
              </a:solidFill>
              <a:latin typeface="Calibri"/>
              <a:ea typeface="Calibri"/>
              <a:cs typeface="Calibri"/>
            </a:endParaRPr>
          </a:p>
          <a:p>
            <a:pPr>
              <a:buNone/>
            </a:pPr>
            <a:endParaRPr lang="en-US" sz="1200" dirty="0">
              <a:solidFill>
                <a:srgbClr val="343541"/>
              </a:solidFill>
              <a:latin typeface="system-ui"/>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8563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IN" dirty="0"/>
              <a:t>Implement of applications of NLP using Text Classification - Sentiment Analysis</a:t>
            </a:r>
            <a:endParaRPr lang="en-US" dirty="0"/>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19</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88105"/>
          </a:xfrm>
        </p:spPr>
        <p:txBody>
          <a:bodyPr vert="horz" lIns="91440" tIns="45720" rIns="91440" bIns="45720" rtlCol="0" anchor="t">
            <a:noAutofit/>
          </a:bodyPr>
          <a:lstStyle/>
          <a:p>
            <a:pPr>
              <a:buNone/>
            </a:pPr>
            <a:r>
              <a:rPr lang="en-IN" sz="1200" b="1" dirty="0">
                <a:solidFill>
                  <a:srgbClr val="343541"/>
                </a:solidFill>
                <a:latin typeface="Calibri"/>
                <a:cs typeface="Calibri"/>
              </a:rPr>
              <a:t>6. Model Evaluation:</a:t>
            </a:r>
          </a:p>
          <a:p>
            <a:pPr>
              <a:buNone/>
            </a:pPr>
            <a:r>
              <a:rPr lang="en-IN" sz="1200" dirty="0">
                <a:solidFill>
                  <a:srgbClr val="343541"/>
                </a:solidFill>
                <a:latin typeface="Calibri"/>
                <a:cs typeface="Calibri"/>
              </a:rPr>
              <a:t>   - Assess the model's performance using metrics like accuracy, precision, recall, F1 score, and confusion matrices.</a:t>
            </a:r>
          </a:p>
          <a:p>
            <a:pPr>
              <a:buNone/>
            </a:pPr>
            <a:r>
              <a:rPr lang="en-IN" sz="1200" dirty="0">
                <a:solidFill>
                  <a:srgbClr val="343541"/>
                </a:solidFill>
                <a:latin typeface="Calibri"/>
                <a:cs typeface="Calibri"/>
              </a:rPr>
              <a:t>   - Make sure to evaluate the model on the validation set to gauge its generalization capabilities.</a:t>
            </a:r>
            <a:endParaRPr lang="en-IN" sz="1200" dirty="0">
              <a:solidFill>
                <a:srgbClr val="343541"/>
              </a:solidFill>
              <a:latin typeface="Calibri"/>
              <a:ea typeface="Calibri"/>
              <a:cs typeface="Calibri"/>
            </a:endParaRPr>
          </a:p>
          <a:p>
            <a:pPr>
              <a:buNone/>
            </a:pPr>
            <a:r>
              <a:rPr lang="en-IN" sz="1200" b="1" dirty="0">
                <a:solidFill>
                  <a:srgbClr val="343541"/>
                </a:solidFill>
                <a:latin typeface="Calibri"/>
                <a:ea typeface="Calibri"/>
                <a:cs typeface="Calibri"/>
              </a:rPr>
              <a:t>7. Hyperparameter Tuning:</a:t>
            </a:r>
          </a:p>
          <a:p>
            <a:pPr>
              <a:buNone/>
            </a:pPr>
            <a:r>
              <a:rPr lang="en-IN" sz="1200" dirty="0">
                <a:solidFill>
                  <a:srgbClr val="343541"/>
                </a:solidFill>
                <a:latin typeface="Calibri"/>
                <a:ea typeface="Calibri"/>
                <a:cs typeface="Calibri"/>
              </a:rPr>
              <a:t>   - Experiment with different hyperparameters to optimize the model's performance.</a:t>
            </a:r>
          </a:p>
          <a:p>
            <a:pPr>
              <a:buNone/>
            </a:pPr>
            <a:r>
              <a:rPr lang="en-IN" sz="1200" dirty="0">
                <a:solidFill>
                  <a:srgbClr val="343541"/>
                </a:solidFill>
                <a:latin typeface="Calibri"/>
                <a:ea typeface="Calibri"/>
                <a:cs typeface="Calibri"/>
              </a:rPr>
              <a:t>   - Techniques like grid search or random search can be used to find the best combination of hyperparameters.</a:t>
            </a:r>
          </a:p>
          <a:p>
            <a:pPr>
              <a:buNone/>
            </a:pPr>
            <a:r>
              <a:rPr lang="en-IN" sz="1200" b="1" dirty="0">
                <a:solidFill>
                  <a:srgbClr val="343541"/>
                </a:solidFill>
                <a:latin typeface="Calibri"/>
                <a:ea typeface="Calibri"/>
                <a:cs typeface="Calibri"/>
              </a:rPr>
              <a:t>8. Model Deployment:</a:t>
            </a:r>
          </a:p>
          <a:p>
            <a:pPr>
              <a:buNone/>
            </a:pPr>
            <a:r>
              <a:rPr lang="en-IN" sz="1200" dirty="0">
                <a:solidFill>
                  <a:srgbClr val="343541"/>
                </a:solidFill>
                <a:latin typeface="Calibri"/>
                <a:ea typeface="Calibri"/>
                <a:cs typeface="Calibri"/>
              </a:rPr>
              <a:t>   - Once you are satisfied with your model's performance, deploy it to a production environment.</a:t>
            </a:r>
          </a:p>
          <a:p>
            <a:pPr>
              <a:buNone/>
            </a:pPr>
            <a:r>
              <a:rPr lang="en-IN" sz="1200" dirty="0">
                <a:solidFill>
                  <a:srgbClr val="343541"/>
                </a:solidFill>
                <a:latin typeface="Calibri"/>
                <a:ea typeface="Calibri"/>
                <a:cs typeface="Calibri"/>
              </a:rPr>
              <a:t>   - You can use web frameworks (e.g., Flask or Django) to create a web application or API for sentiment analysis.</a:t>
            </a:r>
          </a:p>
          <a:p>
            <a:pPr>
              <a:buNone/>
            </a:pPr>
            <a:r>
              <a:rPr lang="en-IN" sz="1200" b="1" dirty="0">
                <a:solidFill>
                  <a:srgbClr val="343541"/>
                </a:solidFill>
                <a:latin typeface="Calibri"/>
                <a:ea typeface="Calibri"/>
                <a:cs typeface="Calibri"/>
              </a:rPr>
              <a:t>9. User Interface:</a:t>
            </a:r>
          </a:p>
          <a:p>
            <a:pPr>
              <a:buNone/>
            </a:pPr>
            <a:r>
              <a:rPr lang="en-IN" sz="1200" dirty="0">
                <a:solidFill>
                  <a:srgbClr val="343541"/>
                </a:solidFill>
                <a:latin typeface="Calibri"/>
                <a:ea typeface="Calibri"/>
                <a:cs typeface="Calibri"/>
              </a:rPr>
              <a:t>   - Create a user-friendly interface to interact with your sentiment analysis model. This could be a web application, mobile app, or command-line tool.</a:t>
            </a:r>
          </a:p>
          <a:p>
            <a:pPr>
              <a:buNone/>
            </a:pPr>
            <a:r>
              <a:rPr lang="en-IN" sz="1200" b="1" dirty="0">
                <a:solidFill>
                  <a:srgbClr val="343541"/>
                </a:solidFill>
                <a:latin typeface="Calibri"/>
                <a:ea typeface="Calibri"/>
                <a:cs typeface="Calibri"/>
              </a:rPr>
              <a:t>10. Inference:</a:t>
            </a:r>
          </a:p>
          <a:p>
            <a:pPr>
              <a:buNone/>
            </a:pPr>
            <a:r>
              <a:rPr lang="en-IN" sz="1200" dirty="0">
                <a:solidFill>
                  <a:srgbClr val="343541"/>
                </a:solidFill>
                <a:latin typeface="Calibri"/>
                <a:ea typeface="Calibri"/>
                <a:cs typeface="Calibri"/>
              </a:rPr>
              <a:t>   - Users input text, and your application sends the text to the deployed model for sentiment analysis.</a:t>
            </a:r>
          </a:p>
          <a:p>
            <a:pPr>
              <a:buNone/>
            </a:pPr>
            <a:r>
              <a:rPr lang="en-IN" sz="1200" dirty="0">
                <a:solidFill>
                  <a:srgbClr val="343541"/>
                </a:solidFill>
                <a:latin typeface="Calibri"/>
                <a:ea typeface="Calibri"/>
                <a:cs typeface="Calibri"/>
              </a:rPr>
              <a:t>   - The model predicts the sentiment of the input text (positive, negative, or neutral).</a:t>
            </a:r>
          </a:p>
          <a:p>
            <a:pPr>
              <a:buNone/>
            </a:pPr>
            <a:r>
              <a:rPr lang="en-IN" sz="1200" b="1" dirty="0">
                <a:solidFill>
                  <a:srgbClr val="343541"/>
                </a:solidFill>
                <a:latin typeface="Calibri"/>
                <a:ea typeface="Calibri"/>
                <a:cs typeface="Calibri"/>
              </a:rPr>
              <a:t>11. Display Results:</a:t>
            </a:r>
          </a:p>
          <a:p>
            <a:pPr>
              <a:buNone/>
            </a:pPr>
            <a:r>
              <a:rPr lang="en-IN" sz="1200" dirty="0">
                <a:solidFill>
                  <a:srgbClr val="343541"/>
                </a:solidFill>
                <a:latin typeface="Calibri"/>
                <a:ea typeface="Calibri"/>
                <a:cs typeface="Calibri"/>
              </a:rPr>
              <a:t>   - Present the sentiment analysis results to users through the user interface or API.</a:t>
            </a:r>
          </a:p>
          <a:p>
            <a:pPr>
              <a:buNone/>
            </a:pPr>
            <a:r>
              <a:rPr lang="en-IN" sz="1200" b="1" dirty="0">
                <a:solidFill>
                  <a:srgbClr val="343541"/>
                </a:solidFill>
                <a:latin typeface="Calibri"/>
                <a:ea typeface="Calibri"/>
                <a:cs typeface="Calibri"/>
              </a:rPr>
              <a:t>12. Monitoring and Maintenance:</a:t>
            </a:r>
          </a:p>
          <a:p>
            <a:pPr>
              <a:buNone/>
            </a:pPr>
            <a:r>
              <a:rPr lang="en-IN" sz="1200" dirty="0">
                <a:solidFill>
                  <a:srgbClr val="343541"/>
                </a:solidFill>
                <a:latin typeface="Calibri"/>
                <a:ea typeface="Calibri"/>
                <a:cs typeface="Calibri"/>
              </a:rPr>
              <a:t>   - Continuously monitor your model's performance in the production environment.</a:t>
            </a:r>
          </a:p>
          <a:p>
            <a:pPr>
              <a:buNone/>
            </a:pPr>
            <a:r>
              <a:rPr lang="en-IN" sz="1200" dirty="0">
                <a:solidFill>
                  <a:srgbClr val="343541"/>
                </a:solidFill>
                <a:latin typeface="Calibri"/>
                <a:ea typeface="Calibri"/>
                <a:cs typeface="Calibri"/>
              </a:rPr>
              <a:t>   - Periodically retrain the model with updated data to keep it accurate over time.</a:t>
            </a:r>
          </a:p>
          <a:p>
            <a:pPr>
              <a:buNone/>
            </a:pPr>
            <a:endParaRPr lang="en-IN" sz="1100" dirty="0">
              <a:solidFill>
                <a:srgbClr val="343541"/>
              </a:solidFill>
              <a:latin typeface="Calibri"/>
              <a:ea typeface="Calibri"/>
              <a:cs typeface="Calibri"/>
            </a:endParaRPr>
          </a:p>
          <a:p>
            <a:pPr>
              <a:buNone/>
            </a:pPr>
            <a:endParaRPr lang="en-IN" sz="1100" b="1" dirty="0">
              <a:solidFill>
                <a:srgbClr val="343541"/>
              </a:solidFill>
              <a:latin typeface="Calibri"/>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095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IN" dirty="0"/>
              <a:t>Implement of applications of NLP using Text Classification – Topic Modelling</a:t>
            </a:r>
            <a:endParaRPr lang="en-US" dirty="0"/>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20</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01020"/>
          </a:xfrm>
        </p:spPr>
        <p:txBody>
          <a:bodyPr vert="horz" lIns="91440" tIns="45720" rIns="91440" bIns="45720" rtlCol="0" anchor="t">
            <a:noAutofit/>
          </a:bodyPr>
          <a:lstStyle/>
          <a:p>
            <a:pPr>
              <a:buNone/>
            </a:pPr>
            <a:r>
              <a:rPr lang="en-IN" sz="1200" b="1" dirty="0">
                <a:solidFill>
                  <a:srgbClr val="343541"/>
                </a:solidFill>
                <a:latin typeface="Calibri"/>
                <a:cs typeface="Calibri"/>
              </a:rPr>
              <a:t>Implementing an application of NLP using text classification for topic </a:t>
            </a:r>
            <a:r>
              <a:rPr lang="en-IN" sz="1200" b="1" err="1">
                <a:solidFill>
                  <a:srgbClr val="343541"/>
                </a:solidFill>
                <a:latin typeface="Calibri"/>
                <a:cs typeface="Calibri"/>
              </a:rPr>
              <a:t>modeling</a:t>
            </a:r>
            <a:r>
              <a:rPr lang="en-IN" sz="1200" b="1" dirty="0">
                <a:solidFill>
                  <a:srgbClr val="343541"/>
                </a:solidFill>
                <a:latin typeface="Calibri"/>
                <a:cs typeface="Calibri"/>
              </a:rPr>
              <a:t> involves a process of identifying and categorizing the main topics or themes within a collection of text documents. One common method for topic </a:t>
            </a:r>
            <a:r>
              <a:rPr lang="en-IN" sz="1200" b="1" err="1">
                <a:solidFill>
                  <a:srgbClr val="343541"/>
                </a:solidFill>
                <a:latin typeface="Calibri"/>
                <a:cs typeface="Calibri"/>
              </a:rPr>
              <a:t>modeling</a:t>
            </a:r>
            <a:r>
              <a:rPr lang="en-IN" sz="1200" b="1" dirty="0">
                <a:solidFill>
                  <a:srgbClr val="343541"/>
                </a:solidFill>
                <a:latin typeface="Calibri"/>
                <a:cs typeface="Calibri"/>
              </a:rPr>
              <a:t> is Latent Dirichlet Allocation (LDA). Here's a step-by-step guide on how to build a topic </a:t>
            </a:r>
            <a:r>
              <a:rPr lang="en-IN" sz="1200" b="1" err="1">
                <a:solidFill>
                  <a:srgbClr val="343541"/>
                </a:solidFill>
                <a:latin typeface="Calibri"/>
                <a:cs typeface="Calibri"/>
              </a:rPr>
              <a:t>modeling</a:t>
            </a:r>
            <a:r>
              <a:rPr lang="en-IN" sz="1200" b="1" dirty="0">
                <a:solidFill>
                  <a:srgbClr val="343541"/>
                </a:solidFill>
                <a:latin typeface="Calibri"/>
                <a:cs typeface="Calibri"/>
              </a:rPr>
              <a:t> application using LDA:</a:t>
            </a:r>
          </a:p>
          <a:p>
            <a:pPr>
              <a:buNone/>
            </a:pPr>
            <a:endParaRPr lang="en-IN" sz="1200" dirty="0">
              <a:solidFill>
                <a:srgbClr val="343541"/>
              </a:solidFill>
              <a:latin typeface="Calibri"/>
              <a:cs typeface="Calibri"/>
            </a:endParaRPr>
          </a:p>
          <a:p>
            <a:pPr>
              <a:buNone/>
            </a:pPr>
            <a:r>
              <a:rPr lang="en-IN" sz="1200" b="1" dirty="0">
                <a:solidFill>
                  <a:srgbClr val="343541"/>
                </a:solidFill>
                <a:latin typeface="Calibri"/>
                <a:cs typeface="Calibri"/>
              </a:rPr>
              <a:t>1. Data Collection:</a:t>
            </a:r>
          </a:p>
          <a:p>
            <a:pPr>
              <a:buNone/>
            </a:pPr>
            <a:r>
              <a:rPr lang="en-IN" sz="1200" dirty="0">
                <a:solidFill>
                  <a:srgbClr val="343541"/>
                </a:solidFill>
                <a:latin typeface="Calibri"/>
                <a:cs typeface="Calibri"/>
              </a:rPr>
              <a:t>   - Gather a dataset of text documents where you want to discover and categorize topics. This dataset can be articles, research papers, news documents, or any other collection of text.</a:t>
            </a:r>
            <a:endParaRPr lang="en-IN" sz="1200" dirty="0">
              <a:solidFill>
                <a:srgbClr val="343541"/>
              </a:solidFill>
              <a:latin typeface="Calibri"/>
              <a:ea typeface="Calibri"/>
              <a:cs typeface="Calibri"/>
            </a:endParaRPr>
          </a:p>
          <a:p>
            <a:pPr>
              <a:buNone/>
            </a:pPr>
            <a:r>
              <a:rPr lang="en-IN" sz="1200" b="1" dirty="0">
                <a:solidFill>
                  <a:srgbClr val="343541"/>
                </a:solidFill>
                <a:latin typeface="Calibri"/>
                <a:ea typeface="Calibri"/>
                <a:cs typeface="Calibri"/>
              </a:rPr>
              <a:t>2. Data Preprocessing:</a:t>
            </a:r>
          </a:p>
          <a:p>
            <a:pPr>
              <a:buNone/>
            </a:pPr>
            <a:r>
              <a:rPr lang="en-IN" sz="1200" dirty="0">
                <a:solidFill>
                  <a:srgbClr val="343541"/>
                </a:solidFill>
                <a:latin typeface="Calibri"/>
                <a:ea typeface="Calibri"/>
                <a:cs typeface="Calibri"/>
              </a:rPr>
              <a:t>   - Clean and preprocess the text data, which may include removing punctuation, special characters, and numbers.</a:t>
            </a:r>
          </a:p>
          <a:p>
            <a:pPr>
              <a:buNone/>
            </a:pPr>
            <a:r>
              <a:rPr lang="en-IN" sz="1200" dirty="0">
                <a:solidFill>
                  <a:srgbClr val="343541"/>
                </a:solidFill>
                <a:latin typeface="Calibri"/>
                <a:ea typeface="Calibri"/>
                <a:cs typeface="Calibri"/>
              </a:rPr>
              <a:t>   - Tokenize the text into individual words or phrases.</a:t>
            </a:r>
          </a:p>
          <a:p>
            <a:pPr>
              <a:buNone/>
            </a:pPr>
            <a:r>
              <a:rPr lang="en-IN" sz="1200" dirty="0">
                <a:solidFill>
                  <a:srgbClr val="343541"/>
                </a:solidFill>
                <a:latin typeface="Calibri"/>
                <a:ea typeface="Calibri"/>
                <a:cs typeface="Calibri"/>
              </a:rPr>
              <a:t>   - Convert all text to lowercase for consistency.</a:t>
            </a:r>
          </a:p>
          <a:p>
            <a:pPr>
              <a:buNone/>
            </a:pPr>
            <a:r>
              <a:rPr lang="en-IN" sz="1200" dirty="0">
                <a:solidFill>
                  <a:srgbClr val="343541"/>
                </a:solidFill>
                <a:latin typeface="Calibri"/>
                <a:ea typeface="Calibri"/>
                <a:cs typeface="Calibri"/>
              </a:rPr>
              <a:t>   - Remove </a:t>
            </a:r>
            <a:r>
              <a:rPr lang="en-IN" sz="1200" err="1">
                <a:solidFill>
                  <a:srgbClr val="343541"/>
                </a:solidFill>
                <a:latin typeface="Calibri"/>
                <a:ea typeface="Calibri"/>
                <a:cs typeface="Calibri"/>
              </a:rPr>
              <a:t>stopwords</a:t>
            </a:r>
            <a:r>
              <a:rPr lang="en-IN" sz="1200" dirty="0">
                <a:solidFill>
                  <a:srgbClr val="343541"/>
                </a:solidFill>
                <a:latin typeface="Calibri"/>
                <a:ea typeface="Calibri"/>
                <a:cs typeface="Calibri"/>
              </a:rPr>
              <a:t> (common words that do not carry significant meaning).</a:t>
            </a:r>
          </a:p>
          <a:p>
            <a:pPr>
              <a:buNone/>
            </a:pPr>
            <a:r>
              <a:rPr lang="en-IN" sz="1200" dirty="0">
                <a:solidFill>
                  <a:srgbClr val="343541"/>
                </a:solidFill>
                <a:latin typeface="Calibri"/>
                <a:ea typeface="Calibri"/>
                <a:cs typeface="Calibri"/>
              </a:rPr>
              <a:t>   - Optionally, perform lemmatization or stemming to reduce words to their base forms.</a:t>
            </a:r>
          </a:p>
          <a:p>
            <a:pPr>
              <a:buNone/>
            </a:pPr>
            <a:r>
              <a:rPr lang="en-IN" sz="1200" b="1" dirty="0">
                <a:solidFill>
                  <a:srgbClr val="343541"/>
                </a:solidFill>
                <a:latin typeface="Calibri"/>
                <a:ea typeface="Calibri"/>
                <a:cs typeface="Calibri"/>
              </a:rPr>
              <a:t>3. Text Vectorization:</a:t>
            </a:r>
          </a:p>
          <a:p>
            <a:pPr>
              <a:buNone/>
            </a:pPr>
            <a:r>
              <a:rPr lang="en-IN" sz="1200" dirty="0">
                <a:solidFill>
                  <a:srgbClr val="343541"/>
                </a:solidFill>
                <a:latin typeface="Calibri"/>
                <a:ea typeface="Calibri"/>
                <a:cs typeface="Calibri"/>
              </a:rPr>
              <a:t>   - Use a technique like TF-IDF (Term Frequency-Inverse Document Frequency) or Count Vectorization to convert the text data into numerical feature vectors. These vectors represent the frequency of words in the documents.</a:t>
            </a:r>
          </a:p>
          <a:p>
            <a:pPr>
              <a:buNone/>
            </a:pPr>
            <a:r>
              <a:rPr lang="en-IN" sz="1200" dirty="0">
                <a:solidFill>
                  <a:srgbClr val="343541"/>
                </a:solidFill>
                <a:latin typeface="Calibri"/>
                <a:ea typeface="Calibri"/>
                <a:cs typeface="Calibri"/>
              </a:rPr>
              <a:t>   - Set the number of features (words or phrases) to consider.</a:t>
            </a:r>
          </a:p>
          <a:p>
            <a:pPr>
              <a:buNone/>
            </a:pPr>
            <a:r>
              <a:rPr lang="en-IN" sz="1200" b="1" dirty="0">
                <a:solidFill>
                  <a:srgbClr val="343541"/>
                </a:solidFill>
                <a:latin typeface="Calibri"/>
                <a:ea typeface="Calibri"/>
                <a:cs typeface="Calibri"/>
              </a:rPr>
              <a:t>4. LDA Model Training:</a:t>
            </a:r>
          </a:p>
          <a:p>
            <a:pPr>
              <a:buNone/>
            </a:pPr>
            <a:r>
              <a:rPr lang="en-IN" sz="1200" dirty="0">
                <a:solidFill>
                  <a:srgbClr val="343541"/>
                </a:solidFill>
                <a:latin typeface="Calibri"/>
                <a:ea typeface="Calibri"/>
                <a:cs typeface="Calibri"/>
              </a:rPr>
              <a:t>   - Choose the number of topics you want to discover in your data. This is a hyperparameter for the LDA model.</a:t>
            </a:r>
          </a:p>
          <a:p>
            <a:pPr>
              <a:buNone/>
            </a:pPr>
            <a:r>
              <a:rPr lang="en-IN" sz="1200" dirty="0">
                <a:solidFill>
                  <a:srgbClr val="343541"/>
                </a:solidFill>
                <a:latin typeface="Calibri"/>
                <a:ea typeface="Calibri"/>
                <a:cs typeface="Calibri"/>
              </a:rPr>
              <a:t>   - Train the LDA model on the vectorized text data. You can use libraries like </a:t>
            </a:r>
            <a:r>
              <a:rPr lang="en-IN" sz="1200" err="1">
                <a:solidFill>
                  <a:srgbClr val="343541"/>
                </a:solidFill>
                <a:latin typeface="Calibri"/>
                <a:ea typeface="Calibri"/>
                <a:cs typeface="Calibri"/>
              </a:rPr>
              <a:t>Gensim</a:t>
            </a:r>
            <a:r>
              <a:rPr lang="en-IN" sz="1200" dirty="0">
                <a:solidFill>
                  <a:srgbClr val="343541"/>
                </a:solidFill>
                <a:latin typeface="Calibri"/>
                <a:ea typeface="Calibri"/>
                <a:cs typeface="Calibri"/>
              </a:rPr>
              <a:t> or Scikit-Learn, which provide LDA implementations.</a:t>
            </a:r>
          </a:p>
          <a:p>
            <a:pPr>
              <a:buNone/>
            </a:pPr>
            <a:r>
              <a:rPr lang="en-IN" sz="1200" dirty="0">
                <a:solidFill>
                  <a:srgbClr val="343541"/>
                </a:solidFill>
                <a:latin typeface="Calibri"/>
                <a:ea typeface="Calibri"/>
                <a:cs typeface="Calibri"/>
              </a:rPr>
              <a:t>   - The LDA model will assign each word in the dataset to a specific topic, and each document will have a distribution of topics.</a:t>
            </a:r>
          </a:p>
          <a:p>
            <a:pPr>
              <a:buNone/>
            </a:pPr>
            <a:endParaRPr lang="en-IN" sz="1200" dirty="0">
              <a:solidFill>
                <a:srgbClr val="343541"/>
              </a:solidFill>
              <a:latin typeface="Calibri"/>
              <a:ea typeface="Calibri"/>
              <a:cs typeface="Calibri"/>
            </a:endParaRPr>
          </a:p>
          <a:p>
            <a:pPr>
              <a:buNone/>
            </a:pPr>
            <a:endParaRPr lang="en-IN" sz="1200" b="1" dirty="0">
              <a:solidFill>
                <a:srgbClr val="343541"/>
              </a:solidFill>
              <a:latin typeface="Calibri"/>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9903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IN" dirty="0"/>
              <a:t>Implement of applications of NLP using Text Classification – Topic Modelling</a:t>
            </a:r>
            <a:endParaRPr lang="en-US" dirty="0"/>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21</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16515"/>
            <a:ext cx="8823096" cy="5086076"/>
          </a:xfrm>
        </p:spPr>
        <p:txBody>
          <a:bodyPr vert="horz" lIns="91440" tIns="45720" rIns="91440" bIns="45720" rtlCol="0" anchor="t">
            <a:noAutofit/>
          </a:bodyPr>
          <a:lstStyle/>
          <a:p>
            <a:pPr>
              <a:buNone/>
            </a:pPr>
            <a:r>
              <a:rPr lang="en-IN" sz="1200" b="1" dirty="0">
                <a:solidFill>
                  <a:srgbClr val="343541"/>
                </a:solidFill>
                <a:latin typeface="Calibri"/>
                <a:cs typeface="Calibri"/>
              </a:rPr>
              <a:t>5. Model Evaluation:</a:t>
            </a:r>
          </a:p>
          <a:p>
            <a:pPr>
              <a:buNone/>
            </a:pPr>
            <a:r>
              <a:rPr lang="en-IN" sz="1200" dirty="0">
                <a:solidFill>
                  <a:srgbClr val="343541"/>
                </a:solidFill>
                <a:latin typeface="Calibri"/>
                <a:cs typeface="Calibri"/>
              </a:rPr>
              <a:t>   - Although LDA is unsupervised and doesn't have traditional evaluation metrics, you can assess the quality of topics by:</a:t>
            </a:r>
          </a:p>
          <a:p>
            <a:pPr>
              <a:buNone/>
            </a:pPr>
            <a:r>
              <a:rPr lang="en-IN" sz="1200" dirty="0">
                <a:solidFill>
                  <a:srgbClr val="343541"/>
                </a:solidFill>
                <a:latin typeface="Calibri"/>
                <a:cs typeface="Calibri"/>
              </a:rPr>
              <a:t>     - Examining the words associated with each topic.</a:t>
            </a:r>
          </a:p>
          <a:p>
            <a:pPr>
              <a:buNone/>
            </a:pPr>
            <a:r>
              <a:rPr lang="en-IN" sz="1200" dirty="0">
                <a:solidFill>
                  <a:srgbClr val="343541"/>
                </a:solidFill>
                <a:latin typeface="Calibri"/>
                <a:cs typeface="Calibri"/>
              </a:rPr>
              <a:t>     - Reviewing the coherence of topics, ensuring that they make sense.</a:t>
            </a:r>
            <a:endParaRPr lang="en-IN" sz="1200" dirty="0">
              <a:solidFill>
                <a:srgbClr val="343541"/>
              </a:solidFill>
              <a:latin typeface="Calibri"/>
              <a:ea typeface="Calibri"/>
              <a:cs typeface="Calibri"/>
            </a:endParaRPr>
          </a:p>
          <a:p>
            <a:pPr>
              <a:buNone/>
            </a:pPr>
            <a:r>
              <a:rPr lang="en-IN" sz="1200" dirty="0">
                <a:solidFill>
                  <a:srgbClr val="343541"/>
                </a:solidFill>
                <a:latin typeface="Calibri"/>
                <a:ea typeface="Calibri"/>
                <a:cs typeface="Calibri"/>
              </a:rPr>
              <a:t>     - Checking how well documents are represented by their assigned topics.</a:t>
            </a:r>
          </a:p>
          <a:p>
            <a:pPr>
              <a:buNone/>
            </a:pPr>
            <a:r>
              <a:rPr lang="en-IN" sz="1200" b="1" dirty="0">
                <a:solidFill>
                  <a:srgbClr val="343541"/>
                </a:solidFill>
                <a:latin typeface="Calibri"/>
                <a:ea typeface="Calibri"/>
                <a:cs typeface="Calibri"/>
              </a:rPr>
              <a:t>6. Visualization:</a:t>
            </a:r>
          </a:p>
          <a:p>
            <a:pPr>
              <a:buNone/>
            </a:pPr>
            <a:r>
              <a:rPr lang="en-IN" sz="1200" dirty="0">
                <a:solidFill>
                  <a:srgbClr val="343541"/>
                </a:solidFill>
                <a:latin typeface="Calibri"/>
                <a:ea typeface="Calibri"/>
                <a:cs typeface="Calibri"/>
              </a:rPr>
              <a:t>   - Visualize the results using techniques like word clouds to show prominent words in each topic.</a:t>
            </a:r>
          </a:p>
          <a:p>
            <a:pPr>
              <a:buNone/>
            </a:pPr>
            <a:r>
              <a:rPr lang="en-IN" sz="1200" dirty="0">
                <a:solidFill>
                  <a:srgbClr val="343541"/>
                </a:solidFill>
                <a:latin typeface="Calibri"/>
                <a:ea typeface="Calibri"/>
                <a:cs typeface="Calibri"/>
              </a:rPr>
              <a:t>   - Generate topic-document distributions and visualize them.</a:t>
            </a:r>
          </a:p>
          <a:p>
            <a:pPr>
              <a:buNone/>
            </a:pPr>
            <a:r>
              <a:rPr lang="en-IN" sz="1200" b="1" dirty="0">
                <a:solidFill>
                  <a:srgbClr val="343541"/>
                </a:solidFill>
                <a:latin typeface="Calibri"/>
                <a:ea typeface="Calibri"/>
                <a:cs typeface="Calibri"/>
              </a:rPr>
              <a:t>7. Inference:</a:t>
            </a:r>
          </a:p>
          <a:p>
            <a:pPr>
              <a:buNone/>
            </a:pPr>
            <a:r>
              <a:rPr lang="en-IN" sz="1200" dirty="0">
                <a:solidFill>
                  <a:srgbClr val="343541"/>
                </a:solidFill>
                <a:latin typeface="Calibri"/>
                <a:ea typeface="Calibri"/>
                <a:cs typeface="Calibri"/>
              </a:rPr>
              <a:t>   - Once the LDA model is trained, you can use it to infer topics for new documents. These documents can be text snippets or entire documents.</a:t>
            </a:r>
          </a:p>
          <a:p>
            <a:pPr>
              <a:buNone/>
            </a:pPr>
            <a:r>
              <a:rPr lang="en-IN" sz="1200" b="1" dirty="0">
                <a:solidFill>
                  <a:srgbClr val="343541"/>
                </a:solidFill>
                <a:latin typeface="Calibri"/>
                <a:ea typeface="Calibri"/>
                <a:cs typeface="Calibri"/>
              </a:rPr>
              <a:t>8. Application Deployment:</a:t>
            </a:r>
          </a:p>
          <a:p>
            <a:pPr>
              <a:buNone/>
            </a:pPr>
            <a:r>
              <a:rPr lang="en-IN" sz="1200" dirty="0">
                <a:solidFill>
                  <a:srgbClr val="343541"/>
                </a:solidFill>
                <a:latin typeface="Calibri"/>
                <a:ea typeface="Calibri"/>
                <a:cs typeface="Calibri"/>
              </a:rPr>
              <a:t>   - Develop a web application or API for topic </a:t>
            </a:r>
            <a:r>
              <a:rPr lang="en-IN" sz="1200" err="1">
                <a:solidFill>
                  <a:srgbClr val="343541"/>
                </a:solidFill>
                <a:latin typeface="Calibri"/>
                <a:ea typeface="Calibri"/>
                <a:cs typeface="Calibri"/>
              </a:rPr>
              <a:t>modeling</a:t>
            </a:r>
            <a:r>
              <a:rPr lang="en-IN" sz="1200" dirty="0">
                <a:solidFill>
                  <a:srgbClr val="343541"/>
                </a:solidFill>
                <a:latin typeface="Calibri"/>
                <a:ea typeface="Calibri"/>
                <a:cs typeface="Calibri"/>
              </a:rPr>
              <a:t> that allows users to input text and receive topic results.</a:t>
            </a:r>
          </a:p>
          <a:p>
            <a:pPr>
              <a:buNone/>
            </a:pPr>
            <a:r>
              <a:rPr lang="en-IN" sz="1200" dirty="0">
                <a:solidFill>
                  <a:srgbClr val="343541"/>
                </a:solidFill>
                <a:latin typeface="Calibri"/>
                <a:ea typeface="Calibri"/>
                <a:cs typeface="Calibri"/>
              </a:rPr>
              <a:t>   - Make the application user-friendly with a clean interface.</a:t>
            </a:r>
          </a:p>
          <a:p>
            <a:pPr>
              <a:buNone/>
            </a:pPr>
            <a:r>
              <a:rPr lang="en-IN" sz="1200" b="1" dirty="0">
                <a:solidFill>
                  <a:srgbClr val="343541"/>
                </a:solidFill>
                <a:latin typeface="Calibri"/>
                <a:ea typeface="Calibri"/>
                <a:cs typeface="Calibri"/>
              </a:rPr>
              <a:t>9. User Interaction:</a:t>
            </a:r>
          </a:p>
          <a:p>
            <a:pPr>
              <a:buNone/>
            </a:pPr>
            <a:r>
              <a:rPr lang="en-IN" sz="1200" dirty="0">
                <a:solidFill>
                  <a:srgbClr val="343541"/>
                </a:solidFill>
                <a:latin typeface="Calibri"/>
                <a:ea typeface="Calibri"/>
                <a:cs typeface="Calibri"/>
              </a:rPr>
              <a:t>   - Users input text data into the application.</a:t>
            </a:r>
          </a:p>
          <a:p>
            <a:pPr>
              <a:buNone/>
            </a:pPr>
            <a:r>
              <a:rPr lang="en-IN" sz="1200" dirty="0">
                <a:solidFill>
                  <a:srgbClr val="343541"/>
                </a:solidFill>
                <a:latin typeface="Calibri"/>
                <a:ea typeface="Calibri"/>
                <a:cs typeface="Calibri"/>
              </a:rPr>
              <a:t>   - The application uses the trained LDA model to classify the text into topics.</a:t>
            </a:r>
          </a:p>
          <a:p>
            <a:pPr>
              <a:buNone/>
            </a:pPr>
            <a:r>
              <a:rPr lang="en-IN" sz="1200" b="1" dirty="0">
                <a:solidFill>
                  <a:srgbClr val="343541"/>
                </a:solidFill>
                <a:latin typeface="Calibri"/>
                <a:ea typeface="Calibri"/>
                <a:cs typeface="Calibri"/>
              </a:rPr>
              <a:t>10. Display Results:</a:t>
            </a:r>
          </a:p>
          <a:p>
            <a:pPr>
              <a:buNone/>
            </a:pPr>
            <a:r>
              <a:rPr lang="en-IN" sz="1200" dirty="0">
                <a:solidFill>
                  <a:srgbClr val="343541"/>
                </a:solidFill>
                <a:latin typeface="Calibri"/>
                <a:ea typeface="Calibri"/>
                <a:cs typeface="Calibri"/>
              </a:rPr>
              <a:t>   - Present the topics identified in the text data to users, along with their respective keywords and the proportion of each topic in the document.</a:t>
            </a:r>
          </a:p>
          <a:p>
            <a:pPr>
              <a:buNone/>
            </a:pPr>
            <a:r>
              <a:rPr lang="en-IN" sz="1200" b="1" dirty="0">
                <a:solidFill>
                  <a:srgbClr val="343541"/>
                </a:solidFill>
                <a:latin typeface="Calibri"/>
                <a:ea typeface="Calibri"/>
                <a:cs typeface="Calibri"/>
              </a:rPr>
              <a:t>11. Monitoring and Maintenance:</a:t>
            </a:r>
          </a:p>
          <a:p>
            <a:pPr>
              <a:buNone/>
            </a:pPr>
            <a:r>
              <a:rPr lang="en-IN" sz="1200" dirty="0">
                <a:solidFill>
                  <a:srgbClr val="343541"/>
                </a:solidFill>
                <a:latin typeface="Calibri"/>
                <a:ea typeface="Calibri"/>
                <a:cs typeface="Calibri"/>
              </a:rPr>
              <a:t>   - Continuously monitor the model's performance and retrain it with updated data if necessary.</a:t>
            </a:r>
          </a:p>
          <a:p>
            <a:pPr>
              <a:buNone/>
            </a:pPr>
            <a:r>
              <a:rPr lang="en-IN" sz="1200" dirty="0">
                <a:solidFill>
                  <a:srgbClr val="343541"/>
                </a:solidFill>
                <a:latin typeface="Calibri"/>
                <a:ea typeface="Calibri"/>
                <a:cs typeface="Calibri"/>
              </a:rPr>
              <a:t>   - Ensure that topics remain relevant and meaningful as the data evolves.</a:t>
            </a:r>
          </a:p>
          <a:p>
            <a:pPr>
              <a:buNone/>
            </a:pPr>
            <a:endParaRPr lang="en-IN" sz="1200" dirty="0">
              <a:solidFill>
                <a:srgbClr val="343541"/>
              </a:solidFill>
              <a:latin typeface="Calibri"/>
              <a:ea typeface="Calibri"/>
              <a:cs typeface="Calibri"/>
            </a:endParaRPr>
          </a:p>
          <a:p>
            <a:pPr>
              <a:buNone/>
            </a:pPr>
            <a:endParaRPr lang="en-IN" sz="1200" b="1" dirty="0">
              <a:solidFill>
                <a:srgbClr val="343541"/>
              </a:solidFill>
              <a:latin typeface="Calibri"/>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8385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IN" dirty="0"/>
              <a:t>Implement of applications of NLP using Text Classification – Spam Detection</a:t>
            </a:r>
            <a:endParaRPr lang="en-US" dirty="0"/>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22</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01020"/>
          </a:xfrm>
        </p:spPr>
        <p:txBody>
          <a:bodyPr vert="horz" lIns="91440" tIns="45720" rIns="91440" bIns="45720" rtlCol="0" anchor="t">
            <a:noAutofit/>
          </a:bodyPr>
          <a:lstStyle/>
          <a:p>
            <a:pPr>
              <a:buNone/>
            </a:pPr>
            <a:r>
              <a:rPr lang="en-IN" sz="1200" b="1" dirty="0">
                <a:solidFill>
                  <a:srgbClr val="343541"/>
                </a:solidFill>
                <a:latin typeface="Calibri"/>
                <a:cs typeface="Calibri"/>
              </a:rPr>
              <a:t>Implementing an NLP application for spam detection involves building a system that can automatically identify and filter out unwanted or malicious content from incoming messages, such as emails or text messages. Here's a step-by-step guide on how to create a spam detection application:</a:t>
            </a:r>
          </a:p>
          <a:p>
            <a:pPr>
              <a:buNone/>
            </a:pPr>
            <a:endParaRPr lang="en-IN" sz="1200" dirty="0">
              <a:solidFill>
                <a:srgbClr val="343541"/>
              </a:solidFill>
              <a:latin typeface="Calibri"/>
              <a:cs typeface="Calibri"/>
            </a:endParaRPr>
          </a:p>
          <a:p>
            <a:pPr>
              <a:buNone/>
            </a:pPr>
            <a:r>
              <a:rPr lang="en-IN" sz="1200" b="1" dirty="0">
                <a:solidFill>
                  <a:srgbClr val="343541"/>
                </a:solidFill>
                <a:latin typeface="Calibri"/>
                <a:cs typeface="Calibri"/>
              </a:rPr>
              <a:t>1. Data Collection:</a:t>
            </a:r>
          </a:p>
          <a:p>
            <a:pPr>
              <a:buNone/>
            </a:pPr>
            <a:r>
              <a:rPr lang="en-IN" sz="1200" dirty="0">
                <a:solidFill>
                  <a:srgbClr val="343541"/>
                </a:solidFill>
                <a:latin typeface="Calibri"/>
                <a:cs typeface="Calibri"/>
              </a:rPr>
              <a:t>   - Gather a dataset of </a:t>
            </a:r>
            <a:r>
              <a:rPr lang="en-IN" sz="1200" err="1">
                <a:solidFill>
                  <a:srgbClr val="343541"/>
                </a:solidFill>
                <a:latin typeface="Calibri"/>
                <a:cs typeface="Calibri"/>
              </a:rPr>
              <a:t>labeled</a:t>
            </a:r>
            <a:r>
              <a:rPr lang="en-IN" sz="1200" dirty="0">
                <a:solidFill>
                  <a:srgbClr val="343541"/>
                </a:solidFill>
                <a:latin typeface="Calibri"/>
                <a:cs typeface="Calibri"/>
              </a:rPr>
              <a:t> messages, which includes both spam and non-spam (ham) examples. These messages will serve as the training data for your spam detection model.</a:t>
            </a:r>
            <a:endParaRPr lang="en-IN" sz="1200" dirty="0">
              <a:solidFill>
                <a:srgbClr val="343541"/>
              </a:solidFill>
              <a:latin typeface="Calibri"/>
              <a:ea typeface="Calibri"/>
              <a:cs typeface="Calibri"/>
            </a:endParaRPr>
          </a:p>
          <a:p>
            <a:pPr>
              <a:buNone/>
            </a:pPr>
            <a:r>
              <a:rPr lang="en-IN" sz="1200" b="1">
                <a:solidFill>
                  <a:srgbClr val="343541"/>
                </a:solidFill>
                <a:latin typeface="Calibri"/>
                <a:ea typeface="Calibri"/>
                <a:cs typeface="Calibri"/>
              </a:rPr>
              <a:t>2. Data Preprocessing:</a:t>
            </a:r>
            <a:endParaRPr lang="en-IN" sz="1200" b="1" dirty="0">
              <a:solidFill>
                <a:srgbClr val="343541"/>
              </a:solidFill>
              <a:latin typeface="Calibri"/>
              <a:ea typeface="Calibri"/>
              <a:cs typeface="Calibri"/>
            </a:endParaRPr>
          </a:p>
          <a:p>
            <a:pPr>
              <a:buNone/>
            </a:pPr>
            <a:r>
              <a:rPr lang="en-IN" sz="1200" dirty="0">
                <a:solidFill>
                  <a:srgbClr val="343541"/>
                </a:solidFill>
                <a:latin typeface="Calibri"/>
                <a:ea typeface="Calibri"/>
                <a:cs typeface="Calibri"/>
              </a:rPr>
              <a:t>   - Clean and preprocess the text data, which may involve removing punctuation, special characters, and numbers.</a:t>
            </a:r>
          </a:p>
          <a:p>
            <a:pPr>
              <a:buNone/>
            </a:pPr>
            <a:r>
              <a:rPr lang="en-IN" sz="1200" dirty="0">
                <a:solidFill>
                  <a:srgbClr val="343541"/>
                </a:solidFill>
                <a:latin typeface="Calibri"/>
                <a:ea typeface="Calibri"/>
                <a:cs typeface="Calibri"/>
              </a:rPr>
              <a:t>   - Tokenize the text into individual words or phrases.</a:t>
            </a:r>
          </a:p>
          <a:p>
            <a:pPr>
              <a:buNone/>
            </a:pPr>
            <a:r>
              <a:rPr lang="en-IN" sz="1200" dirty="0">
                <a:solidFill>
                  <a:srgbClr val="343541"/>
                </a:solidFill>
                <a:latin typeface="Calibri"/>
                <a:ea typeface="Calibri"/>
                <a:cs typeface="Calibri"/>
              </a:rPr>
              <a:t>   - Convert all text to lowercase for consistency.</a:t>
            </a:r>
          </a:p>
          <a:p>
            <a:pPr>
              <a:buNone/>
            </a:pPr>
            <a:r>
              <a:rPr lang="en-IN" sz="1200" dirty="0">
                <a:solidFill>
                  <a:srgbClr val="343541"/>
                </a:solidFill>
                <a:latin typeface="Calibri"/>
                <a:ea typeface="Calibri"/>
                <a:cs typeface="Calibri"/>
              </a:rPr>
              <a:t>   - Remove </a:t>
            </a:r>
            <a:r>
              <a:rPr lang="en-IN" sz="1200" err="1">
                <a:solidFill>
                  <a:srgbClr val="343541"/>
                </a:solidFill>
                <a:latin typeface="Calibri"/>
                <a:ea typeface="Calibri"/>
                <a:cs typeface="Calibri"/>
              </a:rPr>
              <a:t>stopwords</a:t>
            </a:r>
            <a:r>
              <a:rPr lang="en-IN" sz="1200" dirty="0">
                <a:solidFill>
                  <a:srgbClr val="343541"/>
                </a:solidFill>
                <a:latin typeface="Calibri"/>
                <a:ea typeface="Calibri"/>
                <a:cs typeface="Calibri"/>
              </a:rPr>
              <a:t> (common words that do not carry significant meaning).</a:t>
            </a:r>
          </a:p>
          <a:p>
            <a:pPr>
              <a:buNone/>
            </a:pPr>
            <a:r>
              <a:rPr lang="en-IN" sz="1200" dirty="0">
                <a:solidFill>
                  <a:srgbClr val="343541"/>
                </a:solidFill>
                <a:latin typeface="Calibri"/>
                <a:ea typeface="Calibri"/>
                <a:cs typeface="Calibri"/>
              </a:rPr>
              <a:t>   - Optionally, perform lemmatization or stemming to reduce words to their base forms.</a:t>
            </a:r>
          </a:p>
          <a:p>
            <a:pPr>
              <a:buNone/>
            </a:pPr>
            <a:r>
              <a:rPr lang="en-IN" sz="1200" b="1">
                <a:solidFill>
                  <a:srgbClr val="343541"/>
                </a:solidFill>
                <a:latin typeface="Calibri"/>
                <a:ea typeface="Calibri"/>
                <a:cs typeface="Calibri"/>
              </a:rPr>
              <a:t>3. Feature Extraction:</a:t>
            </a:r>
            <a:endParaRPr lang="en-IN" sz="1200" b="1" dirty="0">
              <a:solidFill>
                <a:srgbClr val="343541"/>
              </a:solidFill>
              <a:latin typeface="Calibri"/>
              <a:ea typeface="Calibri"/>
              <a:cs typeface="Calibri"/>
            </a:endParaRPr>
          </a:p>
          <a:p>
            <a:pPr>
              <a:buNone/>
            </a:pPr>
            <a:r>
              <a:rPr lang="en-IN" sz="1200" dirty="0">
                <a:solidFill>
                  <a:srgbClr val="343541"/>
                </a:solidFill>
                <a:latin typeface="Calibri"/>
                <a:ea typeface="Calibri"/>
                <a:cs typeface="Calibri"/>
              </a:rPr>
              <a:t>   - Use a technique like TF-IDF (Term Frequency-Inverse Document Frequency) or Count Vectorization to convert the text data into numerical feature vectors. These vectors represent the frequency of words in the messages.</a:t>
            </a:r>
          </a:p>
          <a:p>
            <a:pPr>
              <a:buNone/>
            </a:pPr>
            <a:r>
              <a:rPr lang="en-IN" sz="1200" b="1" dirty="0">
                <a:solidFill>
                  <a:srgbClr val="343541"/>
                </a:solidFill>
                <a:latin typeface="Calibri"/>
                <a:ea typeface="Calibri"/>
                <a:cs typeface="Calibri"/>
              </a:rPr>
              <a:t>4. Model Selection:</a:t>
            </a:r>
          </a:p>
          <a:p>
            <a:pPr>
              <a:buNone/>
            </a:pPr>
            <a:r>
              <a:rPr lang="en-IN" sz="1200" dirty="0">
                <a:solidFill>
                  <a:srgbClr val="343541"/>
                </a:solidFill>
                <a:latin typeface="Calibri"/>
                <a:ea typeface="Calibri"/>
                <a:cs typeface="Calibri"/>
              </a:rPr>
              <a:t>   - Choose a machine learning model for text classification. Common options include logistic regression, Naive Bayes, Support Vector Machines (SVM), and deep learning models like Convolutional Neural Networks (CNNs) or Recurrent Neural Networks (RNNs).</a:t>
            </a:r>
          </a:p>
          <a:p>
            <a:pPr>
              <a:buNone/>
            </a:pPr>
            <a:r>
              <a:rPr lang="en-IN" sz="1200" b="1">
                <a:solidFill>
                  <a:srgbClr val="343541"/>
                </a:solidFill>
                <a:latin typeface="Calibri"/>
                <a:ea typeface="Calibri"/>
                <a:cs typeface="Calibri"/>
              </a:rPr>
              <a:t>5. Model Training:</a:t>
            </a:r>
            <a:endParaRPr lang="en-IN" sz="1200" b="1" dirty="0">
              <a:solidFill>
                <a:srgbClr val="343541"/>
              </a:solidFill>
              <a:latin typeface="Calibri"/>
              <a:ea typeface="Calibri"/>
              <a:cs typeface="Calibri"/>
            </a:endParaRPr>
          </a:p>
          <a:p>
            <a:pPr>
              <a:buNone/>
            </a:pPr>
            <a:r>
              <a:rPr lang="en-IN" sz="1200" dirty="0">
                <a:solidFill>
                  <a:srgbClr val="343541"/>
                </a:solidFill>
                <a:latin typeface="Calibri"/>
                <a:ea typeface="Calibri"/>
                <a:cs typeface="Calibri"/>
              </a:rPr>
              <a:t>   - Split your dataset into a training set and a validation set for model training and evaluation.</a:t>
            </a:r>
          </a:p>
          <a:p>
            <a:pPr>
              <a:buNone/>
            </a:pPr>
            <a:r>
              <a:rPr lang="en-IN" sz="1200" dirty="0">
                <a:solidFill>
                  <a:srgbClr val="343541"/>
                </a:solidFill>
                <a:latin typeface="Calibri"/>
                <a:ea typeface="Calibri"/>
                <a:cs typeface="Calibri"/>
              </a:rPr>
              <a:t>   - Train the selected model on the training data and fine-tune its hyperparameters.</a:t>
            </a:r>
          </a:p>
          <a:p>
            <a:pPr>
              <a:buNone/>
            </a:pPr>
            <a:endParaRPr lang="en-IN" sz="1200" dirty="0">
              <a:solidFill>
                <a:srgbClr val="343541"/>
              </a:solidFill>
              <a:latin typeface="Calibri"/>
              <a:ea typeface="Calibri"/>
              <a:cs typeface="Calibri"/>
            </a:endParaRPr>
          </a:p>
          <a:p>
            <a:pPr>
              <a:buNone/>
            </a:pPr>
            <a:endParaRPr lang="en-IN" sz="1200" b="1" dirty="0">
              <a:solidFill>
                <a:srgbClr val="343541"/>
              </a:solidFill>
              <a:latin typeface="Calibri"/>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838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IN" dirty="0"/>
              <a:t>Implement of applications of NLP using Text Classification – Spam Detection</a:t>
            </a:r>
            <a:endParaRPr lang="en-US" dirty="0"/>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23</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01020"/>
          </a:xfrm>
        </p:spPr>
        <p:txBody>
          <a:bodyPr vert="horz" lIns="91440" tIns="45720" rIns="91440" bIns="45720" rtlCol="0" anchor="t">
            <a:noAutofit/>
          </a:bodyPr>
          <a:lstStyle/>
          <a:p>
            <a:pPr>
              <a:buNone/>
            </a:pPr>
            <a:r>
              <a:rPr lang="en-IN" sz="1200" b="1" dirty="0">
                <a:solidFill>
                  <a:srgbClr val="343541"/>
                </a:solidFill>
                <a:latin typeface="Calibri"/>
                <a:cs typeface="Calibri"/>
              </a:rPr>
              <a:t>6. Model Evaluation:</a:t>
            </a:r>
          </a:p>
          <a:p>
            <a:pPr>
              <a:buNone/>
            </a:pPr>
            <a:r>
              <a:rPr lang="en-IN" sz="1200" dirty="0">
                <a:solidFill>
                  <a:srgbClr val="343541"/>
                </a:solidFill>
                <a:latin typeface="Calibri"/>
                <a:cs typeface="Calibri"/>
              </a:rPr>
              <a:t>   - Assess the model's performance using metrics like accuracy, precision, recall, F1 score, and confusion matrices.</a:t>
            </a:r>
          </a:p>
          <a:p>
            <a:pPr>
              <a:buNone/>
            </a:pPr>
            <a:r>
              <a:rPr lang="en-IN" sz="1200" dirty="0">
                <a:solidFill>
                  <a:srgbClr val="343541"/>
                </a:solidFill>
                <a:latin typeface="Calibri"/>
                <a:cs typeface="Calibri"/>
              </a:rPr>
              <a:t>   - Make sure to evaluate the model on the validation set to gauge its generalization capabilities.</a:t>
            </a:r>
          </a:p>
          <a:p>
            <a:pPr>
              <a:buNone/>
            </a:pPr>
            <a:r>
              <a:rPr lang="en-IN" sz="1200" b="1" dirty="0">
                <a:solidFill>
                  <a:srgbClr val="343541"/>
                </a:solidFill>
                <a:latin typeface="Calibri"/>
                <a:cs typeface="Calibri"/>
              </a:rPr>
              <a:t>7. Hyperparameter Tuning:</a:t>
            </a:r>
          </a:p>
          <a:p>
            <a:pPr>
              <a:buNone/>
            </a:pPr>
            <a:r>
              <a:rPr lang="en-IN" sz="1200" dirty="0">
                <a:solidFill>
                  <a:srgbClr val="343541"/>
                </a:solidFill>
                <a:latin typeface="Calibri"/>
                <a:cs typeface="Calibri"/>
              </a:rPr>
              <a:t>   - Experiment with different hyperparameters to optimize the model's performance.</a:t>
            </a:r>
          </a:p>
          <a:p>
            <a:pPr>
              <a:buNone/>
            </a:pPr>
            <a:r>
              <a:rPr lang="en-IN" sz="1200" dirty="0">
                <a:solidFill>
                  <a:srgbClr val="343541"/>
                </a:solidFill>
                <a:latin typeface="Calibri"/>
                <a:cs typeface="Calibri"/>
              </a:rPr>
              <a:t>   - Techniques like grid search or random search can be used to find the best combination of hyperparameters.</a:t>
            </a:r>
            <a:endParaRPr lang="en-IN" sz="1200" dirty="0">
              <a:solidFill>
                <a:srgbClr val="343541"/>
              </a:solidFill>
              <a:latin typeface="Calibri"/>
              <a:ea typeface="Calibri"/>
              <a:cs typeface="Calibri"/>
            </a:endParaRPr>
          </a:p>
          <a:p>
            <a:pPr>
              <a:buNone/>
            </a:pPr>
            <a:r>
              <a:rPr lang="en-IN" sz="1200" b="1" dirty="0">
                <a:solidFill>
                  <a:srgbClr val="343541"/>
                </a:solidFill>
                <a:latin typeface="Calibri"/>
                <a:ea typeface="Calibri"/>
                <a:cs typeface="Calibri"/>
              </a:rPr>
              <a:t>8. Model Deployment:</a:t>
            </a:r>
          </a:p>
          <a:p>
            <a:pPr>
              <a:buNone/>
            </a:pPr>
            <a:r>
              <a:rPr lang="en-IN" sz="1200" dirty="0">
                <a:solidFill>
                  <a:srgbClr val="343541"/>
                </a:solidFill>
                <a:latin typeface="Calibri"/>
                <a:ea typeface="Calibri"/>
                <a:cs typeface="Calibri"/>
              </a:rPr>
              <a:t>   - Deploy the spam detection model to a production environment.</a:t>
            </a:r>
          </a:p>
          <a:p>
            <a:pPr>
              <a:buNone/>
            </a:pPr>
            <a:r>
              <a:rPr lang="en-IN" sz="1200" dirty="0">
                <a:solidFill>
                  <a:srgbClr val="343541"/>
                </a:solidFill>
                <a:latin typeface="Calibri"/>
                <a:ea typeface="Calibri"/>
                <a:cs typeface="Calibri"/>
              </a:rPr>
              <a:t>   - Create an API or integrate the model into an email server or messaging platform.</a:t>
            </a:r>
          </a:p>
          <a:p>
            <a:pPr>
              <a:buNone/>
            </a:pPr>
            <a:r>
              <a:rPr lang="en-IN" sz="1200" b="1" dirty="0">
                <a:solidFill>
                  <a:srgbClr val="343541"/>
                </a:solidFill>
                <a:latin typeface="Calibri"/>
                <a:ea typeface="Calibri"/>
                <a:cs typeface="Calibri"/>
              </a:rPr>
              <a:t>9. User Interaction:</a:t>
            </a:r>
          </a:p>
          <a:p>
            <a:pPr>
              <a:buNone/>
            </a:pPr>
            <a:r>
              <a:rPr lang="en-IN" sz="1200" dirty="0">
                <a:solidFill>
                  <a:srgbClr val="343541"/>
                </a:solidFill>
                <a:latin typeface="Calibri"/>
                <a:ea typeface="Calibri"/>
                <a:cs typeface="Calibri"/>
              </a:rPr>
              <a:t>   - Users receive incoming messages, and the spam detection model automatically evaluates each message.</a:t>
            </a:r>
          </a:p>
          <a:p>
            <a:pPr>
              <a:buNone/>
            </a:pPr>
            <a:r>
              <a:rPr lang="en-IN" sz="1200" b="1" dirty="0">
                <a:solidFill>
                  <a:srgbClr val="343541"/>
                </a:solidFill>
                <a:latin typeface="Calibri"/>
                <a:ea typeface="Calibri"/>
                <a:cs typeface="Calibri"/>
              </a:rPr>
              <a:t>10. Spam Detection:</a:t>
            </a:r>
          </a:p>
          <a:p>
            <a:pPr>
              <a:buNone/>
            </a:pPr>
            <a:r>
              <a:rPr lang="en-IN" sz="1200" dirty="0">
                <a:solidFill>
                  <a:srgbClr val="343541"/>
                </a:solidFill>
                <a:latin typeface="Calibri"/>
                <a:ea typeface="Calibri"/>
                <a:cs typeface="Calibri"/>
              </a:rPr>
              <a:t>    - The model classifies each message as either spam or non-spam based on its content.</a:t>
            </a:r>
          </a:p>
          <a:p>
            <a:pPr>
              <a:buNone/>
            </a:pPr>
            <a:r>
              <a:rPr lang="en-IN" sz="1200" b="1" dirty="0">
                <a:solidFill>
                  <a:srgbClr val="343541"/>
                </a:solidFill>
                <a:latin typeface="Calibri"/>
                <a:ea typeface="Calibri"/>
                <a:cs typeface="Calibri"/>
              </a:rPr>
              <a:t>11. Filtering:</a:t>
            </a:r>
          </a:p>
          <a:p>
            <a:pPr>
              <a:buNone/>
            </a:pPr>
            <a:r>
              <a:rPr lang="en-IN" sz="1200" dirty="0">
                <a:solidFill>
                  <a:srgbClr val="343541"/>
                </a:solidFill>
                <a:latin typeface="Calibri"/>
                <a:ea typeface="Calibri"/>
                <a:cs typeface="Calibri"/>
              </a:rPr>
              <a:t>    - Spam messages are filtered out and sent to a designated spam folder or flagged as spam.</a:t>
            </a:r>
          </a:p>
          <a:p>
            <a:pPr>
              <a:buNone/>
            </a:pPr>
            <a:r>
              <a:rPr lang="en-IN" sz="1200" dirty="0">
                <a:solidFill>
                  <a:srgbClr val="343541"/>
                </a:solidFill>
                <a:latin typeface="Calibri"/>
                <a:ea typeface="Calibri"/>
                <a:cs typeface="Calibri"/>
              </a:rPr>
              <a:t>    - Non-spam messages are delivered to the recipient's inbox.</a:t>
            </a:r>
          </a:p>
          <a:p>
            <a:pPr>
              <a:buNone/>
            </a:pPr>
            <a:r>
              <a:rPr lang="en-IN" sz="1200" b="1" dirty="0">
                <a:solidFill>
                  <a:srgbClr val="343541"/>
                </a:solidFill>
                <a:latin typeface="Calibri"/>
                <a:ea typeface="Calibri"/>
                <a:cs typeface="Calibri"/>
              </a:rPr>
              <a:t>12. Monitoring and Maintenance:</a:t>
            </a:r>
          </a:p>
          <a:p>
            <a:pPr>
              <a:buNone/>
            </a:pPr>
            <a:r>
              <a:rPr lang="en-IN" sz="1200" dirty="0">
                <a:solidFill>
                  <a:srgbClr val="343541"/>
                </a:solidFill>
                <a:latin typeface="Calibri"/>
                <a:ea typeface="Calibri"/>
                <a:cs typeface="Calibri"/>
              </a:rPr>
              <a:t>    - Continuously monitor the model's performance in the production environment.</a:t>
            </a:r>
          </a:p>
          <a:p>
            <a:pPr>
              <a:buNone/>
            </a:pPr>
            <a:r>
              <a:rPr lang="en-IN" sz="1200" dirty="0">
                <a:solidFill>
                  <a:srgbClr val="343541"/>
                </a:solidFill>
                <a:latin typeface="Calibri"/>
                <a:ea typeface="Calibri"/>
                <a:cs typeface="Calibri"/>
              </a:rPr>
              <a:t>    - Periodically retrain the model with updated data to adapt to evolving spamming techniques.</a:t>
            </a:r>
          </a:p>
          <a:p>
            <a:pPr>
              <a:buNone/>
            </a:pPr>
            <a:endParaRPr lang="en-IN" sz="1200" dirty="0">
              <a:solidFill>
                <a:srgbClr val="343541"/>
              </a:solidFill>
              <a:latin typeface="Calibri"/>
              <a:ea typeface="Calibri"/>
              <a:cs typeface="Calibri"/>
            </a:endParaRPr>
          </a:p>
          <a:p>
            <a:pPr>
              <a:buNone/>
            </a:pPr>
            <a:endParaRPr lang="en-IN" sz="1200" b="1" dirty="0">
              <a:solidFill>
                <a:srgbClr val="343541"/>
              </a:solidFill>
              <a:latin typeface="Calibri"/>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7063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What is High Level NLP Applications? </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24</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9842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Here are Some High-Level NLP Applications:</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25</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19212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Here are Some High-Level NLP Applications:</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26</a:t>
            </a:fld>
            <a:endParaRPr lang="en-US">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46872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What is Machine Translation? </a:t>
            </a: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dirty="0">
                <a:solidFill>
                  <a:schemeClr val="tx1">
                    <a:lumMod val="50000"/>
                    <a:lumOff val="50000"/>
                  </a:schemeClr>
                </a:solidFill>
              </a:rPr>
              <a:pPr>
                <a:spcAft>
                  <a:spcPts val="600"/>
                </a:spcAft>
              </a:pPr>
              <a:t>27</a:t>
            </a:fld>
            <a:endParaRPr lang="en-US" dirty="0">
              <a:solidFill>
                <a:schemeClr val="tx1">
                  <a:lumMod val="50000"/>
                  <a:lumOff val="50000"/>
                </a:schemeClr>
              </a:solidFill>
            </a:endParaRPr>
          </a:p>
        </p:txBody>
      </p:sp>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2" descr="Noida Institute of Engineering and Technology - [NIET], Greater Noida -  Faculty Details 2024-2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77763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IN" dirty="0"/>
              <a:t>What is Rule – Based Machine Translation (RBMT)?</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28</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01020"/>
          </a:xfrm>
        </p:spPr>
        <p:txBody>
          <a:bodyPr vert="horz" lIns="91440" tIns="45720" rIns="91440" bIns="45720" rtlCol="0" anchor="t">
            <a:noAutofit/>
          </a:bodyPr>
          <a:lstStyle/>
          <a:p>
            <a:pPr>
              <a:buNone/>
            </a:pPr>
            <a:r>
              <a:rPr lang="en-IN" sz="1600" b="1" dirty="0">
                <a:solidFill>
                  <a:srgbClr val="343541"/>
                </a:solidFill>
                <a:latin typeface="Calibri"/>
                <a:cs typeface="Calibri"/>
              </a:rPr>
              <a:t>1. Principles:</a:t>
            </a:r>
            <a:r>
              <a:rPr lang="en-IN" sz="1600" dirty="0">
                <a:solidFill>
                  <a:srgbClr val="343541"/>
                </a:solidFill>
                <a:latin typeface="Calibri"/>
                <a:cs typeface="Calibri"/>
              </a:rPr>
              <a:t> Rule-based machine translation is based on linguistic and grammatical rules. It relies on a set of predefined linguistic rules, dictionaries, and linguistic resources to translate text. These rules are typically handcrafted by linguists and language experts.</a:t>
            </a:r>
          </a:p>
          <a:p>
            <a:pPr>
              <a:buNone/>
            </a:pPr>
            <a:r>
              <a:rPr lang="en-IN" sz="1600" b="1" dirty="0">
                <a:solidFill>
                  <a:srgbClr val="343541"/>
                </a:solidFill>
                <a:latin typeface="Calibri"/>
                <a:cs typeface="Calibri"/>
              </a:rPr>
              <a:t>2. Workflow:</a:t>
            </a:r>
            <a:r>
              <a:rPr lang="en-IN" sz="1600" dirty="0">
                <a:solidFill>
                  <a:srgbClr val="343541"/>
                </a:solidFill>
                <a:latin typeface="Calibri"/>
                <a:cs typeface="Calibri"/>
              </a:rPr>
              <a:t> RBMT systems </a:t>
            </a:r>
            <a:r>
              <a:rPr lang="en-IN" sz="1600" err="1">
                <a:solidFill>
                  <a:srgbClr val="343541"/>
                </a:solidFill>
                <a:latin typeface="Calibri"/>
                <a:cs typeface="Calibri"/>
              </a:rPr>
              <a:t>analyze</a:t>
            </a:r>
            <a:r>
              <a:rPr lang="en-IN" sz="1600" dirty="0">
                <a:solidFill>
                  <a:srgbClr val="343541"/>
                </a:solidFill>
                <a:latin typeface="Calibri"/>
                <a:cs typeface="Calibri"/>
              </a:rPr>
              <a:t> the source text, break it down into syntactic and semantic components, and generate an interlingua (an intermediate representation of the text). Then, the interlingua is used to generate the target language output.</a:t>
            </a:r>
            <a:endParaRPr lang="en-IN" sz="1600" dirty="0">
              <a:solidFill>
                <a:srgbClr val="343541"/>
              </a:solidFill>
              <a:latin typeface="Calibri"/>
              <a:ea typeface="Calibri"/>
              <a:cs typeface="Calibri"/>
            </a:endParaRPr>
          </a:p>
          <a:p>
            <a:pPr>
              <a:buNone/>
            </a:pPr>
            <a:r>
              <a:rPr lang="en-IN" sz="1600" b="1" dirty="0">
                <a:solidFill>
                  <a:srgbClr val="343541"/>
                </a:solidFill>
                <a:latin typeface="Calibri"/>
                <a:ea typeface="Calibri"/>
                <a:cs typeface="Calibri"/>
              </a:rPr>
              <a:t>3. Linguistic Rules:</a:t>
            </a:r>
            <a:r>
              <a:rPr lang="en-IN" sz="1600" dirty="0">
                <a:solidFill>
                  <a:srgbClr val="343541"/>
                </a:solidFill>
                <a:latin typeface="Calibri"/>
                <a:ea typeface="Calibri"/>
                <a:cs typeface="Calibri"/>
              </a:rPr>
              <a:t> RBMT systems use linguistic rules that include grammar, syntax, and morphology to transform the source language into the target language. These rules may cover word order, verb conjugations, noun declensions, and more.</a:t>
            </a:r>
          </a:p>
          <a:p>
            <a:pPr>
              <a:buNone/>
            </a:pPr>
            <a:r>
              <a:rPr lang="en-IN" sz="1600" b="1" dirty="0">
                <a:solidFill>
                  <a:srgbClr val="343541"/>
                </a:solidFill>
                <a:latin typeface="Calibri"/>
                <a:ea typeface="Calibri"/>
                <a:cs typeface="Calibri"/>
              </a:rPr>
              <a:t>4. Pros:</a:t>
            </a:r>
          </a:p>
          <a:p>
            <a:pPr>
              <a:buNone/>
            </a:pPr>
            <a:r>
              <a:rPr lang="en-IN" sz="1600" dirty="0">
                <a:solidFill>
                  <a:srgbClr val="343541"/>
                </a:solidFill>
                <a:latin typeface="Calibri"/>
                <a:ea typeface="Calibri"/>
                <a:cs typeface="Calibri"/>
              </a:rPr>
              <a:t>   - RBMT systems can be highly accurate in cases where the linguistic rules are well-defined.</a:t>
            </a:r>
          </a:p>
          <a:p>
            <a:pPr>
              <a:buNone/>
            </a:pPr>
            <a:r>
              <a:rPr lang="en-IN" sz="1600" dirty="0">
                <a:solidFill>
                  <a:srgbClr val="343541"/>
                </a:solidFill>
                <a:latin typeface="Calibri"/>
                <a:ea typeface="Calibri"/>
                <a:cs typeface="Calibri"/>
              </a:rPr>
              <a:t>   - They can handle languages with complex grammatical structures.</a:t>
            </a:r>
          </a:p>
          <a:p>
            <a:pPr>
              <a:buNone/>
            </a:pPr>
            <a:r>
              <a:rPr lang="en-IN" sz="1600" b="1" dirty="0">
                <a:solidFill>
                  <a:srgbClr val="343541"/>
                </a:solidFill>
                <a:latin typeface="Calibri"/>
                <a:ea typeface="Calibri"/>
                <a:cs typeface="Calibri"/>
              </a:rPr>
              <a:t>5. Cons:</a:t>
            </a:r>
          </a:p>
          <a:p>
            <a:pPr>
              <a:buNone/>
            </a:pPr>
            <a:r>
              <a:rPr lang="en-IN" sz="1600" dirty="0">
                <a:solidFill>
                  <a:srgbClr val="343541"/>
                </a:solidFill>
                <a:latin typeface="Calibri"/>
                <a:ea typeface="Calibri"/>
                <a:cs typeface="Calibri"/>
              </a:rPr>
              <a:t>   - Developing and maintaining linguistic rules is a </a:t>
            </a:r>
            <a:r>
              <a:rPr lang="en-IN" sz="1600" err="1">
                <a:solidFill>
                  <a:srgbClr val="343541"/>
                </a:solidFill>
                <a:latin typeface="Calibri"/>
                <a:ea typeface="Calibri"/>
                <a:cs typeface="Calibri"/>
              </a:rPr>
              <a:t>labor-intensive</a:t>
            </a:r>
            <a:r>
              <a:rPr lang="en-IN" sz="1600" dirty="0">
                <a:solidFill>
                  <a:srgbClr val="343541"/>
                </a:solidFill>
                <a:latin typeface="Calibri"/>
                <a:ea typeface="Calibri"/>
                <a:cs typeface="Calibri"/>
              </a:rPr>
              <a:t> and time-consuming process.</a:t>
            </a:r>
          </a:p>
          <a:p>
            <a:pPr>
              <a:buNone/>
            </a:pPr>
            <a:r>
              <a:rPr lang="en-IN" sz="1600" dirty="0">
                <a:solidFill>
                  <a:srgbClr val="343541"/>
                </a:solidFill>
                <a:latin typeface="Calibri"/>
                <a:ea typeface="Calibri"/>
                <a:cs typeface="Calibri"/>
              </a:rPr>
              <a:t>   - RBMT systems may struggle with idiomatic expressions, irregular verbs, or languages with limited linguistic resources.</a:t>
            </a:r>
          </a:p>
          <a:p>
            <a:pPr>
              <a:buNone/>
            </a:pPr>
            <a:r>
              <a:rPr lang="en-IN" sz="1600" dirty="0">
                <a:solidFill>
                  <a:srgbClr val="343541"/>
                </a:solidFill>
                <a:latin typeface="Calibri"/>
                <a:ea typeface="Calibri"/>
                <a:cs typeface="Calibri"/>
              </a:rPr>
              <a:t>   - They may not adapt well to variations in language and context.</a:t>
            </a:r>
          </a:p>
          <a:p>
            <a:pPr>
              <a:buNone/>
            </a:pPr>
            <a:endParaRPr lang="en-IN" sz="1600" dirty="0">
              <a:solidFill>
                <a:srgbClr val="343541"/>
              </a:solidFill>
              <a:latin typeface="Calibri"/>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94052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IN" dirty="0"/>
              <a:t>What is Statistical Machine Translation (SMT)?</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29</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01020"/>
          </a:xfrm>
        </p:spPr>
        <p:txBody>
          <a:bodyPr vert="horz" lIns="91440" tIns="45720" rIns="91440" bIns="45720" rtlCol="0" anchor="t">
            <a:noAutofit/>
          </a:bodyPr>
          <a:lstStyle/>
          <a:p>
            <a:pPr>
              <a:buNone/>
            </a:pPr>
            <a:r>
              <a:rPr lang="en-IN" sz="1600" b="1" dirty="0">
                <a:solidFill>
                  <a:srgbClr val="343541"/>
                </a:solidFill>
                <a:latin typeface="Calibri"/>
                <a:cs typeface="Calibri"/>
              </a:rPr>
              <a:t>1. Principles:</a:t>
            </a:r>
            <a:r>
              <a:rPr lang="en-IN" sz="1600" dirty="0">
                <a:solidFill>
                  <a:srgbClr val="343541"/>
                </a:solidFill>
                <a:latin typeface="Calibri"/>
                <a:cs typeface="Calibri"/>
              </a:rPr>
              <a:t> Statistical machine translation is based on statistical models and large parallel corpora, which are collections of text in two or more languages. Instead of relying on linguistic rules, SMT systems learn translation patterns from data.</a:t>
            </a:r>
            <a:endParaRPr lang="en-US" dirty="0"/>
          </a:p>
          <a:p>
            <a:pPr>
              <a:buNone/>
            </a:pPr>
            <a:r>
              <a:rPr lang="en-IN" sz="1600" b="1" dirty="0">
                <a:solidFill>
                  <a:srgbClr val="343541"/>
                </a:solidFill>
                <a:latin typeface="Calibri"/>
                <a:cs typeface="Calibri"/>
              </a:rPr>
              <a:t>2. Workflow:</a:t>
            </a:r>
            <a:r>
              <a:rPr lang="en-IN" sz="1600" dirty="0">
                <a:solidFill>
                  <a:srgbClr val="343541"/>
                </a:solidFill>
                <a:latin typeface="Calibri"/>
                <a:cs typeface="Calibri"/>
              </a:rPr>
              <a:t> SMT models use alignment models to determine the likelihood of words and phrases in the source language being translated into words and phrases in the target language. The translation decision is probabilistic and based on observed data.</a:t>
            </a:r>
          </a:p>
          <a:p>
            <a:pPr>
              <a:buNone/>
            </a:pPr>
            <a:r>
              <a:rPr lang="en-IN" sz="1600" b="1" dirty="0">
                <a:solidFill>
                  <a:srgbClr val="343541"/>
                </a:solidFill>
                <a:latin typeface="Calibri"/>
                <a:ea typeface="Calibri"/>
                <a:cs typeface="Calibri"/>
              </a:rPr>
              <a:t>3. Parallel Corpora:</a:t>
            </a:r>
            <a:r>
              <a:rPr lang="en-IN" sz="1600" dirty="0">
                <a:solidFill>
                  <a:srgbClr val="343541"/>
                </a:solidFill>
                <a:latin typeface="Calibri"/>
                <a:ea typeface="Calibri"/>
                <a:cs typeface="Calibri"/>
              </a:rPr>
              <a:t> SMT systems require parallel corpora, which are texts in the source and target languages that are translations of each other. The more extensive and diverse the parallel data, the better the SMT model's performance.</a:t>
            </a:r>
          </a:p>
          <a:p>
            <a:pPr>
              <a:buNone/>
            </a:pPr>
            <a:r>
              <a:rPr lang="en-IN" sz="1600" b="1" dirty="0">
                <a:solidFill>
                  <a:srgbClr val="343541"/>
                </a:solidFill>
                <a:latin typeface="Calibri"/>
                <a:ea typeface="Calibri"/>
                <a:cs typeface="Calibri"/>
              </a:rPr>
              <a:t>4. Pros:</a:t>
            </a:r>
          </a:p>
          <a:p>
            <a:pPr>
              <a:buNone/>
            </a:pPr>
            <a:r>
              <a:rPr lang="en-IN" sz="1600" dirty="0">
                <a:solidFill>
                  <a:srgbClr val="343541"/>
                </a:solidFill>
                <a:latin typeface="Calibri"/>
                <a:ea typeface="Calibri"/>
                <a:cs typeface="Calibri"/>
              </a:rPr>
              <a:t>   - SMT systems are data-driven, making them more adaptable to different languages and domains.</a:t>
            </a:r>
          </a:p>
          <a:p>
            <a:pPr>
              <a:buNone/>
            </a:pPr>
            <a:r>
              <a:rPr lang="en-IN" sz="1600" dirty="0">
                <a:solidFill>
                  <a:srgbClr val="343541"/>
                </a:solidFill>
                <a:latin typeface="Calibri"/>
                <a:ea typeface="Calibri"/>
                <a:cs typeface="Calibri"/>
              </a:rPr>
              <a:t>   - They can automatically learn translation patterns from large datasets, reducing the need for manual rule creation.</a:t>
            </a:r>
          </a:p>
          <a:p>
            <a:pPr>
              <a:buNone/>
            </a:pPr>
            <a:r>
              <a:rPr lang="en-IN" sz="1600" dirty="0">
                <a:solidFill>
                  <a:srgbClr val="343541"/>
                </a:solidFill>
                <a:latin typeface="Calibri"/>
                <a:ea typeface="Calibri"/>
                <a:cs typeface="Calibri"/>
              </a:rPr>
              <a:t>   - SMT can handle idiomatic expressions and colloquial language effectively.</a:t>
            </a:r>
          </a:p>
          <a:p>
            <a:pPr>
              <a:buNone/>
            </a:pPr>
            <a:r>
              <a:rPr lang="en-IN" sz="1600" b="1" dirty="0">
                <a:solidFill>
                  <a:srgbClr val="343541"/>
                </a:solidFill>
                <a:latin typeface="Calibri"/>
                <a:ea typeface="Calibri"/>
                <a:cs typeface="Calibri"/>
              </a:rPr>
              <a:t>5. Cons:</a:t>
            </a:r>
          </a:p>
          <a:p>
            <a:pPr>
              <a:buNone/>
            </a:pPr>
            <a:r>
              <a:rPr lang="en-IN" sz="1600" dirty="0">
                <a:solidFill>
                  <a:srgbClr val="343541"/>
                </a:solidFill>
                <a:latin typeface="Calibri"/>
                <a:ea typeface="Calibri"/>
                <a:cs typeface="Calibri"/>
              </a:rPr>
              <a:t>   - SMT models may have challenges with languages with limited parallel data.</a:t>
            </a:r>
          </a:p>
          <a:p>
            <a:pPr>
              <a:buNone/>
            </a:pPr>
            <a:r>
              <a:rPr lang="en-IN" sz="1600" dirty="0">
                <a:solidFill>
                  <a:srgbClr val="343541"/>
                </a:solidFill>
                <a:latin typeface="Calibri"/>
                <a:ea typeface="Calibri"/>
                <a:cs typeface="Calibri"/>
              </a:rPr>
              <a:t>   - They can generate translations that lack fluency and coherence, especially for languages with significant grammatical differences from the source language.</a:t>
            </a:r>
          </a:p>
          <a:p>
            <a:pPr>
              <a:buNone/>
            </a:pPr>
            <a:endParaRPr lang="en-IN" sz="1600" dirty="0">
              <a:solidFill>
                <a:srgbClr val="343541"/>
              </a:solidFill>
              <a:latin typeface="Calibri"/>
              <a:ea typeface="Calibri"/>
              <a:cs typeface="Calibri"/>
            </a:endParaRPr>
          </a:p>
          <a:p>
            <a:pPr>
              <a:buNone/>
            </a:pPr>
            <a:endParaRPr lang="en-IN" sz="1600" dirty="0">
              <a:solidFill>
                <a:srgbClr val="343541"/>
              </a:solidFill>
              <a:latin typeface="Calibri"/>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50032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IN" dirty="0"/>
              <a:t>What is Text Summarization?</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30</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86529" y="1714845"/>
            <a:ext cx="8991390" cy="5041265"/>
          </a:xfrm>
        </p:spPr>
        <p:txBody>
          <a:bodyPr vert="horz" lIns="91440" tIns="45720" rIns="91440" bIns="45720" rtlCol="0" anchor="t">
            <a:noAutofit/>
          </a:bodyPr>
          <a:lstStyle/>
          <a:p>
            <a:pPr>
              <a:buNone/>
            </a:pPr>
            <a:r>
              <a:rPr lang="en-IN" sz="1400" b="1" dirty="0">
                <a:solidFill>
                  <a:srgbClr val="343541"/>
                </a:solidFill>
                <a:latin typeface="Calibri"/>
                <a:cs typeface="Calibri"/>
              </a:rPr>
              <a:t>Definition:</a:t>
            </a:r>
            <a:r>
              <a:rPr lang="en-IN" sz="1400" dirty="0">
                <a:solidFill>
                  <a:srgbClr val="343541"/>
                </a:solidFill>
                <a:latin typeface="Calibri"/>
                <a:cs typeface="Calibri"/>
              </a:rPr>
              <a:t> Text summarization is the process of creating concise and coherent summaries of longer documents while retaining the most important information and main ideas. It aims to provide a shorter version of a text that captures its essence.</a:t>
            </a:r>
            <a:endParaRPr lang="en-IN" sz="1400" dirty="0">
              <a:solidFill>
                <a:srgbClr val="343541"/>
              </a:solidFill>
              <a:cs typeface="Calibri"/>
            </a:endParaRPr>
          </a:p>
          <a:p>
            <a:pPr>
              <a:buNone/>
            </a:pPr>
            <a:r>
              <a:rPr lang="en-IN" sz="1400" b="1" dirty="0">
                <a:solidFill>
                  <a:srgbClr val="343541"/>
                </a:solidFill>
                <a:latin typeface="Calibri"/>
                <a:cs typeface="Calibri"/>
              </a:rPr>
              <a:t>Types:</a:t>
            </a:r>
          </a:p>
          <a:p>
            <a:pPr>
              <a:buNone/>
            </a:pPr>
            <a:r>
              <a:rPr lang="en-IN" sz="1400" dirty="0">
                <a:solidFill>
                  <a:srgbClr val="343541"/>
                </a:solidFill>
                <a:latin typeface="Calibri"/>
                <a:cs typeface="Calibri"/>
              </a:rPr>
              <a:t>  </a:t>
            </a:r>
            <a:r>
              <a:rPr lang="en-IN" sz="1400" b="1" dirty="0">
                <a:solidFill>
                  <a:srgbClr val="343541"/>
                </a:solidFill>
                <a:latin typeface="Calibri"/>
                <a:cs typeface="Calibri"/>
              </a:rPr>
              <a:t>- Extractive Summarization:</a:t>
            </a:r>
            <a:r>
              <a:rPr lang="en-IN" sz="1400" dirty="0">
                <a:solidFill>
                  <a:srgbClr val="343541"/>
                </a:solidFill>
                <a:latin typeface="Calibri"/>
                <a:cs typeface="Calibri"/>
              </a:rPr>
              <a:t> Extractive summarization methods select sentences or passages directly from the source document to form the summary. These sentences are often the most representative and important parts of the text.</a:t>
            </a:r>
          </a:p>
          <a:p>
            <a:pPr>
              <a:buNone/>
            </a:pPr>
            <a:r>
              <a:rPr lang="en-IN" sz="1400" dirty="0">
                <a:solidFill>
                  <a:srgbClr val="343541"/>
                </a:solidFill>
                <a:latin typeface="Calibri"/>
                <a:ea typeface="Calibri"/>
                <a:cs typeface="Calibri"/>
              </a:rPr>
              <a:t>  </a:t>
            </a:r>
            <a:r>
              <a:rPr lang="en-IN" sz="1400" b="1" dirty="0">
                <a:solidFill>
                  <a:srgbClr val="343541"/>
                </a:solidFill>
                <a:latin typeface="Calibri"/>
                <a:ea typeface="Calibri"/>
                <a:cs typeface="Calibri"/>
              </a:rPr>
              <a:t>- Abstractive Summarization:</a:t>
            </a:r>
            <a:r>
              <a:rPr lang="en-IN" sz="1400" dirty="0">
                <a:solidFill>
                  <a:srgbClr val="343541"/>
                </a:solidFill>
                <a:latin typeface="Calibri"/>
                <a:ea typeface="Calibri"/>
                <a:cs typeface="Calibri"/>
              </a:rPr>
              <a:t> Abstractive summarization methods generate novel sentences to summarize the content. This involves paraphrasing and rephrasing the source text to create a coherent and human-like summary.</a:t>
            </a:r>
          </a:p>
          <a:p>
            <a:pPr>
              <a:buNone/>
            </a:pPr>
            <a:r>
              <a:rPr lang="en-IN" sz="1400" b="1" dirty="0">
                <a:solidFill>
                  <a:srgbClr val="343541"/>
                </a:solidFill>
                <a:latin typeface="Calibri"/>
                <a:ea typeface="Calibri"/>
                <a:cs typeface="Calibri"/>
              </a:rPr>
              <a:t>Use Cases:</a:t>
            </a:r>
          </a:p>
          <a:p>
            <a:pPr>
              <a:buNone/>
            </a:pPr>
            <a:r>
              <a:rPr lang="en-IN" sz="1400" dirty="0">
                <a:solidFill>
                  <a:srgbClr val="343541"/>
                </a:solidFill>
                <a:latin typeface="Calibri"/>
                <a:ea typeface="Calibri"/>
                <a:cs typeface="Calibri"/>
              </a:rPr>
              <a:t>  </a:t>
            </a:r>
            <a:r>
              <a:rPr lang="en-IN" sz="1400" b="1" dirty="0">
                <a:solidFill>
                  <a:srgbClr val="343541"/>
                </a:solidFill>
                <a:latin typeface="Calibri"/>
                <a:ea typeface="Calibri"/>
                <a:cs typeface="Calibri"/>
              </a:rPr>
              <a:t>- Information Retrieval:</a:t>
            </a:r>
            <a:r>
              <a:rPr lang="en-IN" sz="1400" dirty="0">
                <a:solidFill>
                  <a:srgbClr val="343541"/>
                </a:solidFill>
                <a:latin typeface="Calibri"/>
                <a:ea typeface="Calibri"/>
                <a:cs typeface="Calibri"/>
              </a:rPr>
              <a:t> Summarizing search results or lengthy articles to help users quickly understand the content and decide if it's relevant.</a:t>
            </a:r>
          </a:p>
          <a:p>
            <a:pPr>
              <a:buNone/>
            </a:pPr>
            <a:r>
              <a:rPr lang="en-IN" sz="1400" dirty="0">
                <a:solidFill>
                  <a:srgbClr val="343541"/>
                </a:solidFill>
                <a:latin typeface="Calibri"/>
                <a:ea typeface="Calibri"/>
                <a:cs typeface="Calibri"/>
              </a:rPr>
              <a:t>  </a:t>
            </a:r>
            <a:r>
              <a:rPr lang="en-IN" sz="1400" b="1" dirty="0">
                <a:solidFill>
                  <a:srgbClr val="343541"/>
                </a:solidFill>
                <a:latin typeface="Calibri"/>
                <a:ea typeface="Calibri"/>
                <a:cs typeface="Calibri"/>
              </a:rPr>
              <a:t>- Document Summarization:</a:t>
            </a:r>
            <a:r>
              <a:rPr lang="en-IN" sz="1400" dirty="0">
                <a:solidFill>
                  <a:srgbClr val="343541"/>
                </a:solidFill>
                <a:latin typeface="Calibri"/>
                <a:ea typeface="Calibri"/>
                <a:cs typeface="Calibri"/>
              </a:rPr>
              <a:t> Creating executive summaries for long reports, research papers, legal documents, or books.</a:t>
            </a:r>
          </a:p>
          <a:p>
            <a:pPr>
              <a:buNone/>
            </a:pPr>
            <a:r>
              <a:rPr lang="en-IN" sz="1400" dirty="0">
                <a:solidFill>
                  <a:srgbClr val="343541"/>
                </a:solidFill>
                <a:latin typeface="Calibri"/>
                <a:ea typeface="Calibri"/>
                <a:cs typeface="Calibri"/>
              </a:rPr>
              <a:t>  </a:t>
            </a:r>
            <a:r>
              <a:rPr lang="en-IN" sz="1400" b="1" dirty="0">
                <a:solidFill>
                  <a:srgbClr val="343541"/>
                </a:solidFill>
                <a:latin typeface="Calibri"/>
                <a:ea typeface="Calibri"/>
                <a:cs typeface="Calibri"/>
              </a:rPr>
              <a:t>- Content Recommendation:</a:t>
            </a:r>
            <a:r>
              <a:rPr lang="en-IN" sz="1400" dirty="0">
                <a:solidFill>
                  <a:srgbClr val="343541"/>
                </a:solidFill>
                <a:latin typeface="Calibri"/>
                <a:ea typeface="Calibri"/>
                <a:cs typeface="Calibri"/>
              </a:rPr>
              <a:t> Summarizing news articles or blog posts to provide users with short previews and help them choose what to read.</a:t>
            </a:r>
          </a:p>
          <a:p>
            <a:pPr>
              <a:buNone/>
            </a:pPr>
            <a:r>
              <a:rPr lang="en-IN" sz="1400" dirty="0">
                <a:solidFill>
                  <a:srgbClr val="343541"/>
                </a:solidFill>
                <a:latin typeface="Calibri"/>
                <a:ea typeface="Calibri"/>
                <a:cs typeface="Calibri"/>
              </a:rPr>
              <a:t>  </a:t>
            </a:r>
            <a:r>
              <a:rPr lang="en-IN" sz="1400" b="1" dirty="0">
                <a:solidFill>
                  <a:srgbClr val="343541"/>
                </a:solidFill>
                <a:latin typeface="Calibri"/>
                <a:ea typeface="Calibri"/>
                <a:cs typeface="Calibri"/>
              </a:rPr>
              <a:t>- Educational Tools:</a:t>
            </a:r>
            <a:r>
              <a:rPr lang="en-IN" sz="1400" dirty="0">
                <a:solidFill>
                  <a:srgbClr val="343541"/>
                </a:solidFill>
                <a:latin typeface="Calibri"/>
                <a:ea typeface="Calibri"/>
                <a:cs typeface="Calibri"/>
              </a:rPr>
              <a:t> Creating concise study materials from textbooks or research papers to assist students in understanding complex subjects.</a:t>
            </a:r>
            <a:endParaRPr lang="en-IN" sz="1400">
              <a:solidFill>
                <a:srgbClr val="343541"/>
              </a:solidFill>
              <a:latin typeface="Calibri"/>
              <a:ea typeface="Calibri"/>
              <a:cs typeface="Calibri"/>
            </a:endParaRPr>
          </a:p>
          <a:p>
            <a:pPr>
              <a:buNone/>
            </a:pPr>
            <a:r>
              <a:rPr lang="en-IN" sz="1400" b="1" dirty="0">
                <a:solidFill>
                  <a:srgbClr val="343541"/>
                </a:solidFill>
                <a:latin typeface="Calibri"/>
                <a:ea typeface="Calibri"/>
                <a:cs typeface="Calibri"/>
              </a:rPr>
              <a:t>Techniques:</a:t>
            </a:r>
          </a:p>
          <a:p>
            <a:pPr>
              <a:buNone/>
            </a:pPr>
            <a:r>
              <a:rPr lang="en-IN" sz="1400" dirty="0">
                <a:solidFill>
                  <a:srgbClr val="343541"/>
                </a:solidFill>
                <a:latin typeface="Calibri"/>
                <a:ea typeface="Calibri"/>
                <a:cs typeface="Calibri"/>
              </a:rPr>
              <a:t>  - Text summarization techniques include traditional methods like TF-IDF (Term Frequency-Inverse Document Frequency) and graph-based algorithms.</a:t>
            </a:r>
          </a:p>
          <a:p>
            <a:pPr>
              <a:buNone/>
            </a:pPr>
            <a:r>
              <a:rPr lang="en-IN" sz="1400" dirty="0">
                <a:solidFill>
                  <a:srgbClr val="343541"/>
                </a:solidFill>
                <a:latin typeface="Calibri"/>
                <a:ea typeface="Calibri"/>
                <a:cs typeface="Calibri"/>
              </a:rPr>
              <a:t>  - Deep learning approaches, such as encoder-decoder models, are increasingly used for abstractive summarization.</a:t>
            </a:r>
          </a:p>
          <a:p>
            <a:pPr>
              <a:buNone/>
            </a:pPr>
            <a:endParaRPr lang="en-IN" sz="1400" dirty="0">
              <a:solidFill>
                <a:srgbClr val="343541"/>
              </a:solidFill>
              <a:latin typeface="Calibri"/>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81781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IN" dirty="0"/>
              <a:t>What is Dialog Systems?</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31</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86529" y="1714845"/>
            <a:ext cx="8991390" cy="5041265"/>
          </a:xfrm>
        </p:spPr>
        <p:txBody>
          <a:bodyPr vert="horz" lIns="91440" tIns="45720" rIns="91440" bIns="45720" rtlCol="0" anchor="t">
            <a:noAutofit/>
          </a:bodyPr>
          <a:lstStyle/>
          <a:p>
            <a:pPr>
              <a:buNone/>
            </a:pPr>
            <a:r>
              <a:rPr lang="en-IN" sz="1800" b="1" dirty="0">
                <a:solidFill>
                  <a:srgbClr val="343541"/>
                </a:solidFill>
                <a:latin typeface="Calibri"/>
                <a:cs typeface="Calibri"/>
              </a:rPr>
              <a:t>Definition: </a:t>
            </a:r>
            <a:r>
              <a:rPr lang="en-IN" sz="1800" dirty="0">
                <a:solidFill>
                  <a:srgbClr val="343541"/>
                </a:solidFill>
                <a:latin typeface="Calibri"/>
                <a:cs typeface="Calibri"/>
              </a:rPr>
              <a:t>Dialog systems, also known as conversational agents or chatbots, engage in natural language conversations with users. They can answer questions, provide information, and assist with various tasks through text or voice-based interactions.</a:t>
            </a:r>
            <a:endParaRPr lang="en-IN" sz="1800">
              <a:solidFill>
                <a:srgbClr val="343541"/>
              </a:solidFill>
              <a:cs typeface="Calibri"/>
            </a:endParaRPr>
          </a:p>
          <a:p>
            <a:pPr>
              <a:buNone/>
            </a:pPr>
            <a:endParaRPr lang="en-IN" sz="1800" dirty="0">
              <a:solidFill>
                <a:srgbClr val="343541"/>
              </a:solidFill>
              <a:latin typeface="Calibri"/>
              <a:cs typeface="Calibri"/>
            </a:endParaRPr>
          </a:p>
          <a:p>
            <a:pPr>
              <a:buNone/>
            </a:pPr>
            <a:r>
              <a:rPr lang="en-IN" sz="1800" b="1" dirty="0">
                <a:solidFill>
                  <a:srgbClr val="343541"/>
                </a:solidFill>
                <a:latin typeface="Calibri"/>
                <a:cs typeface="Calibri"/>
              </a:rPr>
              <a:t>Types:</a:t>
            </a:r>
          </a:p>
          <a:p>
            <a:pPr>
              <a:buNone/>
            </a:pPr>
            <a:r>
              <a:rPr lang="en-IN" sz="1800" b="1" dirty="0">
                <a:solidFill>
                  <a:srgbClr val="343541"/>
                </a:solidFill>
                <a:latin typeface="Calibri"/>
                <a:cs typeface="Calibri"/>
              </a:rPr>
              <a:t>  - Rule-Based Dialog Systems: </a:t>
            </a:r>
            <a:r>
              <a:rPr lang="en-IN" sz="1800" dirty="0">
                <a:solidFill>
                  <a:srgbClr val="343541"/>
                </a:solidFill>
                <a:latin typeface="Calibri"/>
                <a:cs typeface="Calibri"/>
              </a:rPr>
              <a:t>These systems follow predefined rules and scripts to guide interactions. They have a structured decision-tree-like approach to conversation.</a:t>
            </a:r>
          </a:p>
          <a:p>
            <a:pPr>
              <a:buNone/>
            </a:pPr>
            <a:r>
              <a:rPr lang="en-IN" sz="1800" b="1" dirty="0">
                <a:solidFill>
                  <a:srgbClr val="343541"/>
                </a:solidFill>
                <a:latin typeface="Calibri"/>
                <a:ea typeface="Calibri"/>
                <a:cs typeface="Calibri"/>
              </a:rPr>
              <a:t>  - Data-Driven Dialog Systems: </a:t>
            </a:r>
            <a:r>
              <a:rPr lang="en-IN" sz="1800" dirty="0">
                <a:solidFill>
                  <a:srgbClr val="343541"/>
                </a:solidFill>
                <a:latin typeface="Calibri"/>
                <a:ea typeface="Calibri"/>
                <a:cs typeface="Calibri"/>
              </a:rPr>
              <a:t>Data-driven chatbots use machine learning techniques, such as deep learning and reinforcement learning, to understand user inputs and generate human-like responses. They can learn from large datasets of human interactions.</a:t>
            </a:r>
          </a:p>
          <a:p>
            <a:pPr>
              <a:buNone/>
            </a:pPr>
            <a:endParaRPr lang="en-IN" sz="1800" dirty="0">
              <a:solidFill>
                <a:srgbClr val="343541"/>
              </a:solidFill>
              <a:latin typeface="Calibri"/>
              <a:ea typeface="Calibri"/>
              <a:cs typeface="Calibri"/>
            </a:endParaRPr>
          </a:p>
          <a:p>
            <a:pPr>
              <a:buNone/>
            </a:pPr>
            <a:r>
              <a:rPr lang="en-IN" sz="1800" b="1" dirty="0">
                <a:solidFill>
                  <a:srgbClr val="343541"/>
                </a:solidFill>
                <a:latin typeface="Calibri"/>
                <a:ea typeface="Calibri"/>
                <a:cs typeface="Calibri"/>
              </a:rPr>
              <a:t>Use Cases:</a:t>
            </a:r>
          </a:p>
          <a:p>
            <a:pPr>
              <a:buNone/>
            </a:pPr>
            <a:r>
              <a:rPr lang="en-IN" sz="1800" dirty="0">
                <a:solidFill>
                  <a:srgbClr val="343541"/>
                </a:solidFill>
                <a:latin typeface="Calibri"/>
                <a:ea typeface="Calibri"/>
                <a:cs typeface="Calibri"/>
              </a:rPr>
              <a:t>  </a:t>
            </a:r>
            <a:r>
              <a:rPr lang="en-IN" sz="1800" b="1" dirty="0">
                <a:solidFill>
                  <a:srgbClr val="343541"/>
                </a:solidFill>
                <a:latin typeface="Calibri"/>
                <a:ea typeface="Calibri"/>
                <a:cs typeface="Calibri"/>
              </a:rPr>
              <a:t>- Customer Support: </a:t>
            </a:r>
            <a:r>
              <a:rPr lang="en-IN" sz="1800" dirty="0">
                <a:solidFill>
                  <a:srgbClr val="343541"/>
                </a:solidFill>
                <a:latin typeface="Calibri"/>
                <a:ea typeface="Calibri"/>
                <a:cs typeface="Calibri"/>
              </a:rPr>
              <a:t>Chatbots provide 24/7 customer support on websites, answering frequently asked questions and assisting with common issues.</a:t>
            </a:r>
          </a:p>
          <a:p>
            <a:pPr>
              <a:buNone/>
            </a:pPr>
            <a:r>
              <a:rPr lang="en-IN" sz="1800" dirty="0">
                <a:solidFill>
                  <a:srgbClr val="343541"/>
                </a:solidFill>
                <a:latin typeface="Calibri"/>
                <a:ea typeface="Calibri"/>
                <a:cs typeface="Calibri"/>
              </a:rPr>
              <a:t>  </a:t>
            </a:r>
            <a:r>
              <a:rPr lang="en-IN" sz="1800" b="1" dirty="0">
                <a:solidFill>
                  <a:srgbClr val="343541"/>
                </a:solidFill>
                <a:latin typeface="Calibri"/>
                <a:ea typeface="Calibri"/>
                <a:cs typeface="Calibri"/>
              </a:rPr>
              <a:t>- Virtual Assistants:</a:t>
            </a:r>
            <a:r>
              <a:rPr lang="en-IN" sz="1800" dirty="0">
                <a:solidFill>
                  <a:srgbClr val="343541"/>
                </a:solidFill>
                <a:latin typeface="Calibri"/>
                <a:ea typeface="Calibri"/>
                <a:cs typeface="Calibri"/>
              </a:rPr>
              <a:t> Voice-activated virtual assistants like Siri, Google Assistant, and Alexa engage in conversations to perform tasks and answer questions.</a:t>
            </a:r>
          </a:p>
          <a:p>
            <a:pPr>
              <a:buNone/>
            </a:pPr>
            <a:endParaRPr lang="en-IN" sz="1800" dirty="0">
              <a:solidFill>
                <a:srgbClr val="343541"/>
              </a:solidFill>
              <a:latin typeface="Calibri"/>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6068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IN" dirty="0"/>
              <a:t>What is Dialog Systems?</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32</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86529" y="1714845"/>
            <a:ext cx="8991390" cy="5041265"/>
          </a:xfrm>
        </p:spPr>
        <p:txBody>
          <a:bodyPr vert="horz" lIns="91440" tIns="45720" rIns="91440" bIns="45720" rtlCol="0" anchor="t">
            <a:noAutofit/>
          </a:bodyPr>
          <a:lstStyle/>
          <a:p>
            <a:pPr>
              <a:buNone/>
            </a:pPr>
            <a:endParaRPr lang="en-US" sz="1800">
              <a:solidFill>
                <a:srgbClr val="000000"/>
              </a:solidFill>
              <a:latin typeface="Calibri"/>
              <a:ea typeface="Calibri"/>
              <a:cs typeface="Calibri"/>
            </a:endParaRPr>
          </a:p>
          <a:p>
            <a:pPr>
              <a:buNone/>
            </a:pPr>
            <a:r>
              <a:rPr lang="en-IN" sz="1800" b="1" dirty="0">
                <a:solidFill>
                  <a:srgbClr val="343541"/>
                </a:solidFill>
                <a:latin typeface="Calibri"/>
                <a:ea typeface="Calibri"/>
                <a:cs typeface="Calibri"/>
              </a:rPr>
              <a:t> - Healthcare: </a:t>
            </a:r>
            <a:r>
              <a:rPr lang="en-IN" sz="1800" dirty="0">
                <a:solidFill>
                  <a:srgbClr val="343541"/>
                </a:solidFill>
                <a:latin typeface="Calibri"/>
                <a:ea typeface="Calibri"/>
                <a:cs typeface="Calibri"/>
              </a:rPr>
              <a:t>Virtual health assistants help patients with medical queries, schedule appointments, and provide health information.</a:t>
            </a:r>
            <a:endParaRPr lang="en-US" sz="1800">
              <a:cs typeface="Calibri"/>
            </a:endParaRPr>
          </a:p>
          <a:p>
            <a:pPr>
              <a:buNone/>
            </a:pPr>
            <a:r>
              <a:rPr lang="en-IN" sz="1800" b="1" dirty="0">
                <a:solidFill>
                  <a:srgbClr val="343541"/>
                </a:solidFill>
                <a:latin typeface="Calibri"/>
                <a:ea typeface="Calibri"/>
                <a:cs typeface="Calibri"/>
              </a:rPr>
              <a:t>  - Information Retrieval: </a:t>
            </a:r>
            <a:r>
              <a:rPr lang="en-IN" sz="1800" dirty="0">
                <a:solidFill>
                  <a:srgbClr val="343541"/>
                </a:solidFill>
                <a:latin typeface="Calibri"/>
                <a:ea typeface="Calibri"/>
                <a:cs typeface="Calibri"/>
              </a:rPr>
              <a:t>Chatbots assist users in finding information, booking services, making reservations, and retrieving personalized data.</a:t>
            </a:r>
            <a:endParaRPr lang="en-IN" sz="1800">
              <a:cs typeface="Calibri"/>
            </a:endParaRPr>
          </a:p>
          <a:p>
            <a:pPr>
              <a:buNone/>
            </a:pPr>
            <a:r>
              <a:rPr lang="en-IN" sz="1800" b="1" dirty="0">
                <a:solidFill>
                  <a:srgbClr val="343541"/>
                </a:solidFill>
                <a:latin typeface="Calibri"/>
                <a:ea typeface="Calibri"/>
                <a:cs typeface="Calibri"/>
              </a:rPr>
              <a:t>  - Entertainment: </a:t>
            </a:r>
            <a:r>
              <a:rPr lang="en-IN" sz="1800" dirty="0">
                <a:solidFill>
                  <a:srgbClr val="343541"/>
                </a:solidFill>
                <a:latin typeface="Calibri"/>
                <a:ea typeface="Calibri"/>
                <a:cs typeface="Calibri"/>
              </a:rPr>
              <a:t>Dialog systems are used in interactive storytelling, gaming, and as virtual companions.</a:t>
            </a:r>
            <a:endParaRPr lang="en-IN" sz="1800">
              <a:cs typeface="Calibri"/>
            </a:endParaRPr>
          </a:p>
          <a:p>
            <a:pPr>
              <a:buNone/>
            </a:pPr>
            <a:endParaRPr lang="en-IN" sz="1800" b="1" dirty="0">
              <a:solidFill>
                <a:srgbClr val="343541"/>
              </a:solidFill>
              <a:latin typeface="Calibri"/>
              <a:ea typeface="Calibri"/>
              <a:cs typeface="Calibri"/>
            </a:endParaRPr>
          </a:p>
          <a:p>
            <a:pPr>
              <a:buNone/>
            </a:pPr>
            <a:r>
              <a:rPr lang="en-IN" sz="1800" b="1" dirty="0">
                <a:solidFill>
                  <a:srgbClr val="343541"/>
                </a:solidFill>
                <a:latin typeface="Calibri"/>
                <a:ea typeface="Calibri"/>
                <a:cs typeface="Calibri"/>
              </a:rPr>
              <a:t>Techniques:</a:t>
            </a:r>
            <a:endParaRPr lang="en-IN" sz="1800" b="1" dirty="0">
              <a:cs typeface="Calibri"/>
            </a:endParaRPr>
          </a:p>
          <a:p>
            <a:pPr>
              <a:buNone/>
            </a:pPr>
            <a:r>
              <a:rPr lang="en-IN" sz="1800" dirty="0">
                <a:solidFill>
                  <a:srgbClr val="343541"/>
                </a:solidFill>
                <a:latin typeface="Calibri"/>
                <a:ea typeface="Calibri"/>
                <a:cs typeface="Calibri"/>
              </a:rPr>
              <a:t>  - Dialog systems employ natural language understanding (NLU) to comprehend user inputs and natural language generation (NLG) to produce human-like responses.</a:t>
            </a:r>
            <a:endParaRPr lang="en-IN" sz="1800">
              <a:cs typeface="Calibri"/>
            </a:endParaRPr>
          </a:p>
          <a:p>
            <a:pPr>
              <a:buNone/>
            </a:pPr>
            <a:r>
              <a:rPr lang="en-IN" sz="1800" dirty="0">
                <a:solidFill>
                  <a:srgbClr val="343541"/>
                </a:solidFill>
                <a:latin typeface="Calibri"/>
                <a:ea typeface="Calibri"/>
                <a:cs typeface="Calibri"/>
              </a:rPr>
              <a:t>  - Reinforcement learning and reinforcement learning from human feedback (RLHF) are used for training data-driven dialog systems.</a:t>
            </a:r>
            <a:endParaRPr lang="en-IN" sz="1800">
              <a:cs typeface="Calibri"/>
            </a:endParaRPr>
          </a:p>
          <a:p>
            <a:pPr>
              <a:buNone/>
            </a:pPr>
            <a:endParaRPr lang="en-IN" sz="1800" dirty="0">
              <a:solidFill>
                <a:srgbClr val="343541"/>
              </a:solidFill>
              <a:latin typeface="Calibri"/>
              <a:ea typeface="Calibri"/>
              <a:cs typeface="Calibri"/>
            </a:endParaRPr>
          </a:p>
          <a:p>
            <a:pPr>
              <a:buNone/>
            </a:pPr>
            <a:endParaRPr lang="en-IN" sz="1800" dirty="0">
              <a:solidFill>
                <a:srgbClr val="343541"/>
              </a:solidFill>
              <a:latin typeface="Calibri"/>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30370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IN" dirty="0"/>
              <a:t>What is Conversational Agents &amp; Chatbots?</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33</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86529" y="1714845"/>
            <a:ext cx="8991390" cy="5041265"/>
          </a:xfrm>
        </p:spPr>
        <p:txBody>
          <a:bodyPr vert="horz" lIns="91440" tIns="45720" rIns="91440" bIns="45720" rtlCol="0" anchor="t">
            <a:noAutofit/>
          </a:bodyPr>
          <a:lstStyle/>
          <a:p>
            <a:pPr>
              <a:buNone/>
            </a:pPr>
            <a:r>
              <a:rPr lang="en-IN" sz="1600" b="1" dirty="0">
                <a:solidFill>
                  <a:srgbClr val="343541"/>
                </a:solidFill>
                <a:latin typeface="Calibri"/>
                <a:cs typeface="Calibri"/>
              </a:rPr>
              <a:t>Definition:</a:t>
            </a:r>
            <a:r>
              <a:rPr lang="en-IN" sz="1600" dirty="0">
                <a:solidFill>
                  <a:srgbClr val="343541"/>
                </a:solidFill>
                <a:latin typeface="Calibri"/>
                <a:cs typeface="Calibri"/>
              </a:rPr>
              <a:t> Conversational agents, also known as chatbots, are software programs or virtual assistants that use natural language understanding (NLU) and natural language generation (NLG) to interact with users through text or voice-based conversations. They can answer questions, provide information, assist with tasks, and facilitate various interactions.</a:t>
            </a:r>
            <a:endParaRPr lang="en-IN" sz="1600">
              <a:solidFill>
                <a:srgbClr val="343541"/>
              </a:solidFill>
              <a:cs typeface="Calibri"/>
            </a:endParaRPr>
          </a:p>
          <a:p>
            <a:pPr>
              <a:buNone/>
            </a:pPr>
            <a:endParaRPr lang="en-IN" sz="1600" dirty="0">
              <a:solidFill>
                <a:srgbClr val="343541"/>
              </a:solidFill>
              <a:latin typeface="Calibri"/>
              <a:cs typeface="Calibri"/>
            </a:endParaRPr>
          </a:p>
          <a:p>
            <a:pPr>
              <a:buNone/>
            </a:pPr>
            <a:r>
              <a:rPr lang="en-IN" sz="1600" b="1" dirty="0">
                <a:solidFill>
                  <a:srgbClr val="343541"/>
                </a:solidFill>
                <a:latin typeface="Calibri"/>
                <a:cs typeface="Calibri"/>
              </a:rPr>
              <a:t>Types:</a:t>
            </a:r>
          </a:p>
          <a:p>
            <a:pPr>
              <a:buNone/>
            </a:pPr>
            <a:r>
              <a:rPr lang="en-IN" sz="1600" dirty="0">
                <a:solidFill>
                  <a:srgbClr val="343541"/>
                </a:solidFill>
                <a:latin typeface="Calibri"/>
                <a:cs typeface="Calibri"/>
              </a:rPr>
              <a:t> </a:t>
            </a:r>
            <a:r>
              <a:rPr lang="en-IN" sz="1600" b="1" dirty="0">
                <a:solidFill>
                  <a:srgbClr val="343541"/>
                </a:solidFill>
                <a:latin typeface="Calibri"/>
                <a:cs typeface="Calibri"/>
              </a:rPr>
              <a:t> - Rule-Based Chatbots: </a:t>
            </a:r>
            <a:r>
              <a:rPr lang="en-IN" sz="1600" dirty="0">
                <a:solidFill>
                  <a:srgbClr val="343541"/>
                </a:solidFill>
                <a:latin typeface="Calibri"/>
                <a:cs typeface="Calibri"/>
              </a:rPr>
              <a:t>Rule-based chatbots follow predefined scripts and rules to guide interactions. They typically have a structured decision-tree-like approach to conversation.</a:t>
            </a:r>
          </a:p>
          <a:p>
            <a:pPr>
              <a:buNone/>
            </a:pPr>
            <a:r>
              <a:rPr lang="en-IN" sz="1600" dirty="0">
                <a:solidFill>
                  <a:srgbClr val="343541"/>
                </a:solidFill>
                <a:latin typeface="Calibri"/>
                <a:ea typeface="Calibri"/>
                <a:cs typeface="Calibri"/>
              </a:rPr>
              <a:t>  </a:t>
            </a:r>
            <a:r>
              <a:rPr lang="en-IN" sz="1600" b="1" dirty="0">
                <a:solidFill>
                  <a:srgbClr val="343541"/>
                </a:solidFill>
                <a:latin typeface="Calibri"/>
                <a:ea typeface="Calibri"/>
                <a:cs typeface="Calibri"/>
              </a:rPr>
              <a:t>- Data-Driven Chatbots:</a:t>
            </a:r>
            <a:r>
              <a:rPr lang="en-IN" sz="1600" dirty="0">
                <a:solidFill>
                  <a:srgbClr val="343541"/>
                </a:solidFill>
                <a:latin typeface="Calibri"/>
                <a:ea typeface="Calibri"/>
                <a:cs typeface="Calibri"/>
              </a:rPr>
              <a:t> Data-driven chatbots use machine learning techniques, such as deep learning and reinforcement learning, to understand user inputs and generate human-like responses. They learn from large datasets of human interactions.</a:t>
            </a:r>
          </a:p>
          <a:p>
            <a:pPr>
              <a:buNone/>
            </a:pPr>
            <a:r>
              <a:rPr lang="en-IN" sz="1600" dirty="0">
                <a:solidFill>
                  <a:srgbClr val="343541"/>
                </a:solidFill>
                <a:latin typeface="Calibri"/>
                <a:ea typeface="Calibri"/>
                <a:cs typeface="Calibri"/>
              </a:rPr>
              <a:t>  </a:t>
            </a:r>
            <a:r>
              <a:rPr lang="en-IN" sz="1600" b="1" dirty="0">
                <a:solidFill>
                  <a:srgbClr val="343541"/>
                </a:solidFill>
                <a:latin typeface="Calibri"/>
                <a:ea typeface="Calibri"/>
                <a:cs typeface="Calibri"/>
              </a:rPr>
              <a:t>- Virtual Assistants:</a:t>
            </a:r>
            <a:r>
              <a:rPr lang="en-IN" sz="1600" dirty="0">
                <a:solidFill>
                  <a:srgbClr val="343541"/>
                </a:solidFill>
                <a:latin typeface="Calibri"/>
                <a:ea typeface="Calibri"/>
                <a:cs typeface="Calibri"/>
              </a:rPr>
              <a:t> Virtual assistants are a subtype of chatbots that assist users in tasks, such as setting reminders, sending messages, and providing information, through voice interactions.</a:t>
            </a:r>
          </a:p>
          <a:p>
            <a:pPr>
              <a:buNone/>
            </a:pPr>
            <a:endParaRPr lang="en-IN" sz="1600" dirty="0">
              <a:solidFill>
                <a:srgbClr val="343541"/>
              </a:solidFill>
              <a:latin typeface="Calibri"/>
              <a:ea typeface="Calibri"/>
              <a:cs typeface="Calibri"/>
            </a:endParaRPr>
          </a:p>
          <a:p>
            <a:pPr>
              <a:buNone/>
            </a:pPr>
            <a:r>
              <a:rPr lang="en-IN" sz="1600" b="1" dirty="0">
                <a:solidFill>
                  <a:srgbClr val="343541"/>
                </a:solidFill>
                <a:latin typeface="Calibri"/>
                <a:ea typeface="Calibri"/>
                <a:cs typeface="Calibri"/>
              </a:rPr>
              <a:t>Use Cases:</a:t>
            </a:r>
          </a:p>
          <a:p>
            <a:pPr>
              <a:buNone/>
            </a:pPr>
            <a:r>
              <a:rPr lang="en-IN" sz="1600" dirty="0">
                <a:solidFill>
                  <a:srgbClr val="343541"/>
                </a:solidFill>
                <a:latin typeface="Calibri"/>
                <a:ea typeface="Calibri"/>
                <a:cs typeface="Calibri"/>
              </a:rPr>
              <a:t>  </a:t>
            </a:r>
            <a:r>
              <a:rPr lang="en-IN" sz="1600" b="1" dirty="0">
                <a:solidFill>
                  <a:srgbClr val="343541"/>
                </a:solidFill>
                <a:latin typeface="Calibri"/>
                <a:ea typeface="Calibri"/>
                <a:cs typeface="Calibri"/>
              </a:rPr>
              <a:t>- Customer Support:</a:t>
            </a:r>
            <a:r>
              <a:rPr lang="en-IN" sz="1600" dirty="0">
                <a:solidFill>
                  <a:srgbClr val="343541"/>
                </a:solidFill>
                <a:latin typeface="Calibri"/>
                <a:ea typeface="Calibri"/>
                <a:cs typeface="Calibri"/>
              </a:rPr>
              <a:t> Chatbots provide 24/7 customer support on websites, answering frequently asked questions and assisting with common issues. They can escalate complex queries to human agents when needed.</a:t>
            </a:r>
          </a:p>
          <a:p>
            <a:pPr>
              <a:buNone/>
            </a:pPr>
            <a:r>
              <a:rPr lang="en-IN" sz="1600" dirty="0">
                <a:solidFill>
                  <a:srgbClr val="343541"/>
                </a:solidFill>
                <a:latin typeface="Calibri"/>
                <a:ea typeface="Calibri"/>
                <a:cs typeface="Calibri"/>
              </a:rPr>
              <a:t>  </a:t>
            </a: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97484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IN" dirty="0"/>
              <a:t>What is Conversational Agents &amp; Chatbots?</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34</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86529" y="1714845"/>
            <a:ext cx="8991390" cy="5041265"/>
          </a:xfrm>
        </p:spPr>
        <p:txBody>
          <a:bodyPr vert="horz" lIns="91440" tIns="45720" rIns="91440" bIns="45720" rtlCol="0" anchor="t">
            <a:noAutofit/>
          </a:bodyPr>
          <a:lstStyle/>
          <a:p>
            <a:pPr>
              <a:buNone/>
            </a:pPr>
            <a:r>
              <a:rPr lang="en-IN" sz="1600" b="1" dirty="0">
                <a:solidFill>
                  <a:srgbClr val="343541"/>
                </a:solidFill>
                <a:latin typeface="Calibri"/>
                <a:cs typeface="Calibri"/>
              </a:rPr>
              <a:t>  - Virtual Assistants:</a:t>
            </a:r>
            <a:r>
              <a:rPr lang="en-IN" sz="1600" dirty="0">
                <a:solidFill>
                  <a:srgbClr val="343541"/>
                </a:solidFill>
                <a:latin typeface="Calibri"/>
                <a:cs typeface="Calibri"/>
              </a:rPr>
              <a:t> Voice-activated virtual assistants like Siri, Google Assistant, and Alexa engage in conversations to perform tasks and answer questions. They can control smart devices and provide voice search functionality.</a:t>
            </a:r>
            <a:endParaRPr lang="en-US" sz="1600" dirty="0">
              <a:solidFill>
                <a:srgbClr val="343541"/>
              </a:solidFill>
              <a:latin typeface="Calibri"/>
              <a:cs typeface="Calibri"/>
            </a:endParaRPr>
          </a:p>
          <a:p>
            <a:pPr>
              <a:buNone/>
            </a:pPr>
            <a:r>
              <a:rPr lang="en-IN" sz="1600" b="1" dirty="0">
                <a:solidFill>
                  <a:srgbClr val="343541"/>
                </a:solidFill>
                <a:latin typeface="Calibri"/>
                <a:cs typeface="Calibri"/>
              </a:rPr>
              <a:t>  - Healthcare:</a:t>
            </a:r>
            <a:r>
              <a:rPr lang="en-IN" sz="1600" dirty="0">
                <a:solidFill>
                  <a:srgbClr val="343541"/>
                </a:solidFill>
                <a:latin typeface="Calibri"/>
                <a:cs typeface="Calibri"/>
              </a:rPr>
              <a:t> Virtual health assistants help patients with medical queries, schedule appointments, and provide health information. They can offer medication reminders and symptom tracking.</a:t>
            </a:r>
            <a:endParaRPr lang="en-US" sz="1600" dirty="0">
              <a:solidFill>
                <a:srgbClr val="343541"/>
              </a:solidFill>
              <a:latin typeface="Calibri"/>
              <a:cs typeface="Calibri"/>
            </a:endParaRPr>
          </a:p>
          <a:p>
            <a:pPr>
              <a:buNone/>
            </a:pPr>
            <a:r>
              <a:rPr lang="en-IN" sz="1600" dirty="0">
                <a:solidFill>
                  <a:srgbClr val="343541"/>
                </a:solidFill>
                <a:latin typeface="Calibri"/>
                <a:cs typeface="Calibri"/>
              </a:rPr>
              <a:t>  </a:t>
            </a:r>
            <a:r>
              <a:rPr lang="en-IN" sz="1600" b="1" dirty="0">
                <a:solidFill>
                  <a:srgbClr val="343541"/>
                </a:solidFill>
                <a:latin typeface="Calibri"/>
                <a:cs typeface="Calibri"/>
              </a:rPr>
              <a:t>- Information Retrieval:</a:t>
            </a:r>
            <a:r>
              <a:rPr lang="en-IN" sz="1600" dirty="0">
                <a:solidFill>
                  <a:srgbClr val="343541"/>
                </a:solidFill>
                <a:latin typeface="Calibri"/>
                <a:cs typeface="Calibri"/>
              </a:rPr>
              <a:t> Chatbots assist users in finding information, booking services, making reservations, and retrieving personalized data. They are used in search engines and e-commerce platforms.</a:t>
            </a:r>
            <a:endParaRPr lang="en-US" sz="1600">
              <a:solidFill>
                <a:srgbClr val="343541"/>
              </a:solidFill>
              <a:latin typeface="Calibri"/>
              <a:cs typeface="Calibri"/>
            </a:endParaRPr>
          </a:p>
          <a:p>
            <a:pPr>
              <a:buNone/>
            </a:pPr>
            <a:r>
              <a:rPr lang="en-IN" sz="1600" dirty="0">
                <a:solidFill>
                  <a:srgbClr val="343541"/>
                </a:solidFill>
                <a:latin typeface="Calibri"/>
                <a:cs typeface="Calibri"/>
              </a:rPr>
              <a:t>  </a:t>
            </a:r>
            <a:r>
              <a:rPr lang="en-IN" sz="1600" b="1" dirty="0">
                <a:solidFill>
                  <a:srgbClr val="343541"/>
                </a:solidFill>
                <a:latin typeface="Calibri"/>
                <a:cs typeface="Calibri"/>
              </a:rPr>
              <a:t>- Entertainment:</a:t>
            </a:r>
            <a:r>
              <a:rPr lang="en-IN" sz="1600" dirty="0">
                <a:solidFill>
                  <a:srgbClr val="343541"/>
                </a:solidFill>
                <a:latin typeface="Calibri"/>
                <a:cs typeface="Calibri"/>
              </a:rPr>
              <a:t> Chatbots are used in interactive storytelling, gaming, and as virtual companions, providing entertainment and engagement.</a:t>
            </a:r>
            <a:endParaRPr lang="en-IN" sz="1600" b="1">
              <a:solidFill>
                <a:srgbClr val="343541"/>
              </a:solidFill>
              <a:cs typeface="Calibri"/>
            </a:endParaRPr>
          </a:p>
          <a:p>
            <a:pPr>
              <a:buNone/>
            </a:pPr>
            <a:endParaRPr lang="en-IN" sz="1600" dirty="0">
              <a:solidFill>
                <a:srgbClr val="343541"/>
              </a:solidFill>
              <a:latin typeface="Calibri"/>
              <a:cs typeface="Calibri"/>
            </a:endParaRPr>
          </a:p>
          <a:p>
            <a:pPr>
              <a:buNone/>
            </a:pPr>
            <a:r>
              <a:rPr lang="en-IN" sz="1600" b="1" dirty="0">
                <a:solidFill>
                  <a:srgbClr val="343541"/>
                </a:solidFill>
                <a:latin typeface="Calibri"/>
                <a:cs typeface="Calibri"/>
              </a:rPr>
              <a:t>Techniques:</a:t>
            </a:r>
          </a:p>
          <a:p>
            <a:pPr>
              <a:buNone/>
            </a:pPr>
            <a:r>
              <a:rPr lang="en-IN" sz="1600" b="1" dirty="0">
                <a:solidFill>
                  <a:srgbClr val="343541"/>
                </a:solidFill>
                <a:latin typeface="Calibri"/>
                <a:ea typeface="Calibri"/>
                <a:cs typeface="Calibri"/>
              </a:rPr>
              <a:t>  - Natural Language Understanding (NLU): </a:t>
            </a:r>
            <a:r>
              <a:rPr lang="en-IN" sz="1600" dirty="0">
                <a:solidFill>
                  <a:srgbClr val="343541"/>
                </a:solidFill>
                <a:latin typeface="Calibri"/>
                <a:ea typeface="Calibri"/>
                <a:cs typeface="Calibri"/>
              </a:rPr>
              <a:t>NLU techniques help chatbots understand user inputs, intent, and context. These include techniques like entity recognition, sentiment analysis, and intent classification.</a:t>
            </a:r>
          </a:p>
          <a:p>
            <a:pPr>
              <a:buNone/>
            </a:pPr>
            <a:r>
              <a:rPr lang="en-IN" sz="1600" b="1" dirty="0">
                <a:solidFill>
                  <a:srgbClr val="343541"/>
                </a:solidFill>
                <a:latin typeface="Calibri"/>
                <a:ea typeface="Calibri"/>
                <a:cs typeface="Calibri"/>
              </a:rPr>
              <a:t>  - Natural Language Generation (NLG): </a:t>
            </a:r>
            <a:r>
              <a:rPr lang="en-IN" sz="1600" dirty="0">
                <a:solidFill>
                  <a:srgbClr val="343541"/>
                </a:solidFill>
                <a:latin typeface="Calibri"/>
                <a:ea typeface="Calibri"/>
                <a:cs typeface="Calibri"/>
              </a:rPr>
              <a:t>NLG is used to produce human-like responses and generate text. It involves text generation based on the detected intent.</a:t>
            </a:r>
          </a:p>
          <a:p>
            <a:pPr>
              <a:buNone/>
            </a:pPr>
            <a:r>
              <a:rPr lang="en-IN" sz="1600" dirty="0">
                <a:solidFill>
                  <a:srgbClr val="343541"/>
                </a:solidFill>
                <a:latin typeface="Calibri"/>
                <a:ea typeface="Calibri"/>
                <a:cs typeface="Calibri"/>
              </a:rPr>
              <a:t>  </a:t>
            </a:r>
          </a:p>
          <a:p>
            <a:pPr>
              <a:buNone/>
            </a:pPr>
            <a:endParaRPr lang="en-IN" sz="1600" dirty="0">
              <a:solidFill>
                <a:srgbClr val="343541"/>
              </a:solidFill>
              <a:latin typeface="Calibri"/>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15358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IN" dirty="0"/>
              <a:t>What is Conversational Agents &amp; Chatbots?</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35</a:t>
            </a:fld>
            <a:endParaRPr lang="en-US">
              <a:solidFill>
                <a:schemeClr val="tx1">
                  <a:lumMod val="50000"/>
                  <a:lumOff val="50000"/>
                </a:schemeClr>
              </a:solidFill>
            </a:endParaRPr>
          </a:p>
        </p:txBody>
      </p:sp>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86529" y="1714845"/>
            <a:ext cx="8991390" cy="5041265"/>
          </a:xfrm>
        </p:spPr>
        <p:txBody>
          <a:bodyPr vert="horz" lIns="91440" tIns="45720" rIns="91440" bIns="45720" rtlCol="0" anchor="t">
            <a:noAutofit/>
          </a:bodyPr>
          <a:lstStyle/>
          <a:p>
            <a:pPr>
              <a:buNone/>
            </a:pPr>
            <a:r>
              <a:rPr lang="en-IN" sz="1600" b="1" dirty="0">
                <a:solidFill>
                  <a:srgbClr val="343541"/>
                </a:solidFill>
                <a:latin typeface="Calibri"/>
                <a:ea typeface="Calibri"/>
                <a:cs typeface="Calibri"/>
              </a:rPr>
              <a:t>- Reinforcement Learning (RL):</a:t>
            </a:r>
            <a:r>
              <a:rPr lang="en-IN" sz="1600" dirty="0">
                <a:solidFill>
                  <a:srgbClr val="343541"/>
                </a:solidFill>
                <a:latin typeface="Calibri"/>
                <a:ea typeface="Calibri"/>
                <a:cs typeface="Calibri"/>
              </a:rPr>
              <a:t> Some data-driven chatbots use RL to learn optimal conversation strategies through interaction with users. Reinforcement learning from human feedback (RLHF) is used for training.</a:t>
            </a:r>
          </a:p>
          <a:p>
            <a:pPr>
              <a:buNone/>
            </a:pPr>
            <a:r>
              <a:rPr lang="en-IN" sz="1600" b="1" dirty="0">
                <a:solidFill>
                  <a:srgbClr val="343541"/>
                </a:solidFill>
                <a:latin typeface="Calibri"/>
                <a:ea typeface="Calibri"/>
                <a:cs typeface="Calibri"/>
              </a:rPr>
              <a:t>Integration: </a:t>
            </a:r>
            <a:r>
              <a:rPr lang="en-IN" sz="1600" dirty="0">
                <a:solidFill>
                  <a:srgbClr val="343541"/>
                </a:solidFill>
                <a:latin typeface="Calibri"/>
                <a:ea typeface="Calibri"/>
                <a:cs typeface="Calibri"/>
              </a:rPr>
              <a:t>Chatbots can be integrated into websites, mobile apps, messaging platforms (such as Facebook Messenger and WhatsApp), and voice-activated devices (e.g., smart speakers and mobile phones). They can be custom-built for specific use cases or accessed through third-party chatbot platforms.</a:t>
            </a:r>
            <a:endParaRPr lang="en-US" sz="1600" dirty="0">
              <a:solidFill>
                <a:srgbClr val="343541"/>
              </a:solidFill>
              <a:latin typeface="Calibri"/>
              <a:ea typeface="Calibri"/>
              <a:cs typeface="Calibri"/>
            </a:endParaRPr>
          </a:p>
          <a:p>
            <a:pPr>
              <a:buNone/>
            </a:pPr>
            <a:endParaRPr lang="en-IN" sz="1600" dirty="0">
              <a:solidFill>
                <a:srgbClr val="343541"/>
              </a:solidFill>
              <a:latin typeface="Calibri"/>
              <a:ea typeface="Calibri"/>
              <a:cs typeface="Calibri"/>
            </a:endParaRPr>
          </a:p>
          <a:p>
            <a:pPr>
              <a:buNone/>
            </a:pPr>
            <a:r>
              <a:rPr lang="en-IN" sz="1600" b="1" dirty="0">
                <a:solidFill>
                  <a:srgbClr val="343541"/>
                </a:solidFill>
                <a:latin typeface="Calibri"/>
                <a:ea typeface="Calibri"/>
                <a:cs typeface="Calibri"/>
              </a:rPr>
              <a:t>Advanced Capabilities:</a:t>
            </a:r>
            <a:endParaRPr lang="en-US" sz="1600" b="1" dirty="0">
              <a:cs typeface="Calibri"/>
            </a:endParaRPr>
          </a:p>
          <a:p>
            <a:pPr>
              <a:buNone/>
            </a:pPr>
            <a:r>
              <a:rPr lang="en-IN" sz="1600" b="1" dirty="0">
                <a:solidFill>
                  <a:srgbClr val="343541"/>
                </a:solidFill>
                <a:latin typeface="Calibri"/>
                <a:ea typeface="Calibri"/>
                <a:cs typeface="Calibri"/>
              </a:rPr>
              <a:t>- Multi-Turn Conversations: </a:t>
            </a:r>
            <a:r>
              <a:rPr lang="en-IN" sz="1600" dirty="0">
                <a:solidFill>
                  <a:srgbClr val="343541"/>
                </a:solidFill>
                <a:latin typeface="Calibri"/>
                <a:ea typeface="Calibri"/>
                <a:cs typeface="Calibri"/>
              </a:rPr>
              <a:t>Chatbots can handle multi-turn conversations, where the context from previous interactions is retained, allowing for more context-aware responses.</a:t>
            </a:r>
          </a:p>
          <a:p>
            <a:pPr>
              <a:buNone/>
            </a:pPr>
            <a:r>
              <a:rPr lang="en-IN" sz="1600" b="1" dirty="0">
                <a:solidFill>
                  <a:srgbClr val="343541"/>
                </a:solidFill>
                <a:latin typeface="Calibri"/>
                <a:ea typeface="Calibri"/>
                <a:cs typeface="Calibri"/>
              </a:rPr>
              <a:t>- Personalization:</a:t>
            </a:r>
            <a:r>
              <a:rPr lang="en-IN" sz="1600" dirty="0">
                <a:solidFill>
                  <a:srgbClr val="343541"/>
                </a:solidFill>
                <a:latin typeface="Calibri"/>
                <a:ea typeface="Calibri"/>
                <a:cs typeface="Calibri"/>
              </a:rPr>
              <a:t> Chatbots can be personalized to deliver tailored responses and recommendations based on user profiles and </a:t>
            </a:r>
            <a:r>
              <a:rPr lang="en-IN" sz="1600" err="1">
                <a:solidFill>
                  <a:srgbClr val="343541"/>
                </a:solidFill>
                <a:latin typeface="Calibri"/>
                <a:ea typeface="Calibri"/>
                <a:cs typeface="Calibri"/>
              </a:rPr>
              <a:t>behavior</a:t>
            </a:r>
            <a:r>
              <a:rPr lang="en-IN" sz="1600" dirty="0">
                <a:solidFill>
                  <a:srgbClr val="343541"/>
                </a:solidFill>
                <a:latin typeface="Calibri"/>
                <a:ea typeface="Calibri"/>
                <a:cs typeface="Calibri"/>
              </a:rPr>
              <a:t>.</a:t>
            </a:r>
          </a:p>
          <a:p>
            <a:pPr>
              <a:buNone/>
            </a:pPr>
            <a:r>
              <a:rPr lang="en-IN" sz="1600" b="1" dirty="0">
                <a:solidFill>
                  <a:srgbClr val="343541"/>
                </a:solidFill>
                <a:latin typeface="Calibri"/>
                <a:ea typeface="Calibri"/>
                <a:cs typeface="Calibri"/>
              </a:rPr>
              <a:t>- Language Understanding: </a:t>
            </a:r>
            <a:r>
              <a:rPr lang="en-IN" sz="1600" dirty="0">
                <a:solidFill>
                  <a:srgbClr val="343541"/>
                </a:solidFill>
                <a:latin typeface="Calibri"/>
                <a:ea typeface="Calibri"/>
                <a:cs typeface="Calibri"/>
              </a:rPr>
              <a:t>State-of-the-art chatbots can understand multiple languages and dialects, making them accessible to a global audience.</a:t>
            </a:r>
          </a:p>
          <a:p>
            <a:pPr>
              <a:buNone/>
            </a:pPr>
            <a:r>
              <a:rPr lang="en-IN" sz="1600" b="1" dirty="0">
                <a:solidFill>
                  <a:srgbClr val="343541"/>
                </a:solidFill>
                <a:latin typeface="Calibri"/>
                <a:ea typeface="Calibri"/>
                <a:cs typeface="Calibri"/>
              </a:rPr>
              <a:t>- Integration with Knowledge Bases: </a:t>
            </a:r>
            <a:r>
              <a:rPr lang="en-IN" sz="1600" dirty="0">
                <a:solidFill>
                  <a:srgbClr val="343541"/>
                </a:solidFill>
                <a:latin typeface="Calibri"/>
                <a:ea typeface="Calibri"/>
                <a:cs typeface="Calibri"/>
              </a:rPr>
              <a:t>Chatbots can access and retrieve information from knowledge bases, databases, and external APIs to provide accurate and up-to-date responses.</a:t>
            </a:r>
          </a:p>
          <a:p>
            <a:pPr>
              <a:buNone/>
            </a:pPr>
            <a:r>
              <a:rPr lang="en-IN" sz="1600" b="1" dirty="0">
                <a:solidFill>
                  <a:srgbClr val="343541"/>
                </a:solidFill>
                <a:latin typeface="Calibri"/>
                <a:ea typeface="Calibri"/>
                <a:cs typeface="Calibri"/>
              </a:rPr>
              <a:t>- Emotion and Sentiment Analysis:</a:t>
            </a:r>
            <a:r>
              <a:rPr lang="en-IN" sz="1600" dirty="0">
                <a:solidFill>
                  <a:srgbClr val="343541"/>
                </a:solidFill>
                <a:latin typeface="Calibri"/>
                <a:ea typeface="Calibri"/>
                <a:cs typeface="Calibri"/>
              </a:rPr>
              <a:t> Some chatbots are equipped with sentiment analysis capabilities to detect user emotions and tailor responses accordingly.</a:t>
            </a:r>
          </a:p>
          <a:p>
            <a:pPr>
              <a:buNone/>
            </a:pPr>
            <a:endParaRPr lang="en-IN" sz="1600" dirty="0">
              <a:solidFill>
                <a:srgbClr val="343541"/>
              </a:solidFill>
              <a:latin typeface="Calibri"/>
              <a:ea typeface="Calibri"/>
              <a:cs typeface="Calibri"/>
            </a:endParaRPr>
          </a:p>
          <a:p>
            <a:pPr>
              <a:buNone/>
            </a:pPr>
            <a:endParaRPr lang="en-IN" sz="1600" dirty="0">
              <a:solidFill>
                <a:srgbClr val="343541"/>
              </a:solidFill>
              <a:latin typeface="Calibri"/>
              <a:ea typeface="Calibri"/>
              <a:cs typeface="Calibri"/>
            </a:endParaRPr>
          </a:p>
          <a:p>
            <a:pPr>
              <a:buNone/>
            </a:pPr>
            <a:endParaRPr lang="en-IN" sz="1600" dirty="0">
              <a:solidFill>
                <a:srgbClr val="343541"/>
              </a:solidFill>
              <a:latin typeface="Calibri"/>
              <a:ea typeface="Calibri"/>
              <a:cs typeface="Calibri"/>
            </a:endParaRPr>
          </a:p>
        </p:txBody>
      </p:sp>
      <p:pic>
        <p:nvPicPr>
          <p:cNvPr id="10"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91132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3050" y="1714501"/>
            <a:ext cx="6172200" cy="2715368"/>
          </a:xfrm>
        </p:spPr>
        <p:txBody>
          <a:bodyPr vert="horz" lIns="91440" tIns="45720" rIns="91440" bIns="45720" rtlCol="0" anchor="t">
            <a:normAutofit/>
          </a:bodyPr>
          <a:lstStyle/>
          <a:p>
            <a:pPr marL="0" indent="0" algn="ctr">
              <a:buNone/>
            </a:pPr>
            <a:endParaRPr lang="en-US"/>
          </a:p>
          <a:p>
            <a:pPr marL="0" indent="0" algn="ctr">
              <a:buNone/>
            </a:pPr>
            <a:endParaRPr lang="en-US"/>
          </a:p>
          <a:p>
            <a:pPr marL="0" indent="0" algn="ctr">
              <a:buNone/>
            </a:pPr>
            <a:r>
              <a:rPr lang="en-US" dirty="0"/>
              <a:t>THANK YOU</a:t>
            </a:r>
            <a:br>
              <a:rPr lang="en-US" dirty="0"/>
            </a:br>
            <a:endParaRPr lang="en-US">
              <a:ea typeface="Calibri"/>
              <a:cs typeface="Calibri"/>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
        <p:nvSpPr>
          <p:cNvPr id="7" name="Title 1"/>
          <p:cNvSpPr txBox="1">
            <a:spLocks/>
          </p:cNvSpPr>
          <p:nvPr/>
        </p:nvSpPr>
        <p:spPr>
          <a:xfrm>
            <a:off x="1121228" y="50348"/>
            <a:ext cx="8022771" cy="51434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a:t> </a:t>
            </a:r>
          </a:p>
        </p:txBody>
      </p:sp>
      <p:pic>
        <p:nvPicPr>
          <p:cNvPr id="8" name="Picture 2" descr="Noida Institute of Engineering and Technology - [NIET], Greater Noida -  Faculty Details 2024-20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03175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0</TotalTime>
  <Words>5714</Words>
  <Application>Microsoft Office PowerPoint</Application>
  <PresentationFormat>On-screen Show (4:3)</PresentationFormat>
  <Paragraphs>371</Paragraphs>
  <Slides>36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system-ui</vt:lpstr>
      <vt:lpstr>Times New Roman</vt:lpstr>
      <vt:lpstr>Wingdings</vt:lpstr>
      <vt:lpstr>Wingdings,Sans-Serif</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Mohd Abdul Mateen</cp:lastModifiedBy>
  <cp:revision>1310</cp:revision>
  <dcterms:created xsi:type="dcterms:W3CDTF">2006-08-16T00:00:00Z</dcterms:created>
  <dcterms:modified xsi:type="dcterms:W3CDTF">2025-10-30T09:20:34Z</dcterms:modified>
</cp:coreProperties>
</file>