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6" r:id="rId2"/>
    <p:sldId id="267" r:id="rId3"/>
    <p:sldId id="269" r:id="rId4"/>
    <p:sldId id="270" r:id="rId5"/>
    <p:sldId id="1382" r:id="rId6"/>
    <p:sldId id="272" r:id="rId7"/>
    <p:sldId id="273" r:id="rId8"/>
    <p:sldId id="274" r:id="rId9"/>
    <p:sldId id="1389" r:id="rId10"/>
    <p:sldId id="1381" r:id="rId11"/>
    <p:sldId id="1390" r:id="rId12"/>
    <p:sldId id="279" r:id="rId13"/>
    <p:sldId id="281" r:id="rId14"/>
    <p:sldId id="1560" r:id="rId15"/>
    <p:sldId id="1562" r:id="rId16"/>
    <p:sldId id="1561" r:id="rId17"/>
    <p:sldId id="1563" r:id="rId18"/>
    <p:sldId id="1564" r:id="rId19"/>
    <p:sldId id="1565" r:id="rId20"/>
    <p:sldId id="1566" r:id="rId21"/>
    <p:sldId id="1567" r:id="rId22"/>
    <p:sldId id="1568" r:id="rId23"/>
    <p:sldId id="1569" r:id="rId24"/>
    <p:sldId id="1570" r:id="rId25"/>
    <p:sldId id="1571" r:id="rId26"/>
    <p:sldId id="1572" r:id="rId27"/>
    <p:sldId id="1573" r:id="rId28"/>
    <p:sldId id="1574" r:id="rId29"/>
    <p:sldId id="1575" r:id="rId30"/>
    <p:sldId id="1576" r:id="rId31"/>
    <p:sldId id="1577" r:id="rId32"/>
    <p:sldId id="1578" r:id="rId33"/>
    <p:sldId id="1579" r:id="rId34"/>
    <p:sldId id="1580" r:id="rId35"/>
    <p:sldId id="1581" r:id="rId36"/>
    <p:sldId id="1582" r:id="rId37"/>
    <p:sldId id="1583" r:id="rId38"/>
    <p:sldId id="1584" r:id="rId39"/>
    <p:sldId id="1585" r:id="rId40"/>
    <p:sldId id="1586" r:id="rId41"/>
    <p:sldId id="1587" r:id="rId42"/>
    <p:sldId id="1588" r:id="rId43"/>
    <p:sldId id="1589" r:id="rId44"/>
    <p:sldId id="1590" r:id="rId45"/>
    <p:sldId id="1591" r:id="rId46"/>
    <p:sldId id="1601" r:id="rId47"/>
    <p:sldId id="1592" r:id="rId48"/>
    <p:sldId id="1593" r:id="rId49"/>
    <p:sldId id="1594" r:id="rId50"/>
    <p:sldId id="1595" r:id="rId51"/>
    <p:sldId id="1596" r:id="rId52"/>
    <p:sldId id="1597" r:id="rId53"/>
    <p:sldId id="1598" r:id="rId54"/>
    <p:sldId id="1599" r:id="rId55"/>
    <p:sldId id="1600" r:id="rId56"/>
    <p:sldId id="33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CB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0FB9C5-9352-08AE-3434-05689F895286}" v="4" dt="2024-12-01T08:45:08.7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203" y="5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Sumit Sharma" userId="S::sumitsharma.cse@niet.co.in::0287a0e3-d7f5-4815-a5d5-4670a436bb9e" providerId="AD" clId="Web-{9B253117-5525-9C38-5080-87AA603007A9}"/>
    <pc:docChg chg="modSld">
      <pc:chgData name="Mr. Sumit Sharma" userId="S::sumitsharma.cse@niet.co.in::0287a0e3-d7f5-4815-a5d5-4670a436bb9e" providerId="AD" clId="Web-{9B253117-5525-9C38-5080-87AA603007A9}" dt="2023-08-22T03:59:52.383" v="2" actId="20577"/>
      <pc:docMkLst>
        <pc:docMk/>
      </pc:docMkLst>
      <pc:sldChg chg="modSp">
        <pc:chgData name="Mr. Sumit Sharma" userId="S::sumitsharma.cse@niet.co.in::0287a0e3-d7f5-4815-a5d5-4670a436bb9e" providerId="AD" clId="Web-{9B253117-5525-9C38-5080-87AA603007A9}" dt="2023-08-22T03:59:52.383" v="2" actId="20577"/>
        <pc:sldMkLst>
          <pc:docMk/>
          <pc:sldMk cId="472746572" sldId="1562"/>
        </pc:sldMkLst>
        <pc:spChg chg="mod">
          <ac:chgData name="Mr. Sumit Sharma" userId="S::sumitsharma.cse@niet.co.in::0287a0e3-d7f5-4815-a5d5-4670a436bb9e" providerId="AD" clId="Web-{9B253117-5525-9C38-5080-87AA603007A9}" dt="2023-08-22T03:59:52.383" v="2" actId="20577"/>
          <ac:spMkLst>
            <pc:docMk/>
            <pc:sldMk cId="472746572" sldId="1562"/>
            <ac:spMk id="3" creationId="{F8CC24E1-E4CB-4555-AAFE-79673E88E287}"/>
          </ac:spMkLst>
        </pc:spChg>
      </pc:sldChg>
    </pc:docChg>
  </pc:docChgLst>
  <pc:docChgLst>
    <pc:chgData name="Mr. Sumit Sharma" userId="S::sumitsharma.cse@niet.co.in::0287a0e3-d7f5-4815-a5d5-4670a436bb9e" providerId="AD" clId="Web-{B4AB676F-2D03-2C58-0FDC-1D5749CA1545}"/>
    <pc:docChg chg="addSld delSld modSld">
      <pc:chgData name="Mr. Sumit Sharma" userId="S::sumitsharma.cse@niet.co.in::0287a0e3-d7f5-4815-a5d5-4670a436bb9e" providerId="AD" clId="Web-{B4AB676F-2D03-2C58-0FDC-1D5749CA1545}" dt="2023-08-29T06:33:27.486" v="336" actId="20577"/>
      <pc:docMkLst>
        <pc:docMk/>
      </pc:docMkLst>
      <pc:sldChg chg="addSp delSp modSp add replId">
        <pc:chgData name="Mr. Sumit Sharma" userId="S::sumitsharma.cse@niet.co.in::0287a0e3-d7f5-4815-a5d5-4670a436bb9e" providerId="AD" clId="Web-{B4AB676F-2D03-2C58-0FDC-1D5749CA1545}" dt="2023-08-29T06:07:59.578" v="16" actId="14100"/>
        <pc:sldMkLst>
          <pc:docMk/>
          <pc:sldMk cId="1985676765" sldId="1583"/>
        </pc:sldMkLst>
        <pc:spChg chg="del mod">
          <ac:chgData name="Mr. Sumit Sharma" userId="S::sumitsharma.cse@niet.co.in::0287a0e3-d7f5-4815-a5d5-4670a436bb9e" providerId="AD" clId="Web-{B4AB676F-2D03-2C58-0FDC-1D5749CA1545}" dt="2023-08-29T06:06:44.545" v="3"/>
          <ac:spMkLst>
            <pc:docMk/>
            <pc:sldMk cId="1985676765" sldId="1583"/>
            <ac:spMk id="3" creationId="{F8CC24E1-E4CB-4555-AAFE-79673E88E287}"/>
          </ac:spMkLst>
        </pc:spChg>
        <pc:spChg chg="add del mod">
          <ac:chgData name="Mr. Sumit Sharma" userId="S::sumitsharma.cse@niet.co.in::0287a0e3-d7f5-4815-a5d5-4670a436bb9e" providerId="AD" clId="Web-{B4AB676F-2D03-2C58-0FDC-1D5749CA1545}" dt="2023-08-29T06:06:48.014" v="4"/>
          <ac:spMkLst>
            <pc:docMk/>
            <pc:sldMk cId="1985676765" sldId="1583"/>
            <ac:spMk id="4" creationId="{4EC34E13-6DFC-518F-F579-5FBF71C7FD1E}"/>
          </ac:spMkLst>
        </pc:spChg>
        <pc:spChg chg="mod">
          <ac:chgData name="Mr. Sumit Sharma" userId="S::sumitsharma.cse@niet.co.in::0287a0e3-d7f5-4815-a5d5-4670a436bb9e" providerId="AD" clId="Web-{B4AB676F-2D03-2C58-0FDC-1D5749CA1545}" dt="2023-08-29T06:07:53.468" v="13"/>
          <ac:spMkLst>
            <pc:docMk/>
            <pc:sldMk cId="1985676765" sldId="1583"/>
            <ac:spMk id="6" creationId="{00000000-0000-0000-0000-000000000000}"/>
          </ac:spMkLst>
        </pc:spChg>
        <pc:spChg chg="del">
          <ac:chgData name="Mr. Sumit Sharma" userId="S::sumitsharma.cse@niet.co.in::0287a0e3-d7f5-4815-a5d5-4670a436bb9e" providerId="AD" clId="Web-{B4AB676F-2D03-2C58-0FDC-1D5749CA1545}" dt="2023-08-29T06:06:42.482" v="1"/>
          <ac:spMkLst>
            <pc:docMk/>
            <pc:sldMk cId="1985676765" sldId="1583"/>
            <ac:spMk id="7" creationId="{00000000-0000-0000-0000-000000000000}"/>
          </ac:spMkLst>
        </pc:spChg>
        <pc:spChg chg="add del">
          <ac:chgData name="Mr. Sumit Sharma" userId="S::sumitsharma.cse@niet.co.in::0287a0e3-d7f5-4815-a5d5-4670a436bb9e" providerId="AD" clId="Web-{B4AB676F-2D03-2C58-0FDC-1D5749CA1545}" dt="2023-08-29T06:07:31.983" v="9"/>
          <ac:spMkLst>
            <pc:docMk/>
            <pc:sldMk cId="1985676765" sldId="1583"/>
            <ac:spMk id="54" creationId="{907EF6B7-1338-4443-8C46-6A318D952DFD}"/>
          </ac:spMkLst>
        </pc:spChg>
        <pc:spChg chg="add del">
          <ac:chgData name="Mr. Sumit Sharma" userId="S::sumitsharma.cse@niet.co.in::0287a0e3-d7f5-4815-a5d5-4670a436bb9e" providerId="AD" clId="Web-{B4AB676F-2D03-2C58-0FDC-1D5749CA1545}" dt="2023-08-29T06:07:31.983" v="9"/>
          <ac:spMkLst>
            <pc:docMk/>
            <pc:sldMk cId="1985676765" sldId="1583"/>
            <ac:spMk id="56" creationId="{DAAE4CDD-124C-4DCF-9584-B6033B545DD5}"/>
          </ac:spMkLst>
        </pc:spChg>
        <pc:spChg chg="add del">
          <ac:chgData name="Mr. Sumit Sharma" userId="S::sumitsharma.cse@niet.co.in::0287a0e3-d7f5-4815-a5d5-4670a436bb9e" providerId="AD" clId="Web-{B4AB676F-2D03-2C58-0FDC-1D5749CA1545}" dt="2023-08-29T06:07:31.983" v="9"/>
          <ac:spMkLst>
            <pc:docMk/>
            <pc:sldMk cId="1985676765" sldId="1583"/>
            <ac:spMk id="58" creationId="{081E4A58-353D-44AE-B2FC-2A74E2E400F7}"/>
          </ac:spMkLst>
        </pc:spChg>
        <pc:spChg chg="add del">
          <ac:chgData name="Mr. Sumit Sharma" userId="S::sumitsharma.cse@niet.co.in::0287a0e3-d7f5-4815-a5d5-4670a436bb9e" providerId="AD" clId="Web-{B4AB676F-2D03-2C58-0FDC-1D5749CA1545}" dt="2023-08-29T06:07:53.468" v="14"/>
          <ac:spMkLst>
            <pc:docMk/>
            <pc:sldMk cId="1985676765" sldId="1583"/>
            <ac:spMk id="63" creationId="{AB8C311F-7253-4AED-9701-7FC0708C41C7}"/>
          </ac:spMkLst>
        </pc:spChg>
        <pc:spChg chg="add del">
          <ac:chgData name="Mr. Sumit Sharma" userId="S::sumitsharma.cse@niet.co.in::0287a0e3-d7f5-4815-a5d5-4670a436bb9e" providerId="AD" clId="Web-{B4AB676F-2D03-2C58-0FDC-1D5749CA1545}" dt="2023-08-29T06:07:53.468" v="14"/>
          <ac:spMkLst>
            <pc:docMk/>
            <pc:sldMk cId="1985676765" sldId="1583"/>
            <ac:spMk id="65" creationId="{E2384209-CB15-4CDF-9D31-C44FD9A3F20D}"/>
          </ac:spMkLst>
        </pc:spChg>
        <pc:spChg chg="add del">
          <ac:chgData name="Mr. Sumit Sharma" userId="S::sumitsharma.cse@niet.co.in::0287a0e3-d7f5-4815-a5d5-4670a436bb9e" providerId="AD" clId="Web-{B4AB676F-2D03-2C58-0FDC-1D5749CA1545}" dt="2023-08-29T06:07:53.468" v="14"/>
          <ac:spMkLst>
            <pc:docMk/>
            <pc:sldMk cId="1985676765" sldId="1583"/>
            <ac:spMk id="67" creationId="{2633B3B5-CC90-43F0-8714-D31D1F3F0209}"/>
          </ac:spMkLst>
        </pc:spChg>
        <pc:spChg chg="add del">
          <ac:chgData name="Mr. Sumit Sharma" userId="S::sumitsharma.cse@niet.co.in::0287a0e3-d7f5-4815-a5d5-4670a436bb9e" providerId="AD" clId="Web-{B4AB676F-2D03-2C58-0FDC-1D5749CA1545}" dt="2023-08-29T06:07:53.468" v="14"/>
          <ac:spMkLst>
            <pc:docMk/>
            <pc:sldMk cId="1985676765" sldId="1583"/>
            <ac:spMk id="69" creationId="{A8D57A06-A426-446D-B02C-A2DC6B62E45E}"/>
          </ac:spMkLst>
        </pc:spChg>
        <pc:spChg chg="add del">
          <ac:chgData name="Mr. Sumit Sharma" userId="S::sumitsharma.cse@niet.co.in::0287a0e3-d7f5-4815-a5d5-4670a436bb9e" providerId="AD" clId="Web-{B4AB676F-2D03-2C58-0FDC-1D5749CA1545}" dt="2023-08-29T06:07:53.468" v="13"/>
          <ac:spMkLst>
            <pc:docMk/>
            <pc:sldMk cId="1985676765" sldId="1583"/>
            <ac:spMk id="74" creationId="{42A4FC2C-047E-45A5-965D-8E1E3BF09BC6}"/>
          </ac:spMkLst>
        </pc:spChg>
        <pc:spChg chg="add">
          <ac:chgData name="Mr. Sumit Sharma" userId="S::sumitsharma.cse@niet.co.in::0287a0e3-d7f5-4815-a5d5-4670a436bb9e" providerId="AD" clId="Web-{B4AB676F-2D03-2C58-0FDC-1D5749CA1545}" dt="2023-08-29T06:07:53.468" v="14"/>
          <ac:spMkLst>
            <pc:docMk/>
            <pc:sldMk cId="1985676765" sldId="1583"/>
            <ac:spMk id="76" creationId="{E2384209-CB15-4CDF-9D31-C44FD9A3F20D}"/>
          </ac:spMkLst>
        </pc:spChg>
        <pc:spChg chg="add">
          <ac:chgData name="Mr. Sumit Sharma" userId="S::sumitsharma.cse@niet.co.in::0287a0e3-d7f5-4815-a5d5-4670a436bb9e" providerId="AD" clId="Web-{B4AB676F-2D03-2C58-0FDC-1D5749CA1545}" dt="2023-08-29T06:07:53.468" v="14"/>
          <ac:spMkLst>
            <pc:docMk/>
            <pc:sldMk cId="1985676765" sldId="1583"/>
            <ac:spMk id="77" creationId="{AB8C311F-7253-4AED-9701-7FC0708C41C7}"/>
          </ac:spMkLst>
        </pc:spChg>
        <pc:spChg chg="add">
          <ac:chgData name="Mr. Sumit Sharma" userId="S::sumitsharma.cse@niet.co.in::0287a0e3-d7f5-4815-a5d5-4670a436bb9e" providerId="AD" clId="Web-{B4AB676F-2D03-2C58-0FDC-1D5749CA1545}" dt="2023-08-29T06:07:53.468" v="14"/>
          <ac:spMkLst>
            <pc:docMk/>
            <pc:sldMk cId="1985676765" sldId="1583"/>
            <ac:spMk id="78" creationId="{2633B3B5-CC90-43F0-8714-D31D1F3F0209}"/>
          </ac:spMkLst>
        </pc:spChg>
        <pc:spChg chg="add">
          <ac:chgData name="Mr. Sumit Sharma" userId="S::sumitsharma.cse@niet.co.in::0287a0e3-d7f5-4815-a5d5-4670a436bb9e" providerId="AD" clId="Web-{B4AB676F-2D03-2C58-0FDC-1D5749CA1545}" dt="2023-08-29T06:07:53.468" v="14"/>
          <ac:spMkLst>
            <pc:docMk/>
            <pc:sldMk cId="1985676765" sldId="1583"/>
            <ac:spMk id="80" creationId="{A8D57A06-A426-446D-B02C-A2DC6B62E45E}"/>
          </ac:spMkLst>
        </pc:spChg>
        <pc:picChg chg="add mod ord">
          <ac:chgData name="Mr. Sumit Sharma" userId="S::sumitsharma.cse@niet.co.in::0287a0e3-d7f5-4815-a5d5-4670a436bb9e" providerId="AD" clId="Web-{B4AB676F-2D03-2C58-0FDC-1D5749CA1545}" dt="2023-08-29T06:07:59.578" v="16" actId="14100"/>
          <ac:picMkLst>
            <pc:docMk/>
            <pc:sldMk cId="1985676765" sldId="1583"/>
            <ac:picMk id="5" creationId="{2AAE6229-A22A-40BE-3FEF-391D82DC4A90}"/>
          </ac:picMkLst>
        </pc:picChg>
      </pc:sldChg>
      <pc:sldChg chg="addSp delSp modSp add del replId">
        <pc:chgData name="Mr. Sumit Sharma" userId="S::sumitsharma.cse@niet.co.in::0287a0e3-d7f5-4815-a5d5-4670a436bb9e" providerId="AD" clId="Web-{B4AB676F-2D03-2C58-0FDC-1D5749CA1545}" dt="2023-08-29T06:10:59.691" v="25"/>
        <pc:sldMkLst>
          <pc:docMk/>
          <pc:sldMk cId="567769167" sldId="1584"/>
        </pc:sldMkLst>
        <pc:spChg chg="del">
          <ac:chgData name="Mr. Sumit Sharma" userId="S::sumitsharma.cse@niet.co.in::0287a0e3-d7f5-4815-a5d5-4670a436bb9e" providerId="AD" clId="Web-{B4AB676F-2D03-2C58-0FDC-1D5749CA1545}" dt="2023-08-29T06:08:37.969" v="22"/>
          <ac:spMkLst>
            <pc:docMk/>
            <pc:sldMk cId="567769167" sldId="1584"/>
            <ac:spMk id="3" creationId="{F8CC24E1-E4CB-4555-AAFE-79673E88E287}"/>
          </ac:spMkLst>
        </pc:spChg>
        <pc:spChg chg="add del mod">
          <ac:chgData name="Mr. Sumit Sharma" userId="S::sumitsharma.cse@niet.co.in::0287a0e3-d7f5-4815-a5d5-4670a436bb9e" providerId="AD" clId="Web-{B4AB676F-2D03-2C58-0FDC-1D5749CA1545}" dt="2023-08-29T06:08:43.376" v="23"/>
          <ac:spMkLst>
            <pc:docMk/>
            <pc:sldMk cId="567769167" sldId="1584"/>
            <ac:spMk id="4" creationId="{69AA62FF-F446-4672-F957-400D6833FDE6}"/>
          </ac:spMkLst>
        </pc:spChg>
        <pc:spChg chg="del">
          <ac:chgData name="Mr. Sumit Sharma" userId="S::sumitsharma.cse@niet.co.in::0287a0e3-d7f5-4815-a5d5-4670a436bb9e" providerId="AD" clId="Web-{B4AB676F-2D03-2C58-0FDC-1D5749CA1545}" dt="2023-08-29T06:08:35.782" v="21"/>
          <ac:spMkLst>
            <pc:docMk/>
            <pc:sldMk cId="567769167" sldId="1584"/>
            <ac:spMk id="7" creationId="{00000000-0000-0000-0000-000000000000}"/>
          </ac:spMkLst>
        </pc:spChg>
        <pc:picChg chg="mod">
          <ac:chgData name="Mr. Sumit Sharma" userId="S::sumitsharma.cse@niet.co.in::0287a0e3-d7f5-4815-a5d5-4670a436bb9e" providerId="AD" clId="Web-{B4AB676F-2D03-2C58-0FDC-1D5749CA1545}" dt="2023-08-29T06:08:48.266" v="24" actId="1076"/>
          <ac:picMkLst>
            <pc:docMk/>
            <pc:sldMk cId="567769167" sldId="1584"/>
            <ac:picMk id="9" creationId="{C927257E-084A-415B-BF9B-22EABE25ABE7}"/>
          </ac:picMkLst>
        </pc:picChg>
      </pc:sldChg>
      <pc:sldChg chg="delSp add del replId">
        <pc:chgData name="Mr. Sumit Sharma" userId="S::sumitsharma.cse@niet.co.in::0287a0e3-d7f5-4815-a5d5-4670a436bb9e" providerId="AD" clId="Web-{B4AB676F-2D03-2C58-0FDC-1D5749CA1545}" dt="2023-08-29T06:08:26.328" v="19"/>
        <pc:sldMkLst>
          <pc:docMk/>
          <pc:sldMk cId="583062153" sldId="1584"/>
        </pc:sldMkLst>
        <pc:picChg chg="del">
          <ac:chgData name="Mr. Sumit Sharma" userId="S::sumitsharma.cse@niet.co.in::0287a0e3-d7f5-4815-a5d5-4670a436bb9e" providerId="AD" clId="Web-{B4AB676F-2D03-2C58-0FDC-1D5749CA1545}" dt="2023-08-29T06:08:21.735" v="18"/>
          <ac:picMkLst>
            <pc:docMk/>
            <pc:sldMk cId="583062153" sldId="1584"/>
            <ac:picMk id="5" creationId="{2AAE6229-A22A-40BE-3FEF-391D82DC4A90}"/>
          </ac:picMkLst>
        </pc:picChg>
      </pc:sldChg>
      <pc:sldChg chg="addSp modSp add mod replId setBg">
        <pc:chgData name="Mr. Sumit Sharma" userId="S::sumitsharma.cse@niet.co.in::0287a0e3-d7f5-4815-a5d5-4670a436bb9e" providerId="AD" clId="Web-{B4AB676F-2D03-2C58-0FDC-1D5749CA1545}" dt="2023-08-29T06:18:30.685" v="104" actId="14100"/>
        <pc:sldMkLst>
          <pc:docMk/>
          <pc:sldMk cId="3311729789" sldId="1584"/>
        </pc:sldMkLst>
        <pc:spChg chg="mod">
          <ac:chgData name="Mr. Sumit Sharma" userId="S::sumitsharma.cse@niet.co.in::0287a0e3-d7f5-4815-a5d5-4670a436bb9e" providerId="AD" clId="Web-{B4AB676F-2D03-2C58-0FDC-1D5749CA1545}" dt="2023-08-29T06:18:30.685" v="104" actId="14100"/>
          <ac:spMkLst>
            <pc:docMk/>
            <pc:sldMk cId="3311729789" sldId="1584"/>
            <ac:spMk id="3" creationId="{F8CC24E1-E4CB-4555-AAFE-79673E88E287}"/>
          </ac:spMkLst>
        </pc:spChg>
        <pc:spChg chg="mod ord">
          <ac:chgData name="Mr. Sumit Sharma" userId="S::sumitsharma.cse@niet.co.in::0287a0e3-d7f5-4815-a5d5-4670a436bb9e" providerId="AD" clId="Web-{B4AB676F-2D03-2C58-0FDC-1D5749CA1545}" dt="2023-08-29T06:17:43.387" v="99"/>
          <ac:spMkLst>
            <pc:docMk/>
            <pc:sldMk cId="3311729789" sldId="1584"/>
            <ac:spMk id="6" creationId="{00000000-0000-0000-0000-000000000000}"/>
          </ac:spMkLst>
        </pc:spChg>
        <pc:spChg chg="mod">
          <ac:chgData name="Mr. Sumit Sharma" userId="S::sumitsharma.cse@niet.co.in::0287a0e3-d7f5-4815-a5d5-4670a436bb9e" providerId="AD" clId="Web-{B4AB676F-2D03-2C58-0FDC-1D5749CA1545}" dt="2023-08-29T06:17:43.387" v="99"/>
          <ac:spMkLst>
            <pc:docMk/>
            <pc:sldMk cId="3311729789" sldId="1584"/>
            <ac:spMk id="7" creationId="{00000000-0000-0000-0000-000000000000}"/>
          </ac:spMkLst>
        </pc:spChg>
        <pc:spChg chg="add">
          <ac:chgData name="Mr. Sumit Sharma" userId="S::sumitsharma.cse@niet.co.in::0287a0e3-d7f5-4815-a5d5-4670a436bb9e" providerId="AD" clId="Web-{B4AB676F-2D03-2C58-0FDC-1D5749CA1545}" dt="2023-08-29T06:17:43.387" v="99"/>
          <ac:spMkLst>
            <pc:docMk/>
            <pc:sldMk cId="3311729789" sldId="1584"/>
            <ac:spMk id="16" creationId="{AFA67CD3-AB4E-4A7A-BEB8-53C445D8C44E}"/>
          </ac:spMkLst>
        </pc:spChg>
        <pc:spChg chg="add">
          <ac:chgData name="Mr. Sumit Sharma" userId="S::sumitsharma.cse@niet.co.in::0287a0e3-d7f5-4815-a5d5-4670a436bb9e" providerId="AD" clId="Web-{B4AB676F-2D03-2C58-0FDC-1D5749CA1545}" dt="2023-08-29T06:17:43.387" v="99"/>
          <ac:spMkLst>
            <pc:docMk/>
            <pc:sldMk cId="3311729789" sldId="1584"/>
            <ac:spMk id="20" creationId="{339C8D78-A644-462F-B674-F440635E5353}"/>
          </ac:spMkLst>
        </pc:spChg>
        <pc:picChg chg="ord">
          <ac:chgData name="Mr. Sumit Sharma" userId="S::sumitsharma.cse@niet.co.in::0287a0e3-d7f5-4815-a5d5-4670a436bb9e" providerId="AD" clId="Web-{B4AB676F-2D03-2C58-0FDC-1D5749CA1545}" dt="2023-08-29T06:17:43.387" v="99"/>
          <ac:picMkLst>
            <pc:docMk/>
            <pc:sldMk cId="3311729789" sldId="1584"/>
            <ac:picMk id="9" creationId="{C927257E-084A-415B-BF9B-22EABE25ABE7}"/>
          </ac:picMkLst>
        </pc:picChg>
        <pc:picChg chg="add">
          <ac:chgData name="Mr. Sumit Sharma" userId="S::sumitsharma.cse@niet.co.in::0287a0e3-d7f5-4815-a5d5-4670a436bb9e" providerId="AD" clId="Web-{B4AB676F-2D03-2C58-0FDC-1D5749CA1545}" dt="2023-08-29T06:17:43.387" v="99"/>
          <ac:picMkLst>
            <pc:docMk/>
            <pc:sldMk cId="3311729789" sldId="1584"/>
            <ac:picMk id="13" creationId="{B4A6B947-9921-48E1-F1A5-4553D097EB3F}"/>
          </ac:picMkLst>
        </pc:picChg>
        <pc:picChg chg="add">
          <ac:chgData name="Mr. Sumit Sharma" userId="S::sumitsharma.cse@niet.co.in::0287a0e3-d7f5-4815-a5d5-4670a436bb9e" providerId="AD" clId="Web-{B4AB676F-2D03-2C58-0FDC-1D5749CA1545}" dt="2023-08-29T06:17:43.387" v="99"/>
          <ac:picMkLst>
            <pc:docMk/>
            <pc:sldMk cId="3311729789" sldId="1584"/>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2:55.175" v="158"/>
        <pc:sldMkLst>
          <pc:docMk/>
          <pc:sldMk cId="1501446876" sldId="1585"/>
        </pc:sldMkLst>
        <pc:spChg chg="mod ord">
          <ac:chgData name="Mr. Sumit Sharma" userId="S::sumitsharma.cse@niet.co.in::0287a0e3-d7f5-4815-a5d5-4670a436bb9e" providerId="AD" clId="Web-{B4AB676F-2D03-2C58-0FDC-1D5749CA1545}" dt="2023-08-29T06:22:55.175" v="158"/>
          <ac:spMkLst>
            <pc:docMk/>
            <pc:sldMk cId="1501446876" sldId="1585"/>
            <ac:spMk id="3" creationId="{F8CC24E1-E4CB-4555-AAFE-79673E88E287}"/>
          </ac:spMkLst>
        </pc:spChg>
        <pc:spChg chg="mod">
          <ac:chgData name="Mr. Sumit Sharma" userId="S::sumitsharma.cse@niet.co.in::0287a0e3-d7f5-4815-a5d5-4670a436bb9e" providerId="AD" clId="Web-{B4AB676F-2D03-2C58-0FDC-1D5749CA1545}" dt="2023-08-29T06:22:55.175" v="158"/>
          <ac:spMkLst>
            <pc:docMk/>
            <pc:sldMk cId="1501446876" sldId="1585"/>
            <ac:spMk id="6" creationId="{00000000-0000-0000-0000-000000000000}"/>
          </ac:spMkLst>
        </pc:spChg>
        <pc:spChg chg="del">
          <ac:chgData name="Mr. Sumit Sharma" userId="S::sumitsharma.cse@niet.co.in::0287a0e3-d7f5-4815-a5d5-4670a436bb9e" providerId="AD" clId="Web-{B4AB676F-2D03-2C58-0FDC-1D5749CA1545}" dt="2023-08-29T06:18:55.233" v="106"/>
          <ac:spMkLst>
            <pc:docMk/>
            <pc:sldMk cId="1501446876" sldId="1585"/>
            <ac:spMk id="7" creationId="{00000000-0000-0000-0000-000000000000}"/>
          </ac:spMkLst>
        </pc:spChg>
        <pc:spChg chg="add del">
          <ac:chgData name="Mr. Sumit Sharma" userId="S::sumitsharma.cse@niet.co.in::0287a0e3-d7f5-4815-a5d5-4670a436bb9e" providerId="AD" clId="Web-{B4AB676F-2D03-2C58-0FDC-1D5749CA1545}" dt="2023-08-29T06:19:50.859" v="115"/>
          <ac:spMkLst>
            <pc:docMk/>
            <pc:sldMk cId="1501446876" sldId="1585"/>
            <ac:spMk id="16" creationId="{AFA67CD3-AB4E-4A7A-BEB8-53C445D8C44E}"/>
          </ac:spMkLst>
        </pc:spChg>
        <pc:spChg chg="add del">
          <ac:chgData name="Mr. Sumit Sharma" userId="S::sumitsharma.cse@niet.co.in::0287a0e3-d7f5-4815-a5d5-4670a436bb9e" providerId="AD" clId="Web-{B4AB676F-2D03-2C58-0FDC-1D5749CA1545}" dt="2023-08-29T06:19:50.859" v="115"/>
          <ac:spMkLst>
            <pc:docMk/>
            <pc:sldMk cId="1501446876" sldId="1585"/>
            <ac:spMk id="20" creationId="{339C8D78-A644-462F-B674-F440635E5353}"/>
          </ac:spMkLst>
        </pc:spChg>
        <pc:spChg chg="add del">
          <ac:chgData name="Mr. Sumit Sharma" userId="S::sumitsharma.cse@niet.co.in::0287a0e3-d7f5-4815-a5d5-4670a436bb9e" providerId="AD" clId="Web-{B4AB676F-2D03-2C58-0FDC-1D5749CA1545}" dt="2023-08-29T06:19:50.843" v="114"/>
          <ac:spMkLst>
            <pc:docMk/>
            <pc:sldMk cId="1501446876" sldId="1585"/>
            <ac:spMk id="25" creationId="{7B831B6F-405A-4B47-B9BB-5CA88F285844}"/>
          </ac:spMkLst>
        </pc:spChg>
        <pc:spChg chg="add del">
          <ac:chgData name="Mr. Sumit Sharma" userId="S::sumitsharma.cse@niet.co.in::0287a0e3-d7f5-4815-a5d5-4670a436bb9e" providerId="AD" clId="Web-{B4AB676F-2D03-2C58-0FDC-1D5749CA1545}" dt="2023-08-29T06:19:50.843" v="114"/>
          <ac:spMkLst>
            <pc:docMk/>
            <pc:sldMk cId="1501446876" sldId="1585"/>
            <ac:spMk id="27" creationId="{15109354-9C5D-4F8C-B0E6-D1043C7BF20A}"/>
          </ac:spMkLst>
        </pc:spChg>
        <pc:spChg chg="add del">
          <ac:chgData name="Mr. Sumit Sharma" userId="S::sumitsharma.cse@niet.co.in::0287a0e3-d7f5-4815-a5d5-4670a436bb9e" providerId="AD" clId="Web-{B4AB676F-2D03-2C58-0FDC-1D5749CA1545}" dt="2023-08-29T06:19:50.843" v="114"/>
          <ac:spMkLst>
            <pc:docMk/>
            <pc:sldMk cId="1501446876" sldId="1585"/>
            <ac:spMk id="29" creationId="{49B530FE-A87D-41A0-A920-ADC6539EAA44}"/>
          </ac:spMkLst>
        </pc:spChg>
        <pc:spChg chg="add del">
          <ac:chgData name="Mr. Sumit Sharma" userId="S::sumitsharma.cse@niet.co.in::0287a0e3-d7f5-4815-a5d5-4670a436bb9e" providerId="AD" clId="Web-{B4AB676F-2D03-2C58-0FDC-1D5749CA1545}" dt="2023-08-29T06:20:15.516" v="120"/>
          <ac:spMkLst>
            <pc:docMk/>
            <pc:sldMk cId="1501446876" sldId="1585"/>
            <ac:spMk id="31" creationId="{2813A4FA-24A5-41ED-A534-3807D1B2F344}"/>
          </ac:spMkLst>
        </pc:spChg>
        <pc:spChg chg="add del">
          <ac:chgData name="Mr. Sumit Sharma" userId="S::sumitsharma.cse@niet.co.in::0287a0e3-d7f5-4815-a5d5-4670a436bb9e" providerId="AD" clId="Web-{B4AB676F-2D03-2C58-0FDC-1D5749CA1545}" dt="2023-08-29T06:20:15.516" v="120"/>
          <ac:spMkLst>
            <pc:docMk/>
            <pc:sldMk cId="1501446876" sldId="1585"/>
            <ac:spMk id="32" creationId="{12609869-9E80-471B-A487-A53288E0E791}"/>
          </ac:spMkLst>
        </pc:spChg>
        <pc:spChg chg="add del">
          <ac:chgData name="Mr. Sumit Sharma" userId="S::sumitsharma.cse@niet.co.in::0287a0e3-d7f5-4815-a5d5-4670a436bb9e" providerId="AD" clId="Web-{B4AB676F-2D03-2C58-0FDC-1D5749CA1545}" dt="2023-08-29T06:20:15.516" v="120"/>
          <ac:spMkLst>
            <pc:docMk/>
            <pc:sldMk cId="1501446876" sldId="1585"/>
            <ac:spMk id="33" creationId="{C3944F27-CA70-4E84-A51A-E6BF89558979}"/>
          </ac:spMkLst>
        </pc:spChg>
        <pc:spChg chg="add del">
          <ac:chgData name="Mr. Sumit Sharma" userId="S::sumitsharma.cse@niet.co.in::0287a0e3-d7f5-4815-a5d5-4670a436bb9e" providerId="AD" clId="Web-{B4AB676F-2D03-2C58-0FDC-1D5749CA1545}" dt="2023-08-29T06:20:15.516" v="120"/>
          <ac:spMkLst>
            <pc:docMk/>
            <pc:sldMk cId="1501446876" sldId="1585"/>
            <ac:spMk id="34" creationId="{7004738A-9D34-43E8-97D2-CA0EED4F8BE0}"/>
          </ac:spMkLst>
        </pc:spChg>
        <pc:spChg chg="add del">
          <ac:chgData name="Mr. Sumit Sharma" userId="S::sumitsharma.cse@niet.co.in::0287a0e3-d7f5-4815-a5d5-4670a436bb9e" providerId="AD" clId="Web-{B4AB676F-2D03-2C58-0FDC-1D5749CA1545}" dt="2023-08-29T06:20:15.516" v="120"/>
          <ac:spMkLst>
            <pc:docMk/>
            <pc:sldMk cId="1501446876" sldId="1585"/>
            <ac:spMk id="35" creationId="{B8B8D07F-F13E-443E-BA68-2D26672D76B9}"/>
          </ac:spMkLst>
        </pc:spChg>
        <pc:spChg chg="add del">
          <ac:chgData name="Mr. Sumit Sharma" userId="S::sumitsharma.cse@niet.co.in::0287a0e3-d7f5-4815-a5d5-4670a436bb9e" providerId="AD" clId="Web-{B4AB676F-2D03-2C58-0FDC-1D5749CA1545}" dt="2023-08-29T06:20:45.063" v="132"/>
          <ac:spMkLst>
            <pc:docMk/>
            <pc:sldMk cId="1501446876" sldId="1585"/>
            <ac:spMk id="40" creationId="{2EB492CD-616E-47F8-933B-5E2D952A0593}"/>
          </ac:spMkLst>
        </pc:spChg>
        <pc:spChg chg="add del">
          <ac:chgData name="Mr. Sumit Sharma" userId="S::sumitsharma.cse@niet.co.in::0287a0e3-d7f5-4815-a5d5-4670a436bb9e" providerId="AD" clId="Web-{B4AB676F-2D03-2C58-0FDC-1D5749CA1545}" dt="2023-08-29T06:20:45.063" v="132"/>
          <ac:spMkLst>
            <pc:docMk/>
            <pc:sldMk cId="1501446876" sldId="1585"/>
            <ac:spMk id="42" creationId="{59383CF9-23B5-4335-9B21-1791C4CF1C75}"/>
          </ac:spMkLst>
        </pc:spChg>
        <pc:spChg chg="add del">
          <ac:chgData name="Mr. Sumit Sharma" userId="S::sumitsharma.cse@niet.co.in::0287a0e3-d7f5-4815-a5d5-4670a436bb9e" providerId="AD" clId="Web-{B4AB676F-2D03-2C58-0FDC-1D5749CA1545}" dt="2023-08-29T06:20:45.063" v="132"/>
          <ac:spMkLst>
            <pc:docMk/>
            <pc:sldMk cId="1501446876" sldId="1585"/>
            <ac:spMk id="44" creationId="{0007FE00-9498-4706-B255-6437B0252C02}"/>
          </ac:spMkLst>
        </pc:spChg>
        <pc:spChg chg="add del">
          <ac:chgData name="Mr. Sumit Sharma" userId="S::sumitsharma.cse@niet.co.in::0287a0e3-d7f5-4815-a5d5-4670a436bb9e" providerId="AD" clId="Web-{B4AB676F-2D03-2C58-0FDC-1D5749CA1545}" dt="2023-08-29T06:22:55.175" v="158"/>
          <ac:spMkLst>
            <pc:docMk/>
            <pc:sldMk cId="1501446876" sldId="1585"/>
            <ac:spMk id="49" creationId="{12609869-9E80-471B-A487-A53288E0E791}"/>
          </ac:spMkLst>
        </pc:spChg>
        <pc:spChg chg="add del">
          <ac:chgData name="Mr. Sumit Sharma" userId="S::sumitsharma.cse@niet.co.in::0287a0e3-d7f5-4815-a5d5-4670a436bb9e" providerId="AD" clId="Web-{B4AB676F-2D03-2C58-0FDC-1D5749CA1545}" dt="2023-08-29T06:22:55.175" v="158"/>
          <ac:spMkLst>
            <pc:docMk/>
            <pc:sldMk cId="1501446876" sldId="1585"/>
            <ac:spMk id="51" creationId="{7004738A-9D34-43E8-97D2-CA0EED4F8BE0}"/>
          </ac:spMkLst>
        </pc:spChg>
        <pc:spChg chg="add del">
          <ac:chgData name="Mr. Sumit Sharma" userId="S::sumitsharma.cse@niet.co.in::0287a0e3-d7f5-4815-a5d5-4670a436bb9e" providerId="AD" clId="Web-{B4AB676F-2D03-2C58-0FDC-1D5749CA1545}" dt="2023-08-29T06:22:55.175" v="158"/>
          <ac:spMkLst>
            <pc:docMk/>
            <pc:sldMk cId="1501446876" sldId="1585"/>
            <ac:spMk id="53" creationId="{B8B8D07F-F13E-443E-BA68-2D26672D76B9}"/>
          </ac:spMkLst>
        </pc:spChg>
        <pc:spChg chg="add del">
          <ac:chgData name="Mr. Sumit Sharma" userId="S::sumitsharma.cse@niet.co.in::0287a0e3-d7f5-4815-a5d5-4670a436bb9e" providerId="AD" clId="Web-{B4AB676F-2D03-2C58-0FDC-1D5749CA1545}" dt="2023-08-29T06:22:55.175" v="158"/>
          <ac:spMkLst>
            <pc:docMk/>
            <pc:sldMk cId="1501446876" sldId="1585"/>
            <ac:spMk id="55" creationId="{2813A4FA-24A5-41ED-A534-3807D1B2F344}"/>
          </ac:spMkLst>
        </pc:spChg>
        <pc:spChg chg="add del">
          <ac:chgData name="Mr. Sumit Sharma" userId="S::sumitsharma.cse@niet.co.in::0287a0e3-d7f5-4815-a5d5-4670a436bb9e" providerId="AD" clId="Web-{B4AB676F-2D03-2C58-0FDC-1D5749CA1545}" dt="2023-08-29T06:22:55.175" v="158"/>
          <ac:spMkLst>
            <pc:docMk/>
            <pc:sldMk cId="1501446876" sldId="1585"/>
            <ac:spMk id="57" creationId="{C3944F27-CA70-4E84-A51A-E6BF89558979}"/>
          </ac:spMkLst>
        </pc:spChg>
        <pc:spChg chg="add del">
          <ac:chgData name="Mr. Sumit Sharma" userId="S::sumitsharma.cse@niet.co.in::0287a0e3-d7f5-4815-a5d5-4670a436bb9e" providerId="AD" clId="Web-{B4AB676F-2D03-2C58-0FDC-1D5749CA1545}" dt="2023-08-29T06:22:55.175" v="158"/>
          <ac:spMkLst>
            <pc:docMk/>
            <pc:sldMk cId="1501446876" sldId="1585"/>
            <ac:spMk id="62" creationId="{743AA782-23D1-4521-8CAD-47662984AA08}"/>
          </ac:spMkLst>
        </pc:spChg>
        <pc:spChg chg="add del">
          <ac:chgData name="Mr. Sumit Sharma" userId="S::sumitsharma.cse@niet.co.in::0287a0e3-d7f5-4815-a5d5-4670a436bb9e" providerId="AD" clId="Web-{B4AB676F-2D03-2C58-0FDC-1D5749CA1545}" dt="2023-08-29T06:22:55.175" v="158"/>
          <ac:spMkLst>
            <pc:docMk/>
            <pc:sldMk cId="1501446876" sldId="1585"/>
            <ac:spMk id="64" creationId="{71877DBC-BB60-40F0-AC93-2ACDBAAE60CE}"/>
          </ac:spMkLst>
        </pc:spChg>
        <pc:picChg chg="add mod ord">
          <ac:chgData name="Mr. Sumit Sharma" userId="S::sumitsharma.cse@niet.co.in::0287a0e3-d7f5-4815-a5d5-4670a436bb9e" providerId="AD" clId="Web-{B4AB676F-2D03-2C58-0FDC-1D5749CA1545}" dt="2023-08-29T06:22:55.175" v="158"/>
          <ac:picMkLst>
            <pc:docMk/>
            <pc:sldMk cId="1501446876" sldId="1585"/>
            <ac:picMk id="2" creationId="{249DD00E-0EDD-909A-2C70-09B765B5AC61}"/>
          </ac:picMkLst>
        </pc:picChg>
        <pc:picChg chg="del">
          <ac:chgData name="Mr. Sumit Sharma" userId="S::sumitsharma.cse@niet.co.in::0287a0e3-d7f5-4815-a5d5-4670a436bb9e" providerId="AD" clId="Web-{B4AB676F-2D03-2C58-0FDC-1D5749CA1545}" dt="2023-08-29T06:19:43.562" v="112"/>
          <ac:picMkLst>
            <pc:docMk/>
            <pc:sldMk cId="1501446876" sldId="1585"/>
            <ac:picMk id="13" creationId="{B4A6B947-9921-48E1-F1A5-4553D097EB3F}"/>
          </ac:picMkLst>
        </pc:picChg>
        <pc:picChg chg="add del">
          <ac:chgData name="Mr. Sumit Sharma" userId="S::sumitsharma.cse@niet.co.in::0287a0e3-d7f5-4815-a5d5-4670a436bb9e" providerId="AD" clId="Web-{B4AB676F-2D03-2C58-0FDC-1D5749CA1545}" dt="2023-08-29T06:19:50.859" v="115"/>
          <ac:picMkLst>
            <pc:docMk/>
            <pc:sldMk cId="1501446876" sldId="1585"/>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5:15.522" v="191" actId="20577"/>
        <pc:sldMkLst>
          <pc:docMk/>
          <pc:sldMk cId="2503656626" sldId="1586"/>
        </pc:sldMkLst>
        <pc:spChg chg="mod">
          <ac:chgData name="Mr. Sumit Sharma" userId="S::sumitsharma.cse@niet.co.in::0287a0e3-d7f5-4815-a5d5-4670a436bb9e" providerId="AD" clId="Web-{B4AB676F-2D03-2C58-0FDC-1D5749CA1545}" dt="2023-08-29T06:25:15.522" v="191" actId="20577"/>
          <ac:spMkLst>
            <pc:docMk/>
            <pc:sldMk cId="2503656626" sldId="1586"/>
            <ac:spMk id="3" creationId="{F8CC24E1-E4CB-4555-AAFE-79673E88E287}"/>
          </ac:spMkLst>
        </pc:spChg>
        <pc:spChg chg="mod">
          <ac:chgData name="Mr. Sumit Sharma" userId="S::sumitsharma.cse@niet.co.in::0287a0e3-d7f5-4815-a5d5-4670a436bb9e" providerId="AD" clId="Web-{B4AB676F-2D03-2C58-0FDC-1D5749CA1545}" dt="2023-08-29T06:23:49.661" v="176"/>
          <ac:spMkLst>
            <pc:docMk/>
            <pc:sldMk cId="2503656626" sldId="1586"/>
            <ac:spMk id="6" creationId="{00000000-0000-0000-0000-000000000000}"/>
          </ac:spMkLst>
        </pc:spChg>
        <pc:spChg chg="del">
          <ac:chgData name="Mr. Sumit Sharma" userId="S::sumitsharma.cse@niet.co.in::0287a0e3-d7f5-4815-a5d5-4670a436bb9e" providerId="AD" clId="Web-{B4AB676F-2D03-2C58-0FDC-1D5749CA1545}" dt="2023-08-29T06:23:49.661" v="176"/>
          <ac:spMkLst>
            <pc:docMk/>
            <pc:sldMk cId="2503656626" sldId="1586"/>
            <ac:spMk id="49" creationId="{12609869-9E80-471B-A487-A53288E0E791}"/>
          </ac:spMkLst>
        </pc:spChg>
        <pc:spChg chg="del">
          <ac:chgData name="Mr. Sumit Sharma" userId="S::sumitsharma.cse@niet.co.in::0287a0e3-d7f5-4815-a5d5-4670a436bb9e" providerId="AD" clId="Web-{B4AB676F-2D03-2C58-0FDC-1D5749CA1545}" dt="2023-08-29T06:23:49.661" v="176"/>
          <ac:spMkLst>
            <pc:docMk/>
            <pc:sldMk cId="2503656626" sldId="1586"/>
            <ac:spMk id="51" creationId="{7004738A-9D34-43E8-97D2-CA0EED4F8BE0}"/>
          </ac:spMkLst>
        </pc:spChg>
        <pc:spChg chg="del">
          <ac:chgData name="Mr. Sumit Sharma" userId="S::sumitsharma.cse@niet.co.in::0287a0e3-d7f5-4815-a5d5-4670a436bb9e" providerId="AD" clId="Web-{B4AB676F-2D03-2C58-0FDC-1D5749CA1545}" dt="2023-08-29T06:23:49.661" v="176"/>
          <ac:spMkLst>
            <pc:docMk/>
            <pc:sldMk cId="2503656626" sldId="1586"/>
            <ac:spMk id="53" creationId="{B8B8D07F-F13E-443E-BA68-2D26672D76B9}"/>
          </ac:spMkLst>
        </pc:spChg>
        <pc:spChg chg="del">
          <ac:chgData name="Mr. Sumit Sharma" userId="S::sumitsharma.cse@niet.co.in::0287a0e3-d7f5-4815-a5d5-4670a436bb9e" providerId="AD" clId="Web-{B4AB676F-2D03-2C58-0FDC-1D5749CA1545}" dt="2023-08-29T06:23:49.661" v="176"/>
          <ac:spMkLst>
            <pc:docMk/>
            <pc:sldMk cId="2503656626" sldId="1586"/>
            <ac:spMk id="55" creationId="{2813A4FA-24A5-41ED-A534-3807D1B2F344}"/>
          </ac:spMkLst>
        </pc:spChg>
        <pc:spChg chg="del">
          <ac:chgData name="Mr. Sumit Sharma" userId="S::sumitsharma.cse@niet.co.in::0287a0e3-d7f5-4815-a5d5-4670a436bb9e" providerId="AD" clId="Web-{B4AB676F-2D03-2C58-0FDC-1D5749CA1545}" dt="2023-08-29T06:23:49.661" v="176"/>
          <ac:spMkLst>
            <pc:docMk/>
            <pc:sldMk cId="2503656626" sldId="1586"/>
            <ac:spMk id="57" creationId="{C3944F27-CA70-4E84-A51A-E6BF89558979}"/>
          </ac:spMkLst>
        </pc:spChg>
        <pc:spChg chg="add del">
          <ac:chgData name="Mr. Sumit Sharma" userId="S::sumitsharma.cse@niet.co.in::0287a0e3-d7f5-4815-a5d5-4670a436bb9e" providerId="AD" clId="Web-{B4AB676F-2D03-2C58-0FDC-1D5749CA1545}" dt="2023-08-29T06:24:53.944" v="188"/>
          <ac:spMkLst>
            <pc:docMk/>
            <pc:sldMk cId="2503656626" sldId="1586"/>
            <ac:spMk id="62" creationId="{2EB492CD-616E-47F8-933B-5E2D952A0593}"/>
          </ac:spMkLst>
        </pc:spChg>
        <pc:spChg chg="add del">
          <ac:chgData name="Mr. Sumit Sharma" userId="S::sumitsharma.cse@niet.co.in::0287a0e3-d7f5-4815-a5d5-4670a436bb9e" providerId="AD" clId="Web-{B4AB676F-2D03-2C58-0FDC-1D5749CA1545}" dt="2023-08-29T06:24:53.944" v="188"/>
          <ac:spMkLst>
            <pc:docMk/>
            <pc:sldMk cId="2503656626" sldId="1586"/>
            <ac:spMk id="64" creationId="{59383CF9-23B5-4335-9B21-1791C4CF1C75}"/>
          </ac:spMkLst>
        </pc:spChg>
        <pc:spChg chg="add del">
          <ac:chgData name="Mr. Sumit Sharma" userId="S::sumitsharma.cse@niet.co.in::0287a0e3-d7f5-4815-a5d5-4670a436bb9e" providerId="AD" clId="Web-{B4AB676F-2D03-2C58-0FDC-1D5749CA1545}" dt="2023-08-29T06:24:53.944" v="188"/>
          <ac:spMkLst>
            <pc:docMk/>
            <pc:sldMk cId="2503656626" sldId="1586"/>
            <ac:spMk id="66" creationId="{0007FE00-9498-4706-B255-6437B0252C02}"/>
          </ac:spMkLst>
        </pc:spChg>
        <pc:spChg chg="add">
          <ac:chgData name="Mr. Sumit Sharma" userId="S::sumitsharma.cse@niet.co.in::0287a0e3-d7f5-4815-a5d5-4670a436bb9e" providerId="AD" clId="Web-{B4AB676F-2D03-2C58-0FDC-1D5749CA1545}" dt="2023-08-29T06:24:53.944" v="188"/>
          <ac:spMkLst>
            <pc:docMk/>
            <pc:sldMk cId="2503656626" sldId="1586"/>
            <ac:spMk id="71" creationId="{2EB492CD-616E-47F8-933B-5E2D952A0593}"/>
          </ac:spMkLst>
        </pc:spChg>
        <pc:spChg chg="add">
          <ac:chgData name="Mr. Sumit Sharma" userId="S::sumitsharma.cse@niet.co.in::0287a0e3-d7f5-4815-a5d5-4670a436bb9e" providerId="AD" clId="Web-{B4AB676F-2D03-2C58-0FDC-1D5749CA1545}" dt="2023-08-29T06:24:53.944" v="188"/>
          <ac:spMkLst>
            <pc:docMk/>
            <pc:sldMk cId="2503656626" sldId="1586"/>
            <ac:spMk id="73" creationId="{59383CF9-23B5-4335-9B21-1791C4CF1C75}"/>
          </ac:spMkLst>
        </pc:spChg>
        <pc:spChg chg="add">
          <ac:chgData name="Mr. Sumit Sharma" userId="S::sumitsharma.cse@niet.co.in::0287a0e3-d7f5-4815-a5d5-4670a436bb9e" providerId="AD" clId="Web-{B4AB676F-2D03-2C58-0FDC-1D5749CA1545}" dt="2023-08-29T06:24:53.944" v="188"/>
          <ac:spMkLst>
            <pc:docMk/>
            <pc:sldMk cId="2503656626" sldId="1586"/>
            <ac:spMk id="75" creationId="{0007FE00-9498-4706-B255-6437B0252C02}"/>
          </ac:spMkLst>
        </pc:spChg>
        <pc:picChg chg="del">
          <ac:chgData name="Mr. Sumit Sharma" userId="S::sumitsharma.cse@niet.co.in::0287a0e3-d7f5-4815-a5d5-4670a436bb9e" providerId="AD" clId="Web-{B4AB676F-2D03-2C58-0FDC-1D5749CA1545}" dt="2023-08-29T06:23:09.910" v="160"/>
          <ac:picMkLst>
            <pc:docMk/>
            <pc:sldMk cId="2503656626" sldId="1586"/>
            <ac:picMk id="2" creationId="{249DD00E-0EDD-909A-2C70-09B765B5AC61}"/>
          </ac:picMkLst>
        </pc:picChg>
        <pc:picChg chg="add mod ord">
          <ac:chgData name="Mr. Sumit Sharma" userId="S::sumitsharma.cse@niet.co.in::0287a0e3-d7f5-4815-a5d5-4670a436bb9e" providerId="AD" clId="Web-{B4AB676F-2D03-2C58-0FDC-1D5749CA1545}" dt="2023-08-29T06:23:49.661" v="176"/>
          <ac:picMkLst>
            <pc:docMk/>
            <pc:sldMk cId="2503656626" sldId="1586"/>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27:33.650" v="251" actId="20577"/>
        <pc:sldMkLst>
          <pc:docMk/>
          <pc:sldMk cId="330888047" sldId="1587"/>
        </pc:sldMkLst>
        <pc:spChg chg="mod">
          <ac:chgData name="Mr. Sumit Sharma" userId="S::sumitsharma.cse@niet.co.in::0287a0e3-d7f5-4815-a5d5-4670a436bb9e" providerId="AD" clId="Web-{B4AB676F-2D03-2C58-0FDC-1D5749CA1545}" dt="2023-08-29T06:27:33.650" v="251" actId="20577"/>
          <ac:spMkLst>
            <pc:docMk/>
            <pc:sldMk cId="330888047" sldId="1587"/>
            <ac:spMk id="3" creationId="{F8CC24E1-E4CB-4555-AAFE-79673E88E287}"/>
          </ac:spMkLst>
        </pc:spChg>
        <pc:picChg chg="add mod">
          <ac:chgData name="Mr. Sumit Sharma" userId="S::sumitsharma.cse@niet.co.in::0287a0e3-d7f5-4815-a5d5-4670a436bb9e" providerId="AD" clId="Web-{B4AB676F-2D03-2C58-0FDC-1D5749CA1545}" dt="2023-08-29T06:26:47.555" v="218" actId="1076"/>
          <ac:picMkLst>
            <pc:docMk/>
            <pc:sldMk cId="330888047" sldId="1587"/>
            <ac:picMk id="2" creationId="{3CB22A0F-0678-F35A-7D73-65CCFE619E9F}"/>
          </ac:picMkLst>
        </pc:picChg>
        <pc:picChg chg="del">
          <ac:chgData name="Mr. Sumit Sharma" userId="S::sumitsharma.cse@niet.co.in::0287a0e3-d7f5-4815-a5d5-4670a436bb9e" providerId="AD" clId="Web-{B4AB676F-2D03-2C58-0FDC-1D5749CA1545}" dt="2023-08-29T06:25:29.069" v="193"/>
          <ac:picMkLst>
            <pc:docMk/>
            <pc:sldMk cId="330888047" sldId="1587"/>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30:13.450" v="283" actId="20577"/>
        <pc:sldMkLst>
          <pc:docMk/>
          <pc:sldMk cId="1585696966" sldId="1588"/>
        </pc:sldMkLst>
        <pc:spChg chg="mod ord">
          <ac:chgData name="Mr. Sumit Sharma" userId="S::sumitsharma.cse@niet.co.in::0287a0e3-d7f5-4815-a5d5-4670a436bb9e" providerId="AD" clId="Web-{B4AB676F-2D03-2C58-0FDC-1D5749CA1545}" dt="2023-08-29T06:30:13.450" v="283" actId="20577"/>
          <ac:spMkLst>
            <pc:docMk/>
            <pc:sldMk cId="1585696966" sldId="1588"/>
            <ac:spMk id="3" creationId="{F8CC24E1-E4CB-4555-AAFE-79673E88E287}"/>
          </ac:spMkLst>
        </pc:spChg>
        <pc:spChg chg="del mod">
          <ac:chgData name="Mr. Sumit Sharma" userId="S::sumitsharma.cse@niet.co.in::0287a0e3-d7f5-4815-a5d5-4670a436bb9e" providerId="AD" clId="Web-{B4AB676F-2D03-2C58-0FDC-1D5749CA1545}" dt="2023-08-29T06:29:52.122" v="280"/>
          <ac:spMkLst>
            <pc:docMk/>
            <pc:sldMk cId="1585696966" sldId="1588"/>
            <ac:spMk id="6" creationId="{00000000-0000-0000-0000-000000000000}"/>
          </ac:spMkLst>
        </pc:spChg>
        <pc:spChg chg="del">
          <ac:chgData name="Mr. Sumit Sharma" userId="S::sumitsharma.cse@niet.co.in::0287a0e3-d7f5-4815-a5d5-4670a436bb9e" providerId="AD" clId="Web-{B4AB676F-2D03-2C58-0FDC-1D5749CA1545}" dt="2023-08-29T06:29:43.575" v="279"/>
          <ac:spMkLst>
            <pc:docMk/>
            <pc:sldMk cId="1585696966" sldId="1588"/>
            <ac:spMk id="71" creationId="{2EB492CD-616E-47F8-933B-5E2D952A0593}"/>
          </ac:spMkLst>
        </pc:spChg>
        <pc:spChg chg="del">
          <ac:chgData name="Mr. Sumit Sharma" userId="S::sumitsharma.cse@niet.co.in::0287a0e3-d7f5-4815-a5d5-4670a436bb9e" providerId="AD" clId="Web-{B4AB676F-2D03-2C58-0FDC-1D5749CA1545}" dt="2023-08-29T06:29:43.575" v="279"/>
          <ac:spMkLst>
            <pc:docMk/>
            <pc:sldMk cId="1585696966" sldId="1588"/>
            <ac:spMk id="73" creationId="{59383CF9-23B5-4335-9B21-1791C4CF1C75}"/>
          </ac:spMkLst>
        </pc:spChg>
        <pc:spChg chg="del">
          <ac:chgData name="Mr. Sumit Sharma" userId="S::sumitsharma.cse@niet.co.in::0287a0e3-d7f5-4815-a5d5-4670a436bb9e" providerId="AD" clId="Web-{B4AB676F-2D03-2C58-0FDC-1D5749CA1545}" dt="2023-08-29T06:29:43.575" v="279"/>
          <ac:spMkLst>
            <pc:docMk/>
            <pc:sldMk cId="1585696966" sldId="1588"/>
            <ac:spMk id="75" creationId="{0007FE00-9498-4706-B255-6437B0252C02}"/>
          </ac:spMkLst>
        </pc:spChg>
        <pc:spChg chg="add del">
          <ac:chgData name="Mr. Sumit Sharma" userId="S::sumitsharma.cse@niet.co.in::0287a0e3-d7f5-4815-a5d5-4670a436bb9e" providerId="AD" clId="Web-{B4AB676F-2D03-2C58-0FDC-1D5749CA1545}" dt="2023-08-29T06:29:59.341" v="281"/>
          <ac:spMkLst>
            <pc:docMk/>
            <pc:sldMk cId="1585696966" sldId="1588"/>
            <ac:spMk id="80" creationId="{70DFC902-7D23-471A-B557-B6B6917D7A0D}"/>
          </ac:spMkLst>
        </pc:spChg>
        <pc:spChg chg="add del">
          <ac:chgData name="Mr. Sumit Sharma" userId="S::sumitsharma.cse@niet.co.in::0287a0e3-d7f5-4815-a5d5-4670a436bb9e" providerId="AD" clId="Web-{B4AB676F-2D03-2C58-0FDC-1D5749CA1545}" dt="2023-08-29T06:29:59.341" v="281"/>
          <ac:spMkLst>
            <pc:docMk/>
            <pc:sldMk cId="1585696966" sldId="1588"/>
            <ac:spMk id="82" creationId="{A55D5633-D557-4DCA-982C-FF36EB7A1C00}"/>
          </ac:spMkLst>
        </pc:spChg>
        <pc:spChg chg="add del">
          <ac:chgData name="Mr. Sumit Sharma" userId="S::sumitsharma.cse@niet.co.in::0287a0e3-d7f5-4815-a5d5-4670a436bb9e" providerId="AD" clId="Web-{B4AB676F-2D03-2C58-0FDC-1D5749CA1545}" dt="2023-08-29T06:29:59.341" v="281"/>
          <ac:spMkLst>
            <pc:docMk/>
            <pc:sldMk cId="1585696966" sldId="1588"/>
            <ac:spMk id="84" creationId="{450D3AD2-FA80-415F-A9CE-54D884561CD7}"/>
          </ac:spMkLst>
        </pc:spChg>
        <pc:spChg chg="add">
          <ac:chgData name="Mr. Sumit Sharma" userId="S::sumitsharma.cse@niet.co.in::0287a0e3-d7f5-4815-a5d5-4670a436bb9e" providerId="AD" clId="Web-{B4AB676F-2D03-2C58-0FDC-1D5749CA1545}" dt="2023-08-29T06:29:59.341" v="281"/>
          <ac:spMkLst>
            <pc:docMk/>
            <pc:sldMk cId="1585696966" sldId="1588"/>
            <ac:spMk id="89" creationId="{907EF6B7-1338-4443-8C46-6A318D952DFD}"/>
          </ac:spMkLst>
        </pc:spChg>
        <pc:spChg chg="add">
          <ac:chgData name="Mr. Sumit Sharma" userId="S::sumitsharma.cse@niet.co.in::0287a0e3-d7f5-4815-a5d5-4670a436bb9e" providerId="AD" clId="Web-{B4AB676F-2D03-2C58-0FDC-1D5749CA1545}" dt="2023-08-29T06:29:59.341" v="281"/>
          <ac:spMkLst>
            <pc:docMk/>
            <pc:sldMk cId="1585696966" sldId="1588"/>
            <ac:spMk id="91" creationId="{DAAE4CDD-124C-4DCF-9584-B6033B545DD5}"/>
          </ac:spMkLst>
        </pc:spChg>
        <pc:spChg chg="add">
          <ac:chgData name="Mr. Sumit Sharma" userId="S::sumitsharma.cse@niet.co.in::0287a0e3-d7f5-4815-a5d5-4670a436bb9e" providerId="AD" clId="Web-{B4AB676F-2D03-2C58-0FDC-1D5749CA1545}" dt="2023-08-29T06:29:59.341" v="281"/>
          <ac:spMkLst>
            <pc:docMk/>
            <pc:sldMk cId="1585696966" sldId="1588"/>
            <ac:spMk id="93" creationId="{081E4A58-353D-44AE-B2FC-2A74E2E400F7}"/>
          </ac:spMkLst>
        </pc:spChg>
        <pc:picChg chg="del">
          <ac:chgData name="Mr. Sumit Sharma" userId="S::sumitsharma.cse@niet.co.in::0287a0e3-d7f5-4815-a5d5-4670a436bb9e" providerId="AD" clId="Web-{B4AB676F-2D03-2C58-0FDC-1D5749CA1545}" dt="2023-08-29T06:27:51.322" v="253"/>
          <ac:picMkLst>
            <pc:docMk/>
            <pc:sldMk cId="1585696966" sldId="1588"/>
            <ac:picMk id="2" creationId="{3CB22A0F-0678-F35A-7D73-65CCFE619E9F}"/>
          </ac:picMkLst>
        </pc:picChg>
      </pc:sldChg>
      <pc:sldChg chg="addSp delSp modSp add replId">
        <pc:chgData name="Mr. Sumit Sharma" userId="S::sumitsharma.cse@niet.co.in::0287a0e3-d7f5-4815-a5d5-4670a436bb9e" providerId="AD" clId="Web-{B4AB676F-2D03-2C58-0FDC-1D5749CA1545}" dt="2023-08-29T06:32:03.140" v="312"/>
        <pc:sldMkLst>
          <pc:docMk/>
          <pc:sldMk cId="1590766498" sldId="1589"/>
        </pc:sldMkLst>
        <pc:spChg chg="mod">
          <ac:chgData name="Mr. Sumit Sharma" userId="S::sumitsharma.cse@niet.co.in::0287a0e3-d7f5-4815-a5d5-4670a436bb9e" providerId="AD" clId="Web-{B4AB676F-2D03-2C58-0FDC-1D5749CA1545}" dt="2023-08-29T06:32:03.140" v="312"/>
          <ac:spMkLst>
            <pc:docMk/>
            <pc:sldMk cId="1590766498" sldId="1589"/>
            <ac:spMk id="3" creationId="{F8CC24E1-E4CB-4555-AAFE-79673E88E287}"/>
          </ac:spMkLst>
        </pc:spChg>
        <pc:spChg chg="mod">
          <ac:chgData name="Mr. Sumit Sharma" userId="S::sumitsharma.cse@niet.co.in::0287a0e3-d7f5-4815-a5d5-4670a436bb9e" providerId="AD" clId="Web-{B4AB676F-2D03-2C58-0FDC-1D5749CA1545}" dt="2023-08-29T06:32:03.140" v="311"/>
          <ac:spMkLst>
            <pc:docMk/>
            <pc:sldMk cId="1590766498" sldId="1589"/>
            <ac:spMk id="6" creationId="{00000000-0000-0000-0000-000000000000}"/>
          </ac:spMkLst>
        </pc:spChg>
        <pc:spChg chg="add del">
          <ac:chgData name="Mr. Sumit Sharma" userId="S::sumitsharma.cse@niet.co.in::0287a0e3-d7f5-4815-a5d5-4670a436bb9e" providerId="AD" clId="Web-{B4AB676F-2D03-2C58-0FDC-1D5749CA1545}" dt="2023-08-29T06:32:03.140" v="312"/>
          <ac:spMkLst>
            <pc:docMk/>
            <pc:sldMk cId="1590766498" sldId="1589"/>
            <ac:spMk id="71" creationId="{2EB492CD-616E-47F8-933B-5E2D952A0593}"/>
          </ac:spMkLst>
        </pc:spChg>
        <pc:spChg chg="add del">
          <ac:chgData name="Mr. Sumit Sharma" userId="S::sumitsharma.cse@niet.co.in::0287a0e3-d7f5-4815-a5d5-4670a436bb9e" providerId="AD" clId="Web-{B4AB676F-2D03-2C58-0FDC-1D5749CA1545}" dt="2023-08-29T06:32:03.140" v="312"/>
          <ac:spMkLst>
            <pc:docMk/>
            <pc:sldMk cId="1590766498" sldId="1589"/>
            <ac:spMk id="73" creationId="{59383CF9-23B5-4335-9B21-1791C4CF1C75}"/>
          </ac:spMkLst>
        </pc:spChg>
        <pc:spChg chg="add del">
          <ac:chgData name="Mr. Sumit Sharma" userId="S::sumitsharma.cse@niet.co.in::0287a0e3-d7f5-4815-a5d5-4670a436bb9e" providerId="AD" clId="Web-{B4AB676F-2D03-2C58-0FDC-1D5749CA1545}" dt="2023-08-29T06:32:03.140" v="312"/>
          <ac:spMkLst>
            <pc:docMk/>
            <pc:sldMk cId="1590766498" sldId="1589"/>
            <ac:spMk id="75" creationId="{0007FE00-9498-4706-B255-6437B0252C02}"/>
          </ac:spMkLst>
        </pc:spChg>
        <pc:spChg chg="add del">
          <ac:chgData name="Mr. Sumit Sharma" userId="S::sumitsharma.cse@niet.co.in::0287a0e3-d7f5-4815-a5d5-4670a436bb9e" providerId="AD" clId="Web-{B4AB676F-2D03-2C58-0FDC-1D5749CA1545}" dt="2023-08-29T06:32:03.140" v="311"/>
          <ac:spMkLst>
            <pc:docMk/>
            <pc:sldMk cId="1590766498" sldId="1589"/>
            <ac:spMk id="80" creationId="{E8A8EAB8-D2FF-444D-B34B-7D32F106AD0E}"/>
          </ac:spMkLst>
        </pc:spChg>
        <pc:spChg chg="add">
          <ac:chgData name="Mr. Sumit Sharma" userId="S::sumitsharma.cse@niet.co.in::0287a0e3-d7f5-4815-a5d5-4670a436bb9e" providerId="AD" clId="Web-{B4AB676F-2D03-2C58-0FDC-1D5749CA1545}" dt="2023-08-29T06:32:03.140" v="312"/>
          <ac:spMkLst>
            <pc:docMk/>
            <pc:sldMk cId="1590766498" sldId="1589"/>
            <ac:spMk id="86" creationId="{2EB492CD-616E-47F8-933B-5E2D952A0593}"/>
          </ac:spMkLst>
        </pc:spChg>
        <pc:spChg chg="add">
          <ac:chgData name="Mr. Sumit Sharma" userId="S::sumitsharma.cse@niet.co.in::0287a0e3-d7f5-4815-a5d5-4670a436bb9e" providerId="AD" clId="Web-{B4AB676F-2D03-2C58-0FDC-1D5749CA1545}" dt="2023-08-29T06:32:03.140" v="312"/>
          <ac:spMkLst>
            <pc:docMk/>
            <pc:sldMk cId="1590766498" sldId="1589"/>
            <ac:spMk id="87" creationId="{59383CF9-23B5-4335-9B21-1791C4CF1C75}"/>
          </ac:spMkLst>
        </pc:spChg>
        <pc:spChg chg="add">
          <ac:chgData name="Mr. Sumit Sharma" userId="S::sumitsharma.cse@niet.co.in::0287a0e3-d7f5-4815-a5d5-4670a436bb9e" providerId="AD" clId="Web-{B4AB676F-2D03-2C58-0FDC-1D5749CA1545}" dt="2023-08-29T06:32:03.140" v="312"/>
          <ac:spMkLst>
            <pc:docMk/>
            <pc:sldMk cId="1590766498" sldId="1589"/>
            <ac:spMk id="88" creationId="{0007FE00-9498-4706-B255-6437B0252C02}"/>
          </ac:spMkLst>
        </pc:spChg>
        <pc:picChg chg="del">
          <ac:chgData name="Mr. Sumit Sharma" userId="S::sumitsharma.cse@niet.co.in::0287a0e3-d7f5-4815-a5d5-4670a436bb9e" providerId="AD" clId="Web-{B4AB676F-2D03-2C58-0FDC-1D5749CA1545}" dt="2023-08-29T06:30:34.201" v="285"/>
          <ac:picMkLst>
            <pc:docMk/>
            <pc:sldMk cId="1590766498" sldId="1589"/>
            <ac:picMk id="2" creationId="{3CB22A0F-0678-F35A-7D73-65CCFE619E9F}"/>
          </ac:picMkLst>
        </pc:picChg>
        <pc:picChg chg="add mod ord">
          <ac:chgData name="Mr. Sumit Sharma" userId="S::sumitsharma.cse@niet.co.in::0287a0e3-d7f5-4815-a5d5-4670a436bb9e" providerId="AD" clId="Web-{B4AB676F-2D03-2C58-0FDC-1D5749CA1545}" dt="2023-08-29T06:32:03.140" v="312"/>
          <ac:picMkLst>
            <pc:docMk/>
            <pc:sldMk cId="1590766498" sldId="1589"/>
            <ac:picMk id="4" creationId="{8019D9AF-830D-C840-30FE-EFC27F292A9D}"/>
          </ac:picMkLst>
        </pc:picChg>
        <pc:cxnChg chg="add del">
          <ac:chgData name="Mr. Sumit Sharma" userId="S::sumitsharma.cse@niet.co.in::0287a0e3-d7f5-4815-a5d5-4670a436bb9e" providerId="AD" clId="Web-{B4AB676F-2D03-2C58-0FDC-1D5749CA1545}" dt="2023-08-29T06:32:03.140" v="311"/>
          <ac:cxnSpMkLst>
            <pc:docMk/>
            <pc:sldMk cId="1590766498" sldId="1589"/>
            <ac:cxnSpMk id="82" creationId="{EEA38897-7BA3-4408-8083-3235339C4A60}"/>
          </ac:cxnSpMkLst>
        </pc:cxnChg>
        <pc:cxnChg chg="add del">
          <ac:chgData name="Mr. Sumit Sharma" userId="S::sumitsharma.cse@niet.co.in::0287a0e3-d7f5-4815-a5d5-4670a436bb9e" providerId="AD" clId="Web-{B4AB676F-2D03-2C58-0FDC-1D5749CA1545}" dt="2023-08-29T06:32:03.140" v="311"/>
          <ac:cxnSpMkLst>
            <pc:docMk/>
            <pc:sldMk cId="1590766498" sldId="1589"/>
            <ac:cxnSpMk id="84" creationId="{F11AD06B-AB20-4097-8606-5DA00DBACE88}"/>
          </ac:cxnSpMkLst>
        </pc:cxnChg>
      </pc:sldChg>
      <pc:sldChg chg="addSp delSp modSp add replId">
        <pc:chgData name="Mr. Sumit Sharma" userId="S::sumitsharma.cse@niet.co.in::0287a0e3-d7f5-4815-a5d5-4670a436bb9e" providerId="AD" clId="Web-{B4AB676F-2D03-2C58-0FDC-1D5749CA1545}" dt="2023-08-29T06:33:27.486" v="336" actId="20577"/>
        <pc:sldMkLst>
          <pc:docMk/>
          <pc:sldMk cId="672710708" sldId="1590"/>
        </pc:sldMkLst>
        <pc:spChg chg="mod">
          <ac:chgData name="Mr. Sumit Sharma" userId="S::sumitsharma.cse@niet.co.in::0287a0e3-d7f5-4815-a5d5-4670a436bb9e" providerId="AD" clId="Web-{B4AB676F-2D03-2C58-0FDC-1D5749CA1545}" dt="2023-08-29T06:33:27.486" v="336" actId="20577"/>
          <ac:spMkLst>
            <pc:docMk/>
            <pc:sldMk cId="672710708" sldId="1590"/>
            <ac:spMk id="3" creationId="{F8CC24E1-E4CB-4555-AAFE-79673E88E287}"/>
          </ac:spMkLst>
        </pc:spChg>
        <pc:picChg chg="add mod">
          <ac:chgData name="Mr. Sumit Sharma" userId="S::sumitsharma.cse@niet.co.in::0287a0e3-d7f5-4815-a5d5-4670a436bb9e" providerId="AD" clId="Web-{B4AB676F-2D03-2C58-0FDC-1D5749CA1545}" dt="2023-08-29T06:32:33.282" v="318" actId="14100"/>
          <ac:picMkLst>
            <pc:docMk/>
            <pc:sldMk cId="672710708" sldId="1590"/>
            <ac:picMk id="2" creationId="{EB37C7B9-24F2-3FFF-154F-BF07BE73F984}"/>
          </ac:picMkLst>
        </pc:picChg>
        <pc:picChg chg="del">
          <ac:chgData name="Mr. Sumit Sharma" userId="S::sumitsharma.cse@niet.co.in::0287a0e3-d7f5-4815-a5d5-4670a436bb9e" providerId="AD" clId="Web-{B4AB676F-2D03-2C58-0FDC-1D5749CA1545}" dt="2023-08-29T06:32:23.234" v="314"/>
          <ac:picMkLst>
            <pc:docMk/>
            <pc:sldMk cId="672710708" sldId="1590"/>
            <ac:picMk id="4" creationId="{8019D9AF-830D-C840-30FE-EFC27F292A9D}"/>
          </ac:picMkLst>
        </pc:picChg>
      </pc:sldChg>
    </pc:docChg>
  </pc:docChgLst>
  <pc:docChgLst>
    <pc:chgData name="Mr. Sumit Sharma" userId="S::sumitsharma.cse@niet.co.in::0287a0e3-d7f5-4815-a5d5-4670a436bb9e" providerId="AD" clId="Web-{B7206FBC-3717-F983-ED3D-838EF64C2D4E}"/>
    <pc:docChg chg="addSld modSld">
      <pc:chgData name="Mr. Sumit Sharma" userId="S::sumitsharma.cse@niet.co.in::0287a0e3-d7f5-4815-a5d5-4670a436bb9e" providerId="AD" clId="Web-{B7206FBC-3717-F983-ED3D-838EF64C2D4E}" dt="2023-09-02T10:05:04.462" v="82"/>
      <pc:docMkLst>
        <pc:docMk/>
      </pc:docMkLst>
      <pc:sldChg chg="addSp delSp modSp add replId">
        <pc:chgData name="Mr. Sumit Sharma" userId="S::sumitsharma.cse@niet.co.in::0287a0e3-d7f5-4815-a5d5-4670a436bb9e" providerId="AD" clId="Web-{B7206FBC-3717-F983-ED3D-838EF64C2D4E}" dt="2023-09-02T10:00:30.968" v="20" actId="20577"/>
        <pc:sldMkLst>
          <pc:docMk/>
          <pc:sldMk cId="1061129478" sldId="1591"/>
        </pc:sldMkLst>
        <pc:spChg chg="mod">
          <ac:chgData name="Mr. Sumit Sharma" userId="S::sumitsharma.cse@niet.co.in::0287a0e3-d7f5-4815-a5d5-4670a436bb9e" providerId="AD" clId="Web-{B7206FBC-3717-F983-ED3D-838EF64C2D4E}" dt="2023-09-02T10:00:30.968" v="20" actId="20577"/>
          <ac:spMkLst>
            <pc:docMk/>
            <pc:sldMk cId="1061129478" sldId="1591"/>
            <ac:spMk id="3" creationId="{F8CC24E1-E4CB-4555-AAFE-79673E88E287}"/>
          </ac:spMkLst>
        </pc:spChg>
        <pc:spChg chg="mod">
          <ac:chgData name="Mr. Sumit Sharma" userId="S::sumitsharma.cse@niet.co.in::0287a0e3-d7f5-4815-a5d5-4670a436bb9e" providerId="AD" clId="Web-{B7206FBC-3717-F983-ED3D-838EF64C2D4E}" dt="2023-09-02T09:59:46.326" v="16"/>
          <ac:spMkLst>
            <pc:docMk/>
            <pc:sldMk cId="1061129478" sldId="1591"/>
            <ac:spMk id="6" creationId="{00000000-0000-0000-0000-000000000000}"/>
          </ac:spMkLst>
        </pc:spChg>
        <pc:spChg chg="del">
          <ac:chgData name="Mr. Sumit Sharma" userId="S::sumitsharma.cse@niet.co.in::0287a0e3-d7f5-4815-a5d5-4670a436bb9e" providerId="AD" clId="Web-{B7206FBC-3717-F983-ED3D-838EF64C2D4E}" dt="2023-09-02T09:59:46.326" v="16"/>
          <ac:spMkLst>
            <pc:docMk/>
            <pc:sldMk cId="1061129478" sldId="1591"/>
            <ac:spMk id="86" creationId="{2EB492CD-616E-47F8-933B-5E2D952A0593}"/>
          </ac:spMkLst>
        </pc:spChg>
        <pc:spChg chg="del">
          <ac:chgData name="Mr. Sumit Sharma" userId="S::sumitsharma.cse@niet.co.in::0287a0e3-d7f5-4815-a5d5-4670a436bb9e" providerId="AD" clId="Web-{B7206FBC-3717-F983-ED3D-838EF64C2D4E}" dt="2023-09-02T09:59:46.326" v="16"/>
          <ac:spMkLst>
            <pc:docMk/>
            <pc:sldMk cId="1061129478" sldId="1591"/>
            <ac:spMk id="87" creationId="{59383CF9-23B5-4335-9B21-1791C4CF1C75}"/>
          </ac:spMkLst>
        </pc:spChg>
        <pc:spChg chg="del">
          <ac:chgData name="Mr. Sumit Sharma" userId="S::sumitsharma.cse@niet.co.in::0287a0e3-d7f5-4815-a5d5-4670a436bb9e" providerId="AD" clId="Web-{B7206FBC-3717-F983-ED3D-838EF64C2D4E}" dt="2023-09-02T09:59:46.326" v="16"/>
          <ac:spMkLst>
            <pc:docMk/>
            <pc:sldMk cId="1061129478" sldId="1591"/>
            <ac:spMk id="88" creationId="{0007FE00-9498-4706-B255-6437B0252C02}"/>
          </ac:spMkLst>
        </pc:spChg>
        <pc:spChg chg="add">
          <ac:chgData name="Mr. Sumit Sharma" userId="S::sumitsharma.cse@niet.co.in::0287a0e3-d7f5-4815-a5d5-4670a436bb9e" providerId="AD" clId="Web-{B7206FBC-3717-F983-ED3D-838EF64C2D4E}" dt="2023-09-02T09:59:46.326" v="16"/>
          <ac:spMkLst>
            <pc:docMk/>
            <pc:sldMk cId="1061129478" sldId="1591"/>
            <ac:spMk id="93" creationId="{907EF6B7-1338-4443-8C46-6A318D952DFD}"/>
          </ac:spMkLst>
        </pc:spChg>
        <pc:spChg chg="add">
          <ac:chgData name="Mr. Sumit Sharma" userId="S::sumitsharma.cse@niet.co.in::0287a0e3-d7f5-4815-a5d5-4670a436bb9e" providerId="AD" clId="Web-{B7206FBC-3717-F983-ED3D-838EF64C2D4E}" dt="2023-09-02T09:59:46.326" v="16"/>
          <ac:spMkLst>
            <pc:docMk/>
            <pc:sldMk cId="1061129478" sldId="1591"/>
            <ac:spMk id="95" creationId="{DAAE4CDD-124C-4DCF-9584-B6033B545DD5}"/>
          </ac:spMkLst>
        </pc:spChg>
        <pc:spChg chg="add">
          <ac:chgData name="Mr. Sumit Sharma" userId="S::sumitsharma.cse@niet.co.in::0287a0e3-d7f5-4815-a5d5-4670a436bb9e" providerId="AD" clId="Web-{B7206FBC-3717-F983-ED3D-838EF64C2D4E}" dt="2023-09-02T09:59:46.326" v="16"/>
          <ac:spMkLst>
            <pc:docMk/>
            <pc:sldMk cId="1061129478" sldId="1591"/>
            <ac:spMk id="97" creationId="{081E4A58-353D-44AE-B2FC-2A74E2E400F7}"/>
          </ac:spMkLst>
        </pc:spChg>
        <pc:picChg chg="del">
          <ac:chgData name="Mr. Sumit Sharma" userId="S::sumitsharma.cse@niet.co.in::0287a0e3-d7f5-4815-a5d5-4670a436bb9e" providerId="AD" clId="Web-{B7206FBC-3717-F983-ED3D-838EF64C2D4E}" dt="2023-09-02T09:58:16.949" v="1"/>
          <ac:picMkLst>
            <pc:docMk/>
            <pc:sldMk cId="1061129478" sldId="1591"/>
            <ac:picMk id="2" creationId="{EB37C7B9-24F2-3FFF-154F-BF07BE73F984}"/>
          </ac:picMkLst>
        </pc:picChg>
      </pc:sldChg>
      <pc:sldChg chg="addSp delSp modSp add replId">
        <pc:chgData name="Mr. Sumit Sharma" userId="S::sumitsharma.cse@niet.co.in::0287a0e3-d7f5-4815-a5d5-4670a436bb9e" providerId="AD" clId="Web-{B7206FBC-3717-F983-ED3D-838EF64C2D4E}" dt="2023-09-02T10:05:04.462" v="82"/>
        <pc:sldMkLst>
          <pc:docMk/>
          <pc:sldMk cId="1962279143" sldId="1592"/>
        </pc:sldMkLst>
        <pc:spChg chg="add del mod">
          <ac:chgData name="Mr. Sumit Sharma" userId="S::sumitsharma.cse@niet.co.in::0287a0e3-d7f5-4815-a5d5-4670a436bb9e" providerId="AD" clId="Web-{B7206FBC-3717-F983-ED3D-838EF64C2D4E}" dt="2023-09-02T10:03:59.804" v="71"/>
          <ac:spMkLst>
            <pc:docMk/>
            <pc:sldMk cId="1962279143" sldId="1592"/>
            <ac:spMk id="3" creationId="{F8CC24E1-E4CB-4555-AAFE-79673E88E287}"/>
          </ac:spMkLst>
        </pc:spChg>
        <pc:spChg chg="add del mod">
          <ac:chgData name="Mr. Sumit Sharma" userId="S::sumitsharma.cse@niet.co.in::0287a0e3-d7f5-4815-a5d5-4670a436bb9e" providerId="AD" clId="Web-{B7206FBC-3717-F983-ED3D-838EF64C2D4E}" dt="2023-09-02T10:05:04.462" v="82"/>
          <ac:spMkLst>
            <pc:docMk/>
            <pc:sldMk cId="1962279143" sldId="1592"/>
            <ac:spMk id="6" creationId="{00000000-0000-0000-0000-000000000000}"/>
          </ac:spMkLst>
        </pc:spChg>
        <pc:spChg chg="add del">
          <ac:chgData name="Mr. Sumit Sharma" userId="S::sumitsharma.cse@niet.co.in::0287a0e3-d7f5-4815-a5d5-4670a436bb9e" providerId="AD" clId="Web-{B7206FBC-3717-F983-ED3D-838EF64C2D4E}" dt="2023-09-02T10:03:59.804" v="71"/>
          <ac:spMkLst>
            <pc:docMk/>
            <pc:sldMk cId="1962279143" sldId="1592"/>
            <ac:spMk id="93" creationId="{907EF6B7-1338-4443-8C46-6A318D952DFD}"/>
          </ac:spMkLst>
        </pc:spChg>
        <pc:spChg chg="add del">
          <ac:chgData name="Mr. Sumit Sharma" userId="S::sumitsharma.cse@niet.co.in::0287a0e3-d7f5-4815-a5d5-4670a436bb9e" providerId="AD" clId="Web-{B7206FBC-3717-F983-ED3D-838EF64C2D4E}" dt="2023-09-02T10:03:59.804" v="71"/>
          <ac:spMkLst>
            <pc:docMk/>
            <pc:sldMk cId="1962279143" sldId="1592"/>
            <ac:spMk id="95" creationId="{DAAE4CDD-124C-4DCF-9584-B6033B545DD5}"/>
          </ac:spMkLst>
        </pc:spChg>
        <pc:spChg chg="add del">
          <ac:chgData name="Mr. Sumit Sharma" userId="S::sumitsharma.cse@niet.co.in::0287a0e3-d7f5-4815-a5d5-4670a436bb9e" providerId="AD" clId="Web-{B7206FBC-3717-F983-ED3D-838EF64C2D4E}" dt="2023-09-02T10:03:59.804" v="71"/>
          <ac:spMkLst>
            <pc:docMk/>
            <pc:sldMk cId="1962279143" sldId="1592"/>
            <ac:spMk id="97" creationId="{081E4A58-353D-44AE-B2FC-2A74E2E400F7}"/>
          </ac:spMkLst>
        </pc:spChg>
        <pc:spChg chg="add del">
          <ac:chgData name="Mr. Sumit Sharma" userId="S::sumitsharma.cse@niet.co.in::0287a0e3-d7f5-4815-a5d5-4670a436bb9e" providerId="AD" clId="Web-{B7206FBC-3717-F983-ED3D-838EF64C2D4E}" dt="2023-09-02T10:03:56.382" v="68"/>
          <ac:spMkLst>
            <pc:docMk/>
            <pc:sldMk cId="1962279143" sldId="1592"/>
            <ac:spMk id="103" creationId="{A7AE9375-4664-4DB2-922D-2782A6E439AC}"/>
          </ac:spMkLst>
        </pc:spChg>
        <pc:spChg chg="add del">
          <ac:chgData name="Mr. Sumit Sharma" userId="S::sumitsharma.cse@niet.co.in::0287a0e3-d7f5-4815-a5d5-4670a436bb9e" providerId="AD" clId="Web-{B7206FBC-3717-F983-ED3D-838EF64C2D4E}" dt="2023-09-02T10:05:04.462" v="82"/>
          <ac:spMkLst>
            <pc:docMk/>
            <pc:sldMk cId="1962279143" sldId="1592"/>
            <ac:spMk id="104" creationId="{E51BA4DF-2BD4-4EC2-B1DB-B27C8AC71864}"/>
          </ac:spMkLst>
        </pc:spChg>
        <pc:spChg chg="add del">
          <ac:chgData name="Mr. Sumit Sharma" userId="S::sumitsharma.cse@niet.co.in::0287a0e3-d7f5-4815-a5d5-4670a436bb9e" providerId="AD" clId="Web-{B7206FBC-3717-F983-ED3D-838EF64C2D4E}" dt="2023-09-02T10:03:56.382" v="68"/>
          <ac:spMkLst>
            <pc:docMk/>
            <pc:sldMk cId="1962279143" sldId="1592"/>
            <ac:spMk id="107" creationId="{9DD005C1-8C51-42D6-9BEE-B9B83849743D}"/>
          </ac:spMkLst>
        </pc:spChg>
        <pc:spChg chg="add del">
          <ac:chgData name="Mr. Sumit Sharma" userId="S::sumitsharma.cse@niet.co.in::0287a0e3-d7f5-4815-a5d5-4670a436bb9e" providerId="AD" clId="Web-{B7206FBC-3717-F983-ED3D-838EF64C2D4E}" dt="2023-09-02T10:03:59.773" v="70"/>
          <ac:spMkLst>
            <pc:docMk/>
            <pc:sldMk cId="1962279143" sldId="1592"/>
            <ac:spMk id="109" creationId="{463EEC44-1BA3-44ED-81FC-A644B04B2A44}"/>
          </ac:spMkLst>
        </pc:spChg>
        <pc:spChg chg="add del">
          <ac:chgData name="Mr. Sumit Sharma" userId="S::sumitsharma.cse@niet.co.in::0287a0e3-d7f5-4815-a5d5-4670a436bb9e" providerId="AD" clId="Web-{B7206FBC-3717-F983-ED3D-838EF64C2D4E}" dt="2023-09-02T10:03:59.773" v="70"/>
          <ac:spMkLst>
            <pc:docMk/>
            <pc:sldMk cId="1962279143" sldId="1592"/>
            <ac:spMk id="110" creationId="{7517A47C-B2E5-4B79-8061-D74B1311AF6E}"/>
          </ac:spMkLst>
        </pc:spChg>
        <pc:spChg chg="add del">
          <ac:chgData name="Mr. Sumit Sharma" userId="S::sumitsharma.cse@niet.co.in::0287a0e3-d7f5-4815-a5d5-4670a436bb9e" providerId="AD" clId="Web-{B7206FBC-3717-F983-ED3D-838EF64C2D4E}" dt="2023-09-02T10:03:59.773" v="70"/>
          <ac:spMkLst>
            <pc:docMk/>
            <pc:sldMk cId="1962279143" sldId="1592"/>
            <ac:spMk id="111" creationId="{C505E780-2083-4CB5-A42A-5E0E2908ECC3}"/>
          </ac:spMkLst>
        </pc:spChg>
        <pc:spChg chg="add del">
          <ac:chgData name="Mr. Sumit Sharma" userId="S::sumitsharma.cse@niet.co.in::0287a0e3-d7f5-4815-a5d5-4670a436bb9e" providerId="AD" clId="Web-{B7206FBC-3717-F983-ED3D-838EF64C2D4E}" dt="2023-09-02T10:03:59.773" v="70"/>
          <ac:spMkLst>
            <pc:docMk/>
            <pc:sldMk cId="1962279143" sldId="1592"/>
            <ac:spMk id="112" creationId="{D2C0AE1C-0118-41AE-8A10-7CDCBF10E96F}"/>
          </ac:spMkLst>
        </pc:spChg>
        <pc:spChg chg="add del">
          <ac:chgData name="Mr. Sumit Sharma" userId="S::sumitsharma.cse@niet.co.in::0287a0e3-d7f5-4815-a5d5-4670a436bb9e" providerId="AD" clId="Web-{B7206FBC-3717-F983-ED3D-838EF64C2D4E}" dt="2023-09-02T10:05:04.415" v="81"/>
          <ac:spMkLst>
            <pc:docMk/>
            <pc:sldMk cId="1962279143" sldId="1592"/>
            <ac:spMk id="120" creationId="{B50AB553-2A96-4A92-96F2-93548E096954}"/>
          </ac:spMkLst>
        </pc:spChg>
        <pc:spChg chg="add">
          <ac:chgData name="Mr. Sumit Sharma" userId="S::sumitsharma.cse@niet.co.in::0287a0e3-d7f5-4815-a5d5-4670a436bb9e" providerId="AD" clId="Web-{B7206FBC-3717-F983-ED3D-838EF64C2D4E}" dt="2023-09-02T10:05:04.462" v="82"/>
          <ac:spMkLst>
            <pc:docMk/>
            <pc:sldMk cId="1962279143" sldId="1592"/>
            <ac:spMk id="122" creationId="{B50AB553-2A96-4A92-96F2-93548E096954}"/>
          </ac:spMkLst>
        </pc:spChg>
        <pc:graphicFrameChg chg="add del">
          <ac:chgData name="Mr. Sumit Sharma" userId="S::sumitsharma.cse@niet.co.in::0287a0e3-d7f5-4815-a5d5-4670a436bb9e" providerId="AD" clId="Web-{B7206FBC-3717-F983-ED3D-838EF64C2D4E}" dt="2023-09-02T10:03:56.382" v="68"/>
          <ac:graphicFrameMkLst>
            <pc:docMk/>
            <pc:sldMk cId="1962279143" sldId="1592"/>
            <ac:graphicFrameMk id="99" creationId="{63BE53A6-09EE-068E-26C5-722FA76DCF6D}"/>
          </ac:graphicFrameMkLst>
        </pc:graphicFrameChg>
        <pc:graphicFrameChg chg="add del">
          <ac:chgData name="Mr. Sumit Sharma" userId="S::sumitsharma.cse@niet.co.in::0287a0e3-d7f5-4815-a5d5-4670a436bb9e" providerId="AD" clId="Web-{B7206FBC-3717-F983-ED3D-838EF64C2D4E}" dt="2023-09-02T10:03:59.773" v="70"/>
          <ac:graphicFrameMkLst>
            <pc:docMk/>
            <pc:sldMk cId="1962279143" sldId="1592"/>
            <ac:graphicFrameMk id="113" creationId="{D794FC97-3070-32CB-802C-3781989ABC24}"/>
          </ac:graphicFrameMkLst>
        </pc:graphicFrameChg>
        <pc:graphicFrameChg chg="add mod modGraphic">
          <ac:chgData name="Mr. Sumit Sharma" userId="S::sumitsharma.cse@niet.co.in::0287a0e3-d7f5-4815-a5d5-4670a436bb9e" providerId="AD" clId="Web-{B7206FBC-3717-F983-ED3D-838EF64C2D4E}" dt="2023-09-02T10:05:04.462" v="82"/>
          <ac:graphicFrameMkLst>
            <pc:docMk/>
            <pc:sldMk cId="1962279143" sldId="1592"/>
            <ac:graphicFrameMk id="115" creationId="{5E7B02D7-812F-8FB5-ACDD-4128603C06A6}"/>
          </ac:graphicFrameMkLst>
        </pc:graphicFrameChg>
        <pc:picChg chg="add mod">
          <ac:chgData name="Mr. Sumit Sharma" userId="S::sumitsharma.cse@niet.co.in::0287a0e3-d7f5-4815-a5d5-4670a436bb9e" providerId="AD" clId="Web-{B7206FBC-3717-F983-ED3D-838EF64C2D4E}" dt="2023-09-02T10:05:04.462" v="82"/>
          <ac:picMkLst>
            <pc:docMk/>
            <pc:sldMk cId="1962279143" sldId="1592"/>
            <ac:picMk id="100" creationId="{BDBED482-911F-537F-5D62-98F4E2E96787}"/>
          </ac:picMkLst>
        </pc:picChg>
        <pc:cxnChg chg="add del">
          <ac:chgData name="Mr. Sumit Sharma" userId="S::sumitsharma.cse@niet.co.in::0287a0e3-d7f5-4815-a5d5-4670a436bb9e" providerId="AD" clId="Web-{B7206FBC-3717-F983-ED3D-838EF64C2D4E}" dt="2023-09-02T10:03:56.382" v="68"/>
          <ac:cxnSpMkLst>
            <pc:docMk/>
            <pc:sldMk cId="1962279143" sldId="1592"/>
            <ac:cxnSpMk id="105" creationId="{EE504C98-6397-41C1-A8D8-2D9C4ED307E0}"/>
          </ac:cxnSpMkLst>
        </pc:cxnChg>
      </pc:sldChg>
    </pc:docChg>
  </pc:docChgLst>
  <pc:docChgLst>
    <pc:chgData name="Mr. Sumit Sharma" userId="S::sumitsharma.cse@niet.co.in::0287a0e3-d7f5-4815-a5d5-4670a436bb9e" providerId="AD" clId="Web-{FDFDB458-5EEB-7B2E-CFDF-DF2053BCAFA1}"/>
    <pc:docChg chg="addSld modSld">
      <pc:chgData name="Mr. Sumit Sharma" userId="S::sumitsharma.cse@niet.co.in::0287a0e3-d7f5-4815-a5d5-4670a436bb9e" providerId="AD" clId="Web-{FDFDB458-5EEB-7B2E-CFDF-DF2053BCAFA1}" dt="2023-09-04T04:45:07.937" v="231" actId="20577"/>
      <pc:docMkLst>
        <pc:docMk/>
      </pc:docMkLst>
      <pc:sldChg chg="modSp">
        <pc:chgData name="Mr. Sumit Sharma" userId="S::sumitsharma.cse@niet.co.in::0287a0e3-d7f5-4815-a5d5-4670a436bb9e" providerId="AD" clId="Web-{FDFDB458-5EEB-7B2E-CFDF-DF2053BCAFA1}" dt="2023-09-04T04:45:07.937" v="231" actId="20577"/>
        <pc:sldMkLst>
          <pc:docMk/>
          <pc:sldMk cId="1061129478" sldId="1591"/>
        </pc:sldMkLst>
        <pc:spChg chg="mod">
          <ac:chgData name="Mr. Sumit Sharma" userId="S::sumitsharma.cse@niet.co.in::0287a0e3-d7f5-4815-a5d5-4670a436bb9e" providerId="AD" clId="Web-{FDFDB458-5EEB-7B2E-CFDF-DF2053BCAFA1}" dt="2023-09-04T04:45:07.937" v="231" actId="20577"/>
          <ac:spMkLst>
            <pc:docMk/>
            <pc:sldMk cId="1061129478" sldId="1591"/>
            <ac:spMk id="3" creationId="{F8CC24E1-E4CB-4555-AAFE-79673E88E287}"/>
          </ac:spMkLst>
        </pc:spChg>
      </pc:sldChg>
      <pc:sldChg chg="add replId">
        <pc:chgData name="Mr. Sumit Sharma" userId="S::sumitsharma.cse@niet.co.in::0287a0e3-d7f5-4815-a5d5-4670a436bb9e" providerId="AD" clId="Web-{FDFDB458-5EEB-7B2E-CFDF-DF2053BCAFA1}" dt="2023-09-04T04:31:35.001" v="0"/>
        <pc:sldMkLst>
          <pc:docMk/>
          <pc:sldMk cId="2574710675" sldId="1601"/>
        </pc:sldMkLst>
      </pc:sldChg>
    </pc:docChg>
  </pc:docChgLst>
  <pc:docChgLst>
    <pc:chgData name="Mr. Sumit Sharma" userId="S::sumitsharma.cse@niet.co.in::0287a0e3-d7f5-4815-a5d5-4670a436bb9e" providerId="AD" clId="Web-{11092429-62C6-43B0-82AD-D0162A1C50B3}"/>
    <pc:docChg chg="modSld">
      <pc:chgData name="Mr. Sumit Sharma" userId="S::sumitsharma.cse@niet.co.in::0287a0e3-d7f5-4815-a5d5-4670a436bb9e" providerId="AD" clId="Web-{11092429-62C6-43B0-82AD-D0162A1C50B3}" dt="2023-08-23T04:15:00.470" v="96" actId="20577"/>
      <pc:docMkLst>
        <pc:docMk/>
      </pc:docMkLst>
      <pc:sldChg chg="modSp">
        <pc:chgData name="Mr. Sumit Sharma" userId="S::sumitsharma.cse@niet.co.in::0287a0e3-d7f5-4815-a5d5-4670a436bb9e" providerId="AD" clId="Web-{11092429-62C6-43B0-82AD-D0162A1C50B3}" dt="2023-08-23T04:02:11.652" v="7" actId="20577"/>
        <pc:sldMkLst>
          <pc:docMk/>
          <pc:sldMk cId="3419601306" sldId="1566"/>
        </pc:sldMkLst>
        <pc:spChg chg="mod">
          <ac:chgData name="Mr. Sumit Sharma" userId="S::sumitsharma.cse@niet.co.in::0287a0e3-d7f5-4815-a5d5-4670a436bb9e" providerId="AD" clId="Web-{11092429-62C6-43B0-82AD-D0162A1C50B3}" dt="2023-08-23T04:02:11.652" v="7" actId="20577"/>
          <ac:spMkLst>
            <pc:docMk/>
            <pc:sldMk cId="3419601306" sldId="1566"/>
            <ac:spMk id="3" creationId="{F8CC24E1-E4CB-4555-AAFE-79673E88E287}"/>
          </ac:spMkLst>
        </pc:spChg>
      </pc:sldChg>
      <pc:sldChg chg="modSp">
        <pc:chgData name="Mr. Sumit Sharma" userId="S::sumitsharma.cse@niet.co.in::0287a0e3-d7f5-4815-a5d5-4670a436bb9e" providerId="AD" clId="Web-{11092429-62C6-43B0-82AD-D0162A1C50B3}" dt="2023-08-23T04:03:02.232" v="12" actId="20577"/>
        <pc:sldMkLst>
          <pc:docMk/>
          <pc:sldMk cId="900405711" sldId="1567"/>
        </pc:sldMkLst>
        <pc:spChg chg="mod">
          <ac:chgData name="Mr. Sumit Sharma" userId="S::sumitsharma.cse@niet.co.in::0287a0e3-d7f5-4815-a5d5-4670a436bb9e" providerId="AD" clId="Web-{11092429-62C6-43B0-82AD-D0162A1C50B3}" dt="2023-08-23T04:03:02.232" v="12" actId="20577"/>
          <ac:spMkLst>
            <pc:docMk/>
            <pc:sldMk cId="900405711" sldId="1567"/>
            <ac:spMk id="3" creationId="{F8CC24E1-E4CB-4555-AAFE-79673E88E287}"/>
          </ac:spMkLst>
        </pc:spChg>
      </pc:sldChg>
      <pc:sldChg chg="modSp">
        <pc:chgData name="Mr. Sumit Sharma" userId="S::sumitsharma.cse@niet.co.in::0287a0e3-d7f5-4815-a5d5-4670a436bb9e" providerId="AD" clId="Web-{11092429-62C6-43B0-82AD-D0162A1C50B3}" dt="2023-08-23T04:03:56.921" v="21" actId="20577"/>
        <pc:sldMkLst>
          <pc:docMk/>
          <pc:sldMk cId="1404751568" sldId="1568"/>
        </pc:sldMkLst>
        <pc:spChg chg="mod">
          <ac:chgData name="Mr. Sumit Sharma" userId="S::sumitsharma.cse@niet.co.in::0287a0e3-d7f5-4815-a5d5-4670a436bb9e" providerId="AD" clId="Web-{11092429-62C6-43B0-82AD-D0162A1C50B3}" dt="2023-08-23T04:03:56.921" v="21" actId="20577"/>
          <ac:spMkLst>
            <pc:docMk/>
            <pc:sldMk cId="1404751568" sldId="1568"/>
            <ac:spMk id="3" creationId="{F8CC24E1-E4CB-4555-AAFE-79673E88E287}"/>
          </ac:spMkLst>
        </pc:spChg>
      </pc:sldChg>
      <pc:sldChg chg="modSp">
        <pc:chgData name="Mr. Sumit Sharma" userId="S::sumitsharma.cse@niet.co.in::0287a0e3-d7f5-4815-a5d5-4670a436bb9e" providerId="AD" clId="Web-{11092429-62C6-43B0-82AD-D0162A1C50B3}" dt="2023-08-23T04:04:54.735" v="28" actId="20577"/>
        <pc:sldMkLst>
          <pc:docMk/>
          <pc:sldMk cId="1981118964" sldId="1569"/>
        </pc:sldMkLst>
        <pc:spChg chg="mod">
          <ac:chgData name="Mr. Sumit Sharma" userId="S::sumitsharma.cse@niet.co.in::0287a0e3-d7f5-4815-a5d5-4670a436bb9e" providerId="AD" clId="Web-{11092429-62C6-43B0-82AD-D0162A1C50B3}" dt="2023-08-23T04:04:54.735" v="28" actId="20577"/>
          <ac:spMkLst>
            <pc:docMk/>
            <pc:sldMk cId="1981118964" sldId="1569"/>
            <ac:spMk id="3" creationId="{F8CC24E1-E4CB-4555-AAFE-79673E88E287}"/>
          </ac:spMkLst>
        </pc:spChg>
      </pc:sldChg>
      <pc:sldChg chg="modSp">
        <pc:chgData name="Mr. Sumit Sharma" userId="S::sumitsharma.cse@niet.co.in::0287a0e3-d7f5-4815-a5d5-4670a436bb9e" providerId="AD" clId="Web-{11092429-62C6-43B0-82AD-D0162A1C50B3}" dt="2023-08-23T04:07:42.927" v="33" actId="20577"/>
        <pc:sldMkLst>
          <pc:docMk/>
          <pc:sldMk cId="2095559441" sldId="1570"/>
        </pc:sldMkLst>
        <pc:spChg chg="mod">
          <ac:chgData name="Mr. Sumit Sharma" userId="S::sumitsharma.cse@niet.co.in::0287a0e3-d7f5-4815-a5d5-4670a436bb9e" providerId="AD" clId="Web-{11092429-62C6-43B0-82AD-D0162A1C50B3}" dt="2023-08-23T04:07:42.927" v="33" actId="20577"/>
          <ac:spMkLst>
            <pc:docMk/>
            <pc:sldMk cId="2095559441" sldId="1570"/>
            <ac:spMk id="3" creationId="{F8CC24E1-E4CB-4555-AAFE-79673E88E287}"/>
          </ac:spMkLst>
        </pc:spChg>
      </pc:sldChg>
      <pc:sldChg chg="modSp">
        <pc:chgData name="Mr. Sumit Sharma" userId="S::sumitsharma.cse@niet.co.in::0287a0e3-d7f5-4815-a5d5-4670a436bb9e" providerId="AD" clId="Web-{11092429-62C6-43B0-82AD-D0162A1C50B3}" dt="2023-08-23T04:08:29.506" v="40" actId="20577"/>
        <pc:sldMkLst>
          <pc:docMk/>
          <pc:sldMk cId="2191441077" sldId="1571"/>
        </pc:sldMkLst>
        <pc:spChg chg="mod">
          <ac:chgData name="Mr. Sumit Sharma" userId="S::sumitsharma.cse@niet.co.in::0287a0e3-d7f5-4815-a5d5-4670a436bb9e" providerId="AD" clId="Web-{11092429-62C6-43B0-82AD-D0162A1C50B3}" dt="2023-08-23T04:08:29.506" v="40" actId="20577"/>
          <ac:spMkLst>
            <pc:docMk/>
            <pc:sldMk cId="2191441077" sldId="1571"/>
            <ac:spMk id="3" creationId="{F8CC24E1-E4CB-4555-AAFE-79673E88E287}"/>
          </ac:spMkLst>
        </pc:spChg>
      </pc:sldChg>
      <pc:sldChg chg="modSp">
        <pc:chgData name="Mr. Sumit Sharma" userId="S::sumitsharma.cse@niet.co.in::0287a0e3-d7f5-4815-a5d5-4670a436bb9e" providerId="AD" clId="Web-{11092429-62C6-43B0-82AD-D0162A1C50B3}" dt="2023-08-23T04:09:16.867" v="45" actId="20577"/>
        <pc:sldMkLst>
          <pc:docMk/>
          <pc:sldMk cId="713500298" sldId="1572"/>
        </pc:sldMkLst>
        <pc:spChg chg="mod">
          <ac:chgData name="Mr. Sumit Sharma" userId="S::sumitsharma.cse@niet.co.in::0287a0e3-d7f5-4815-a5d5-4670a436bb9e" providerId="AD" clId="Web-{11092429-62C6-43B0-82AD-D0162A1C50B3}" dt="2023-08-23T04:09:16.867" v="45" actId="20577"/>
          <ac:spMkLst>
            <pc:docMk/>
            <pc:sldMk cId="713500298" sldId="1572"/>
            <ac:spMk id="3" creationId="{F8CC24E1-E4CB-4555-AAFE-79673E88E287}"/>
          </ac:spMkLst>
        </pc:spChg>
      </pc:sldChg>
      <pc:sldChg chg="modSp">
        <pc:chgData name="Mr. Sumit Sharma" userId="S::sumitsharma.cse@niet.co.in::0287a0e3-d7f5-4815-a5d5-4670a436bb9e" providerId="AD" clId="Web-{11092429-62C6-43B0-82AD-D0162A1C50B3}" dt="2023-08-23T04:10:12.634" v="53" actId="20577"/>
        <pc:sldMkLst>
          <pc:docMk/>
          <pc:sldMk cId="3739601138" sldId="1574"/>
        </pc:sldMkLst>
        <pc:spChg chg="mod">
          <ac:chgData name="Mr. Sumit Sharma" userId="S::sumitsharma.cse@niet.co.in::0287a0e3-d7f5-4815-a5d5-4670a436bb9e" providerId="AD" clId="Web-{11092429-62C6-43B0-82AD-D0162A1C50B3}" dt="2023-08-23T04:10:12.634" v="53" actId="20577"/>
          <ac:spMkLst>
            <pc:docMk/>
            <pc:sldMk cId="3739601138" sldId="1574"/>
            <ac:spMk id="3" creationId="{F8CC24E1-E4CB-4555-AAFE-79673E88E287}"/>
          </ac:spMkLst>
        </pc:spChg>
      </pc:sldChg>
      <pc:sldChg chg="modSp">
        <pc:chgData name="Mr. Sumit Sharma" userId="S::sumitsharma.cse@niet.co.in::0287a0e3-d7f5-4815-a5d5-4670a436bb9e" providerId="AD" clId="Web-{11092429-62C6-43B0-82AD-D0162A1C50B3}" dt="2023-08-23T04:10:56.885" v="58" actId="20577"/>
        <pc:sldMkLst>
          <pc:docMk/>
          <pc:sldMk cId="2718036721" sldId="1575"/>
        </pc:sldMkLst>
        <pc:spChg chg="mod">
          <ac:chgData name="Mr. Sumit Sharma" userId="S::sumitsharma.cse@niet.co.in::0287a0e3-d7f5-4815-a5d5-4670a436bb9e" providerId="AD" clId="Web-{11092429-62C6-43B0-82AD-D0162A1C50B3}" dt="2023-08-23T04:10:56.885" v="58" actId="20577"/>
          <ac:spMkLst>
            <pc:docMk/>
            <pc:sldMk cId="2718036721" sldId="1575"/>
            <ac:spMk id="3" creationId="{F8CC24E1-E4CB-4555-AAFE-79673E88E287}"/>
          </ac:spMkLst>
        </pc:spChg>
      </pc:sldChg>
      <pc:sldChg chg="modSp">
        <pc:chgData name="Mr. Sumit Sharma" userId="S::sumitsharma.cse@niet.co.in::0287a0e3-d7f5-4815-a5d5-4670a436bb9e" providerId="AD" clId="Web-{11092429-62C6-43B0-82AD-D0162A1C50B3}" dt="2023-08-23T04:11:28.355" v="62" actId="20577"/>
        <pc:sldMkLst>
          <pc:docMk/>
          <pc:sldMk cId="3848627097" sldId="1576"/>
        </pc:sldMkLst>
        <pc:spChg chg="mod">
          <ac:chgData name="Mr. Sumit Sharma" userId="S::sumitsharma.cse@niet.co.in::0287a0e3-d7f5-4815-a5d5-4670a436bb9e" providerId="AD" clId="Web-{11092429-62C6-43B0-82AD-D0162A1C50B3}" dt="2023-08-23T04:11:28.355" v="62" actId="20577"/>
          <ac:spMkLst>
            <pc:docMk/>
            <pc:sldMk cId="3848627097" sldId="1576"/>
            <ac:spMk id="3" creationId="{F8CC24E1-E4CB-4555-AAFE-79673E88E287}"/>
          </ac:spMkLst>
        </pc:spChg>
      </pc:sldChg>
      <pc:sldChg chg="modSp">
        <pc:chgData name="Mr. Sumit Sharma" userId="S::sumitsharma.cse@niet.co.in::0287a0e3-d7f5-4815-a5d5-4670a436bb9e" providerId="AD" clId="Web-{11092429-62C6-43B0-82AD-D0162A1C50B3}" dt="2023-08-23T04:12:07.559" v="69" actId="20577"/>
        <pc:sldMkLst>
          <pc:docMk/>
          <pc:sldMk cId="1492801541" sldId="1577"/>
        </pc:sldMkLst>
        <pc:spChg chg="mod">
          <ac:chgData name="Mr. Sumit Sharma" userId="S::sumitsharma.cse@niet.co.in::0287a0e3-d7f5-4815-a5d5-4670a436bb9e" providerId="AD" clId="Web-{11092429-62C6-43B0-82AD-D0162A1C50B3}" dt="2023-08-23T04:12:07.559" v="69" actId="20577"/>
          <ac:spMkLst>
            <pc:docMk/>
            <pc:sldMk cId="1492801541" sldId="1577"/>
            <ac:spMk id="3" creationId="{F8CC24E1-E4CB-4555-AAFE-79673E88E287}"/>
          </ac:spMkLst>
        </pc:spChg>
      </pc:sldChg>
      <pc:sldChg chg="modSp">
        <pc:chgData name="Mr. Sumit Sharma" userId="S::sumitsharma.cse@niet.co.in::0287a0e3-d7f5-4815-a5d5-4670a436bb9e" providerId="AD" clId="Web-{11092429-62C6-43B0-82AD-D0162A1C50B3}" dt="2023-08-23T04:12:38.279" v="73" actId="20577"/>
        <pc:sldMkLst>
          <pc:docMk/>
          <pc:sldMk cId="3238797891" sldId="1578"/>
        </pc:sldMkLst>
        <pc:spChg chg="mod">
          <ac:chgData name="Mr. Sumit Sharma" userId="S::sumitsharma.cse@niet.co.in::0287a0e3-d7f5-4815-a5d5-4670a436bb9e" providerId="AD" clId="Web-{11092429-62C6-43B0-82AD-D0162A1C50B3}" dt="2023-08-23T04:12:38.279" v="73" actId="20577"/>
          <ac:spMkLst>
            <pc:docMk/>
            <pc:sldMk cId="3238797891" sldId="1578"/>
            <ac:spMk id="3" creationId="{F8CC24E1-E4CB-4555-AAFE-79673E88E287}"/>
          </ac:spMkLst>
        </pc:spChg>
      </pc:sldChg>
      <pc:sldChg chg="modSp">
        <pc:chgData name="Mr. Sumit Sharma" userId="S::sumitsharma.cse@niet.co.in::0287a0e3-d7f5-4815-a5d5-4670a436bb9e" providerId="AD" clId="Web-{11092429-62C6-43B0-82AD-D0162A1C50B3}" dt="2023-08-23T04:13:11.108" v="78" actId="20577"/>
        <pc:sldMkLst>
          <pc:docMk/>
          <pc:sldMk cId="1196681734" sldId="1579"/>
        </pc:sldMkLst>
        <pc:spChg chg="mod">
          <ac:chgData name="Mr. Sumit Sharma" userId="S::sumitsharma.cse@niet.co.in::0287a0e3-d7f5-4815-a5d5-4670a436bb9e" providerId="AD" clId="Web-{11092429-62C6-43B0-82AD-D0162A1C50B3}" dt="2023-08-23T04:13:11.108" v="78" actId="20577"/>
          <ac:spMkLst>
            <pc:docMk/>
            <pc:sldMk cId="1196681734" sldId="1579"/>
            <ac:spMk id="3" creationId="{F8CC24E1-E4CB-4555-AAFE-79673E88E287}"/>
          </ac:spMkLst>
        </pc:spChg>
      </pc:sldChg>
      <pc:sldChg chg="modSp">
        <pc:chgData name="Mr. Sumit Sharma" userId="S::sumitsharma.cse@niet.co.in::0287a0e3-d7f5-4815-a5d5-4670a436bb9e" providerId="AD" clId="Web-{11092429-62C6-43B0-82AD-D0162A1C50B3}" dt="2023-08-23T04:13:48.827" v="84" actId="20577"/>
        <pc:sldMkLst>
          <pc:docMk/>
          <pc:sldMk cId="1080364002" sldId="1580"/>
        </pc:sldMkLst>
        <pc:spChg chg="mod">
          <ac:chgData name="Mr. Sumit Sharma" userId="S::sumitsharma.cse@niet.co.in::0287a0e3-d7f5-4815-a5d5-4670a436bb9e" providerId="AD" clId="Web-{11092429-62C6-43B0-82AD-D0162A1C50B3}" dt="2023-08-23T04:13:48.827" v="84" actId="20577"/>
          <ac:spMkLst>
            <pc:docMk/>
            <pc:sldMk cId="1080364002" sldId="1580"/>
            <ac:spMk id="3" creationId="{F8CC24E1-E4CB-4555-AAFE-79673E88E287}"/>
          </ac:spMkLst>
        </pc:spChg>
      </pc:sldChg>
      <pc:sldChg chg="modSp">
        <pc:chgData name="Mr. Sumit Sharma" userId="S::sumitsharma.cse@niet.co.in::0287a0e3-d7f5-4815-a5d5-4670a436bb9e" providerId="AD" clId="Web-{11092429-62C6-43B0-82AD-D0162A1C50B3}" dt="2023-08-23T04:14:24.797" v="90" actId="20577"/>
        <pc:sldMkLst>
          <pc:docMk/>
          <pc:sldMk cId="3382127065" sldId="1581"/>
        </pc:sldMkLst>
        <pc:spChg chg="mod">
          <ac:chgData name="Mr. Sumit Sharma" userId="S::sumitsharma.cse@niet.co.in::0287a0e3-d7f5-4815-a5d5-4670a436bb9e" providerId="AD" clId="Web-{11092429-62C6-43B0-82AD-D0162A1C50B3}" dt="2023-08-23T04:14:24.797" v="90" actId="20577"/>
          <ac:spMkLst>
            <pc:docMk/>
            <pc:sldMk cId="3382127065" sldId="1581"/>
            <ac:spMk id="3" creationId="{F8CC24E1-E4CB-4555-AAFE-79673E88E287}"/>
          </ac:spMkLst>
        </pc:spChg>
      </pc:sldChg>
      <pc:sldChg chg="modSp">
        <pc:chgData name="Mr. Sumit Sharma" userId="S::sumitsharma.cse@niet.co.in::0287a0e3-d7f5-4815-a5d5-4670a436bb9e" providerId="AD" clId="Web-{11092429-62C6-43B0-82AD-D0162A1C50B3}" dt="2023-08-23T04:15:00.470" v="96" actId="20577"/>
        <pc:sldMkLst>
          <pc:docMk/>
          <pc:sldMk cId="240637688" sldId="1582"/>
        </pc:sldMkLst>
        <pc:spChg chg="mod">
          <ac:chgData name="Mr. Sumit Sharma" userId="S::sumitsharma.cse@niet.co.in::0287a0e3-d7f5-4815-a5d5-4670a436bb9e" providerId="AD" clId="Web-{11092429-62C6-43B0-82AD-D0162A1C50B3}" dt="2023-08-23T04:15:00.470" v="96" actId="20577"/>
          <ac:spMkLst>
            <pc:docMk/>
            <pc:sldMk cId="240637688" sldId="1582"/>
            <ac:spMk id="3" creationId="{F8CC24E1-E4CB-4555-AAFE-79673E88E287}"/>
          </ac:spMkLst>
        </pc:spChg>
      </pc:sldChg>
    </pc:docChg>
  </pc:docChgLst>
  <pc:docChgLst>
    <pc:chgData name="Mr. Sumit Sharma" userId="S::sumitsharma.cse@niet.co.in::0287a0e3-d7f5-4815-a5d5-4670a436bb9e" providerId="AD" clId="Web-{24B6CF88-50E6-AD1E-3A17-1FF34733D8EF}"/>
    <pc:docChg chg="addSld modSld">
      <pc:chgData name="Mr. Sumit Sharma" userId="S::sumitsharma.cse@niet.co.in::0287a0e3-d7f5-4815-a5d5-4670a436bb9e" providerId="AD" clId="Web-{24B6CF88-50E6-AD1E-3A17-1FF34733D8EF}" dt="2023-08-22T07:39:31.954" v="152" actId="14100"/>
      <pc:docMkLst>
        <pc:docMk/>
      </pc:docMkLst>
      <pc:sldChg chg="addSp delSp modSp mod setBg">
        <pc:chgData name="Mr. Sumit Sharma" userId="S::sumitsharma.cse@niet.co.in::0287a0e3-d7f5-4815-a5d5-4670a436bb9e" providerId="AD" clId="Web-{24B6CF88-50E6-AD1E-3A17-1FF34733D8EF}" dt="2023-08-22T07:36:27.057" v="107" actId="20577"/>
        <pc:sldMkLst>
          <pc:docMk/>
          <pc:sldMk cId="698163909" sldId="279"/>
        </pc:sldMkLst>
        <pc:spChg chg="add del">
          <ac:chgData name="Mr. Sumit Sharma" userId="S::sumitsharma.cse@niet.co.in::0287a0e3-d7f5-4815-a5d5-4670a436bb9e" providerId="AD" clId="Web-{24B6CF88-50E6-AD1E-3A17-1FF34733D8EF}" dt="2023-08-22T07:33:47.412" v="75"/>
          <ac:spMkLst>
            <pc:docMk/>
            <pc:sldMk cId="698163909" sldId="279"/>
            <ac:spMk id="3" creationId="{00000000-0000-0000-0000-000000000000}"/>
          </ac:spMkLst>
        </pc:spChg>
        <pc:spChg chg="mod ord">
          <ac:chgData name="Mr. Sumit Sharma" userId="S::sumitsharma.cse@niet.co.in::0287a0e3-d7f5-4815-a5d5-4670a436bb9e" providerId="AD" clId="Web-{24B6CF88-50E6-AD1E-3A17-1FF34733D8EF}" dt="2023-08-22T07:33:47.412" v="75"/>
          <ac:spMkLst>
            <pc:docMk/>
            <pc:sldMk cId="698163909" sldId="279"/>
            <ac:spMk id="6" creationId="{00000000-0000-0000-0000-000000000000}"/>
          </ac:spMkLst>
        </pc:spChg>
        <pc:spChg chg="mod">
          <ac:chgData name="Mr. Sumit Sharma" userId="S::sumitsharma.cse@niet.co.in::0287a0e3-d7f5-4815-a5d5-4670a436bb9e" providerId="AD" clId="Web-{24B6CF88-50E6-AD1E-3A17-1FF34733D8EF}" dt="2023-08-22T07:36:27.057" v="107" actId="20577"/>
          <ac:spMkLst>
            <pc:docMk/>
            <pc:sldMk cId="698163909" sldId="279"/>
            <ac:spMk id="7" creationId="{00000000-0000-0000-0000-000000000000}"/>
          </ac:spMkLst>
        </pc:spChg>
        <pc:spChg chg="add del">
          <ac:chgData name="Mr. Sumit Sharma" userId="S::sumitsharma.cse@niet.co.in::0287a0e3-d7f5-4815-a5d5-4670a436bb9e" providerId="AD" clId="Web-{24B6CF88-50E6-AD1E-3A17-1FF34733D8EF}" dt="2023-08-22T07:33:47.380" v="74"/>
          <ac:spMkLst>
            <pc:docMk/>
            <pc:sldMk cId="698163909" sldId="279"/>
            <ac:spMk id="15" creationId="{7301F447-EEF7-48F5-AF73-7566EE7F64AD}"/>
          </ac:spMkLst>
        </pc:spChg>
        <pc:spChg chg="add del">
          <ac:chgData name="Mr. Sumit Sharma" userId="S::sumitsharma.cse@niet.co.in::0287a0e3-d7f5-4815-a5d5-4670a436bb9e" providerId="AD" clId="Web-{24B6CF88-50E6-AD1E-3A17-1FF34733D8EF}" dt="2023-08-22T07:33:47.380" v="74"/>
          <ac:spMkLst>
            <pc:docMk/>
            <pc:sldMk cId="698163909" sldId="279"/>
            <ac:spMk id="17" creationId="{F7117410-A2A4-4085-9ADC-46744551DBDE}"/>
          </ac:spMkLst>
        </pc:spChg>
        <pc:spChg chg="add del">
          <ac:chgData name="Mr. Sumit Sharma" userId="S::sumitsharma.cse@niet.co.in::0287a0e3-d7f5-4815-a5d5-4670a436bb9e" providerId="AD" clId="Web-{24B6CF88-50E6-AD1E-3A17-1FF34733D8EF}" dt="2023-08-22T07:33:47.380" v="74"/>
          <ac:spMkLst>
            <pc:docMk/>
            <pc:sldMk cId="698163909" sldId="279"/>
            <ac:spMk id="19" creationId="{99F74EB5-E547-4FB4-95F5-BCC788F3C4A0}"/>
          </ac:spMkLst>
        </pc:spChg>
        <pc:spChg chg="add">
          <ac:chgData name="Mr. Sumit Sharma" userId="S::sumitsharma.cse@niet.co.in::0287a0e3-d7f5-4815-a5d5-4670a436bb9e" providerId="AD" clId="Web-{24B6CF88-50E6-AD1E-3A17-1FF34733D8EF}" dt="2023-08-22T07:33:47.412" v="75"/>
          <ac:spMkLst>
            <pc:docMk/>
            <pc:sldMk cId="698163909" sldId="279"/>
            <ac:spMk id="21" creationId="{7301F447-EEF7-48F5-AF73-7566EE7F64AD}"/>
          </ac:spMkLst>
        </pc:spChg>
        <pc:spChg chg="add">
          <ac:chgData name="Mr. Sumit Sharma" userId="S::sumitsharma.cse@niet.co.in::0287a0e3-d7f5-4815-a5d5-4670a436bb9e" providerId="AD" clId="Web-{24B6CF88-50E6-AD1E-3A17-1FF34733D8EF}" dt="2023-08-22T07:33:47.412" v="75"/>
          <ac:spMkLst>
            <pc:docMk/>
            <pc:sldMk cId="698163909" sldId="279"/>
            <ac:spMk id="22" creationId="{F7117410-A2A4-4085-9ADC-46744551DBDE}"/>
          </ac:spMkLst>
        </pc:spChg>
        <pc:spChg chg="add">
          <ac:chgData name="Mr. Sumit Sharma" userId="S::sumitsharma.cse@niet.co.in::0287a0e3-d7f5-4815-a5d5-4670a436bb9e" providerId="AD" clId="Web-{24B6CF88-50E6-AD1E-3A17-1FF34733D8EF}" dt="2023-08-22T07:33:47.412" v="75"/>
          <ac:spMkLst>
            <pc:docMk/>
            <pc:sldMk cId="698163909" sldId="279"/>
            <ac:spMk id="23" creationId="{99F74EB5-E547-4FB4-95F5-BCC788F3C4A0}"/>
          </ac:spMkLst>
        </pc:spChg>
        <pc:graphicFrameChg chg="add del">
          <ac:chgData name="Mr. Sumit Sharma" userId="S::sumitsharma.cse@niet.co.in::0287a0e3-d7f5-4815-a5d5-4670a436bb9e" providerId="AD" clId="Web-{24B6CF88-50E6-AD1E-3A17-1FF34733D8EF}" dt="2023-08-22T07:33:47.380" v="74"/>
          <ac:graphicFrameMkLst>
            <pc:docMk/>
            <pc:sldMk cId="698163909" sldId="279"/>
            <ac:graphicFrameMk id="11" creationId="{8F560B62-30F2-C69A-62BD-D137BAD50390}"/>
          </ac:graphicFrameMkLst>
        </pc:graphicFrameChg>
        <pc:graphicFrameChg chg="add">
          <ac:chgData name="Mr. Sumit Sharma" userId="S::sumitsharma.cse@niet.co.in::0287a0e3-d7f5-4815-a5d5-4670a436bb9e" providerId="AD" clId="Web-{24B6CF88-50E6-AD1E-3A17-1FF34733D8EF}" dt="2023-08-22T07:33:47.412" v="75"/>
          <ac:graphicFrameMkLst>
            <pc:docMk/>
            <pc:sldMk cId="698163909" sldId="279"/>
            <ac:graphicFrameMk id="24" creationId="{8F4F919B-59A8-DAD7-D9C2-9442BD3B1827}"/>
          </ac:graphicFrameMkLst>
        </pc:graphicFrameChg>
      </pc:sldChg>
      <pc:sldChg chg="addSp delSp modSp mod setBg">
        <pc:chgData name="Mr. Sumit Sharma" userId="S::sumitsharma.cse@niet.co.in::0287a0e3-d7f5-4815-a5d5-4670a436bb9e" providerId="AD" clId="Web-{24B6CF88-50E6-AD1E-3A17-1FF34733D8EF}" dt="2023-08-22T07:36:20.010" v="105" actId="20577"/>
        <pc:sldMkLst>
          <pc:docMk/>
          <pc:sldMk cId="14382847" sldId="1560"/>
        </pc:sldMkLst>
        <pc:spChg chg="add del">
          <ac:chgData name="Mr. Sumit Sharma" userId="S::sumitsharma.cse@niet.co.in::0287a0e3-d7f5-4815-a5d5-4670a436bb9e" providerId="AD" clId="Web-{24B6CF88-50E6-AD1E-3A17-1FF34733D8EF}" dt="2023-08-22T07:33:17.458" v="72"/>
          <ac:spMkLst>
            <pc:docMk/>
            <pc:sldMk cId="14382847" sldId="1560"/>
            <ac:spMk id="3" creationId="{F8CC24E1-E4CB-4555-AAFE-79673E88E287}"/>
          </ac:spMkLst>
        </pc:spChg>
        <pc:spChg chg="mod ord">
          <ac:chgData name="Mr. Sumit Sharma" userId="S::sumitsharma.cse@niet.co.in::0287a0e3-d7f5-4815-a5d5-4670a436bb9e" providerId="AD" clId="Web-{24B6CF88-50E6-AD1E-3A17-1FF34733D8EF}" dt="2023-08-22T07:33:17.458" v="72"/>
          <ac:spMkLst>
            <pc:docMk/>
            <pc:sldMk cId="14382847" sldId="1560"/>
            <ac:spMk id="6" creationId="{00000000-0000-0000-0000-000000000000}"/>
          </ac:spMkLst>
        </pc:spChg>
        <pc:spChg chg="mod">
          <ac:chgData name="Mr. Sumit Sharma" userId="S::sumitsharma.cse@niet.co.in::0287a0e3-d7f5-4815-a5d5-4670a436bb9e" providerId="AD" clId="Web-{24B6CF88-50E6-AD1E-3A17-1FF34733D8EF}" dt="2023-08-22T07:36:20.010" v="105" actId="20577"/>
          <ac:spMkLst>
            <pc:docMk/>
            <pc:sldMk cId="14382847" sldId="1560"/>
            <ac:spMk id="7" creationId="{00000000-0000-0000-0000-000000000000}"/>
          </ac:spMkLst>
        </pc:spChg>
        <pc:spChg chg="add del">
          <ac:chgData name="Mr. Sumit Sharma" userId="S::sumitsharma.cse@niet.co.in::0287a0e3-d7f5-4815-a5d5-4670a436bb9e" providerId="AD" clId="Web-{24B6CF88-50E6-AD1E-3A17-1FF34733D8EF}" dt="2023-08-22T07:33:12.926" v="69"/>
          <ac:spMkLst>
            <pc:docMk/>
            <pc:sldMk cId="14382847" sldId="1560"/>
            <ac:spMk id="15" creationId="{BACC6370-2D7E-4714-9D71-7542949D7D5D}"/>
          </ac:spMkLst>
        </pc:spChg>
        <pc:spChg chg="add del">
          <ac:chgData name="Mr. Sumit Sharma" userId="S::sumitsharma.cse@niet.co.in::0287a0e3-d7f5-4815-a5d5-4670a436bb9e" providerId="AD" clId="Web-{24B6CF88-50E6-AD1E-3A17-1FF34733D8EF}" dt="2023-08-22T07:33:17.442" v="71"/>
          <ac:spMkLst>
            <pc:docMk/>
            <pc:sldMk cId="14382847" sldId="1560"/>
            <ac:spMk id="16" creationId="{4F7EBAE4-9945-4473-9E34-B2C66EA0F03D}"/>
          </ac:spMkLst>
        </pc:spChg>
        <pc:spChg chg="add del">
          <ac:chgData name="Mr. Sumit Sharma" userId="S::sumitsharma.cse@niet.co.in::0287a0e3-d7f5-4815-a5d5-4670a436bb9e" providerId="AD" clId="Web-{24B6CF88-50E6-AD1E-3A17-1FF34733D8EF}" dt="2023-08-22T07:33:12.926" v="69"/>
          <ac:spMkLst>
            <pc:docMk/>
            <pc:sldMk cId="14382847" sldId="1560"/>
            <ac:spMk id="17" creationId="{F68B3F68-107C-434F-AA38-110D5EA91B85}"/>
          </ac:spMkLst>
        </pc:spChg>
        <pc:spChg chg="add del">
          <ac:chgData name="Mr. Sumit Sharma" userId="S::sumitsharma.cse@niet.co.in::0287a0e3-d7f5-4815-a5d5-4670a436bb9e" providerId="AD" clId="Web-{24B6CF88-50E6-AD1E-3A17-1FF34733D8EF}" dt="2023-08-22T07:33:17.442" v="71"/>
          <ac:spMkLst>
            <pc:docMk/>
            <pc:sldMk cId="14382847" sldId="1560"/>
            <ac:spMk id="18" creationId="{70BEB1E7-2F88-40BC-B73D-42E5B6F80BFC}"/>
          </ac:spMkLst>
        </pc:spChg>
        <pc:spChg chg="add del">
          <ac:chgData name="Mr. Sumit Sharma" userId="S::sumitsharma.cse@niet.co.in::0287a0e3-d7f5-4815-a5d5-4670a436bb9e" providerId="AD" clId="Web-{24B6CF88-50E6-AD1E-3A17-1FF34733D8EF}" dt="2023-08-22T07:33:12.926" v="69"/>
          <ac:spMkLst>
            <pc:docMk/>
            <pc:sldMk cId="14382847" sldId="1560"/>
            <ac:spMk id="19" creationId="{AAD0DBB9-1A4B-4391-81D4-CB19F9AB918A}"/>
          </ac:spMkLst>
        </pc:spChg>
        <pc:spChg chg="add del">
          <ac:chgData name="Mr. Sumit Sharma" userId="S::sumitsharma.cse@niet.co.in::0287a0e3-d7f5-4815-a5d5-4670a436bb9e" providerId="AD" clId="Web-{24B6CF88-50E6-AD1E-3A17-1FF34733D8EF}" dt="2023-08-22T07:33:17.442" v="71"/>
          <ac:spMkLst>
            <pc:docMk/>
            <pc:sldMk cId="14382847" sldId="1560"/>
            <ac:spMk id="20" creationId="{A7B99495-F43F-4D80-A44F-2CB4764EB90B}"/>
          </ac:spMkLst>
        </pc:spChg>
        <pc:spChg chg="add del">
          <ac:chgData name="Mr. Sumit Sharma" userId="S::sumitsharma.cse@niet.co.in::0287a0e3-d7f5-4815-a5d5-4670a436bb9e" providerId="AD" clId="Web-{24B6CF88-50E6-AD1E-3A17-1FF34733D8EF}" dt="2023-08-22T07:33:12.926" v="69"/>
          <ac:spMkLst>
            <pc:docMk/>
            <pc:sldMk cId="14382847" sldId="1560"/>
            <ac:spMk id="21" creationId="{063BBA22-50EA-4C4D-BE05-F1CE4E63AA56}"/>
          </ac:spMkLst>
        </pc:spChg>
        <pc:spChg chg="add">
          <ac:chgData name="Mr. Sumit Sharma" userId="S::sumitsharma.cse@niet.co.in::0287a0e3-d7f5-4815-a5d5-4670a436bb9e" providerId="AD" clId="Web-{24B6CF88-50E6-AD1E-3A17-1FF34733D8EF}" dt="2023-08-22T07:33:17.458" v="72"/>
          <ac:spMkLst>
            <pc:docMk/>
            <pc:sldMk cId="14382847" sldId="1560"/>
            <ac:spMk id="25" creationId="{7301F447-EEF7-48F5-AF73-7566EE7F64AD}"/>
          </ac:spMkLst>
        </pc:spChg>
        <pc:spChg chg="add">
          <ac:chgData name="Mr. Sumit Sharma" userId="S::sumitsharma.cse@niet.co.in::0287a0e3-d7f5-4815-a5d5-4670a436bb9e" providerId="AD" clId="Web-{24B6CF88-50E6-AD1E-3A17-1FF34733D8EF}" dt="2023-08-22T07:33:17.458" v="72"/>
          <ac:spMkLst>
            <pc:docMk/>
            <pc:sldMk cId="14382847" sldId="1560"/>
            <ac:spMk id="26" creationId="{F7117410-A2A4-4085-9ADC-46744551DBDE}"/>
          </ac:spMkLst>
        </pc:spChg>
        <pc:spChg chg="add">
          <ac:chgData name="Mr. Sumit Sharma" userId="S::sumitsharma.cse@niet.co.in::0287a0e3-d7f5-4815-a5d5-4670a436bb9e" providerId="AD" clId="Web-{24B6CF88-50E6-AD1E-3A17-1FF34733D8EF}" dt="2023-08-22T07:33:17.458" v="72"/>
          <ac:spMkLst>
            <pc:docMk/>
            <pc:sldMk cId="14382847" sldId="1560"/>
            <ac:spMk id="27" creationId="{99F74EB5-E547-4FB4-95F5-BCC788F3C4A0}"/>
          </ac:spMkLst>
        </pc:spChg>
        <pc:graphicFrameChg chg="add del">
          <ac:chgData name="Mr. Sumit Sharma" userId="S::sumitsharma.cse@niet.co.in::0287a0e3-d7f5-4815-a5d5-4670a436bb9e" providerId="AD" clId="Web-{24B6CF88-50E6-AD1E-3A17-1FF34733D8EF}" dt="2023-08-22T07:33:12.926" v="69"/>
          <ac:graphicFrameMkLst>
            <pc:docMk/>
            <pc:sldMk cId="14382847" sldId="1560"/>
            <ac:graphicFrameMk id="11" creationId="{1E3C8F7B-EDAF-AD2C-17A7-5FE5C59CAF47}"/>
          </ac:graphicFrameMkLst>
        </pc:graphicFrameChg>
        <pc:graphicFrameChg chg="add del">
          <ac:chgData name="Mr. Sumit Sharma" userId="S::sumitsharma.cse@niet.co.in::0287a0e3-d7f5-4815-a5d5-4670a436bb9e" providerId="AD" clId="Web-{24B6CF88-50E6-AD1E-3A17-1FF34733D8EF}" dt="2023-08-22T07:33:17.442" v="71"/>
          <ac:graphicFrameMkLst>
            <pc:docMk/>
            <pc:sldMk cId="14382847" sldId="1560"/>
            <ac:graphicFrameMk id="23" creationId="{A9833820-75EA-225F-140B-FC61775DE725}"/>
          </ac:graphicFrameMkLst>
        </pc:graphicFrameChg>
        <pc:graphicFrameChg chg="add">
          <ac:chgData name="Mr. Sumit Sharma" userId="S::sumitsharma.cse@niet.co.in::0287a0e3-d7f5-4815-a5d5-4670a436bb9e" providerId="AD" clId="Web-{24B6CF88-50E6-AD1E-3A17-1FF34733D8EF}" dt="2023-08-22T07:33:17.458" v="72"/>
          <ac:graphicFrameMkLst>
            <pc:docMk/>
            <pc:sldMk cId="14382847" sldId="1560"/>
            <ac:graphicFrameMk id="28" creationId="{7911BCD3-FD89-BC16-4A6F-1F614AC172FE}"/>
          </ac:graphicFrameMkLst>
        </pc:graphicFrameChg>
        <pc:picChg chg="add del">
          <ac:chgData name="Mr. Sumit Sharma" userId="S::sumitsharma.cse@niet.co.in::0287a0e3-d7f5-4815-a5d5-4670a436bb9e" providerId="AD" clId="Web-{24B6CF88-50E6-AD1E-3A17-1FF34733D8EF}" dt="2023-08-22T07:33:17.442" v="71"/>
          <ac:picMkLst>
            <pc:docMk/>
            <pc:sldMk cId="14382847" sldId="1560"/>
            <ac:picMk id="12" creationId="{B5272F72-0CDF-997F-8B91-3076FF78B443}"/>
          </ac:picMkLst>
        </pc:picChg>
      </pc:sldChg>
      <pc:sldChg chg="addSp delSp modSp mod setBg">
        <pc:chgData name="Mr. Sumit Sharma" userId="S::sumitsharma.cse@niet.co.in::0287a0e3-d7f5-4815-a5d5-4670a436bb9e" providerId="AD" clId="Web-{24B6CF88-50E6-AD1E-3A17-1FF34733D8EF}" dt="2023-08-22T07:36:11.807" v="103" actId="20577"/>
        <pc:sldMkLst>
          <pc:docMk/>
          <pc:sldMk cId="472746572" sldId="1562"/>
        </pc:sldMkLst>
        <pc:spChg chg="del">
          <ac:chgData name="Mr. Sumit Sharma" userId="S::sumitsharma.cse@niet.co.in::0287a0e3-d7f5-4815-a5d5-4670a436bb9e" providerId="AD" clId="Web-{24B6CF88-50E6-AD1E-3A17-1FF34733D8EF}" dt="2023-08-22T07:32:50.972" v="67"/>
          <ac:spMkLst>
            <pc:docMk/>
            <pc:sldMk cId="472746572" sldId="1562"/>
            <ac:spMk id="3" creationId="{F8CC24E1-E4CB-4555-AAFE-79673E88E287}"/>
          </ac:spMkLst>
        </pc:spChg>
        <pc:spChg chg="mod ord">
          <ac:chgData name="Mr. Sumit Sharma" userId="S::sumitsharma.cse@niet.co.in::0287a0e3-d7f5-4815-a5d5-4670a436bb9e" providerId="AD" clId="Web-{24B6CF88-50E6-AD1E-3A17-1FF34733D8EF}" dt="2023-08-22T07:32:50.972" v="67"/>
          <ac:spMkLst>
            <pc:docMk/>
            <pc:sldMk cId="472746572" sldId="1562"/>
            <ac:spMk id="6" creationId="{00000000-0000-0000-0000-000000000000}"/>
          </ac:spMkLst>
        </pc:spChg>
        <pc:spChg chg="mod">
          <ac:chgData name="Mr. Sumit Sharma" userId="S::sumitsharma.cse@niet.co.in::0287a0e3-d7f5-4815-a5d5-4670a436bb9e" providerId="AD" clId="Web-{24B6CF88-50E6-AD1E-3A17-1FF34733D8EF}" dt="2023-08-22T07:36:11.807" v="103" actId="20577"/>
          <ac:spMkLst>
            <pc:docMk/>
            <pc:sldMk cId="472746572" sldId="1562"/>
            <ac:spMk id="7" creationId="{00000000-0000-0000-0000-000000000000}"/>
          </ac:spMkLst>
        </pc:spChg>
        <pc:spChg chg="add">
          <ac:chgData name="Mr. Sumit Sharma" userId="S::sumitsharma.cse@niet.co.in::0287a0e3-d7f5-4815-a5d5-4670a436bb9e" providerId="AD" clId="Web-{24B6CF88-50E6-AD1E-3A17-1FF34733D8EF}" dt="2023-08-22T07:32:50.972" v="67"/>
          <ac:spMkLst>
            <pc:docMk/>
            <pc:sldMk cId="472746572" sldId="1562"/>
            <ac:spMk id="15" creationId="{53B021B3-DE93-4AB7-8A18-CF5F1CED88B8}"/>
          </ac:spMkLst>
        </pc:spChg>
        <pc:spChg chg="add">
          <ac:chgData name="Mr. Sumit Sharma" userId="S::sumitsharma.cse@niet.co.in::0287a0e3-d7f5-4815-a5d5-4670a436bb9e" providerId="AD" clId="Web-{24B6CF88-50E6-AD1E-3A17-1FF34733D8EF}" dt="2023-08-22T07:32:50.972" v="67"/>
          <ac:spMkLst>
            <pc:docMk/>
            <pc:sldMk cId="472746572" sldId="1562"/>
            <ac:spMk id="17" creationId="{52D502E5-F6B4-4D58-B4AE-FC466FF15EE8}"/>
          </ac:spMkLst>
        </pc:spChg>
        <pc:spChg chg="add">
          <ac:chgData name="Mr. Sumit Sharma" userId="S::sumitsharma.cse@niet.co.in::0287a0e3-d7f5-4815-a5d5-4670a436bb9e" providerId="AD" clId="Web-{24B6CF88-50E6-AD1E-3A17-1FF34733D8EF}" dt="2023-08-22T07:32:50.972" v="67"/>
          <ac:spMkLst>
            <pc:docMk/>
            <pc:sldMk cId="472746572" sldId="1562"/>
            <ac:spMk id="19" creationId="{9DECDBF4-02B6-4BB4-B65B-B8107AD6A9E8}"/>
          </ac:spMkLst>
        </pc:spChg>
        <pc:graphicFrameChg chg="add">
          <ac:chgData name="Mr. Sumit Sharma" userId="S::sumitsharma.cse@niet.co.in::0287a0e3-d7f5-4815-a5d5-4670a436bb9e" providerId="AD" clId="Web-{24B6CF88-50E6-AD1E-3A17-1FF34733D8EF}" dt="2023-08-22T07:32:50.972" v="67"/>
          <ac:graphicFrameMkLst>
            <pc:docMk/>
            <pc:sldMk cId="472746572" sldId="1562"/>
            <ac:graphicFrameMk id="11" creationId="{42CF0600-DCB4-95C4-BDCE-24FB1F21F471}"/>
          </ac:graphicFrameMkLst>
        </pc:graphicFrameChg>
      </pc:sldChg>
      <pc:sldChg chg="addSp delSp modSp mod setBg">
        <pc:chgData name="Mr. Sumit Sharma" userId="S::sumitsharma.cse@niet.co.in::0287a0e3-d7f5-4815-a5d5-4670a436bb9e" providerId="AD" clId="Web-{24B6CF88-50E6-AD1E-3A17-1FF34733D8EF}" dt="2023-08-22T07:36:06.291" v="102" actId="20577"/>
        <pc:sldMkLst>
          <pc:docMk/>
          <pc:sldMk cId="3443822419" sldId="1563"/>
        </pc:sldMkLst>
        <pc:spChg chg="del">
          <ac:chgData name="Mr. Sumit Sharma" userId="S::sumitsharma.cse@niet.co.in::0287a0e3-d7f5-4815-a5d5-4670a436bb9e" providerId="AD" clId="Web-{24B6CF88-50E6-AD1E-3A17-1FF34733D8EF}" dt="2023-08-22T07:31:39.595" v="61"/>
          <ac:spMkLst>
            <pc:docMk/>
            <pc:sldMk cId="3443822419" sldId="1563"/>
            <ac:spMk id="3" creationId="{F8CC24E1-E4CB-4555-AAFE-79673E88E287}"/>
          </ac:spMkLst>
        </pc:spChg>
        <pc:spChg chg="mod ord">
          <ac:chgData name="Mr. Sumit Sharma" userId="S::sumitsharma.cse@niet.co.in::0287a0e3-d7f5-4815-a5d5-4670a436bb9e" providerId="AD" clId="Web-{24B6CF88-50E6-AD1E-3A17-1FF34733D8EF}" dt="2023-08-22T07:31:39.595" v="61"/>
          <ac:spMkLst>
            <pc:docMk/>
            <pc:sldMk cId="3443822419" sldId="1563"/>
            <ac:spMk id="6" creationId="{00000000-0000-0000-0000-000000000000}"/>
          </ac:spMkLst>
        </pc:spChg>
        <pc:spChg chg="mod">
          <ac:chgData name="Mr. Sumit Sharma" userId="S::sumitsharma.cse@niet.co.in::0287a0e3-d7f5-4815-a5d5-4670a436bb9e" providerId="AD" clId="Web-{24B6CF88-50E6-AD1E-3A17-1FF34733D8EF}" dt="2023-08-22T07:36:06.291" v="102" actId="20577"/>
          <ac:spMkLst>
            <pc:docMk/>
            <pc:sldMk cId="3443822419" sldId="1563"/>
            <ac:spMk id="7" creationId="{00000000-0000-0000-0000-000000000000}"/>
          </ac:spMkLst>
        </pc:spChg>
        <pc:spChg chg="add">
          <ac:chgData name="Mr. Sumit Sharma" userId="S::sumitsharma.cse@niet.co.in::0287a0e3-d7f5-4815-a5d5-4670a436bb9e" providerId="AD" clId="Web-{24B6CF88-50E6-AD1E-3A17-1FF34733D8EF}" dt="2023-08-22T07:31:39.595" v="61"/>
          <ac:spMkLst>
            <pc:docMk/>
            <pc:sldMk cId="3443822419" sldId="1563"/>
            <ac:spMk id="16" creationId="{4F7EBAE4-9945-4473-9E34-B2C66EA0F03D}"/>
          </ac:spMkLst>
        </pc:spChg>
        <pc:spChg chg="add">
          <ac:chgData name="Mr. Sumit Sharma" userId="S::sumitsharma.cse@niet.co.in::0287a0e3-d7f5-4815-a5d5-4670a436bb9e" providerId="AD" clId="Web-{24B6CF88-50E6-AD1E-3A17-1FF34733D8EF}" dt="2023-08-22T07:31:39.595" v="61"/>
          <ac:spMkLst>
            <pc:docMk/>
            <pc:sldMk cId="3443822419" sldId="1563"/>
            <ac:spMk id="18" creationId="{70BEB1E7-2F88-40BC-B73D-42E5B6F80BFC}"/>
          </ac:spMkLst>
        </pc:spChg>
        <pc:spChg chg="add">
          <ac:chgData name="Mr. Sumit Sharma" userId="S::sumitsharma.cse@niet.co.in::0287a0e3-d7f5-4815-a5d5-4670a436bb9e" providerId="AD" clId="Web-{24B6CF88-50E6-AD1E-3A17-1FF34733D8EF}" dt="2023-08-22T07:31:39.595" v="61"/>
          <ac:spMkLst>
            <pc:docMk/>
            <pc:sldMk cId="3443822419" sldId="1563"/>
            <ac:spMk id="20" creationId="{A7B99495-F43F-4D80-A44F-2CB4764EB90B}"/>
          </ac:spMkLst>
        </pc:spChg>
        <pc:graphicFrameChg chg="add">
          <ac:chgData name="Mr. Sumit Sharma" userId="S::sumitsharma.cse@niet.co.in::0287a0e3-d7f5-4815-a5d5-4670a436bb9e" providerId="AD" clId="Web-{24B6CF88-50E6-AD1E-3A17-1FF34733D8EF}" dt="2023-08-22T07:31:39.595" v="61"/>
          <ac:graphicFrameMkLst>
            <pc:docMk/>
            <pc:sldMk cId="3443822419" sldId="1563"/>
            <ac:graphicFrameMk id="11" creationId="{24BA501C-EB44-03E6-1049-0FFE201F1C8E}"/>
          </ac:graphicFrameMkLst>
        </pc:graphicFrameChg>
        <pc:picChg chg="add">
          <ac:chgData name="Mr. Sumit Sharma" userId="S::sumitsharma.cse@niet.co.in::0287a0e3-d7f5-4815-a5d5-4670a436bb9e" providerId="AD" clId="Web-{24B6CF88-50E6-AD1E-3A17-1FF34733D8EF}" dt="2023-08-22T07:31:39.595" v="61"/>
          <ac:picMkLst>
            <pc:docMk/>
            <pc:sldMk cId="3443822419" sldId="1563"/>
            <ac:picMk id="12" creationId="{E946BC32-6359-C00A-B8BB-959B945D5B3D}"/>
          </ac:picMkLst>
        </pc:picChg>
      </pc:sldChg>
      <pc:sldChg chg="addSp delSp modSp add mod replId setBg">
        <pc:chgData name="Mr. Sumit Sharma" userId="S::sumitsharma.cse@niet.co.in::0287a0e3-d7f5-4815-a5d5-4670a436bb9e" providerId="AD" clId="Web-{24B6CF88-50E6-AD1E-3A17-1FF34733D8EF}" dt="2023-08-22T07:32:40.191" v="66"/>
        <pc:sldMkLst>
          <pc:docMk/>
          <pc:sldMk cId="169948392" sldId="1564"/>
        </pc:sldMkLst>
        <pc:spChg chg="del mod">
          <ac:chgData name="Mr. Sumit Sharma" userId="S::sumitsharma.cse@niet.co.in::0287a0e3-d7f5-4815-a5d5-4670a436bb9e" providerId="AD" clId="Web-{24B6CF88-50E6-AD1E-3A17-1FF34733D8EF}" dt="2023-08-22T07:22:33.765" v="3"/>
          <ac:spMkLst>
            <pc:docMk/>
            <pc:sldMk cId="169948392" sldId="1564"/>
            <ac:spMk id="3" creationId="{F8CC24E1-E4CB-4555-AAFE-79673E88E287}"/>
          </ac:spMkLst>
        </pc:spChg>
        <pc:spChg chg="mod ord">
          <ac:chgData name="Mr. Sumit Sharma" userId="S::sumitsharma.cse@niet.co.in::0287a0e3-d7f5-4815-a5d5-4670a436bb9e" providerId="AD" clId="Web-{24B6CF88-50E6-AD1E-3A17-1FF34733D8EF}" dt="2023-08-22T07:32:40.191" v="66"/>
          <ac:spMkLst>
            <pc:docMk/>
            <pc:sldMk cId="169948392" sldId="1564"/>
            <ac:spMk id="6" creationId="{00000000-0000-0000-0000-000000000000}"/>
          </ac:spMkLst>
        </pc:spChg>
        <pc:spChg chg="mod">
          <ac:chgData name="Mr. Sumit Sharma" userId="S::sumitsharma.cse@niet.co.in::0287a0e3-d7f5-4815-a5d5-4670a436bb9e" providerId="AD" clId="Web-{24B6CF88-50E6-AD1E-3A17-1FF34733D8EF}" dt="2023-08-22T07:32:40.191" v="66"/>
          <ac:spMkLst>
            <pc:docMk/>
            <pc:sldMk cId="169948392" sldId="1564"/>
            <ac:spMk id="7" creationId="{00000000-0000-0000-0000-000000000000}"/>
          </ac:spMkLst>
        </pc:spChg>
        <pc:spChg chg="add del">
          <ac:chgData name="Mr. Sumit Sharma" userId="S::sumitsharma.cse@niet.co.in::0287a0e3-d7f5-4815-a5d5-4670a436bb9e" providerId="AD" clId="Web-{24B6CF88-50E6-AD1E-3A17-1FF34733D8EF}" dt="2023-08-22T07:32:40.191" v="66"/>
          <ac:spMkLst>
            <pc:docMk/>
            <pc:sldMk cId="169948392" sldId="1564"/>
            <ac:spMk id="14" creationId="{870A1295-61BC-4214-AA3E-D396673024D0}"/>
          </ac:spMkLst>
        </pc:spChg>
        <pc:spChg chg="add del">
          <ac:chgData name="Mr. Sumit Sharma" userId="S::sumitsharma.cse@niet.co.in::0287a0e3-d7f5-4815-a5d5-4670a436bb9e" providerId="AD" clId="Web-{24B6CF88-50E6-AD1E-3A17-1FF34733D8EF}" dt="2023-08-22T07:32:40.191" v="66"/>
          <ac:spMkLst>
            <pc:docMk/>
            <pc:sldMk cId="169948392" sldId="1564"/>
            <ac:spMk id="25" creationId="{854DEE1C-7FD6-4FA0-A96A-BDF952F199AB}"/>
          </ac:spMkLst>
        </pc:spChg>
        <pc:grpChg chg="add del">
          <ac:chgData name="Mr. Sumit Sharma" userId="S::sumitsharma.cse@niet.co.in::0287a0e3-d7f5-4815-a5d5-4670a436bb9e" providerId="AD" clId="Web-{24B6CF88-50E6-AD1E-3A17-1FF34733D8EF}" dt="2023-08-22T07:32:40.191" v="66"/>
          <ac:grpSpMkLst>
            <pc:docMk/>
            <pc:sldMk cId="169948392" sldId="1564"/>
            <ac:grpSpMk id="16" creationId="{0B139475-2B26-4CA9-9413-DE741E49F7BB}"/>
          </ac:grpSpMkLst>
        </pc:grpChg>
        <pc:picChg chg="add mod">
          <ac:chgData name="Mr. Sumit Sharma" userId="S::sumitsharma.cse@niet.co.in::0287a0e3-d7f5-4815-a5d5-4670a436bb9e" providerId="AD" clId="Web-{24B6CF88-50E6-AD1E-3A17-1FF34733D8EF}" dt="2023-08-22T07:32:40.191" v="66"/>
          <ac:picMkLst>
            <pc:docMk/>
            <pc:sldMk cId="169948392" sldId="1564"/>
            <ac:picMk id="2" creationId="{95319325-3529-A8A1-1DAF-5A30C6B102F4}"/>
          </ac:picMkLst>
        </pc:picChg>
        <pc:picChg chg="ord">
          <ac:chgData name="Mr. Sumit Sharma" userId="S::sumitsharma.cse@niet.co.in::0287a0e3-d7f5-4815-a5d5-4670a436bb9e" providerId="AD" clId="Web-{24B6CF88-50E6-AD1E-3A17-1FF34733D8EF}" dt="2023-08-22T07:32:10.127" v="62"/>
          <ac:picMkLst>
            <pc:docMk/>
            <pc:sldMk cId="169948392" sldId="1564"/>
            <ac:picMk id="9" creationId="{C927257E-084A-415B-BF9B-22EABE25ABE7}"/>
          </ac:picMkLst>
        </pc:picChg>
      </pc:sldChg>
      <pc:sldChg chg="modSp add replId">
        <pc:chgData name="Mr. Sumit Sharma" userId="S::sumitsharma.cse@niet.co.in::0287a0e3-d7f5-4815-a5d5-4670a436bb9e" providerId="AD" clId="Web-{24B6CF88-50E6-AD1E-3A17-1FF34733D8EF}" dt="2023-08-22T07:25:32.083" v="47" actId="14100"/>
        <pc:sldMkLst>
          <pc:docMk/>
          <pc:sldMk cId="2117730215" sldId="1565"/>
        </pc:sldMkLst>
        <pc:spChg chg="mod">
          <ac:chgData name="Mr. Sumit Sharma" userId="S::sumitsharma.cse@niet.co.in::0287a0e3-d7f5-4815-a5d5-4670a436bb9e" providerId="AD" clId="Web-{24B6CF88-50E6-AD1E-3A17-1FF34733D8EF}" dt="2023-08-22T07:25:32.083" v="47" actId="14100"/>
          <ac:spMkLst>
            <pc:docMk/>
            <pc:sldMk cId="2117730215" sldId="1565"/>
            <ac:spMk id="3" creationId="{F8CC24E1-E4CB-4555-AAFE-79673E88E287}"/>
          </ac:spMkLst>
        </pc:spChg>
        <pc:spChg chg="mod">
          <ac:chgData name="Mr. Sumit Sharma" userId="S::sumitsharma.cse@niet.co.in::0287a0e3-d7f5-4815-a5d5-4670a436bb9e" providerId="AD" clId="Web-{24B6CF88-50E6-AD1E-3A17-1FF34733D8EF}" dt="2023-08-22T07:23:40.799" v="13" actId="20577"/>
          <ac:spMkLst>
            <pc:docMk/>
            <pc:sldMk cId="2117730215" sldId="1565"/>
            <ac:spMk id="7" creationId="{00000000-0000-0000-0000-000000000000}"/>
          </ac:spMkLst>
        </pc:spChg>
      </pc:sldChg>
      <pc:sldChg chg="addSp modSp add mod replId setBg">
        <pc:chgData name="Mr. Sumit Sharma" userId="S::sumitsharma.cse@niet.co.in::0287a0e3-d7f5-4815-a5d5-4670a436bb9e" providerId="AD" clId="Web-{24B6CF88-50E6-AD1E-3A17-1FF34733D8EF}" dt="2023-08-22T07:35:59.182" v="101" actId="20577"/>
        <pc:sldMkLst>
          <pc:docMk/>
          <pc:sldMk cId="3419601306" sldId="1566"/>
        </pc:sldMkLst>
        <pc:spChg chg="mod">
          <ac:chgData name="Mr. Sumit Sharma" userId="S::sumitsharma.cse@niet.co.in::0287a0e3-d7f5-4815-a5d5-4670a436bb9e" providerId="AD" clId="Web-{24B6CF88-50E6-AD1E-3A17-1FF34733D8EF}" dt="2023-08-22T07:31:14.485" v="60"/>
          <ac:spMkLst>
            <pc:docMk/>
            <pc:sldMk cId="3419601306" sldId="1566"/>
            <ac:spMk id="3" creationId="{F8CC24E1-E4CB-4555-AAFE-79673E88E287}"/>
          </ac:spMkLst>
        </pc:spChg>
        <pc:spChg chg="mod ord">
          <ac:chgData name="Mr. Sumit Sharma" userId="S::sumitsharma.cse@niet.co.in::0287a0e3-d7f5-4815-a5d5-4670a436bb9e" providerId="AD" clId="Web-{24B6CF88-50E6-AD1E-3A17-1FF34733D8EF}" dt="2023-08-22T07:31:14.485" v="60"/>
          <ac:spMkLst>
            <pc:docMk/>
            <pc:sldMk cId="3419601306" sldId="1566"/>
            <ac:spMk id="6" creationId="{00000000-0000-0000-0000-000000000000}"/>
          </ac:spMkLst>
        </pc:spChg>
        <pc:spChg chg="mod">
          <ac:chgData name="Mr. Sumit Sharma" userId="S::sumitsharma.cse@niet.co.in::0287a0e3-d7f5-4815-a5d5-4670a436bb9e" providerId="AD" clId="Web-{24B6CF88-50E6-AD1E-3A17-1FF34733D8EF}" dt="2023-08-22T07:35:59.182" v="101" actId="20577"/>
          <ac:spMkLst>
            <pc:docMk/>
            <pc:sldMk cId="3419601306" sldId="1566"/>
            <ac:spMk id="7" creationId="{00000000-0000-0000-0000-000000000000}"/>
          </ac:spMkLst>
        </pc:spChg>
        <pc:spChg chg="add">
          <ac:chgData name="Mr. Sumit Sharma" userId="S::sumitsharma.cse@niet.co.in::0287a0e3-d7f5-4815-a5d5-4670a436bb9e" providerId="AD" clId="Web-{24B6CF88-50E6-AD1E-3A17-1FF34733D8EF}" dt="2023-08-22T07:31:14.485" v="60"/>
          <ac:spMkLst>
            <pc:docMk/>
            <pc:sldMk cId="3419601306" sldId="1566"/>
            <ac:spMk id="14" creationId="{1BB867FF-FC45-48F7-8104-F89BE54909F1}"/>
          </ac:spMkLst>
        </pc:spChg>
        <pc:spChg chg="add">
          <ac:chgData name="Mr. Sumit Sharma" userId="S::sumitsharma.cse@niet.co.in::0287a0e3-d7f5-4815-a5d5-4670a436bb9e" providerId="AD" clId="Web-{24B6CF88-50E6-AD1E-3A17-1FF34733D8EF}" dt="2023-08-22T07:31:14.485" v="60"/>
          <ac:spMkLst>
            <pc:docMk/>
            <pc:sldMk cId="3419601306" sldId="1566"/>
            <ac:spMk id="16" creationId="{8BB56887-D0D5-4F0C-9E19-7247EB83C8B7}"/>
          </ac:spMkLst>
        </pc:spChg>
        <pc:spChg chg="add">
          <ac:chgData name="Mr. Sumit Sharma" userId="S::sumitsharma.cse@niet.co.in::0287a0e3-d7f5-4815-a5d5-4670a436bb9e" providerId="AD" clId="Web-{24B6CF88-50E6-AD1E-3A17-1FF34733D8EF}" dt="2023-08-22T07:31:14.485" v="60"/>
          <ac:spMkLst>
            <pc:docMk/>
            <pc:sldMk cId="3419601306" sldId="1566"/>
            <ac:spMk id="18" creationId="{081E4A58-353D-44AE-B2FC-2A74E2E400F7}"/>
          </ac:spMkLst>
        </pc:spChg>
        <pc:picChg chg="ord">
          <ac:chgData name="Mr. Sumit Sharma" userId="S::sumitsharma.cse@niet.co.in::0287a0e3-d7f5-4815-a5d5-4670a436bb9e" providerId="AD" clId="Web-{24B6CF88-50E6-AD1E-3A17-1FF34733D8EF}" dt="2023-08-22T07:31:14.485" v="60"/>
          <ac:picMkLst>
            <pc:docMk/>
            <pc:sldMk cId="3419601306" sldId="1566"/>
            <ac:picMk id="9" creationId="{C927257E-084A-415B-BF9B-22EABE25ABE7}"/>
          </ac:picMkLst>
        </pc:picChg>
      </pc:sldChg>
      <pc:sldChg chg="addSp delSp modSp add replId">
        <pc:chgData name="Mr. Sumit Sharma" userId="S::sumitsharma.cse@niet.co.in::0287a0e3-d7f5-4815-a5d5-4670a436bb9e" providerId="AD" clId="Web-{24B6CF88-50E6-AD1E-3A17-1FF34733D8EF}" dt="2023-08-22T07:35:54.525" v="99" actId="20577"/>
        <pc:sldMkLst>
          <pc:docMk/>
          <pc:sldMk cId="900405711" sldId="1567"/>
        </pc:sldMkLst>
        <pc:spChg chg="mod">
          <ac:chgData name="Mr. Sumit Sharma" userId="S::sumitsharma.cse@niet.co.in::0287a0e3-d7f5-4815-a5d5-4670a436bb9e" providerId="AD" clId="Web-{24B6CF88-50E6-AD1E-3A17-1FF34733D8EF}" dt="2023-08-22T07:35:04.242" v="87"/>
          <ac:spMkLst>
            <pc:docMk/>
            <pc:sldMk cId="900405711" sldId="1567"/>
            <ac:spMk id="3" creationId="{F8CC24E1-E4CB-4555-AAFE-79673E88E287}"/>
          </ac:spMkLst>
        </pc:spChg>
        <pc:spChg chg="mod">
          <ac:chgData name="Mr. Sumit Sharma" userId="S::sumitsharma.cse@niet.co.in::0287a0e3-d7f5-4815-a5d5-4670a436bb9e" providerId="AD" clId="Web-{24B6CF88-50E6-AD1E-3A17-1FF34733D8EF}" dt="2023-08-22T07:35:04.242" v="87"/>
          <ac:spMkLst>
            <pc:docMk/>
            <pc:sldMk cId="900405711" sldId="1567"/>
            <ac:spMk id="6" creationId="{00000000-0000-0000-0000-000000000000}"/>
          </ac:spMkLst>
        </pc:spChg>
        <pc:spChg chg="mod">
          <ac:chgData name="Mr. Sumit Sharma" userId="S::sumitsharma.cse@niet.co.in::0287a0e3-d7f5-4815-a5d5-4670a436bb9e" providerId="AD" clId="Web-{24B6CF88-50E6-AD1E-3A17-1FF34733D8EF}" dt="2023-08-22T07:35:54.525" v="99" actId="20577"/>
          <ac:spMkLst>
            <pc:docMk/>
            <pc:sldMk cId="900405711" sldId="1567"/>
            <ac:spMk id="7" creationId="{00000000-0000-0000-0000-000000000000}"/>
          </ac:spMkLst>
        </pc:spChg>
        <pc:spChg chg="del">
          <ac:chgData name="Mr. Sumit Sharma" userId="S::sumitsharma.cse@niet.co.in::0287a0e3-d7f5-4815-a5d5-4670a436bb9e" providerId="AD" clId="Web-{24B6CF88-50E6-AD1E-3A17-1FF34733D8EF}" dt="2023-08-22T07:34:41.695" v="84"/>
          <ac:spMkLst>
            <pc:docMk/>
            <pc:sldMk cId="900405711" sldId="1567"/>
            <ac:spMk id="14" creationId="{1BB867FF-FC45-48F7-8104-F89BE54909F1}"/>
          </ac:spMkLst>
        </pc:spChg>
        <pc:spChg chg="del">
          <ac:chgData name="Mr. Sumit Sharma" userId="S::sumitsharma.cse@niet.co.in::0287a0e3-d7f5-4815-a5d5-4670a436bb9e" providerId="AD" clId="Web-{24B6CF88-50E6-AD1E-3A17-1FF34733D8EF}" dt="2023-08-22T07:34:41.695" v="84"/>
          <ac:spMkLst>
            <pc:docMk/>
            <pc:sldMk cId="900405711" sldId="1567"/>
            <ac:spMk id="16" creationId="{8BB56887-D0D5-4F0C-9E19-7247EB83C8B7}"/>
          </ac:spMkLst>
        </pc:spChg>
        <pc:spChg chg="del">
          <ac:chgData name="Mr. Sumit Sharma" userId="S::sumitsharma.cse@niet.co.in::0287a0e3-d7f5-4815-a5d5-4670a436bb9e" providerId="AD" clId="Web-{24B6CF88-50E6-AD1E-3A17-1FF34733D8EF}" dt="2023-08-22T07:34:41.695" v="84"/>
          <ac:spMkLst>
            <pc:docMk/>
            <pc:sldMk cId="900405711" sldId="1567"/>
            <ac:spMk id="18" creationId="{081E4A58-353D-44AE-B2FC-2A74E2E400F7}"/>
          </ac:spMkLst>
        </pc:spChg>
        <pc:spChg chg="add del">
          <ac:chgData name="Mr. Sumit Sharma" userId="S::sumitsharma.cse@niet.co.in::0287a0e3-d7f5-4815-a5d5-4670a436bb9e" providerId="AD" clId="Web-{24B6CF88-50E6-AD1E-3A17-1FF34733D8EF}" dt="2023-08-22T07:35:04.242" v="87"/>
          <ac:spMkLst>
            <pc:docMk/>
            <pc:sldMk cId="900405711" sldId="1567"/>
            <ac:spMk id="23" creationId="{907EF6B7-1338-4443-8C46-6A318D952DFD}"/>
          </ac:spMkLst>
        </pc:spChg>
        <pc:spChg chg="add del">
          <ac:chgData name="Mr. Sumit Sharma" userId="S::sumitsharma.cse@niet.co.in::0287a0e3-d7f5-4815-a5d5-4670a436bb9e" providerId="AD" clId="Web-{24B6CF88-50E6-AD1E-3A17-1FF34733D8EF}" dt="2023-08-22T07:35:04.242" v="87"/>
          <ac:spMkLst>
            <pc:docMk/>
            <pc:sldMk cId="900405711" sldId="1567"/>
            <ac:spMk id="25" creationId="{DAAE4CDD-124C-4DCF-9584-B6033B545DD5}"/>
          </ac:spMkLst>
        </pc:spChg>
        <pc:spChg chg="add del">
          <ac:chgData name="Mr. Sumit Sharma" userId="S::sumitsharma.cse@niet.co.in::0287a0e3-d7f5-4815-a5d5-4670a436bb9e" providerId="AD" clId="Web-{24B6CF88-50E6-AD1E-3A17-1FF34733D8EF}" dt="2023-08-22T07:35:04.242" v="87"/>
          <ac:spMkLst>
            <pc:docMk/>
            <pc:sldMk cId="900405711" sldId="1567"/>
            <ac:spMk id="27" creationId="{081E4A58-353D-44AE-B2FC-2A74E2E400F7}"/>
          </ac:spMkLst>
        </pc:spChg>
        <pc:spChg chg="add">
          <ac:chgData name="Mr. Sumit Sharma" userId="S::sumitsharma.cse@niet.co.in::0287a0e3-d7f5-4815-a5d5-4670a436bb9e" providerId="AD" clId="Web-{24B6CF88-50E6-AD1E-3A17-1FF34733D8EF}" dt="2023-08-22T07:35:04.242" v="87"/>
          <ac:spMkLst>
            <pc:docMk/>
            <pc:sldMk cId="900405711" sldId="1567"/>
            <ac:spMk id="32" creationId="{DAF1966E-FD40-4A4A-B61B-C4DF7FA05F06}"/>
          </ac:spMkLst>
        </pc:spChg>
        <pc:spChg chg="add">
          <ac:chgData name="Mr. Sumit Sharma" userId="S::sumitsharma.cse@niet.co.in::0287a0e3-d7f5-4815-a5d5-4670a436bb9e" providerId="AD" clId="Web-{24B6CF88-50E6-AD1E-3A17-1FF34733D8EF}" dt="2023-08-22T07:35:04.242" v="87"/>
          <ac:spMkLst>
            <pc:docMk/>
            <pc:sldMk cId="900405711" sldId="1567"/>
            <ac:spMk id="34" creationId="{047BFA19-D45E-416B-A404-7AF2F3F27017}"/>
          </ac:spMkLst>
        </pc:spChg>
        <pc:spChg chg="add">
          <ac:chgData name="Mr. Sumit Sharma" userId="S::sumitsharma.cse@niet.co.in::0287a0e3-d7f5-4815-a5d5-4670a436bb9e" providerId="AD" clId="Web-{24B6CF88-50E6-AD1E-3A17-1FF34733D8EF}" dt="2023-08-22T07:35:04.242" v="87"/>
          <ac:spMkLst>
            <pc:docMk/>
            <pc:sldMk cId="900405711" sldId="1567"/>
            <ac:spMk id="36" creationId="{8E0105E7-23DB-4CF2-8258-FF47C7620F6E}"/>
          </ac:spMkLst>
        </pc:spChg>
        <pc:spChg chg="add">
          <ac:chgData name="Mr. Sumit Sharma" userId="S::sumitsharma.cse@niet.co.in::0287a0e3-d7f5-4815-a5d5-4670a436bb9e" providerId="AD" clId="Web-{24B6CF88-50E6-AD1E-3A17-1FF34733D8EF}" dt="2023-08-22T07:35:04.242" v="87"/>
          <ac:spMkLst>
            <pc:docMk/>
            <pc:sldMk cId="900405711" sldId="1567"/>
            <ac:spMk id="38" creationId="{074B4F7D-14B2-478B-8BF5-01E4E0C5D263}"/>
          </ac:spMkLst>
        </pc:spChg>
      </pc:sldChg>
      <pc:sldChg chg="addSp delSp modSp add replId">
        <pc:chgData name="Mr. Sumit Sharma" userId="S::sumitsharma.cse@niet.co.in::0287a0e3-d7f5-4815-a5d5-4670a436bb9e" providerId="AD" clId="Web-{24B6CF88-50E6-AD1E-3A17-1FF34733D8EF}" dt="2023-08-22T07:35:49.400" v="98" actId="20577"/>
        <pc:sldMkLst>
          <pc:docMk/>
          <pc:sldMk cId="1404751568" sldId="1568"/>
        </pc:sldMkLst>
        <pc:spChg chg="mod">
          <ac:chgData name="Mr. Sumit Sharma" userId="S::sumitsharma.cse@niet.co.in::0287a0e3-d7f5-4815-a5d5-4670a436bb9e" providerId="AD" clId="Web-{24B6CF88-50E6-AD1E-3A17-1FF34733D8EF}" dt="2023-08-22T07:35:45.197" v="97"/>
          <ac:spMkLst>
            <pc:docMk/>
            <pc:sldMk cId="1404751568" sldId="1568"/>
            <ac:spMk id="3" creationId="{F8CC24E1-E4CB-4555-AAFE-79673E88E287}"/>
          </ac:spMkLst>
        </pc:spChg>
        <pc:spChg chg="mod">
          <ac:chgData name="Mr. Sumit Sharma" userId="S::sumitsharma.cse@niet.co.in::0287a0e3-d7f5-4815-a5d5-4670a436bb9e" providerId="AD" clId="Web-{24B6CF88-50E6-AD1E-3A17-1FF34733D8EF}" dt="2023-08-22T07:35:45.197" v="97"/>
          <ac:spMkLst>
            <pc:docMk/>
            <pc:sldMk cId="1404751568" sldId="1568"/>
            <ac:spMk id="6" creationId="{00000000-0000-0000-0000-000000000000}"/>
          </ac:spMkLst>
        </pc:spChg>
        <pc:spChg chg="mod">
          <ac:chgData name="Mr. Sumit Sharma" userId="S::sumitsharma.cse@niet.co.in::0287a0e3-d7f5-4815-a5d5-4670a436bb9e" providerId="AD" clId="Web-{24B6CF88-50E6-AD1E-3A17-1FF34733D8EF}" dt="2023-08-22T07:35:49.400" v="98" actId="20577"/>
          <ac:spMkLst>
            <pc:docMk/>
            <pc:sldMk cId="1404751568" sldId="1568"/>
            <ac:spMk id="7" creationId="{00000000-0000-0000-0000-000000000000}"/>
          </ac:spMkLst>
        </pc:spChg>
        <pc:spChg chg="del">
          <ac:chgData name="Mr. Sumit Sharma" userId="S::sumitsharma.cse@niet.co.in::0287a0e3-d7f5-4815-a5d5-4670a436bb9e" providerId="AD" clId="Web-{24B6CF88-50E6-AD1E-3A17-1FF34733D8EF}" dt="2023-08-22T07:35:45.197" v="97"/>
          <ac:spMkLst>
            <pc:docMk/>
            <pc:sldMk cId="1404751568" sldId="1568"/>
            <ac:spMk id="32" creationId="{DAF1966E-FD40-4A4A-B61B-C4DF7FA05F06}"/>
          </ac:spMkLst>
        </pc:spChg>
        <pc:spChg chg="del">
          <ac:chgData name="Mr. Sumit Sharma" userId="S::sumitsharma.cse@niet.co.in::0287a0e3-d7f5-4815-a5d5-4670a436bb9e" providerId="AD" clId="Web-{24B6CF88-50E6-AD1E-3A17-1FF34733D8EF}" dt="2023-08-22T07:35:45.197" v="97"/>
          <ac:spMkLst>
            <pc:docMk/>
            <pc:sldMk cId="1404751568" sldId="1568"/>
            <ac:spMk id="34" creationId="{047BFA19-D45E-416B-A404-7AF2F3F27017}"/>
          </ac:spMkLst>
        </pc:spChg>
        <pc:spChg chg="del">
          <ac:chgData name="Mr. Sumit Sharma" userId="S::sumitsharma.cse@niet.co.in::0287a0e3-d7f5-4815-a5d5-4670a436bb9e" providerId="AD" clId="Web-{24B6CF88-50E6-AD1E-3A17-1FF34733D8EF}" dt="2023-08-22T07:35:45.197" v="97"/>
          <ac:spMkLst>
            <pc:docMk/>
            <pc:sldMk cId="1404751568" sldId="1568"/>
            <ac:spMk id="36" creationId="{8E0105E7-23DB-4CF2-8258-FF47C7620F6E}"/>
          </ac:spMkLst>
        </pc:spChg>
        <pc:spChg chg="del">
          <ac:chgData name="Mr. Sumit Sharma" userId="S::sumitsharma.cse@niet.co.in::0287a0e3-d7f5-4815-a5d5-4670a436bb9e" providerId="AD" clId="Web-{24B6CF88-50E6-AD1E-3A17-1FF34733D8EF}" dt="2023-08-22T07:35:45.197" v="97"/>
          <ac:spMkLst>
            <pc:docMk/>
            <pc:sldMk cId="1404751568" sldId="1568"/>
            <ac:spMk id="38" creationId="{074B4F7D-14B2-478B-8BF5-01E4E0C5D263}"/>
          </ac:spMkLst>
        </pc:spChg>
        <pc:spChg chg="add">
          <ac:chgData name="Mr. Sumit Sharma" userId="S::sumitsharma.cse@niet.co.in::0287a0e3-d7f5-4815-a5d5-4670a436bb9e" providerId="AD" clId="Web-{24B6CF88-50E6-AD1E-3A17-1FF34733D8EF}" dt="2023-08-22T07:35:45.197" v="97"/>
          <ac:spMkLst>
            <pc:docMk/>
            <pc:sldMk cId="1404751568" sldId="1568"/>
            <ac:spMk id="43" creationId="{1C799903-48D5-4A31-A1A2-541072D9771E}"/>
          </ac:spMkLst>
        </pc:spChg>
        <pc:spChg chg="add">
          <ac:chgData name="Mr. Sumit Sharma" userId="S::sumitsharma.cse@niet.co.in::0287a0e3-d7f5-4815-a5d5-4670a436bb9e" providerId="AD" clId="Web-{24B6CF88-50E6-AD1E-3A17-1FF34733D8EF}" dt="2023-08-22T07:35:45.197" v="97"/>
          <ac:spMkLst>
            <pc:docMk/>
            <pc:sldMk cId="1404751568" sldId="1568"/>
            <ac:spMk id="45" creationId="{8EFFF109-FC58-4FD3-BE05-9775A1310F55}"/>
          </ac:spMkLst>
        </pc:spChg>
        <pc:spChg chg="add">
          <ac:chgData name="Mr. Sumit Sharma" userId="S::sumitsharma.cse@niet.co.in::0287a0e3-d7f5-4815-a5d5-4670a436bb9e" providerId="AD" clId="Web-{24B6CF88-50E6-AD1E-3A17-1FF34733D8EF}" dt="2023-08-22T07:35:45.197" v="97"/>
          <ac:spMkLst>
            <pc:docMk/>
            <pc:sldMk cId="1404751568" sldId="1568"/>
            <ac:spMk id="47" creationId="{E1B96AD6-92A9-4273-A62B-96A1C3E0BA95}"/>
          </ac:spMkLst>
        </pc:spChg>
        <pc:spChg chg="add">
          <ac:chgData name="Mr. Sumit Sharma" userId="S::sumitsharma.cse@niet.co.in::0287a0e3-d7f5-4815-a5d5-4670a436bb9e" providerId="AD" clId="Web-{24B6CF88-50E6-AD1E-3A17-1FF34733D8EF}" dt="2023-08-22T07:35:45.197" v="97"/>
          <ac:spMkLst>
            <pc:docMk/>
            <pc:sldMk cId="1404751568" sldId="1568"/>
            <ac:spMk id="49" creationId="{463EEC44-1BA3-44ED-81FC-A644B04B2A44}"/>
          </ac:spMkLst>
        </pc:spChg>
      </pc:sldChg>
      <pc:sldChg chg="addSp delSp modSp add replId">
        <pc:chgData name="Mr. Sumit Sharma" userId="S::sumitsharma.cse@niet.co.in::0287a0e3-d7f5-4815-a5d5-4670a436bb9e" providerId="AD" clId="Web-{24B6CF88-50E6-AD1E-3A17-1FF34733D8EF}" dt="2023-08-22T07:37:14.887" v="116"/>
        <pc:sldMkLst>
          <pc:docMk/>
          <pc:sldMk cId="1981118964" sldId="1569"/>
        </pc:sldMkLst>
        <pc:spChg chg="mod">
          <ac:chgData name="Mr. Sumit Sharma" userId="S::sumitsharma.cse@niet.co.in::0287a0e3-d7f5-4815-a5d5-4670a436bb9e" providerId="AD" clId="Web-{24B6CF88-50E6-AD1E-3A17-1FF34733D8EF}" dt="2023-08-22T07:37:14.887" v="116"/>
          <ac:spMkLst>
            <pc:docMk/>
            <pc:sldMk cId="1981118964" sldId="1569"/>
            <ac:spMk id="3" creationId="{F8CC24E1-E4CB-4555-AAFE-79673E88E287}"/>
          </ac:spMkLst>
        </pc:spChg>
        <pc:spChg chg="mod">
          <ac:chgData name="Mr. Sumit Sharma" userId="S::sumitsharma.cse@niet.co.in::0287a0e3-d7f5-4815-a5d5-4670a436bb9e" providerId="AD" clId="Web-{24B6CF88-50E6-AD1E-3A17-1FF34733D8EF}" dt="2023-08-22T07:37:14.887" v="116"/>
          <ac:spMkLst>
            <pc:docMk/>
            <pc:sldMk cId="1981118964" sldId="1569"/>
            <ac:spMk id="6" creationId="{00000000-0000-0000-0000-000000000000}"/>
          </ac:spMkLst>
        </pc:spChg>
        <pc:spChg chg="mod">
          <ac:chgData name="Mr. Sumit Sharma" userId="S::sumitsharma.cse@niet.co.in::0287a0e3-d7f5-4815-a5d5-4670a436bb9e" providerId="AD" clId="Web-{24B6CF88-50E6-AD1E-3A17-1FF34733D8EF}" dt="2023-08-22T07:37:14.887" v="116"/>
          <ac:spMkLst>
            <pc:docMk/>
            <pc:sldMk cId="1981118964" sldId="1569"/>
            <ac:spMk id="7" creationId="{00000000-0000-0000-0000-000000000000}"/>
          </ac:spMkLst>
        </pc:spChg>
        <pc:spChg chg="add del">
          <ac:chgData name="Mr. Sumit Sharma" userId="S::sumitsharma.cse@niet.co.in::0287a0e3-d7f5-4815-a5d5-4670a436bb9e" providerId="AD" clId="Web-{24B6CF88-50E6-AD1E-3A17-1FF34733D8EF}" dt="2023-08-22T07:37:14.887" v="116"/>
          <ac:spMkLst>
            <pc:docMk/>
            <pc:sldMk cId="1981118964" sldId="1569"/>
            <ac:spMk id="43" creationId="{1C799903-48D5-4A31-A1A2-541072D9771E}"/>
          </ac:spMkLst>
        </pc:spChg>
        <pc:spChg chg="add del">
          <ac:chgData name="Mr. Sumit Sharma" userId="S::sumitsharma.cse@niet.co.in::0287a0e3-d7f5-4815-a5d5-4670a436bb9e" providerId="AD" clId="Web-{24B6CF88-50E6-AD1E-3A17-1FF34733D8EF}" dt="2023-08-22T07:37:14.887" v="116"/>
          <ac:spMkLst>
            <pc:docMk/>
            <pc:sldMk cId="1981118964" sldId="1569"/>
            <ac:spMk id="45" creationId="{8EFFF109-FC58-4FD3-BE05-9775A1310F55}"/>
          </ac:spMkLst>
        </pc:spChg>
        <pc:spChg chg="add del">
          <ac:chgData name="Mr. Sumit Sharma" userId="S::sumitsharma.cse@niet.co.in::0287a0e3-d7f5-4815-a5d5-4670a436bb9e" providerId="AD" clId="Web-{24B6CF88-50E6-AD1E-3A17-1FF34733D8EF}" dt="2023-08-22T07:37:14.887" v="116"/>
          <ac:spMkLst>
            <pc:docMk/>
            <pc:sldMk cId="1981118964" sldId="1569"/>
            <ac:spMk id="47" creationId="{E1B96AD6-92A9-4273-A62B-96A1C3E0BA95}"/>
          </ac:spMkLst>
        </pc:spChg>
        <pc:spChg chg="add del">
          <ac:chgData name="Mr. Sumit Sharma" userId="S::sumitsharma.cse@niet.co.in::0287a0e3-d7f5-4815-a5d5-4670a436bb9e" providerId="AD" clId="Web-{24B6CF88-50E6-AD1E-3A17-1FF34733D8EF}" dt="2023-08-22T07:37:14.887" v="116"/>
          <ac:spMkLst>
            <pc:docMk/>
            <pc:sldMk cId="1981118964" sldId="1569"/>
            <ac:spMk id="49" creationId="{463EEC44-1BA3-44ED-81FC-A644B04B2A44}"/>
          </ac:spMkLst>
        </pc:spChg>
        <pc:spChg chg="add del">
          <ac:chgData name="Mr. Sumit Sharma" userId="S::sumitsharma.cse@niet.co.in::0287a0e3-d7f5-4815-a5d5-4670a436bb9e" providerId="AD" clId="Web-{24B6CF88-50E6-AD1E-3A17-1FF34733D8EF}" dt="2023-08-22T07:37:14.887" v="116"/>
          <ac:spMkLst>
            <pc:docMk/>
            <pc:sldMk cId="1981118964" sldId="1569"/>
            <ac:spMk id="54" creationId="{09588DA8-065E-4F6F-8EFD-43104AB2E0CF}"/>
          </ac:spMkLst>
        </pc:spChg>
        <pc:spChg chg="add del">
          <ac:chgData name="Mr. Sumit Sharma" userId="S::sumitsharma.cse@niet.co.in::0287a0e3-d7f5-4815-a5d5-4670a436bb9e" providerId="AD" clId="Web-{24B6CF88-50E6-AD1E-3A17-1FF34733D8EF}" dt="2023-08-22T07:37:14.887" v="116"/>
          <ac:spMkLst>
            <pc:docMk/>
            <pc:sldMk cId="1981118964" sldId="1569"/>
            <ac:spMk id="56" creationId="{C4285719-470E-454C-AF62-8323075F1F5B}"/>
          </ac:spMkLst>
        </pc:spChg>
        <pc:spChg chg="add del">
          <ac:chgData name="Mr. Sumit Sharma" userId="S::sumitsharma.cse@niet.co.in::0287a0e3-d7f5-4815-a5d5-4670a436bb9e" providerId="AD" clId="Web-{24B6CF88-50E6-AD1E-3A17-1FF34733D8EF}" dt="2023-08-22T07:37:14.887" v="116"/>
          <ac:spMkLst>
            <pc:docMk/>
            <pc:sldMk cId="1981118964" sldId="1569"/>
            <ac:spMk id="58" creationId="{CD9FE4EF-C4D8-49A0-B2FF-81D8DB7D8A24}"/>
          </ac:spMkLst>
        </pc:spChg>
        <pc:spChg chg="add del">
          <ac:chgData name="Mr. Sumit Sharma" userId="S::sumitsharma.cse@niet.co.in::0287a0e3-d7f5-4815-a5d5-4670a436bb9e" providerId="AD" clId="Web-{24B6CF88-50E6-AD1E-3A17-1FF34733D8EF}" dt="2023-08-22T07:37:14.887" v="116"/>
          <ac:spMkLst>
            <pc:docMk/>
            <pc:sldMk cId="1981118964" sldId="1569"/>
            <ac:spMk id="60" creationId="{4300840D-0A0B-4512-BACA-B439D5B9C57C}"/>
          </ac:spMkLst>
        </pc:spChg>
        <pc:spChg chg="add del">
          <ac:chgData name="Mr. Sumit Sharma" userId="S::sumitsharma.cse@niet.co.in::0287a0e3-d7f5-4815-a5d5-4670a436bb9e" providerId="AD" clId="Web-{24B6CF88-50E6-AD1E-3A17-1FF34733D8EF}" dt="2023-08-22T07:37:14.887" v="116"/>
          <ac:spMkLst>
            <pc:docMk/>
            <pc:sldMk cId="1981118964" sldId="1569"/>
            <ac:spMk id="62" creationId="{D2B78728-A580-49A7-84F9-6EF6F583ADE0}"/>
          </ac:spMkLst>
        </pc:spChg>
        <pc:spChg chg="add del">
          <ac:chgData name="Mr. Sumit Sharma" userId="S::sumitsharma.cse@niet.co.in::0287a0e3-d7f5-4815-a5d5-4670a436bb9e" providerId="AD" clId="Web-{24B6CF88-50E6-AD1E-3A17-1FF34733D8EF}" dt="2023-08-22T07:37:14.887" v="116"/>
          <ac:spMkLst>
            <pc:docMk/>
            <pc:sldMk cId="1981118964" sldId="1569"/>
            <ac:spMk id="64" creationId="{38FAA1A1-D861-433F-88FA-1E9D6FD31D11}"/>
          </ac:spMkLst>
        </pc:spChg>
        <pc:spChg chg="add del">
          <ac:chgData name="Mr. Sumit Sharma" userId="S::sumitsharma.cse@niet.co.in::0287a0e3-d7f5-4815-a5d5-4670a436bb9e" providerId="AD" clId="Web-{24B6CF88-50E6-AD1E-3A17-1FF34733D8EF}" dt="2023-08-22T07:37:14.887" v="116"/>
          <ac:spMkLst>
            <pc:docMk/>
            <pc:sldMk cId="1981118964" sldId="1569"/>
            <ac:spMk id="66" creationId="{8D71EDA1-87BF-4D5D-AB79-F346FD19278A}"/>
          </ac:spMkLst>
        </pc:spChg>
      </pc:sldChg>
      <pc:sldChg chg="addSp delSp modSp add replId">
        <pc:chgData name="Mr. Sumit Sharma" userId="S::sumitsharma.cse@niet.co.in::0287a0e3-d7f5-4815-a5d5-4670a436bb9e" providerId="AD" clId="Web-{24B6CF88-50E6-AD1E-3A17-1FF34733D8EF}" dt="2023-08-22T07:38:01.670" v="127" actId="20577"/>
        <pc:sldMkLst>
          <pc:docMk/>
          <pc:sldMk cId="2095559441" sldId="1570"/>
        </pc:sldMkLst>
        <pc:spChg chg="mod">
          <ac:chgData name="Mr. Sumit Sharma" userId="S::sumitsharma.cse@niet.co.in::0287a0e3-d7f5-4815-a5d5-4670a436bb9e" providerId="AD" clId="Web-{24B6CF88-50E6-AD1E-3A17-1FF34733D8EF}" dt="2023-08-22T07:37:47.919" v="124"/>
          <ac:spMkLst>
            <pc:docMk/>
            <pc:sldMk cId="2095559441" sldId="1570"/>
            <ac:spMk id="3" creationId="{F8CC24E1-E4CB-4555-AAFE-79673E88E287}"/>
          </ac:spMkLst>
        </pc:spChg>
        <pc:spChg chg="mod">
          <ac:chgData name="Mr. Sumit Sharma" userId="S::sumitsharma.cse@niet.co.in::0287a0e3-d7f5-4815-a5d5-4670a436bb9e" providerId="AD" clId="Web-{24B6CF88-50E6-AD1E-3A17-1FF34733D8EF}" dt="2023-08-22T07:37:47.919" v="124"/>
          <ac:spMkLst>
            <pc:docMk/>
            <pc:sldMk cId="2095559441" sldId="1570"/>
            <ac:spMk id="6" creationId="{00000000-0000-0000-0000-000000000000}"/>
          </ac:spMkLst>
        </pc:spChg>
        <pc:spChg chg="mod">
          <ac:chgData name="Mr. Sumit Sharma" userId="S::sumitsharma.cse@niet.co.in::0287a0e3-d7f5-4815-a5d5-4670a436bb9e" providerId="AD" clId="Web-{24B6CF88-50E6-AD1E-3A17-1FF34733D8EF}" dt="2023-08-22T07:38:01.670" v="127" actId="20577"/>
          <ac:spMkLst>
            <pc:docMk/>
            <pc:sldMk cId="2095559441" sldId="1570"/>
            <ac:spMk id="7" creationId="{00000000-0000-0000-0000-000000000000}"/>
          </ac:spMkLst>
        </pc:spChg>
        <pc:spChg chg="del">
          <ac:chgData name="Mr. Sumit Sharma" userId="S::sumitsharma.cse@niet.co.in::0287a0e3-d7f5-4815-a5d5-4670a436bb9e" providerId="AD" clId="Web-{24B6CF88-50E6-AD1E-3A17-1FF34733D8EF}" dt="2023-08-22T07:37:47.919" v="124"/>
          <ac:spMkLst>
            <pc:docMk/>
            <pc:sldMk cId="2095559441" sldId="1570"/>
            <ac:spMk id="43" creationId="{1C799903-48D5-4A31-A1A2-541072D9771E}"/>
          </ac:spMkLst>
        </pc:spChg>
        <pc:spChg chg="del">
          <ac:chgData name="Mr. Sumit Sharma" userId="S::sumitsharma.cse@niet.co.in::0287a0e3-d7f5-4815-a5d5-4670a436bb9e" providerId="AD" clId="Web-{24B6CF88-50E6-AD1E-3A17-1FF34733D8EF}" dt="2023-08-22T07:37:47.919" v="124"/>
          <ac:spMkLst>
            <pc:docMk/>
            <pc:sldMk cId="2095559441" sldId="1570"/>
            <ac:spMk id="45" creationId="{8EFFF109-FC58-4FD3-BE05-9775A1310F55}"/>
          </ac:spMkLst>
        </pc:spChg>
        <pc:spChg chg="del">
          <ac:chgData name="Mr. Sumit Sharma" userId="S::sumitsharma.cse@niet.co.in::0287a0e3-d7f5-4815-a5d5-4670a436bb9e" providerId="AD" clId="Web-{24B6CF88-50E6-AD1E-3A17-1FF34733D8EF}" dt="2023-08-22T07:37:47.919" v="124"/>
          <ac:spMkLst>
            <pc:docMk/>
            <pc:sldMk cId="2095559441" sldId="1570"/>
            <ac:spMk id="47" creationId="{E1B96AD6-92A9-4273-A62B-96A1C3E0BA95}"/>
          </ac:spMkLst>
        </pc:spChg>
        <pc:spChg chg="del">
          <ac:chgData name="Mr. Sumit Sharma" userId="S::sumitsharma.cse@niet.co.in::0287a0e3-d7f5-4815-a5d5-4670a436bb9e" providerId="AD" clId="Web-{24B6CF88-50E6-AD1E-3A17-1FF34733D8EF}" dt="2023-08-22T07:37:47.919" v="124"/>
          <ac:spMkLst>
            <pc:docMk/>
            <pc:sldMk cId="2095559441" sldId="1570"/>
            <ac:spMk id="49" creationId="{463EEC44-1BA3-44ED-81FC-A644B04B2A44}"/>
          </ac:spMkLst>
        </pc:spChg>
        <pc:spChg chg="add">
          <ac:chgData name="Mr. Sumit Sharma" userId="S::sumitsharma.cse@niet.co.in::0287a0e3-d7f5-4815-a5d5-4670a436bb9e" providerId="AD" clId="Web-{24B6CF88-50E6-AD1E-3A17-1FF34733D8EF}" dt="2023-08-22T07:37:47.919" v="124"/>
          <ac:spMkLst>
            <pc:docMk/>
            <pc:sldMk cId="2095559441" sldId="1570"/>
            <ac:spMk id="54" creationId="{907EF6B7-1338-4443-8C46-6A318D952DFD}"/>
          </ac:spMkLst>
        </pc:spChg>
        <pc:spChg chg="add">
          <ac:chgData name="Mr. Sumit Sharma" userId="S::sumitsharma.cse@niet.co.in::0287a0e3-d7f5-4815-a5d5-4670a436bb9e" providerId="AD" clId="Web-{24B6CF88-50E6-AD1E-3A17-1FF34733D8EF}" dt="2023-08-22T07:37:47.919" v="124"/>
          <ac:spMkLst>
            <pc:docMk/>
            <pc:sldMk cId="2095559441" sldId="1570"/>
            <ac:spMk id="56" creationId="{DAAE4CDD-124C-4DCF-9584-B6033B545DD5}"/>
          </ac:spMkLst>
        </pc:spChg>
        <pc:spChg chg="add">
          <ac:chgData name="Mr. Sumit Sharma" userId="S::sumitsharma.cse@niet.co.in::0287a0e3-d7f5-4815-a5d5-4670a436bb9e" providerId="AD" clId="Web-{24B6CF88-50E6-AD1E-3A17-1FF34733D8EF}" dt="2023-08-22T07:37:47.919" v="124"/>
          <ac:spMkLst>
            <pc:docMk/>
            <pc:sldMk cId="2095559441" sldId="1570"/>
            <ac:spMk id="58" creationId="{081E4A58-353D-44AE-B2FC-2A74E2E400F7}"/>
          </ac:spMkLst>
        </pc:spChg>
      </pc:sldChg>
      <pc:sldChg chg="addSp delSp modSp add replId">
        <pc:chgData name="Mr. Sumit Sharma" userId="S::sumitsharma.cse@niet.co.in::0287a0e3-d7f5-4815-a5d5-4670a436bb9e" providerId="AD" clId="Web-{24B6CF88-50E6-AD1E-3A17-1FF34733D8EF}" dt="2023-08-22T07:38:45.984" v="139"/>
        <pc:sldMkLst>
          <pc:docMk/>
          <pc:sldMk cId="2191441077" sldId="1571"/>
        </pc:sldMkLst>
        <pc:spChg chg="mod">
          <ac:chgData name="Mr. Sumit Sharma" userId="S::sumitsharma.cse@niet.co.in::0287a0e3-d7f5-4815-a5d5-4670a436bb9e" providerId="AD" clId="Web-{24B6CF88-50E6-AD1E-3A17-1FF34733D8EF}" dt="2023-08-22T07:38:45.984" v="139"/>
          <ac:spMkLst>
            <pc:docMk/>
            <pc:sldMk cId="2191441077" sldId="1571"/>
            <ac:spMk id="3" creationId="{F8CC24E1-E4CB-4555-AAFE-79673E88E287}"/>
          </ac:spMkLst>
        </pc:spChg>
        <pc:spChg chg="mod">
          <ac:chgData name="Mr. Sumit Sharma" userId="S::sumitsharma.cse@niet.co.in::0287a0e3-d7f5-4815-a5d5-4670a436bb9e" providerId="AD" clId="Web-{24B6CF88-50E6-AD1E-3A17-1FF34733D8EF}" dt="2023-08-22T07:38:45.984" v="139"/>
          <ac:spMkLst>
            <pc:docMk/>
            <pc:sldMk cId="2191441077" sldId="1571"/>
            <ac:spMk id="6" creationId="{00000000-0000-0000-0000-000000000000}"/>
          </ac:spMkLst>
        </pc:spChg>
        <pc:spChg chg="mod">
          <ac:chgData name="Mr. Sumit Sharma" userId="S::sumitsharma.cse@niet.co.in::0287a0e3-d7f5-4815-a5d5-4670a436bb9e" providerId="AD" clId="Web-{24B6CF88-50E6-AD1E-3A17-1FF34733D8EF}" dt="2023-08-22T07:38:45.984" v="139"/>
          <ac:spMkLst>
            <pc:docMk/>
            <pc:sldMk cId="2191441077" sldId="1571"/>
            <ac:spMk id="7" creationId="{00000000-0000-0000-0000-000000000000}"/>
          </ac:spMkLst>
        </pc:spChg>
        <pc:spChg chg="add del">
          <ac:chgData name="Mr. Sumit Sharma" userId="S::sumitsharma.cse@niet.co.in::0287a0e3-d7f5-4815-a5d5-4670a436bb9e" providerId="AD" clId="Web-{24B6CF88-50E6-AD1E-3A17-1FF34733D8EF}" dt="2023-08-22T07:38:45.984" v="139"/>
          <ac:spMkLst>
            <pc:docMk/>
            <pc:sldMk cId="2191441077" sldId="1571"/>
            <ac:spMk id="54" creationId="{907EF6B7-1338-4443-8C46-6A318D952DFD}"/>
          </ac:spMkLst>
        </pc:spChg>
        <pc:spChg chg="add del">
          <ac:chgData name="Mr. Sumit Sharma" userId="S::sumitsharma.cse@niet.co.in::0287a0e3-d7f5-4815-a5d5-4670a436bb9e" providerId="AD" clId="Web-{24B6CF88-50E6-AD1E-3A17-1FF34733D8EF}" dt="2023-08-22T07:38:45.984" v="139"/>
          <ac:spMkLst>
            <pc:docMk/>
            <pc:sldMk cId="2191441077" sldId="1571"/>
            <ac:spMk id="56" creationId="{DAAE4CDD-124C-4DCF-9584-B6033B545DD5}"/>
          </ac:spMkLst>
        </pc:spChg>
        <pc:spChg chg="add del">
          <ac:chgData name="Mr. Sumit Sharma" userId="S::sumitsharma.cse@niet.co.in::0287a0e3-d7f5-4815-a5d5-4670a436bb9e" providerId="AD" clId="Web-{24B6CF88-50E6-AD1E-3A17-1FF34733D8EF}" dt="2023-08-22T07:38:45.984" v="139"/>
          <ac:spMkLst>
            <pc:docMk/>
            <pc:sldMk cId="2191441077" sldId="1571"/>
            <ac:spMk id="58" creationId="{081E4A58-353D-44AE-B2FC-2A74E2E400F7}"/>
          </ac:spMkLst>
        </pc:spChg>
        <pc:spChg chg="add del">
          <ac:chgData name="Mr. Sumit Sharma" userId="S::sumitsharma.cse@niet.co.in::0287a0e3-d7f5-4815-a5d5-4670a436bb9e" providerId="AD" clId="Web-{24B6CF88-50E6-AD1E-3A17-1FF34733D8EF}" dt="2023-08-22T07:38:45.984" v="139"/>
          <ac:spMkLst>
            <pc:docMk/>
            <pc:sldMk cId="2191441077" sldId="1571"/>
            <ac:spMk id="63" creationId="{E92FEB64-6EEA-4759-B4A4-BD2C1E660BA8}"/>
          </ac:spMkLst>
        </pc:spChg>
        <pc:spChg chg="add del">
          <ac:chgData name="Mr. Sumit Sharma" userId="S::sumitsharma.cse@niet.co.in::0287a0e3-d7f5-4815-a5d5-4670a436bb9e" providerId="AD" clId="Web-{24B6CF88-50E6-AD1E-3A17-1FF34733D8EF}" dt="2023-08-22T07:38:45.984" v="139"/>
          <ac:spMkLst>
            <pc:docMk/>
            <pc:sldMk cId="2191441077" sldId="1571"/>
            <ac:spMk id="65" creationId="{B10BB131-AC8E-4A8E-A5D1-36260F720C3B}"/>
          </ac:spMkLst>
        </pc:spChg>
        <pc:spChg chg="add del">
          <ac:chgData name="Mr. Sumit Sharma" userId="S::sumitsharma.cse@niet.co.in::0287a0e3-d7f5-4815-a5d5-4670a436bb9e" providerId="AD" clId="Web-{24B6CF88-50E6-AD1E-3A17-1FF34733D8EF}" dt="2023-08-22T07:38:45.984" v="139"/>
          <ac:spMkLst>
            <pc:docMk/>
            <pc:sldMk cId="2191441077" sldId="1571"/>
            <ac:spMk id="67" creationId="{14847E93-7DC1-4D4B-8829-B19AA7137C50}"/>
          </ac:spMkLst>
        </pc:spChg>
        <pc:spChg chg="add del">
          <ac:chgData name="Mr. Sumit Sharma" userId="S::sumitsharma.cse@niet.co.in::0287a0e3-d7f5-4815-a5d5-4670a436bb9e" providerId="AD" clId="Web-{24B6CF88-50E6-AD1E-3A17-1FF34733D8EF}" dt="2023-08-22T07:38:45.984" v="139"/>
          <ac:spMkLst>
            <pc:docMk/>
            <pc:sldMk cId="2191441077" sldId="1571"/>
            <ac:spMk id="69" creationId="{5566D6E1-03A1-4D73-A4E0-35D74D568A04}"/>
          </ac:spMkLst>
        </pc:spChg>
        <pc:spChg chg="add del">
          <ac:chgData name="Mr. Sumit Sharma" userId="S::sumitsharma.cse@niet.co.in::0287a0e3-d7f5-4815-a5d5-4670a436bb9e" providerId="AD" clId="Web-{24B6CF88-50E6-AD1E-3A17-1FF34733D8EF}" dt="2023-08-22T07:38:45.984" v="139"/>
          <ac:spMkLst>
            <pc:docMk/>
            <pc:sldMk cId="2191441077" sldId="1571"/>
            <ac:spMk id="71" creationId="{9F835A99-04AC-494A-A572-AFE8413CC938}"/>
          </ac:spMkLst>
        </pc:spChg>
        <pc:spChg chg="add del">
          <ac:chgData name="Mr. Sumit Sharma" userId="S::sumitsharma.cse@niet.co.in::0287a0e3-d7f5-4815-a5d5-4670a436bb9e" providerId="AD" clId="Web-{24B6CF88-50E6-AD1E-3A17-1FF34733D8EF}" dt="2023-08-22T07:38:45.984" v="139"/>
          <ac:spMkLst>
            <pc:docMk/>
            <pc:sldMk cId="2191441077" sldId="1571"/>
            <ac:spMk id="73" creationId="{7B786209-1B0B-4CA9-9BDD-F7327066A84D}"/>
          </ac:spMkLst>
        </pc:spChg>
        <pc:spChg chg="add del">
          <ac:chgData name="Mr. Sumit Sharma" userId="S::sumitsharma.cse@niet.co.in::0287a0e3-d7f5-4815-a5d5-4670a436bb9e" providerId="AD" clId="Web-{24B6CF88-50E6-AD1E-3A17-1FF34733D8EF}" dt="2023-08-22T07:38:45.984" v="139"/>
          <ac:spMkLst>
            <pc:docMk/>
            <pc:sldMk cId="2191441077" sldId="1571"/>
            <ac:spMk id="75" creationId="{2D2964BB-484D-45AE-AD66-D407D0629652}"/>
          </ac:spMkLst>
        </pc:spChg>
        <pc:spChg chg="add del">
          <ac:chgData name="Mr. Sumit Sharma" userId="S::sumitsharma.cse@niet.co.in::0287a0e3-d7f5-4815-a5d5-4670a436bb9e" providerId="AD" clId="Web-{24B6CF88-50E6-AD1E-3A17-1FF34733D8EF}" dt="2023-08-22T07:38:45.984" v="139"/>
          <ac:spMkLst>
            <pc:docMk/>
            <pc:sldMk cId="2191441077" sldId="1571"/>
            <ac:spMk id="77" creationId="{6691AC69-A76E-4DAB-B565-468B6B87ACF3}"/>
          </ac:spMkLst>
        </pc:spChg>
      </pc:sldChg>
      <pc:sldChg chg="modSp add replId">
        <pc:chgData name="Mr. Sumit Sharma" userId="S::sumitsharma.cse@niet.co.in::0287a0e3-d7f5-4815-a5d5-4670a436bb9e" providerId="AD" clId="Web-{24B6CF88-50E6-AD1E-3A17-1FF34733D8EF}" dt="2023-08-22T07:39:31.954" v="152" actId="14100"/>
        <pc:sldMkLst>
          <pc:docMk/>
          <pc:sldMk cId="713500298" sldId="1572"/>
        </pc:sldMkLst>
        <pc:spChg chg="mod">
          <ac:chgData name="Mr. Sumit Sharma" userId="S::sumitsharma.cse@niet.co.in::0287a0e3-d7f5-4815-a5d5-4670a436bb9e" providerId="AD" clId="Web-{24B6CF88-50E6-AD1E-3A17-1FF34733D8EF}" dt="2023-08-22T07:39:31.954" v="152" actId="14100"/>
          <ac:spMkLst>
            <pc:docMk/>
            <pc:sldMk cId="713500298" sldId="1572"/>
            <ac:spMk id="3" creationId="{F8CC24E1-E4CB-4555-AAFE-79673E88E287}"/>
          </ac:spMkLst>
        </pc:spChg>
        <pc:spChg chg="mod">
          <ac:chgData name="Mr. Sumit Sharma" userId="S::sumitsharma.cse@niet.co.in::0287a0e3-d7f5-4815-a5d5-4670a436bb9e" providerId="AD" clId="Web-{24B6CF88-50E6-AD1E-3A17-1FF34733D8EF}" dt="2023-08-22T07:39:20.641" v="150" actId="14100"/>
          <ac:spMkLst>
            <pc:docMk/>
            <pc:sldMk cId="713500298" sldId="1572"/>
            <ac:spMk id="7" creationId="{00000000-0000-0000-0000-000000000000}"/>
          </ac:spMkLst>
        </pc:spChg>
      </pc:sldChg>
    </pc:docChg>
  </pc:docChgLst>
  <pc:docChgLst>
    <pc:chgData name="Mr. Sumit Sharma" userId="S::sumitsharma.cse@niet.co.in::0287a0e3-d7f5-4815-a5d5-4670a436bb9e" providerId="AD" clId="Web-{C2DB9CCB-6F58-4AD1-91BC-D5335A6B77D8}"/>
    <pc:docChg chg="modSld">
      <pc:chgData name="Mr. Sumit Sharma" userId="S::sumitsharma.cse@niet.co.in::0287a0e3-d7f5-4815-a5d5-4670a436bb9e" providerId="AD" clId="Web-{C2DB9CCB-6F58-4AD1-91BC-D5335A6B77D8}" dt="2023-08-30T04:12:15.698" v="8" actId="1076"/>
      <pc:docMkLst>
        <pc:docMk/>
      </pc:docMkLst>
      <pc:sldChg chg="modSp">
        <pc:chgData name="Mr. Sumit Sharma" userId="S::sumitsharma.cse@niet.co.in::0287a0e3-d7f5-4815-a5d5-4670a436bb9e" providerId="AD" clId="Web-{C2DB9CCB-6F58-4AD1-91BC-D5335A6B77D8}" dt="2023-08-30T04:10:35.084" v="4" actId="20577"/>
        <pc:sldMkLst>
          <pc:docMk/>
          <pc:sldMk cId="1501446876" sldId="1585"/>
        </pc:sldMkLst>
        <pc:spChg chg="mod">
          <ac:chgData name="Mr. Sumit Sharma" userId="S::sumitsharma.cse@niet.co.in::0287a0e3-d7f5-4815-a5d5-4670a436bb9e" providerId="AD" clId="Web-{C2DB9CCB-6F58-4AD1-91BC-D5335A6B77D8}" dt="2023-08-30T04:10:35.084" v="4" actId="20577"/>
          <ac:spMkLst>
            <pc:docMk/>
            <pc:sldMk cId="1501446876" sldId="1585"/>
            <ac:spMk id="3" creationId="{F8CC24E1-E4CB-4555-AAFE-79673E88E287}"/>
          </ac:spMkLst>
        </pc:spChg>
      </pc:sldChg>
      <pc:sldChg chg="modSp">
        <pc:chgData name="Mr. Sumit Sharma" userId="S::sumitsharma.cse@niet.co.in::0287a0e3-d7f5-4815-a5d5-4670a436bb9e" providerId="AD" clId="Web-{C2DB9CCB-6F58-4AD1-91BC-D5335A6B77D8}" dt="2023-08-30T04:12:15.698" v="8" actId="1076"/>
        <pc:sldMkLst>
          <pc:docMk/>
          <pc:sldMk cId="330888047" sldId="1587"/>
        </pc:sldMkLst>
        <pc:spChg chg="mod">
          <ac:chgData name="Mr. Sumit Sharma" userId="S::sumitsharma.cse@niet.co.in::0287a0e3-d7f5-4815-a5d5-4670a436bb9e" providerId="AD" clId="Web-{C2DB9CCB-6F58-4AD1-91BC-D5335A6B77D8}" dt="2023-08-30T04:12:15.698" v="8" actId="1076"/>
          <ac:spMkLst>
            <pc:docMk/>
            <pc:sldMk cId="330888047" sldId="1587"/>
            <ac:spMk id="3" creationId="{F8CC24E1-E4CB-4555-AAFE-79673E88E287}"/>
          </ac:spMkLst>
        </pc:spChg>
      </pc:sldChg>
    </pc:docChg>
  </pc:docChgLst>
  <pc:docChgLst>
    <pc:chgData name="Mr. Sumit Sharma" userId="S::sumitsharma.cse@niet.co.in::0287a0e3-d7f5-4815-a5d5-4670a436bb9e" providerId="AD" clId="Web-{314DF113-DEFA-5200-AC94-CE3AF55FB404}"/>
    <pc:docChg chg="addSld delSld modSld">
      <pc:chgData name="Mr. Sumit Sharma" userId="S::sumitsharma.cse@niet.co.in::0287a0e3-d7f5-4815-a5d5-4670a436bb9e" providerId="AD" clId="Web-{314DF113-DEFA-5200-AC94-CE3AF55FB404}" dt="2023-08-22T08:41:01.435" v="128" actId="20577"/>
      <pc:docMkLst>
        <pc:docMk/>
      </pc:docMkLst>
      <pc:sldChg chg="add del replId">
        <pc:chgData name="Mr. Sumit Sharma" userId="S::sumitsharma.cse@niet.co.in::0287a0e3-d7f5-4815-a5d5-4670a436bb9e" providerId="AD" clId="Web-{314DF113-DEFA-5200-AC94-CE3AF55FB404}" dt="2023-08-22T08:23:19.355" v="1"/>
        <pc:sldMkLst>
          <pc:docMk/>
          <pc:sldMk cId="1043857570" sldId="1573"/>
        </pc:sldMkLst>
      </pc:sldChg>
      <pc:sldChg chg="addSp delSp modSp add mod replId setBg">
        <pc:chgData name="Mr. Sumit Sharma" userId="S::sumitsharma.cse@niet.co.in::0287a0e3-d7f5-4815-a5d5-4670a436bb9e" providerId="AD" clId="Web-{314DF113-DEFA-5200-AC94-CE3AF55FB404}" dt="2023-08-22T08:28:42.984" v="17"/>
        <pc:sldMkLst>
          <pc:docMk/>
          <pc:sldMk cId="3804570781" sldId="1573"/>
        </pc:sldMkLst>
        <pc:spChg chg="del mod">
          <ac:chgData name="Mr. Sumit Sharma" userId="S::sumitsharma.cse@niet.co.in::0287a0e3-d7f5-4815-a5d5-4670a436bb9e" providerId="AD" clId="Web-{314DF113-DEFA-5200-AC94-CE3AF55FB404}" dt="2023-08-22T08:24:00.873" v="5"/>
          <ac:spMkLst>
            <pc:docMk/>
            <pc:sldMk cId="3804570781" sldId="1573"/>
            <ac:spMk id="3" creationId="{F8CC24E1-E4CB-4555-AAFE-79673E88E287}"/>
          </ac:spMkLst>
        </pc:spChg>
        <pc:spChg chg="add del mod">
          <ac:chgData name="Mr. Sumit Sharma" userId="S::sumitsharma.cse@niet.co.in::0287a0e3-d7f5-4815-a5d5-4670a436bb9e" providerId="AD" clId="Web-{314DF113-DEFA-5200-AC94-CE3AF55FB404}" dt="2023-08-22T08:24:04.326" v="6"/>
          <ac:spMkLst>
            <pc:docMk/>
            <pc:sldMk cId="3804570781" sldId="1573"/>
            <ac:spMk id="4" creationId="{67A4EE95-7FFF-817A-2184-CFA928FD9B94}"/>
          </ac:spMkLst>
        </pc:spChg>
        <pc:spChg chg="mod ord">
          <ac:chgData name="Mr. Sumit Sharma" userId="S::sumitsharma.cse@niet.co.in::0287a0e3-d7f5-4815-a5d5-4670a436bb9e" providerId="AD" clId="Web-{314DF113-DEFA-5200-AC94-CE3AF55FB404}" dt="2023-08-22T08:28:42.984" v="17"/>
          <ac:spMkLst>
            <pc:docMk/>
            <pc:sldMk cId="3804570781" sldId="1573"/>
            <ac:spMk id="6" creationId="{00000000-0000-0000-0000-000000000000}"/>
          </ac:spMkLst>
        </pc:spChg>
        <pc:spChg chg="mod">
          <ac:chgData name="Mr. Sumit Sharma" userId="S::sumitsharma.cse@niet.co.in::0287a0e3-d7f5-4815-a5d5-4670a436bb9e" providerId="AD" clId="Web-{314DF113-DEFA-5200-AC94-CE3AF55FB404}" dt="2023-08-22T08:28:42.984" v="17"/>
          <ac:spMkLst>
            <pc:docMk/>
            <pc:sldMk cId="3804570781" sldId="1573"/>
            <ac:spMk id="7" creationId="{00000000-0000-0000-0000-000000000000}"/>
          </ac:spMkLst>
        </pc:spChg>
        <pc:spChg chg="add del">
          <ac:chgData name="Mr. Sumit Sharma" userId="S::sumitsharma.cse@niet.co.in::0287a0e3-d7f5-4815-a5d5-4670a436bb9e" providerId="AD" clId="Web-{314DF113-DEFA-5200-AC94-CE3AF55FB404}" dt="2023-08-22T08:28:42.984" v="17"/>
          <ac:spMkLst>
            <pc:docMk/>
            <pc:sldMk cId="3804570781" sldId="1573"/>
            <ac:spMk id="14" creationId="{D4771268-CB57-404A-9271-370EB28F6090}"/>
          </ac:spMkLst>
        </pc:spChg>
        <pc:picChg chg="add del mod">
          <ac:chgData name="Mr. Sumit Sharma" userId="S::sumitsharma.cse@niet.co.in::0287a0e3-d7f5-4815-a5d5-4670a436bb9e" providerId="AD" clId="Web-{314DF113-DEFA-5200-AC94-CE3AF55FB404}" dt="2023-08-22T08:28:19.076" v="11"/>
          <ac:picMkLst>
            <pc:docMk/>
            <pc:sldMk cId="3804570781" sldId="1573"/>
            <ac:picMk id="5" creationId="{9C2A6876-F7A5-ED42-4351-77A94C100ED5}"/>
          </ac:picMkLst>
        </pc:picChg>
        <pc:picChg chg="add mod">
          <ac:chgData name="Mr. Sumit Sharma" userId="S::sumitsharma.cse@niet.co.in::0287a0e3-d7f5-4815-a5d5-4670a436bb9e" providerId="AD" clId="Web-{314DF113-DEFA-5200-AC94-CE3AF55FB404}" dt="2023-08-22T08:28:42.984" v="17"/>
          <ac:picMkLst>
            <pc:docMk/>
            <pc:sldMk cId="3804570781" sldId="1573"/>
            <ac:picMk id="8" creationId="{E063B63B-70B4-5648-4113-6C82E71B9278}"/>
          </ac:picMkLst>
        </pc:picChg>
        <pc:picChg chg="ord">
          <ac:chgData name="Mr. Sumit Sharma" userId="S::sumitsharma.cse@niet.co.in::0287a0e3-d7f5-4815-a5d5-4670a436bb9e" providerId="AD" clId="Web-{314DF113-DEFA-5200-AC94-CE3AF55FB404}" dt="2023-08-22T08:28:42.984" v="17"/>
          <ac:picMkLst>
            <pc:docMk/>
            <pc:sldMk cId="3804570781" sldId="1573"/>
            <ac:picMk id="9" creationId="{C927257E-084A-415B-BF9B-22EABE25ABE7}"/>
          </ac:picMkLst>
        </pc:picChg>
      </pc:sldChg>
      <pc:sldChg chg="modSp add replId">
        <pc:chgData name="Mr. Sumit Sharma" userId="S::sumitsharma.cse@niet.co.in::0287a0e3-d7f5-4815-a5d5-4670a436bb9e" providerId="AD" clId="Web-{314DF113-DEFA-5200-AC94-CE3AF55FB404}" dt="2023-08-22T08:30:07.083" v="31" actId="20577"/>
        <pc:sldMkLst>
          <pc:docMk/>
          <pc:sldMk cId="3739601138" sldId="1574"/>
        </pc:sldMkLst>
        <pc:spChg chg="mod">
          <ac:chgData name="Mr. Sumit Sharma" userId="S::sumitsharma.cse@niet.co.in::0287a0e3-d7f5-4815-a5d5-4670a436bb9e" providerId="AD" clId="Web-{314DF113-DEFA-5200-AC94-CE3AF55FB404}" dt="2023-08-22T08:30:07.083" v="31" actId="20577"/>
          <ac:spMkLst>
            <pc:docMk/>
            <pc:sldMk cId="3739601138" sldId="1574"/>
            <ac:spMk id="3" creationId="{F8CC24E1-E4CB-4555-AAFE-79673E88E287}"/>
          </ac:spMkLst>
        </pc:spChg>
        <pc:spChg chg="mod">
          <ac:chgData name="Mr. Sumit Sharma" userId="S::sumitsharma.cse@niet.co.in::0287a0e3-d7f5-4815-a5d5-4670a436bb9e" providerId="AD" clId="Web-{314DF113-DEFA-5200-AC94-CE3AF55FB404}" dt="2023-08-22T08:29:56.538" v="29" actId="20577"/>
          <ac:spMkLst>
            <pc:docMk/>
            <pc:sldMk cId="3739601138" sldId="1574"/>
            <ac:spMk id="7" creationId="{00000000-0000-0000-0000-000000000000}"/>
          </ac:spMkLst>
        </pc:spChg>
      </pc:sldChg>
      <pc:sldChg chg="modSp add replId">
        <pc:chgData name="Mr. Sumit Sharma" userId="S::sumitsharma.cse@niet.co.in::0287a0e3-d7f5-4815-a5d5-4670a436bb9e" providerId="AD" clId="Web-{314DF113-DEFA-5200-AC94-CE3AF55FB404}" dt="2023-08-22T08:31:09.274" v="52" actId="20577"/>
        <pc:sldMkLst>
          <pc:docMk/>
          <pc:sldMk cId="2718036721" sldId="1575"/>
        </pc:sldMkLst>
        <pc:spChg chg="mod">
          <ac:chgData name="Mr. Sumit Sharma" userId="S::sumitsharma.cse@niet.co.in::0287a0e3-d7f5-4815-a5d5-4670a436bb9e" providerId="AD" clId="Web-{314DF113-DEFA-5200-AC94-CE3AF55FB404}" dt="2023-08-22T08:31:09.274" v="52" actId="20577"/>
          <ac:spMkLst>
            <pc:docMk/>
            <pc:sldMk cId="2718036721" sldId="1575"/>
            <ac:spMk id="3" creationId="{F8CC24E1-E4CB-4555-AAFE-79673E88E287}"/>
          </ac:spMkLst>
        </pc:spChg>
        <pc:spChg chg="mod">
          <ac:chgData name="Mr. Sumit Sharma" userId="S::sumitsharma.cse@niet.co.in::0287a0e3-d7f5-4815-a5d5-4670a436bb9e" providerId="AD" clId="Web-{314DF113-DEFA-5200-AC94-CE3AF55FB404}" dt="2023-08-22T08:30:57.851" v="51" actId="20577"/>
          <ac:spMkLst>
            <pc:docMk/>
            <pc:sldMk cId="2718036721" sldId="1575"/>
            <ac:spMk id="7" creationId="{00000000-0000-0000-0000-000000000000}"/>
          </ac:spMkLst>
        </pc:spChg>
      </pc:sldChg>
      <pc:sldChg chg="addSp delSp modSp add replId">
        <pc:chgData name="Mr. Sumit Sharma" userId="S::sumitsharma.cse@niet.co.in::0287a0e3-d7f5-4815-a5d5-4670a436bb9e" providerId="AD" clId="Web-{314DF113-DEFA-5200-AC94-CE3AF55FB404}" dt="2023-08-22T08:35:53.228" v="64"/>
        <pc:sldMkLst>
          <pc:docMk/>
          <pc:sldMk cId="3848627097" sldId="1576"/>
        </pc:sldMkLst>
        <pc:spChg chg="mod">
          <ac:chgData name="Mr. Sumit Sharma" userId="S::sumitsharma.cse@niet.co.in::0287a0e3-d7f5-4815-a5d5-4670a436bb9e" providerId="AD" clId="Web-{314DF113-DEFA-5200-AC94-CE3AF55FB404}" dt="2023-08-22T08:35:53.228" v="64"/>
          <ac:spMkLst>
            <pc:docMk/>
            <pc:sldMk cId="3848627097" sldId="1576"/>
            <ac:spMk id="3" creationId="{F8CC24E1-E4CB-4555-AAFE-79673E88E287}"/>
          </ac:spMkLst>
        </pc:spChg>
        <pc:spChg chg="mod">
          <ac:chgData name="Mr. Sumit Sharma" userId="S::sumitsharma.cse@niet.co.in::0287a0e3-d7f5-4815-a5d5-4670a436bb9e" providerId="AD" clId="Web-{314DF113-DEFA-5200-AC94-CE3AF55FB404}" dt="2023-08-22T08:35:53.228" v="64"/>
          <ac:spMkLst>
            <pc:docMk/>
            <pc:sldMk cId="3848627097" sldId="1576"/>
            <ac:spMk id="7" creationId="{00000000-0000-0000-0000-000000000000}"/>
          </ac:spMkLst>
        </pc:spChg>
        <pc:spChg chg="add del">
          <ac:chgData name="Mr. Sumit Sharma" userId="S::sumitsharma.cse@niet.co.in::0287a0e3-d7f5-4815-a5d5-4670a436bb9e" providerId="AD" clId="Web-{314DF113-DEFA-5200-AC94-CE3AF55FB404}" dt="2023-08-22T08:35:53.228" v="64"/>
          <ac:spMkLst>
            <pc:docMk/>
            <pc:sldMk cId="3848627097" sldId="1576"/>
            <ac:spMk id="54"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56"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58" creationId="{081E4A58-353D-44AE-B2FC-2A74E2E400F7}"/>
          </ac:spMkLst>
        </pc:spChg>
        <pc:spChg chg="add del">
          <ac:chgData name="Mr. Sumit Sharma" userId="S::sumitsharma.cse@niet.co.in::0287a0e3-d7f5-4815-a5d5-4670a436bb9e" providerId="AD" clId="Web-{314DF113-DEFA-5200-AC94-CE3AF55FB404}" dt="2023-08-22T08:35:53.228" v="64"/>
          <ac:spMkLst>
            <pc:docMk/>
            <pc:sldMk cId="3848627097" sldId="1576"/>
            <ac:spMk id="63"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65"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67" creationId="{081E4A58-353D-44AE-B2FC-2A74E2E400F7}"/>
          </ac:spMkLst>
        </pc:spChg>
      </pc:sldChg>
      <pc:sldChg chg="modSp add replId">
        <pc:chgData name="Mr. Sumit Sharma" userId="S::sumitsharma.cse@niet.co.in::0287a0e3-d7f5-4815-a5d5-4670a436bb9e" providerId="AD" clId="Web-{314DF113-DEFA-5200-AC94-CE3AF55FB404}" dt="2023-08-22T08:36:24.808" v="70" actId="20577"/>
        <pc:sldMkLst>
          <pc:docMk/>
          <pc:sldMk cId="1492801541" sldId="1577"/>
        </pc:sldMkLst>
        <pc:spChg chg="mod">
          <ac:chgData name="Mr. Sumit Sharma" userId="S::sumitsharma.cse@niet.co.in::0287a0e3-d7f5-4815-a5d5-4670a436bb9e" providerId="AD" clId="Web-{314DF113-DEFA-5200-AC94-CE3AF55FB404}" dt="2023-08-22T08:36:24.808" v="70" actId="20577"/>
          <ac:spMkLst>
            <pc:docMk/>
            <pc:sldMk cId="1492801541" sldId="1577"/>
            <ac:spMk id="3" creationId="{F8CC24E1-E4CB-4555-AAFE-79673E88E287}"/>
          </ac:spMkLst>
        </pc:spChg>
        <pc:spChg chg="mod">
          <ac:chgData name="Mr. Sumit Sharma" userId="S::sumitsharma.cse@niet.co.in::0287a0e3-d7f5-4815-a5d5-4670a436bb9e" providerId="AD" clId="Web-{314DF113-DEFA-5200-AC94-CE3AF55FB404}" dt="2023-08-22T08:36:17.558" v="69" actId="20577"/>
          <ac:spMkLst>
            <pc:docMk/>
            <pc:sldMk cId="1492801541" sldId="1577"/>
            <ac:spMk id="7" creationId="{00000000-0000-0000-0000-000000000000}"/>
          </ac:spMkLst>
        </pc:spChg>
      </pc:sldChg>
      <pc:sldChg chg="modSp add replId">
        <pc:chgData name="Mr. Sumit Sharma" userId="S::sumitsharma.cse@niet.co.in::0287a0e3-d7f5-4815-a5d5-4670a436bb9e" providerId="AD" clId="Web-{314DF113-DEFA-5200-AC94-CE3AF55FB404}" dt="2023-08-22T08:37:23.625" v="81" actId="20577"/>
        <pc:sldMkLst>
          <pc:docMk/>
          <pc:sldMk cId="3238797891" sldId="1578"/>
        </pc:sldMkLst>
        <pc:spChg chg="mod">
          <ac:chgData name="Mr. Sumit Sharma" userId="S::sumitsharma.cse@niet.co.in::0287a0e3-d7f5-4815-a5d5-4670a436bb9e" providerId="AD" clId="Web-{314DF113-DEFA-5200-AC94-CE3AF55FB404}" dt="2023-08-22T08:37:23.625" v="81" actId="20577"/>
          <ac:spMkLst>
            <pc:docMk/>
            <pc:sldMk cId="3238797891" sldId="1578"/>
            <ac:spMk id="3" creationId="{F8CC24E1-E4CB-4555-AAFE-79673E88E287}"/>
          </ac:spMkLst>
        </pc:spChg>
        <pc:spChg chg="mod">
          <ac:chgData name="Mr. Sumit Sharma" userId="S::sumitsharma.cse@niet.co.in::0287a0e3-d7f5-4815-a5d5-4670a436bb9e" providerId="AD" clId="Web-{314DF113-DEFA-5200-AC94-CE3AF55FB404}" dt="2023-08-22T08:37:15.765" v="79" actId="20577"/>
          <ac:spMkLst>
            <pc:docMk/>
            <pc:sldMk cId="3238797891" sldId="1578"/>
            <ac:spMk id="7" creationId="{00000000-0000-0000-0000-000000000000}"/>
          </ac:spMkLst>
        </pc:spChg>
        <pc:spChg chg="mod">
          <ac:chgData name="Mr. Sumit Sharma" userId="S::sumitsharma.cse@niet.co.in::0287a0e3-d7f5-4815-a5d5-4670a436bb9e" providerId="AD" clId="Web-{314DF113-DEFA-5200-AC94-CE3AF55FB404}" dt="2023-08-22T08:37:10.733" v="78" actId="20577"/>
          <ac:spMkLst>
            <pc:docMk/>
            <pc:sldMk cId="3238797891" sldId="1578"/>
            <ac:spMk id="54" creationId="{907EF6B7-1338-4443-8C46-6A318D952DFD}"/>
          </ac:spMkLst>
        </pc:spChg>
      </pc:sldChg>
      <pc:sldChg chg="modSp add replId">
        <pc:chgData name="Mr. Sumit Sharma" userId="S::sumitsharma.cse@niet.co.in::0287a0e3-d7f5-4815-a5d5-4670a436bb9e" providerId="AD" clId="Web-{314DF113-DEFA-5200-AC94-CE3AF55FB404}" dt="2023-08-22T08:38:11.659" v="91" actId="20577"/>
        <pc:sldMkLst>
          <pc:docMk/>
          <pc:sldMk cId="1196681734" sldId="1579"/>
        </pc:sldMkLst>
        <pc:spChg chg="mod">
          <ac:chgData name="Mr. Sumit Sharma" userId="S::sumitsharma.cse@niet.co.in::0287a0e3-d7f5-4815-a5d5-4670a436bb9e" providerId="AD" clId="Web-{314DF113-DEFA-5200-AC94-CE3AF55FB404}" dt="2023-08-22T08:38:05.299" v="89" actId="20577"/>
          <ac:spMkLst>
            <pc:docMk/>
            <pc:sldMk cId="1196681734" sldId="1579"/>
            <ac:spMk id="3" creationId="{F8CC24E1-E4CB-4555-AAFE-79673E88E287}"/>
          </ac:spMkLst>
        </pc:spChg>
        <pc:spChg chg="mod">
          <ac:chgData name="Mr. Sumit Sharma" userId="S::sumitsharma.cse@niet.co.in::0287a0e3-d7f5-4815-a5d5-4670a436bb9e" providerId="AD" clId="Web-{314DF113-DEFA-5200-AC94-CE3AF55FB404}" dt="2023-08-22T08:38:11.659" v="91" actId="20577"/>
          <ac:spMkLst>
            <pc:docMk/>
            <pc:sldMk cId="1196681734" sldId="1579"/>
            <ac:spMk id="7" creationId="{00000000-0000-0000-0000-000000000000}"/>
          </ac:spMkLst>
        </pc:spChg>
      </pc:sldChg>
      <pc:sldChg chg="modSp add replId">
        <pc:chgData name="Mr. Sumit Sharma" userId="S::sumitsharma.cse@niet.co.in::0287a0e3-d7f5-4815-a5d5-4670a436bb9e" providerId="AD" clId="Web-{314DF113-DEFA-5200-AC94-CE3AF55FB404}" dt="2023-08-22T08:39:56.102" v="109" actId="20577"/>
        <pc:sldMkLst>
          <pc:docMk/>
          <pc:sldMk cId="1080364002" sldId="1580"/>
        </pc:sldMkLst>
        <pc:spChg chg="mod">
          <ac:chgData name="Mr. Sumit Sharma" userId="S::sumitsharma.cse@niet.co.in::0287a0e3-d7f5-4815-a5d5-4670a436bb9e" providerId="AD" clId="Web-{314DF113-DEFA-5200-AC94-CE3AF55FB404}" dt="2023-08-22T08:39:56.102" v="109" actId="20577"/>
          <ac:spMkLst>
            <pc:docMk/>
            <pc:sldMk cId="1080364002" sldId="1580"/>
            <ac:spMk id="3" creationId="{F8CC24E1-E4CB-4555-AAFE-79673E88E287}"/>
          </ac:spMkLst>
        </pc:spChg>
        <pc:spChg chg="mod">
          <ac:chgData name="Mr. Sumit Sharma" userId="S::sumitsharma.cse@niet.co.in::0287a0e3-d7f5-4815-a5d5-4670a436bb9e" providerId="AD" clId="Web-{314DF113-DEFA-5200-AC94-CE3AF55FB404}" dt="2023-08-22T08:39:43.524" v="107" actId="20577"/>
          <ac:spMkLst>
            <pc:docMk/>
            <pc:sldMk cId="1080364002" sldId="1580"/>
            <ac:spMk id="7" creationId="{00000000-0000-0000-0000-000000000000}"/>
          </ac:spMkLst>
        </pc:spChg>
      </pc:sldChg>
      <pc:sldChg chg="modSp add replId">
        <pc:chgData name="Mr. Sumit Sharma" userId="S::sumitsharma.cse@niet.co.in::0287a0e3-d7f5-4815-a5d5-4670a436bb9e" providerId="AD" clId="Web-{314DF113-DEFA-5200-AC94-CE3AF55FB404}" dt="2023-08-22T08:40:29.667" v="117" actId="20577"/>
        <pc:sldMkLst>
          <pc:docMk/>
          <pc:sldMk cId="3382127065" sldId="1581"/>
        </pc:sldMkLst>
        <pc:spChg chg="mod">
          <ac:chgData name="Mr. Sumit Sharma" userId="S::sumitsharma.cse@niet.co.in::0287a0e3-d7f5-4815-a5d5-4670a436bb9e" providerId="AD" clId="Web-{314DF113-DEFA-5200-AC94-CE3AF55FB404}" dt="2023-08-22T08:40:24.698" v="114" actId="20577"/>
          <ac:spMkLst>
            <pc:docMk/>
            <pc:sldMk cId="3382127065" sldId="1581"/>
            <ac:spMk id="3" creationId="{F8CC24E1-E4CB-4555-AAFE-79673E88E287}"/>
          </ac:spMkLst>
        </pc:spChg>
        <pc:spChg chg="mod">
          <ac:chgData name="Mr. Sumit Sharma" userId="S::sumitsharma.cse@niet.co.in::0287a0e3-d7f5-4815-a5d5-4670a436bb9e" providerId="AD" clId="Web-{314DF113-DEFA-5200-AC94-CE3AF55FB404}" dt="2023-08-22T08:40:29.667" v="117" actId="20577"/>
          <ac:spMkLst>
            <pc:docMk/>
            <pc:sldMk cId="3382127065" sldId="1581"/>
            <ac:spMk id="7" creationId="{00000000-0000-0000-0000-000000000000}"/>
          </ac:spMkLst>
        </pc:spChg>
      </pc:sldChg>
      <pc:sldChg chg="modSp add replId">
        <pc:chgData name="Mr. Sumit Sharma" userId="S::sumitsharma.cse@niet.co.in::0287a0e3-d7f5-4815-a5d5-4670a436bb9e" providerId="AD" clId="Web-{314DF113-DEFA-5200-AC94-CE3AF55FB404}" dt="2023-08-22T08:41:01.435" v="128" actId="20577"/>
        <pc:sldMkLst>
          <pc:docMk/>
          <pc:sldMk cId="240637688" sldId="1582"/>
        </pc:sldMkLst>
        <pc:spChg chg="mod">
          <ac:chgData name="Mr. Sumit Sharma" userId="S::sumitsharma.cse@niet.co.in::0287a0e3-d7f5-4815-a5d5-4670a436bb9e" providerId="AD" clId="Web-{314DF113-DEFA-5200-AC94-CE3AF55FB404}" dt="2023-08-22T08:41:01.435" v="128" actId="20577"/>
          <ac:spMkLst>
            <pc:docMk/>
            <pc:sldMk cId="240637688" sldId="1582"/>
            <ac:spMk id="3" creationId="{F8CC24E1-E4CB-4555-AAFE-79673E88E287}"/>
          </ac:spMkLst>
        </pc:spChg>
        <pc:spChg chg="mod">
          <ac:chgData name="Mr. Sumit Sharma" userId="S::sumitsharma.cse@niet.co.in::0287a0e3-d7f5-4815-a5d5-4670a436bb9e" providerId="AD" clId="Web-{314DF113-DEFA-5200-AC94-CE3AF55FB404}" dt="2023-08-22T08:40:55.075" v="127" actId="20577"/>
          <ac:spMkLst>
            <pc:docMk/>
            <pc:sldMk cId="240637688" sldId="1582"/>
            <ac:spMk id="7" creationId="{00000000-0000-0000-0000-000000000000}"/>
          </ac:spMkLst>
        </pc:spChg>
      </pc:sldChg>
    </pc:docChg>
  </pc:docChgLst>
  <pc:docChgLst>
    <pc:chgData name="Mr. Sumit Sharma" userId="S::sumitsharma.cse@niet.co.in::0287a0e3-d7f5-4815-a5d5-4670a436bb9e" providerId="AD" clId="Web-{ECB58A3E-205D-C3EB-5BB8-13A0462646BF}"/>
    <pc:docChg chg="modSld">
      <pc:chgData name="Mr. Sumit Sharma" userId="S::sumitsharma.cse@niet.co.in::0287a0e3-d7f5-4815-a5d5-4670a436bb9e" providerId="AD" clId="Web-{ECB58A3E-205D-C3EB-5BB8-13A0462646BF}" dt="2023-09-04T04:25:48.442" v="500" actId="14100"/>
      <pc:docMkLst>
        <pc:docMk/>
      </pc:docMkLst>
      <pc:sldChg chg="modSp">
        <pc:chgData name="Mr. Sumit Sharma" userId="S::sumitsharma.cse@niet.co.in::0287a0e3-d7f5-4815-a5d5-4670a436bb9e" providerId="AD" clId="Web-{ECB58A3E-205D-C3EB-5BB8-13A0462646BF}" dt="2023-09-04T04:12:52.446" v="86" actId="20577"/>
        <pc:sldMkLst>
          <pc:docMk/>
          <pc:sldMk cId="326434851" sldId="1593"/>
        </pc:sldMkLst>
        <pc:spChg chg="mod">
          <ac:chgData name="Mr. Sumit Sharma" userId="S::sumitsharma.cse@niet.co.in::0287a0e3-d7f5-4815-a5d5-4670a436bb9e" providerId="AD" clId="Web-{ECB58A3E-205D-C3EB-5BB8-13A0462646BF}" dt="2023-09-04T04:12:52.446" v="86" actId="20577"/>
          <ac:spMkLst>
            <pc:docMk/>
            <pc:sldMk cId="326434851" sldId="1593"/>
            <ac:spMk id="4" creationId="{7FA8EF7C-98A4-19B1-DF88-0AA67459A072}"/>
          </ac:spMkLst>
        </pc:spChg>
      </pc:sldChg>
      <pc:sldChg chg="modSp">
        <pc:chgData name="Mr. Sumit Sharma" userId="S::sumitsharma.cse@niet.co.in::0287a0e3-d7f5-4815-a5d5-4670a436bb9e" providerId="AD" clId="Web-{ECB58A3E-205D-C3EB-5BB8-13A0462646BF}" dt="2023-09-04T04:23:32.591" v="419" actId="14100"/>
        <pc:sldMkLst>
          <pc:docMk/>
          <pc:sldMk cId="3257631459" sldId="1594"/>
        </pc:sldMkLst>
        <pc:spChg chg="mod">
          <ac:chgData name="Mr. Sumit Sharma" userId="S::sumitsharma.cse@niet.co.in::0287a0e3-d7f5-4815-a5d5-4670a436bb9e" providerId="AD" clId="Web-{ECB58A3E-205D-C3EB-5BB8-13A0462646BF}" dt="2023-09-04T04:23:32.591" v="419" actId="14100"/>
          <ac:spMkLst>
            <pc:docMk/>
            <pc:sldMk cId="3257631459" sldId="1594"/>
            <ac:spMk id="4" creationId="{7FA8EF7C-98A4-19B1-DF88-0AA67459A072}"/>
          </ac:spMkLst>
        </pc:spChg>
      </pc:sldChg>
      <pc:sldChg chg="modSp">
        <pc:chgData name="Mr. Sumit Sharma" userId="S::sumitsharma.cse@niet.co.in::0287a0e3-d7f5-4815-a5d5-4670a436bb9e" providerId="AD" clId="Web-{ECB58A3E-205D-C3EB-5BB8-13A0462646BF}" dt="2023-09-04T04:16:28.567" v="220" actId="14100"/>
        <pc:sldMkLst>
          <pc:docMk/>
          <pc:sldMk cId="2120114595" sldId="1595"/>
        </pc:sldMkLst>
        <pc:spChg chg="mod">
          <ac:chgData name="Mr. Sumit Sharma" userId="S::sumitsharma.cse@niet.co.in::0287a0e3-d7f5-4815-a5d5-4670a436bb9e" providerId="AD" clId="Web-{ECB58A3E-205D-C3EB-5BB8-13A0462646BF}" dt="2023-09-04T04:16:28.567" v="220" actId="14100"/>
          <ac:spMkLst>
            <pc:docMk/>
            <pc:sldMk cId="2120114595" sldId="1595"/>
            <ac:spMk id="4" creationId="{7FA8EF7C-98A4-19B1-DF88-0AA67459A072}"/>
          </ac:spMkLst>
        </pc:spChg>
      </pc:sldChg>
      <pc:sldChg chg="modSp">
        <pc:chgData name="Mr. Sumit Sharma" userId="S::sumitsharma.cse@niet.co.in::0287a0e3-d7f5-4815-a5d5-4670a436bb9e" providerId="AD" clId="Web-{ECB58A3E-205D-C3EB-5BB8-13A0462646BF}" dt="2023-09-04T04:23:15.340" v="395" actId="14100"/>
        <pc:sldMkLst>
          <pc:docMk/>
          <pc:sldMk cId="333784858" sldId="1597"/>
        </pc:sldMkLst>
        <pc:spChg chg="mod">
          <ac:chgData name="Mr. Sumit Sharma" userId="S::sumitsharma.cse@niet.co.in::0287a0e3-d7f5-4815-a5d5-4670a436bb9e" providerId="AD" clId="Web-{ECB58A3E-205D-C3EB-5BB8-13A0462646BF}" dt="2023-09-04T04:23:15.340" v="395" actId="14100"/>
          <ac:spMkLst>
            <pc:docMk/>
            <pc:sldMk cId="333784858" sldId="1597"/>
            <ac:spMk id="4" creationId="{7FA8EF7C-98A4-19B1-DF88-0AA67459A072}"/>
          </ac:spMkLst>
        </pc:spChg>
      </pc:sldChg>
      <pc:sldChg chg="modSp">
        <pc:chgData name="Mr. Sumit Sharma" userId="S::sumitsharma.cse@niet.co.in::0287a0e3-d7f5-4815-a5d5-4670a436bb9e" providerId="AD" clId="Web-{ECB58A3E-205D-C3EB-5BB8-13A0462646BF}" dt="2023-09-04T04:25:48.442" v="500" actId="14100"/>
        <pc:sldMkLst>
          <pc:docMk/>
          <pc:sldMk cId="2149703403" sldId="1599"/>
        </pc:sldMkLst>
        <pc:spChg chg="mod">
          <ac:chgData name="Mr. Sumit Sharma" userId="S::sumitsharma.cse@niet.co.in::0287a0e3-d7f5-4815-a5d5-4670a436bb9e" providerId="AD" clId="Web-{ECB58A3E-205D-C3EB-5BB8-13A0462646BF}" dt="2023-09-04T04:25:48.442" v="500" actId="14100"/>
          <ac:spMkLst>
            <pc:docMk/>
            <pc:sldMk cId="2149703403" sldId="1599"/>
            <ac:spMk id="4" creationId="{7FA8EF7C-98A4-19B1-DF88-0AA67459A072}"/>
          </ac:spMkLst>
        </pc:spChg>
      </pc:sldChg>
    </pc:docChg>
  </pc:docChgLst>
  <pc:docChgLst>
    <pc:chgData name="Guest User" userId="S::urn:spo:anon#68b6b51e9f207a55bd7633a3916033568711d344700af4e3bd56a2b89e9d4e16::" providerId="AD" clId="Web-{E50FB9C5-9352-08AE-3434-05689F895286}"/>
    <pc:docChg chg="modSld">
      <pc:chgData name="Guest User" userId="S::urn:spo:anon#68b6b51e9f207a55bd7633a3916033568711d344700af4e3bd56a2b89e9d4e16::" providerId="AD" clId="Web-{E50FB9C5-9352-08AE-3434-05689F895286}" dt="2024-12-01T08:45:08.737" v="3"/>
      <pc:docMkLst>
        <pc:docMk/>
      </pc:docMkLst>
      <pc:sldChg chg="mod modShow">
        <pc:chgData name="Guest User" userId="S::urn:spo:anon#68b6b51e9f207a55bd7633a3916033568711d344700af4e3bd56a2b89e9d4e16::" providerId="AD" clId="Web-{E50FB9C5-9352-08AE-3434-05689F895286}" dt="2024-12-01T08:45:08.737" v="3"/>
        <pc:sldMkLst>
          <pc:docMk/>
          <pc:sldMk cId="3283346478" sldId="1598"/>
        </pc:sldMkLst>
      </pc:sldChg>
    </pc:docChg>
  </pc:docChgLst>
  <pc:docChgLst>
    <pc:chgData name="Mr. Sumit Sharma" userId="S::sumitsharma.cse@niet.co.in::0287a0e3-d7f5-4815-a5d5-4670a436bb9e" providerId="AD" clId="Web-{37F25F49-305A-5ABC-7387-8EE01DDEC523}"/>
    <pc:docChg chg="addSld modSld">
      <pc:chgData name="Mr. Sumit Sharma" userId="S::sumitsharma.cse@niet.co.in::0287a0e3-d7f5-4815-a5d5-4670a436bb9e" providerId="AD" clId="Web-{37F25F49-305A-5ABC-7387-8EE01DDEC523}" dt="2023-09-02T10:30:04.631" v="178" actId="20577"/>
      <pc:docMkLst>
        <pc:docMk/>
      </pc:docMkLst>
      <pc:sldChg chg="addSp delSp modSp">
        <pc:chgData name="Mr. Sumit Sharma" userId="S::sumitsharma.cse@niet.co.in::0287a0e3-d7f5-4815-a5d5-4670a436bb9e" providerId="AD" clId="Web-{37F25F49-305A-5ABC-7387-8EE01DDEC523}" dt="2023-09-02T10:13:54.029" v="29" actId="1076"/>
        <pc:sldMkLst>
          <pc:docMk/>
          <pc:sldMk cId="1962279143" sldId="1592"/>
        </pc:sldMkLst>
        <pc:spChg chg="del">
          <ac:chgData name="Mr. Sumit Sharma" userId="S::sumitsharma.cse@niet.co.in::0287a0e3-d7f5-4815-a5d5-4670a436bb9e" providerId="AD" clId="Web-{37F25F49-305A-5ABC-7387-8EE01DDEC523}" dt="2023-09-02T10:05:54.573" v="0"/>
          <ac:spMkLst>
            <pc:docMk/>
            <pc:sldMk cId="1962279143" sldId="1592"/>
            <ac:spMk id="122" creationId="{B50AB553-2A96-4A92-96F2-93548E096954}"/>
          </ac:spMkLst>
        </pc:spChg>
        <pc:spChg chg="add">
          <ac:chgData name="Mr. Sumit Sharma" userId="S::sumitsharma.cse@niet.co.in::0287a0e3-d7f5-4815-a5d5-4670a436bb9e" providerId="AD" clId="Web-{37F25F49-305A-5ABC-7387-8EE01DDEC523}" dt="2023-09-02T10:05:54.573" v="0"/>
          <ac:spMkLst>
            <pc:docMk/>
            <pc:sldMk cId="1962279143" sldId="1592"/>
            <ac:spMk id="127" creationId="{B50AB553-2A96-4A92-96F2-93548E096954}"/>
          </ac:spMkLst>
        </pc:spChg>
        <pc:graphicFrameChg chg="mod modGraphic">
          <ac:chgData name="Mr. Sumit Sharma" userId="S::sumitsharma.cse@niet.co.in::0287a0e3-d7f5-4815-a5d5-4670a436bb9e" providerId="AD" clId="Web-{37F25F49-305A-5ABC-7387-8EE01DDEC523}" dt="2023-09-02T10:13:54.029" v="29" actId="1076"/>
          <ac:graphicFrameMkLst>
            <pc:docMk/>
            <pc:sldMk cId="1962279143" sldId="1592"/>
            <ac:graphicFrameMk id="115" creationId="{5E7B02D7-812F-8FB5-ACDD-4128603C06A6}"/>
          </ac:graphicFrameMkLst>
        </pc:graphicFrameChg>
      </pc:sldChg>
      <pc:sldChg chg="addSp delSp modSp add replId">
        <pc:chgData name="Mr. Sumit Sharma" userId="S::sumitsharma.cse@niet.co.in::0287a0e3-d7f5-4815-a5d5-4670a436bb9e" providerId="AD" clId="Web-{37F25F49-305A-5ABC-7387-8EE01DDEC523}" dt="2023-09-02T10:13:26.528" v="26" actId="14100"/>
        <pc:sldMkLst>
          <pc:docMk/>
          <pc:sldMk cId="326434851" sldId="1593"/>
        </pc:sldMkLst>
        <pc:spChg chg="del mod">
          <ac:chgData name="Mr. Sumit Sharma" userId="S::sumitsharma.cse@niet.co.in::0287a0e3-d7f5-4815-a5d5-4670a436bb9e" providerId="AD" clId="Web-{37F25F49-305A-5ABC-7387-8EE01DDEC523}" dt="2023-09-02T10:06:26.168" v="3"/>
          <ac:spMkLst>
            <pc:docMk/>
            <pc:sldMk cId="326434851" sldId="1593"/>
            <ac:spMk id="3" creationId="{F8CC24E1-E4CB-4555-AAFE-79673E88E287}"/>
          </ac:spMkLst>
        </pc:spChg>
        <pc:spChg chg="add mod">
          <ac:chgData name="Mr. Sumit Sharma" userId="S::sumitsharma.cse@niet.co.in::0287a0e3-d7f5-4815-a5d5-4670a436bb9e" providerId="AD" clId="Web-{37F25F49-305A-5ABC-7387-8EE01DDEC523}" dt="2023-09-02T10:13:26.528" v="26" actId="14100"/>
          <ac:spMkLst>
            <pc:docMk/>
            <pc:sldMk cId="326434851" sldId="1593"/>
            <ac:spMk id="4" creationId="{7FA8EF7C-98A4-19B1-DF88-0AA67459A072}"/>
          </ac:spMkLst>
        </pc:spChg>
      </pc:sldChg>
      <pc:sldChg chg="modSp add replId">
        <pc:chgData name="Mr. Sumit Sharma" userId="S::sumitsharma.cse@niet.co.in::0287a0e3-d7f5-4815-a5d5-4670a436bb9e" providerId="AD" clId="Web-{37F25F49-305A-5ABC-7387-8EE01DDEC523}" dt="2023-09-02T10:17:41.506" v="42" actId="20577"/>
        <pc:sldMkLst>
          <pc:docMk/>
          <pc:sldMk cId="3257631459" sldId="1594"/>
        </pc:sldMkLst>
        <pc:spChg chg="mod">
          <ac:chgData name="Mr. Sumit Sharma" userId="S::sumitsharma.cse@niet.co.in::0287a0e3-d7f5-4815-a5d5-4670a436bb9e" providerId="AD" clId="Web-{37F25F49-305A-5ABC-7387-8EE01DDEC523}" dt="2023-09-02T10:17:41.506" v="42" actId="20577"/>
          <ac:spMkLst>
            <pc:docMk/>
            <pc:sldMk cId="3257631459" sldId="1594"/>
            <ac:spMk id="4" creationId="{7FA8EF7C-98A4-19B1-DF88-0AA67459A072}"/>
          </ac:spMkLst>
        </pc:spChg>
      </pc:sldChg>
      <pc:sldChg chg="modSp add replId">
        <pc:chgData name="Mr. Sumit Sharma" userId="S::sumitsharma.cse@niet.co.in::0287a0e3-d7f5-4815-a5d5-4670a436bb9e" providerId="AD" clId="Web-{37F25F49-305A-5ABC-7387-8EE01DDEC523}" dt="2023-09-02T10:19:17.994" v="55" actId="20577"/>
        <pc:sldMkLst>
          <pc:docMk/>
          <pc:sldMk cId="2120114595" sldId="1595"/>
        </pc:sldMkLst>
        <pc:spChg chg="mod">
          <ac:chgData name="Mr. Sumit Sharma" userId="S::sumitsharma.cse@niet.co.in::0287a0e3-d7f5-4815-a5d5-4670a436bb9e" providerId="AD" clId="Web-{37F25F49-305A-5ABC-7387-8EE01DDEC523}" dt="2023-09-02T10:19:17.994" v="55" actId="20577"/>
          <ac:spMkLst>
            <pc:docMk/>
            <pc:sldMk cId="2120114595" sldId="1595"/>
            <ac:spMk id="4" creationId="{7FA8EF7C-98A4-19B1-DF88-0AA67459A072}"/>
          </ac:spMkLst>
        </pc:spChg>
      </pc:sldChg>
      <pc:sldChg chg="modSp add replId">
        <pc:chgData name="Mr. Sumit Sharma" userId="S::sumitsharma.cse@niet.co.in::0287a0e3-d7f5-4815-a5d5-4670a436bb9e" providerId="AD" clId="Web-{37F25F49-305A-5ABC-7387-8EE01DDEC523}" dt="2023-09-02T10:21:11.092" v="77" actId="14100"/>
        <pc:sldMkLst>
          <pc:docMk/>
          <pc:sldMk cId="402774072" sldId="1596"/>
        </pc:sldMkLst>
        <pc:spChg chg="mod">
          <ac:chgData name="Mr. Sumit Sharma" userId="S::sumitsharma.cse@niet.co.in::0287a0e3-d7f5-4815-a5d5-4670a436bb9e" providerId="AD" clId="Web-{37F25F49-305A-5ABC-7387-8EE01DDEC523}" dt="2023-09-02T10:21:11.092" v="77" actId="14100"/>
          <ac:spMkLst>
            <pc:docMk/>
            <pc:sldMk cId="402774072" sldId="1596"/>
            <ac:spMk id="4" creationId="{7FA8EF7C-98A4-19B1-DF88-0AA67459A072}"/>
          </ac:spMkLst>
        </pc:spChg>
      </pc:sldChg>
      <pc:sldChg chg="modSp add replId">
        <pc:chgData name="Mr. Sumit Sharma" userId="S::sumitsharma.cse@niet.co.in::0287a0e3-d7f5-4815-a5d5-4670a436bb9e" providerId="AD" clId="Web-{37F25F49-305A-5ABC-7387-8EE01DDEC523}" dt="2023-09-02T10:22:30.767" v="92" actId="20577"/>
        <pc:sldMkLst>
          <pc:docMk/>
          <pc:sldMk cId="333784858" sldId="1597"/>
        </pc:sldMkLst>
        <pc:spChg chg="mod">
          <ac:chgData name="Mr. Sumit Sharma" userId="S::sumitsharma.cse@niet.co.in::0287a0e3-d7f5-4815-a5d5-4670a436bb9e" providerId="AD" clId="Web-{37F25F49-305A-5ABC-7387-8EE01DDEC523}" dt="2023-09-02T10:22:30.767" v="92" actId="20577"/>
          <ac:spMkLst>
            <pc:docMk/>
            <pc:sldMk cId="333784858" sldId="1597"/>
            <ac:spMk id="4" creationId="{7FA8EF7C-98A4-19B1-DF88-0AA67459A072}"/>
          </ac:spMkLst>
        </pc:spChg>
      </pc:sldChg>
      <pc:sldChg chg="modSp add replId">
        <pc:chgData name="Mr. Sumit Sharma" userId="S::sumitsharma.cse@niet.co.in::0287a0e3-d7f5-4815-a5d5-4670a436bb9e" providerId="AD" clId="Web-{37F25F49-305A-5ABC-7387-8EE01DDEC523}" dt="2023-09-02T10:23:37.411" v="118" actId="14100"/>
        <pc:sldMkLst>
          <pc:docMk/>
          <pc:sldMk cId="3283346478" sldId="1598"/>
        </pc:sldMkLst>
        <pc:spChg chg="mod">
          <ac:chgData name="Mr. Sumit Sharma" userId="S::sumitsharma.cse@niet.co.in::0287a0e3-d7f5-4815-a5d5-4670a436bb9e" providerId="AD" clId="Web-{37F25F49-305A-5ABC-7387-8EE01DDEC523}" dt="2023-09-02T10:23:37.411" v="118" actId="14100"/>
          <ac:spMkLst>
            <pc:docMk/>
            <pc:sldMk cId="3283346478" sldId="1598"/>
            <ac:spMk id="4" creationId="{7FA8EF7C-98A4-19B1-DF88-0AA67459A072}"/>
          </ac:spMkLst>
        </pc:spChg>
      </pc:sldChg>
      <pc:sldChg chg="modSp add replId">
        <pc:chgData name="Mr. Sumit Sharma" userId="S::sumitsharma.cse@niet.co.in::0287a0e3-d7f5-4815-a5d5-4670a436bb9e" providerId="AD" clId="Web-{37F25F49-305A-5ABC-7387-8EE01DDEC523}" dt="2023-09-02T10:27:29.954" v="150" actId="20577"/>
        <pc:sldMkLst>
          <pc:docMk/>
          <pc:sldMk cId="2149703403" sldId="1599"/>
        </pc:sldMkLst>
        <pc:spChg chg="mod">
          <ac:chgData name="Mr. Sumit Sharma" userId="S::sumitsharma.cse@niet.co.in::0287a0e3-d7f5-4815-a5d5-4670a436bb9e" providerId="AD" clId="Web-{37F25F49-305A-5ABC-7387-8EE01DDEC523}" dt="2023-09-02T10:27:29.954" v="150" actId="20577"/>
          <ac:spMkLst>
            <pc:docMk/>
            <pc:sldMk cId="2149703403" sldId="1599"/>
            <ac:spMk id="4" creationId="{7FA8EF7C-98A4-19B1-DF88-0AA67459A072}"/>
          </ac:spMkLst>
        </pc:spChg>
      </pc:sldChg>
      <pc:sldChg chg="modSp add replId">
        <pc:chgData name="Mr. Sumit Sharma" userId="S::sumitsharma.cse@niet.co.in::0287a0e3-d7f5-4815-a5d5-4670a436bb9e" providerId="AD" clId="Web-{37F25F49-305A-5ABC-7387-8EE01DDEC523}" dt="2023-09-02T10:30:04.631" v="178" actId="20577"/>
        <pc:sldMkLst>
          <pc:docMk/>
          <pc:sldMk cId="2382672243" sldId="1600"/>
        </pc:sldMkLst>
        <pc:spChg chg="mod">
          <ac:chgData name="Mr. Sumit Sharma" userId="S::sumitsharma.cse@niet.co.in::0287a0e3-d7f5-4815-a5d5-4670a436bb9e" providerId="AD" clId="Web-{37F25F49-305A-5ABC-7387-8EE01DDEC523}" dt="2023-09-02T10:30:04.631" v="178" actId="20577"/>
          <ac:spMkLst>
            <pc:docMk/>
            <pc:sldMk cId="2382672243" sldId="1600"/>
            <ac:spMk id="4" creationId="{7FA8EF7C-98A4-19B1-DF88-0AA67459A072}"/>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C5DFA9-ABC3-45C0-9AED-59AD22D454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E7300D4-C6C6-4FE6-B85A-C36EEC490CE9}">
      <dgm:prSet/>
      <dgm:spPr/>
      <dgm:t>
        <a:bodyPr/>
        <a:lstStyle/>
        <a:p>
          <a:r>
            <a:rPr lang="en-US"/>
            <a:t>Programming Skills, </a:t>
          </a:r>
        </a:p>
      </dgm:t>
    </dgm:pt>
    <dgm:pt modelId="{85FDBDC8-DD3D-47BD-9E25-054FD0311A9F}" type="parTrans" cxnId="{B461D1D8-426E-4A49-B763-0F74CB2B49DB}">
      <dgm:prSet/>
      <dgm:spPr/>
      <dgm:t>
        <a:bodyPr/>
        <a:lstStyle/>
        <a:p>
          <a:endParaRPr lang="en-US"/>
        </a:p>
      </dgm:t>
    </dgm:pt>
    <dgm:pt modelId="{6E9B61CB-0BAA-4510-9720-D26DD44E7A63}" type="sibTrans" cxnId="{B461D1D8-426E-4A49-B763-0F74CB2B49DB}">
      <dgm:prSet/>
      <dgm:spPr/>
      <dgm:t>
        <a:bodyPr/>
        <a:lstStyle/>
        <a:p>
          <a:endParaRPr lang="en-US"/>
        </a:p>
      </dgm:t>
    </dgm:pt>
    <dgm:pt modelId="{1EB2BA83-759E-4258-A3A9-61BA3CC35EED}">
      <dgm:prSet/>
      <dgm:spPr/>
      <dgm:t>
        <a:bodyPr/>
        <a:lstStyle/>
        <a:p>
          <a:r>
            <a:rPr lang="en-US"/>
            <a:t>Data Structures, </a:t>
          </a:r>
        </a:p>
      </dgm:t>
    </dgm:pt>
    <dgm:pt modelId="{C5C97493-806B-4641-8FF9-5310677E677F}" type="parTrans" cxnId="{5DB907FF-DEBF-484C-B9FB-313937D24BA1}">
      <dgm:prSet/>
      <dgm:spPr/>
      <dgm:t>
        <a:bodyPr/>
        <a:lstStyle/>
        <a:p>
          <a:endParaRPr lang="en-US"/>
        </a:p>
      </dgm:t>
    </dgm:pt>
    <dgm:pt modelId="{BBED9162-9A60-4513-A769-5DCECFD635C0}" type="sibTrans" cxnId="{5DB907FF-DEBF-484C-B9FB-313937D24BA1}">
      <dgm:prSet/>
      <dgm:spPr/>
      <dgm:t>
        <a:bodyPr/>
        <a:lstStyle/>
        <a:p>
          <a:endParaRPr lang="en-US"/>
        </a:p>
      </dgm:t>
    </dgm:pt>
    <dgm:pt modelId="{A7F54C2D-DC2C-44F2-A4EC-BF692EBA8F59}">
      <dgm:prSet/>
      <dgm:spPr/>
      <dgm:t>
        <a:bodyPr/>
        <a:lstStyle/>
        <a:p>
          <a:r>
            <a:rPr lang="en-US"/>
            <a:t>Algorithms, </a:t>
          </a:r>
        </a:p>
      </dgm:t>
    </dgm:pt>
    <dgm:pt modelId="{AC6AC76D-66BA-4488-8327-3D59721003B2}" type="parTrans" cxnId="{306F2BAD-7DBE-4D28-B3DA-5CE6A1CC1B4F}">
      <dgm:prSet/>
      <dgm:spPr/>
      <dgm:t>
        <a:bodyPr/>
        <a:lstStyle/>
        <a:p>
          <a:endParaRPr lang="en-US"/>
        </a:p>
      </dgm:t>
    </dgm:pt>
    <dgm:pt modelId="{ECB8018D-143B-4888-90BF-ADA81571C7A9}" type="sibTrans" cxnId="{306F2BAD-7DBE-4D28-B3DA-5CE6A1CC1B4F}">
      <dgm:prSet/>
      <dgm:spPr/>
      <dgm:t>
        <a:bodyPr/>
        <a:lstStyle/>
        <a:p>
          <a:endParaRPr lang="en-US"/>
        </a:p>
      </dgm:t>
    </dgm:pt>
    <dgm:pt modelId="{E69C75EE-F567-408F-8322-385C5CA6627D}">
      <dgm:prSet/>
      <dgm:spPr/>
      <dgm:t>
        <a:bodyPr/>
        <a:lstStyle/>
        <a:p>
          <a:r>
            <a:rPr lang="en-US"/>
            <a:t>Probability and Statistics, </a:t>
          </a:r>
        </a:p>
      </dgm:t>
    </dgm:pt>
    <dgm:pt modelId="{490F5F0B-E13F-43F2-A69E-CE4BBB235925}" type="parTrans" cxnId="{02BA9FBF-21DC-4C35-8E11-DFE58812C17C}">
      <dgm:prSet/>
      <dgm:spPr/>
      <dgm:t>
        <a:bodyPr/>
        <a:lstStyle/>
        <a:p>
          <a:endParaRPr lang="en-US"/>
        </a:p>
      </dgm:t>
    </dgm:pt>
    <dgm:pt modelId="{E4AC6E53-A7F6-45EF-B939-4879C6DBA24D}" type="sibTrans" cxnId="{02BA9FBF-21DC-4C35-8E11-DFE58812C17C}">
      <dgm:prSet/>
      <dgm:spPr/>
      <dgm:t>
        <a:bodyPr/>
        <a:lstStyle/>
        <a:p>
          <a:endParaRPr lang="en-US"/>
        </a:p>
      </dgm:t>
    </dgm:pt>
    <dgm:pt modelId="{F12AA9DC-334D-47AA-8C34-C93948D55C50}">
      <dgm:prSet/>
      <dgm:spPr/>
      <dgm:t>
        <a:bodyPr/>
        <a:lstStyle/>
        <a:p>
          <a:r>
            <a:rPr lang="en-US"/>
            <a:t>Machine Learning.</a:t>
          </a:r>
        </a:p>
      </dgm:t>
    </dgm:pt>
    <dgm:pt modelId="{82D2CD77-3E49-4173-9D77-4430FBDADE97}" type="parTrans" cxnId="{1216A3FF-6CF2-431D-9672-49E718DECFBD}">
      <dgm:prSet/>
      <dgm:spPr/>
      <dgm:t>
        <a:bodyPr/>
        <a:lstStyle/>
        <a:p>
          <a:endParaRPr lang="en-US"/>
        </a:p>
      </dgm:t>
    </dgm:pt>
    <dgm:pt modelId="{94BD0838-7895-4176-9F2D-BDE7644023CE}" type="sibTrans" cxnId="{1216A3FF-6CF2-431D-9672-49E718DECFBD}">
      <dgm:prSet/>
      <dgm:spPr/>
      <dgm:t>
        <a:bodyPr/>
        <a:lstStyle/>
        <a:p>
          <a:endParaRPr lang="en-US"/>
        </a:p>
      </dgm:t>
    </dgm:pt>
    <dgm:pt modelId="{409D0585-E901-4C3F-89D4-BCBAA8E35A83}" type="pres">
      <dgm:prSet presAssocID="{70C5DFA9-ABC3-45C0-9AED-59AD22D454ED}" presName="linear" presStyleCnt="0">
        <dgm:presLayoutVars>
          <dgm:animLvl val="lvl"/>
          <dgm:resizeHandles val="exact"/>
        </dgm:presLayoutVars>
      </dgm:prSet>
      <dgm:spPr/>
    </dgm:pt>
    <dgm:pt modelId="{B7094B42-DE61-4013-A691-8BC7A1058ADF}" type="pres">
      <dgm:prSet presAssocID="{5E7300D4-C6C6-4FE6-B85A-C36EEC490CE9}" presName="parentText" presStyleLbl="node1" presStyleIdx="0" presStyleCnt="5">
        <dgm:presLayoutVars>
          <dgm:chMax val="0"/>
          <dgm:bulletEnabled val="1"/>
        </dgm:presLayoutVars>
      </dgm:prSet>
      <dgm:spPr/>
    </dgm:pt>
    <dgm:pt modelId="{2789E6BB-9E49-44BD-B75F-08439103197B}" type="pres">
      <dgm:prSet presAssocID="{6E9B61CB-0BAA-4510-9720-D26DD44E7A63}" presName="spacer" presStyleCnt="0"/>
      <dgm:spPr/>
    </dgm:pt>
    <dgm:pt modelId="{0D726924-1EF3-46AD-A2F0-649908CFB024}" type="pres">
      <dgm:prSet presAssocID="{1EB2BA83-759E-4258-A3A9-61BA3CC35EED}" presName="parentText" presStyleLbl="node1" presStyleIdx="1" presStyleCnt="5">
        <dgm:presLayoutVars>
          <dgm:chMax val="0"/>
          <dgm:bulletEnabled val="1"/>
        </dgm:presLayoutVars>
      </dgm:prSet>
      <dgm:spPr/>
    </dgm:pt>
    <dgm:pt modelId="{267C93AD-6609-4C5B-BBA4-C31E29081629}" type="pres">
      <dgm:prSet presAssocID="{BBED9162-9A60-4513-A769-5DCECFD635C0}" presName="spacer" presStyleCnt="0"/>
      <dgm:spPr/>
    </dgm:pt>
    <dgm:pt modelId="{083E6DF9-FF45-474B-B9B1-C36D0BCB4DAE}" type="pres">
      <dgm:prSet presAssocID="{A7F54C2D-DC2C-44F2-A4EC-BF692EBA8F59}" presName="parentText" presStyleLbl="node1" presStyleIdx="2" presStyleCnt="5">
        <dgm:presLayoutVars>
          <dgm:chMax val="0"/>
          <dgm:bulletEnabled val="1"/>
        </dgm:presLayoutVars>
      </dgm:prSet>
      <dgm:spPr/>
    </dgm:pt>
    <dgm:pt modelId="{92BB54E9-80B3-4F7B-BEE5-CB34F884F0F7}" type="pres">
      <dgm:prSet presAssocID="{ECB8018D-143B-4888-90BF-ADA81571C7A9}" presName="spacer" presStyleCnt="0"/>
      <dgm:spPr/>
    </dgm:pt>
    <dgm:pt modelId="{A639AE38-BDEB-4C8E-B0E9-03E676AF7926}" type="pres">
      <dgm:prSet presAssocID="{E69C75EE-F567-408F-8322-385C5CA6627D}" presName="parentText" presStyleLbl="node1" presStyleIdx="3" presStyleCnt="5">
        <dgm:presLayoutVars>
          <dgm:chMax val="0"/>
          <dgm:bulletEnabled val="1"/>
        </dgm:presLayoutVars>
      </dgm:prSet>
      <dgm:spPr/>
    </dgm:pt>
    <dgm:pt modelId="{7C762EF1-AEE1-4719-BB82-9E8D0B603651}" type="pres">
      <dgm:prSet presAssocID="{E4AC6E53-A7F6-45EF-B939-4879C6DBA24D}" presName="spacer" presStyleCnt="0"/>
      <dgm:spPr/>
    </dgm:pt>
    <dgm:pt modelId="{1EC13922-A5FD-459A-BC53-B96D19311172}" type="pres">
      <dgm:prSet presAssocID="{F12AA9DC-334D-47AA-8C34-C93948D55C50}" presName="parentText" presStyleLbl="node1" presStyleIdx="4" presStyleCnt="5">
        <dgm:presLayoutVars>
          <dgm:chMax val="0"/>
          <dgm:bulletEnabled val="1"/>
        </dgm:presLayoutVars>
      </dgm:prSet>
      <dgm:spPr/>
    </dgm:pt>
  </dgm:ptLst>
  <dgm:cxnLst>
    <dgm:cxn modelId="{1B759346-B9FA-461A-9DC7-7F80EFDB2A46}" type="presOf" srcId="{F12AA9DC-334D-47AA-8C34-C93948D55C50}" destId="{1EC13922-A5FD-459A-BC53-B96D19311172}" srcOrd="0" destOrd="0" presId="urn:microsoft.com/office/officeart/2005/8/layout/vList2"/>
    <dgm:cxn modelId="{3FB6696E-9C5E-4053-BC71-E360A50CC319}" type="presOf" srcId="{A7F54C2D-DC2C-44F2-A4EC-BF692EBA8F59}" destId="{083E6DF9-FF45-474B-B9B1-C36D0BCB4DAE}" srcOrd="0" destOrd="0" presId="urn:microsoft.com/office/officeart/2005/8/layout/vList2"/>
    <dgm:cxn modelId="{3ADF15AB-7ED9-4264-B7E6-B66F9894CF2A}" type="presOf" srcId="{1EB2BA83-759E-4258-A3A9-61BA3CC35EED}" destId="{0D726924-1EF3-46AD-A2F0-649908CFB024}" srcOrd="0" destOrd="0" presId="urn:microsoft.com/office/officeart/2005/8/layout/vList2"/>
    <dgm:cxn modelId="{306F2BAD-7DBE-4D28-B3DA-5CE6A1CC1B4F}" srcId="{70C5DFA9-ABC3-45C0-9AED-59AD22D454ED}" destId="{A7F54C2D-DC2C-44F2-A4EC-BF692EBA8F59}" srcOrd="2" destOrd="0" parTransId="{AC6AC76D-66BA-4488-8327-3D59721003B2}" sibTransId="{ECB8018D-143B-4888-90BF-ADA81571C7A9}"/>
    <dgm:cxn modelId="{02BA9FBF-21DC-4C35-8E11-DFE58812C17C}" srcId="{70C5DFA9-ABC3-45C0-9AED-59AD22D454ED}" destId="{E69C75EE-F567-408F-8322-385C5CA6627D}" srcOrd="3" destOrd="0" parTransId="{490F5F0B-E13F-43F2-A69E-CE4BBB235925}" sibTransId="{E4AC6E53-A7F6-45EF-B939-4879C6DBA24D}"/>
    <dgm:cxn modelId="{4C2F11C7-A5F2-4EA7-840E-7EAD4573CF94}" type="presOf" srcId="{5E7300D4-C6C6-4FE6-B85A-C36EEC490CE9}" destId="{B7094B42-DE61-4013-A691-8BC7A1058ADF}" srcOrd="0" destOrd="0" presId="urn:microsoft.com/office/officeart/2005/8/layout/vList2"/>
    <dgm:cxn modelId="{B461D1D8-426E-4A49-B763-0F74CB2B49DB}" srcId="{70C5DFA9-ABC3-45C0-9AED-59AD22D454ED}" destId="{5E7300D4-C6C6-4FE6-B85A-C36EEC490CE9}" srcOrd="0" destOrd="0" parTransId="{85FDBDC8-DD3D-47BD-9E25-054FD0311A9F}" sibTransId="{6E9B61CB-0BAA-4510-9720-D26DD44E7A63}"/>
    <dgm:cxn modelId="{F18FDEE9-5B08-4D0B-932D-770C7116F7A6}" type="presOf" srcId="{70C5DFA9-ABC3-45C0-9AED-59AD22D454ED}" destId="{409D0585-E901-4C3F-89D4-BCBAA8E35A83}" srcOrd="0" destOrd="0" presId="urn:microsoft.com/office/officeart/2005/8/layout/vList2"/>
    <dgm:cxn modelId="{6F64FAF2-A944-41A0-8BE1-ABC0F6407A90}" type="presOf" srcId="{E69C75EE-F567-408F-8322-385C5CA6627D}" destId="{A639AE38-BDEB-4C8E-B0E9-03E676AF7926}" srcOrd="0" destOrd="0" presId="urn:microsoft.com/office/officeart/2005/8/layout/vList2"/>
    <dgm:cxn modelId="{5DB907FF-DEBF-484C-B9FB-313937D24BA1}" srcId="{70C5DFA9-ABC3-45C0-9AED-59AD22D454ED}" destId="{1EB2BA83-759E-4258-A3A9-61BA3CC35EED}" srcOrd="1" destOrd="0" parTransId="{C5C97493-806B-4641-8FF9-5310677E677F}" sibTransId="{BBED9162-9A60-4513-A769-5DCECFD635C0}"/>
    <dgm:cxn modelId="{1216A3FF-6CF2-431D-9672-49E718DECFBD}" srcId="{70C5DFA9-ABC3-45C0-9AED-59AD22D454ED}" destId="{F12AA9DC-334D-47AA-8C34-C93948D55C50}" srcOrd="4" destOrd="0" parTransId="{82D2CD77-3E49-4173-9D77-4430FBDADE97}" sibTransId="{94BD0838-7895-4176-9F2D-BDE7644023CE}"/>
    <dgm:cxn modelId="{90537085-4C00-4316-9736-C928E8E14888}" type="presParOf" srcId="{409D0585-E901-4C3F-89D4-BCBAA8E35A83}" destId="{B7094B42-DE61-4013-A691-8BC7A1058ADF}" srcOrd="0" destOrd="0" presId="urn:microsoft.com/office/officeart/2005/8/layout/vList2"/>
    <dgm:cxn modelId="{E503B1D4-9074-4232-BC98-91FB42FBA403}" type="presParOf" srcId="{409D0585-E901-4C3F-89D4-BCBAA8E35A83}" destId="{2789E6BB-9E49-44BD-B75F-08439103197B}" srcOrd="1" destOrd="0" presId="urn:microsoft.com/office/officeart/2005/8/layout/vList2"/>
    <dgm:cxn modelId="{E80E2AE9-D00D-4CAA-914A-33421114BF7E}" type="presParOf" srcId="{409D0585-E901-4C3F-89D4-BCBAA8E35A83}" destId="{0D726924-1EF3-46AD-A2F0-649908CFB024}" srcOrd="2" destOrd="0" presId="urn:microsoft.com/office/officeart/2005/8/layout/vList2"/>
    <dgm:cxn modelId="{79653562-BDEB-4C4F-A9AD-6BB3CF9F5C91}" type="presParOf" srcId="{409D0585-E901-4C3F-89D4-BCBAA8E35A83}" destId="{267C93AD-6609-4C5B-BBA4-C31E29081629}" srcOrd="3" destOrd="0" presId="urn:microsoft.com/office/officeart/2005/8/layout/vList2"/>
    <dgm:cxn modelId="{31345C0A-E806-46B7-BCFA-72527C6B518C}" type="presParOf" srcId="{409D0585-E901-4C3F-89D4-BCBAA8E35A83}" destId="{083E6DF9-FF45-474B-B9B1-C36D0BCB4DAE}" srcOrd="4" destOrd="0" presId="urn:microsoft.com/office/officeart/2005/8/layout/vList2"/>
    <dgm:cxn modelId="{2CB45950-D0EE-42C6-BBAA-6D28780B5F38}" type="presParOf" srcId="{409D0585-E901-4C3F-89D4-BCBAA8E35A83}" destId="{92BB54E9-80B3-4F7B-BEE5-CB34F884F0F7}" srcOrd="5" destOrd="0" presId="urn:microsoft.com/office/officeart/2005/8/layout/vList2"/>
    <dgm:cxn modelId="{AE93A50C-E051-4883-B77A-2325C7B73BFB}" type="presParOf" srcId="{409D0585-E901-4C3F-89D4-BCBAA8E35A83}" destId="{A639AE38-BDEB-4C8E-B0E9-03E676AF7926}" srcOrd="6" destOrd="0" presId="urn:microsoft.com/office/officeart/2005/8/layout/vList2"/>
    <dgm:cxn modelId="{3A4A8D49-F88B-4099-B0E9-3D96AD4CCBF5}" type="presParOf" srcId="{409D0585-E901-4C3F-89D4-BCBAA8E35A83}" destId="{7C762EF1-AEE1-4719-BB82-9E8D0B603651}" srcOrd="7" destOrd="0" presId="urn:microsoft.com/office/officeart/2005/8/layout/vList2"/>
    <dgm:cxn modelId="{8102CD98-65EA-4DD8-9090-3B03B5449001}" type="presParOf" srcId="{409D0585-E901-4C3F-89D4-BCBAA8E35A83}" destId="{1EC13922-A5FD-459A-BC53-B96D193111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9BD279B-5107-4DEA-BC07-123CC51F30E9}">
      <dgm:prSet/>
      <dgm:spPr/>
      <dgm:t>
        <a:bodyPr/>
        <a:lstStyle/>
        <a:p>
          <a:r>
            <a:rPr lang="en-US"/>
            <a:t>NLP stands for Natural Language Processing, which is a part of Computer Science, Human language, and Artificial Intelligence.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EF5FF8D7-C6E1-46BE-9E75-BC99846B8D2F}">
      <dgm:prSet/>
      <dgm:spPr/>
      <dgm:t>
        <a:bodyPr/>
        <a:lstStyle/>
        <a:p>
          <a:r>
            <a:rPr lang="en-US"/>
            <a:t>It is the technology that is used by machines to understand, analyze, manipulate, and interpret human's languages. </a:t>
          </a:r>
        </a:p>
      </dgm:t>
    </dgm:pt>
    <dgm:pt modelId="{3117471B-FED7-4D17-A1B0-BD523B4A7861}" type="parTrans" cxnId="{FB3E8DF3-4F6A-48A1-A035-58D053AE8A4F}">
      <dgm:prSet/>
      <dgm:spPr/>
      <dgm:t>
        <a:bodyPr/>
        <a:lstStyle/>
        <a:p>
          <a:endParaRPr lang="en-US"/>
        </a:p>
      </dgm:t>
    </dgm:pt>
    <dgm:pt modelId="{AD7FA1F8-1621-4E0E-A384-0C03AF85CFF7}" type="sibTrans" cxnId="{FB3E8DF3-4F6A-48A1-A035-58D053AE8A4F}">
      <dgm:prSet/>
      <dgm:spPr/>
      <dgm:t>
        <a:bodyPr/>
        <a:lstStyle/>
        <a:p>
          <a:endParaRPr lang="en-US"/>
        </a:p>
      </dgm:t>
    </dgm:pt>
    <dgm:pt modelId="{367AFFF6-D04F-426B-BD7A-509131394B7E}">
      <dgm:prSet/>
      <dgm:spPr/>
      <dgm:t>
        <a:bodyPr/>
        <a:lstStyle/>
        <a:p>
          <a:r>
            <a:rPr lang="en-US"/>
            <a:t>It helps developers to organize knowledge for performing tasks such as translation, automatic summarization, Named Entity Recognition (NER), speech recognition, relationship extraction, and topic segmentation.</a:t>
          </a:r>
        </a:p>
      </dgm:t>
    </dgm:pt>
    <dgm:pt modelId="{8FBCEEDA-6FA5-473E-B4DC-64ABA20BC0DC}" type="parTrans" cxnId="{50DB15E2-C0DC-46B3-B56F-8E8C37C2C5FF}">
      <dgm:prSet/>
      <dgm:spPr/>
      <dgm:t>
        <a:bodyPr/>
        <a:lstStyle/>
        <a:p>
          <a:endParaRPr lang="en-US"/>
        </a:p>
      </dgm:t>
    </dgm:pt>
    <dgm:pt modelId="{A4FC84CE-5C1B-4CBB-B236-466A8C0BD54B}" type="sibTrans" cxnId="{50DB15E2-C0DC-46B3-B56F-8E8C37C2C5FF}">
      <dgm:prSet/>
      <dgm:spPr/>
      <dgm:t>
        <a:bodyPr/>
        <a:lstStyle/>
        <a:p>
          <a:endParaRPr lang="en-US"/>
        </a:p>
      </dgm:t>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3">
        <dgm:presLayoutVars>
          <dgm:chMax val="0"/>
          <dgm:bulletEnabled val="1"/>
        </dgm:presLayoutVars>
      </dgm:prSet>
      <dgm:spPr/>
    </dgm:pt>
    <dgm:pt modelId="{914A5D86-9EC7-4792-A3A9-342DEC9F077E}" type="pres">
      <dgm:prSet presAssocID="{22F22127-0EFB-47E7-991D-546FE985192A}" presName="spacer" presStyleCnt="0"/>
      <dgm:spPr/>
    </dgm:pt>
    <dgm:pt modelId="{C50FCA0A-1491-4B1B-8C3E-2F92282F72DC}" type="pres">
      <dgm:prSet presAssocID="{EF5FF8D7-C6E1-46BE-9E75-BC99846B8D2F}" presName="parentText" presStyleLbl="node1" presStyleIdx="1" presStyleCnt="3">
        <dgm:presLayoutVars>
          <dgm:chMax val="0"/>
          <dgm:bulletEnabled val="1"/>
        </dgm:presLayoutVars>
      </dgm:prSet>
      <dgm:spPr/>
    </dgm:pt>
    <dgm:pt modelId="{A0874EAF-7EC4-4AF9-8B7B-57216AD6C9D1}" type="pres">
      <dgm:prSet presAssocID="{AD7FA1F8-1621-4E0E-A384-0C03AF85CFF7}" presName="spacer" presStyleCnt="0"/>
      <dgm:spPr/>
    </dgm:pt>
    <dgm:pt modelId="{D2F7061F-651D-4E86-9495-14D31EDD3978}" type="pres">
      <dgm:prSet presAssocID="{367AFFF6-D04F-426B-BD7A-509131394B7E}" presName="parentText" presStyleLbl="node1" presStyleIdx="2" presStyleCnt="3">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274CDE50-7A43-4FC9-8B28-FE490EB5F023}" type="presOf" srcId="{EF5FF8D7-C6E1-46BE-9E75-BC99846B8D2F}" destId="{C50FCA0A-1491-4B1B-8C3E-2F92282F72DC}" srcOrd="0" destOrd="0" presId="urn:microsoft.com/office/officeart/2005/8/layout/vList2"/>
    <dgm:cxn modelId="{CFA2DE7C-BA9A-4FC3-8C6D-9EAD8AA04B9D}" type="presOf" srcId="{49BD279B-5107-4DEA-BC07-123CC51F30E9}" destId="{09F7F36D-C0E7-40B5-8537-A50273CE2246}" srcOrd="0" destOrd="0" presId="urn:microsoft.com/office/officeart/2005/8/layout/vList2"/>
    <dgm:cxn modelId="{880310D9-D28E-4564-BE69-BEC037408DB1}" type="presOf" srcId="{367AFFF6-D04F-426B-BD7A-509131394B7E}" destId="{D2F7061F-651D-4E86-9495-14D31EDD3978}" srcOrd="0" destOrd="0" presId="urn:microsoft.com/office/officeart/2005/8/layout/vList2"/>
    <dgm:cxn modelId="{50DB15E2-C0DC-46B3-B56F-8E8C37C2C5FF}" srcId="{38CAF228-C70E-43C4-B248-C2DCC42C6A87}" destId="{367AFFF6-D04F-426B-BD7A-509131394B7E}" srcOrd="2" destOrd="0" parTransId="{8FBCEEDA-6FA5-473E-B4DC-64ABA20BC0DC}" sibTransId="{A4FC84CE-5C1B-4CBB-B236-466A8C0BD54B}"/>
    <dgm:cxn modelId="{C2B42FE5-1F02-4DCD-A335-C7C120C6B5D0}" type="presOf" srcId="{38CAF228-C70E-43C4-B248-C2DCC42C6A87}" destId="{33A8B12B-FEFF-4A4B-988E-2E0A309885BA}" srcOrd="0" destOrd="0" presId="urn:microsoft.com/office/officeart/2005/8/layout/vList2"/>
    <dgm:cxn modelId="{FB3E8DF3-4F6A-48A1-A035-58D053AE8A4F}" srcId="{38CAF228-C70E-43C4-B248-C2DCC42C6A87}" destId="{EF5FF8D7-C6E1-46BE-9E75-BC99846B8D2F}" srcOrd="1" destOrd="0" parTransId="{3117471B-FED7-4D17-A1B0-BD523B4A7861}" sibTransId="{AD7FA1F8-1621-4E0E-A384-0C03AF85CFF7}"/>
    <dgm:cxn modelId="{0C1E6693-8DFF-4C77-92ED-5EDC4FCE6825}" type="presParOf" srcId="{33A8B12B-FEFF-4A4B-988E-2E0A309885BA}" destId="{09F7F36D-C0E7-40B5-8537-A50273CE2246}" srcOrd="0" destOrd="0" presId="urn:microsoft.com/office/officeart/2005/8/layout/vList2"/>
    <dgm:cxn modelId="{BD0C70BC-8D97-469C-90AF-F2D0687D3227}" type="presParOf" srcId="{33A8B12B-FEFF-4A4B-988E-2E0A309885BA}" destId="{914A5D86-9EC7-4792-A3A9-342DEC9F077E}" srcOrd="1" destOrd="0" presId="urn:microsoft.com/office/officeart/2005/8/layout/vList2"/>
    <dgm:cxn modelId="{3A730D55-4629-4F78-8B13-9D79FFE1D4C3}" type="presParOf" srcId="{33A8B12B-FEFF-4A4B-988E-2E0A309885BA}" destId="{C50FCA0A-1491-4B1B-8C3E-2F92282F72DC}" srcOrd="2" destOrd="0" presId="urn:microsoft.com/office/officeart/2005/8/layout/vList2"/>
    <dgm:cxn modelId="{F7ABDD1F-3368-491E-A2C3-966F8378156A}" type="presParOf" srcId="{33A8B12B-FEFF-4A4B-988E-2E0A309885BA}" destId="{A0874EAF-7EC4-4AF9-8B7B-57216AD6C9D1}" srcOrd="3" destOrd="0" presId="urn:microsoft.com/office/officeart/2005/8/layout/vList2"/>
    <dgm:cxn modelId="{8A9A3A61-8205-459E-AB1F-3541476ED03B}" type="presParOf" srcId="{33A8B12B-FEFF-4A4B-988E-2E0A309885BA}" destId="{D2F7061F-651D-4E86-9495-14D31EDD397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75E4B1-43F8-461C-8AF8-C69F59DE309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2FCB55D-C475-463D-9B68-3904FADF7D96}">
      <dgm:prSet/>
      <dgm:spPr/>
      <dgm:t>
        <a:bodyPr/>
        <a:lstStyle/>
        <a:p>
          <a:r>
            <a:rPr lang="en-US"/>
            <a:t>AI concerned with giving computers the ability to understand text and spoken words in much the same way human beings can.</a:t>
          </a:r>
        </a:p>
      </dgm:t>
    </dgm:pt>
    <dgm:pt modelId="{7A2F641A-B9B3-4262-B203-0BE266420C6D}" type="parTrans" cxnId="{D91659B3-BC46-4C87-9960-A6A90560E1E0}">
      <dgm:prSet/>
      <dgm:spPr/>
      <dgm:t>
        <a:bodyPr/>
        <a:lstStyle/>
        <a:p>
          <a:endParaRPr lang="en-US"/>
        </a:p>
      </dgm:t>
    </dgm:pt>
    <dgm:pt modelId="{F4B0D55B-798D-4FE0-8ED8-98F4009A2D1D}" type="sibTrans" cxnId="{D91659B3-BC46-4C87-9960-A6A90560E1E0}">
      <dgm:prSet/>
      <dgm:spPr/>
      <dgm:t>
        <a:bodyPr/>
        <a:lstStyle/>
        <a:p>
          <a:endParaRPr lang="en-US"/>
        </a:p>
      </dgm:t>
    </dgm:pt>
    <dgm:pt modelId="{4FFE61BB-4AD9-491B-95F3-69648C28115E}">
      <dgm:prSet/>
      <dgm:spPr/>
      <dgm:t>
        <a:bodyPr/>
        <a:lstStyle/>
        <a:p>
          <a:r>
            <a:rPr lang="en-US" dirty="0"/>
            <a:t>NLP drives computer programs </a:t>
          </a:r>
          <a:r>
            <a:rPr lang="en-US" b="1" dirty="0"/>
            <a:t>that translate text from one language to another, respond to spoken commands —even in real time.</a:t>
          </a:r>
        </a:p>
      </dgm:t>
    </dgm:pt>
    <dgm:pt modelId="{AFA5EB01-7D5C-4F54-8CFD-C9AAD59FDA10}" type="parTrans" cxnId="{83C21220-068E-4D13-9C9F-49DA6477DA32}">
      <dgm:prSet/>
      <dgm:spPr/>
      <dgm:t>
        <a:bodyPr/>
        <a:lstStyle/>
        <a:p>
          <a:endParaRPr lang="en-US"/>
        </a:p>
      </dgm:t>
    </dgm:pt>
    <dgm:pt modelId="{612DB0FB-B0BD-4110-BE3A-4DF45D54A22D}" type="sibTrans" cxnId="{83C21220-068E-4D13-9C9F-49DA6477DA32}">
      <dgm:prSet/>
      <dgm:spPr/>
      <dgm:t>
        <a:bodyPr/>
        <a:lstStyle/>
        <a:p>
          <a:endParaRPr lang="en-US"/>
        </a:p>
      </dgm:t>
    </dgm:pt>
    <dgm:pt modelId="{1BAB6DDC-DA48-4E34-9C4F-563A9D1462A8}">
      <dgm:prSet/>
      <dgm:spPr/>
      <dgm:t>
        <a:bodyPr/>
        <a:lstStyle/>
        <a:p>
          <a:r>
            <a:rPr lang="en-US" dirty="0"/>
            <a:t>There’s a good chance you’ve interacted with NLP in the form of </a:t>
          </a:r>
          <a:r>
            <a:rPr lang="en-US" b="1" dirty="0"/>
            <a:t>voice-operated GPS systems, digital assistants, speech-to-text dictation software, customer service chatbots, and other consumer conveniences.</a:t>
          </a:r>
        </a:p>
      </dgm:t>
    </dgm:pt>
    <dgm:pt modelId="{C7A6D3B0-E284-4C5F-879E-9972631EAAA8}" type="parTrans" cxnId="{69DE9906-AAC4-4F60-B9C4-E46F3646089C}">
      <dgm:prSet/>
      <dgm:spPr/>
      <dgm:t>
        <a:bodyPr/>
        <a:lstStyle/>
        <a:p>
          <a:endParaRPr lang="en-US"/>
        </a:p>
      </dgm:t>
    </dgm:pt>
    <dgm:pt modelId="{120AFC9B-A7C3-422C-81C7-D38591E3508A}" type="sibTrans" cxnId="{69DE9906-AAC4-4F60-B9C4-E46F3646089C}">
      <dgm:prSet/>
      <dgm:spPr/>
      <dgm:t>
        <a:bodyPr/>
        <a:lstStyle/>
        <a:p>
          <a:endParaRPr lang="en-US"/>
        </a:p>
      </dgm:t>
    </dgm:pt>
    <dgm:pt modelId="{DCD4F598-8539-4429-A8A9-46FD6F1282AE}" type="pres">
      <dgm:prSet presAssocID="{3275E4B1-43F8-461C-8AF8-C69F59DE3093}" presName="root" presStyleCnt="0">
        <dgm:presLayoutVars>
          <dgm:dir/>
          <dgm:resizeHandles val="exact"/>
        </dgm:presLayoutVars>
      </dgm:prSet>
      <dgm:spPr/>
    </dgm:pt>
    <dgm:pt modelId="{6C60FA05-7E51-41D3-8241-CABDB60ECAC6}" type="pres">
      <dgm:prSet presAssocID="{22FCB55D-C475-463D-9B68-3904FADF7D96}" presName="compNode" presStyleCnt="0"/>
      <dgm:spPr/>
    </dgm:pt>
    <dgm:pt modelId="{397470F1-41A1-4699-8271-4DC1120DC252}" type="pres">
      <dgm:prSet presAssocID="{22FCB55D-C475-463D-9B68-3904FADF7D96}" presName="bgRect" presStyleLbl="bgShp" presStyleIdx="0" presStyleCnt="3"/>
      <dgm:spPr/>
    </dgm:pt>
    <dgm:pt modelId="{3BE7CBF1-9CFC-4736-AAF4-FE12F96248BB}" type="pres">
      <dgm:prSet presAssocID="{22FCB55D-C475-463D-9B68-3904FADF7D9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ngue"/>
        </a:ext>
      </dgm:extLst>
    </dgm:pt>
    <dgm:pt modelId="{55C40B3B-CC53-497F-944F-350858F3F76F}" type="pres">
      <dgm:prSet presAssocID="{22FCB55D-C475-463D-9B68-3904FADF7D96}" presName="spaceRect" presStyleCnt="0"/>
      <dgm:spPr/>
    </dgm:pt>
    <dgm:pt modelId="{145F51AD-04E0-4972-97C0-6DFF8110C0F2}" type="pres">
      <dgm:prSet presAssocID="{22FCB55D-C475-463D-9B68-3904FADF7D96}" presName="parTx" presStyleLbl="revTx" presStyleIdx="0" presStyleCnt="3">
        <dgm:presLayoutVars>
          <dgm:chMax val="0"/>
          <dgm:chPref val="0"/>
        </dgm:presLayoutVars>
      </dgm:prSet>
      <dgm:spPr/>
    </dgm:pt>
    <dgm:pt modelId="{6CB03DD2-6E74-4395-8044-44CF18BC126A}" type="pres">
      <dgm:prSet presAssocID="{F4B0D55B-798D-4FE0-8ED8-98F4009A2D1D}" presName="sibTrans" presStyleCnt="0"/>
      <dgm:spPr/>
    </dgm:pt>
    <dgm:pt modelId="{57CDF21B-F5AC-4902-AFA1-DC34AFA33D93}" type="pres">
      <dgm:prSet presAssocID="{4FFE61BB-4AD9-491B-95F3-69648C28115E}" presName="compNode" presStyleCnt="0"/>
      <dgm:spPr/>
    </dgm:pt>
    <dgm:pt modelId="{252F3F39-4FC6-4AD9-B3DA-63C386F1452C}" type="pres">
      <dgm:prSet presAssocID="{4FFE61BB-4AD9-491B-95F3-69648C28115E}" presName="bgRect" presStyleLbl="bgShp" presStyleIdx="1" presStyleCnt="3"/>
      <dgm:spPr/>
    </dgm:pt>
    <dgm:pt modelId="{8046A03F-CE7A-4ECF-9952-DB836D061016}" type="pres">
      <dgm:prSet presAssocID="{4FFE61BB-4AD9-491B-95F3-69648C2811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4760B38E-2887-45E8-897D-AEAADC9B725E}" type="pres">
      <dgm:prSet presAssocID="{4FFE61BB-4AD9-491B-95F3-69648C28115E}" presName="spaceRect" presStyleCnt="0"/>
      <dgm:spPr/>
    </dgm:pt>
    <dgm:pt modelId="{540AF453-2808-4DA3-85D3-7C9D8EADE4A3}" type="pres">
      <dgm:prSet presAssocID="{4FFE61BB-4AD9-491B-95F3-69648C28115E}" presName="parTx" presStyleLbl="revTx" presStyleIdx="1" presStyleCnt="3">
        <dgm:presLayoutVars>
          <dgm:chMax val="0"/>
          <dgm:chPref val="0"/>
        </dgm:presLayoutVars>
      </dgm:prSet>
      <dgm:spPr/>
    </dgm:pt>
    <dgm:pt modelId="{5A33F295-5F65-4CAA-A0CF-39CD5E558A8B}" type="pres">
      <dgm:prSet presAssocID="{612DB0FB-B0BD-4110-BE3A-4DF45D54A22D}" presName="sibTrans" presStyleCnt="0"/>
      <dgm:spPr/>
    </dgm:pt>
    <dgm:pt modelId="{C9777E05-519E-4AAD-BFEC-B941F7E17BB4}" type="pres">
      <dgm:prSet presAssocID="{1BAB6DDC-DA48-4E34-9C4F-563A9D1462A8}" presName="compNode" presStyleCnt="0"/>
      <dgm:spPr/>
    </dgm:pt>
    <dgm:pt modelId="{3259EFEE-EBE5-4D90-9E04-1C757F0B97A5}" type="pres">
      <dgm:prSet presAssocID="{1BAB6DDC-DA48-4E34-9C4F-563A9D1462A8}" presName="bgRect" presStyleLbl="bgShp" presStyleIdx="2" presStyleCnt="3"/>
      <dgm:spPr/>
    </dgm:pt>
    <dgm:pt modelId="{BB5BAC6E-3922-4851-B011-1FC73F1804CE}" type="pres">
      <dgm:prSet presAssocID="{1BAB6DDC-DA48-4E34-9C4F-563A9D1462A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F53C03E8-DFBA-4069-91C4-2959B49CCB2A}" type="pres">
      <dgm:prSet presAssocID="{1BAB6DDC-DA48-4E34-9C4F-563A9D1462A8}" presName="spaceRect" presStyleCnt="0"/>
      <dgm:spPr/>
    </dgm:pt>
    <dgm:pt modelId="{A4C26465-ED98-49F8-8BF0-17E92C3EFA3F}" type="pres">
      <dgm:prSet presAssocID="{1BAB6DDC-DA48-4E34-9C4F-563A9D1462A8}" presName="parTx" presStyleLbl="revTx" presStyleIdx="2" presStyleCnt="3">
        <dgm:presLayoutVars>
          <dgm:chMax val="0"/>
          <dgm:chPref val="0"/>
        </dgm:presLayoutVars>
      </dgm:prSet>
      <dgm:spPr/>
    </dgm:pt>
  </dgm:ptLst>
  <dgm:cxnLst>
    <dgm:cxn modelId="{69DE9906-AAC4-4F60-B9C4-E46F3646089C}" srcId="{3275E4B1-43F8-461C-8AF8-C69F59DE3093}" destId="{1BAB6DDC-DA48-4E34-9C4F-563A9D1462A8}" srcOrd="2" destOrd="0" parTransId="{C7A6D3B0-E284-4C5F-879E-9972631EAAA8}" sibTransId="{120AFC9B-A7C3-422C-81C7-D38591E3508A}"/>
    <dgm:cxn modelId="{83C21220-068E-4D13-9C9F-49DA6477DA32}" srcId="{3275E4B1-43F8-461C-8AF8-C69F59DE3093}" destId="{4FFE61BB-4AD9-491B-95F3-69648C28115E}" srcOrd="1" destOrd="0" parTransId="{AFA5EB01-7D5C-4F54-8CFD-C9AAD59FDA10}" sibTransId="{612DB0FB-B0BD-4110-BE3A-4DF45D54A22D}"/>
    <dgm:cxn modelId="{7BFFEC35-C993-477E-A132-18D4945C78F1}" type="presOf" srcId="{1BAB6DDC-DA48-4E34-9C4F-563A9D1462A8}" destId="{A4C26465-ED98-49F8-8BF0-17E92C3EFA3F}" srcOrd="0" destOrd="0" presId="urn:microsoft.com/office/officeart/2018/2/layout/IconVerticalSolidList"/>
    <dgm:cxn modelId="{BE304565-CA69-4C21-B3FA-6799986C65F7}" type="presOf" srcId="{4FFE61BB-4AD9-491B-95F3-69648C28115E}" destId="{540AF453-2808-4DA3-85D3-7C9D8EADE4A3}" srcOrd="0" destOrd="0" presId="urn:microsoft.com/office/officeart/2018/2/layout/IconVerticalSolidList"/>
    <dgm:cxn modelId="{D91659B3-BC46-4C87-9960-A6A90560E1E0}" srcId="{3275E4B1-43F8-461C-8AF8-C69F59DE3093}" destId="{22FCB55D-C475-463D-9B68-3904FADF7D96}" srcOrd="0" destOrd="0" parTransId="{7A2F641A-B9B3-4262-B203-0BE266420C6D}" sibTransId="{F4B0D55B-798D-4FE0-8ED8-98F4009A2D1D}"/>
    <dgm:cxn modelId="{23AF81C5-78D5-4D0F-A7F9-3DEF9D8AA7A6}" type="presOf" srcId="{22FCB55D-C475-463D-9B68-3904FADF7D96}" destId="{145F51AD-04E0-4972-97C0-6DFF8110C0F2}" srcOrd="0" destOrd="0" presId="urn:microsoft.com/office/officeart/2018/2/layout/IconVerticalSolidList"/>
    <dgm:cxn modelId="{C06726F4-9BF1-409F-B2D5-1E8A7CC80468}" type="presOf" srcId="{3275E4B1-43F8-461C-8AF8-C69F59DE3093}" destId="{DCD4F598-8539-4429-A8A9-46FD6F1282AE}" srcOrd="0" destOrd="0" presId="urn:microsoft.com/office/officeart/2018/2/layout/IconVerticalSolidList"/>
    <dgm:cxn modelId="{28901E70-679D-4002-B05A-57161FC7A470}" type="presParOf" srcId="{DCD4F598-8539-4429-A8A9-46FD6F1282AE}" destId="{6C60FA05-7E51-41D3-8241-CABDB60ECAC6}" srcOrd="0" destOrd="0" presId="urn:microsoft.com/office/officeart/2018/2/layout/IconVerticalSolidList"/>
    <dgm:cxn modelId="{E85FCB70-63CA-4E67-96C8-67F35F5F90A3}" type="presParOf" srcId="{6C60FA05-7E51-41D3-8241-CABDB60ECAC6}" destId="{397470F1-41A1-4699-8271-4DC1120DC252}" srcOrd="0" destOrd="0" presId="urn:microsoft.com/office/officeart/2018/2/layout/IconVerticalSolidList"/>
    <dgm:cxn modelId="{D0FD4BD0-9923-4A8B-870F-1FC7424E6140}" type="presParOf" srcId="{6C60FA05-7E51-41D3-8241-CABDB60ECAC6}" destId="{3BE7CBF1-9CFC-4736-AAF4-FE12F96248BB}" srcOrd="1" destOrd="0" presId="urn:microsoft.com/office/officeart/2018/2/layout/IconVerticalSolidList"/>
    <dgm:cxn modelId="{DA1244CB-6B91-447A-BE15-2444FF5D6683}" type="presParOf" srcId="{6C60FA05-7E51-41D3-8241-CABDB60ECAC6}" destId="{55C40B3B-CC53-497F-944F-350858F3F76F}" srcOrd="2" destOrd="0" presId="urn:microsoft.com/office/officeart/2018/2/layout/IconVerticalSolidList"/>
    <dgm:cxn modelId="{E1FCD7D1-6A1F-4C84-B00E-498FBBC63705}" type="presParOf" srcId="{6C60FA05-7E51-41D3-8241-CABDB60ECAC6}" destId="{145F51AD-04E0-4972-97C0-6DFF8110C0F2}" srcOrd="3" destOrd="0" presId="urn:microsoft.com/office/officeart/2018/2/layout/IconVerticalSolidList"/>
    <dgm:cxn modelId="{B5A7D34B-1E33-48E3-848C-175C34296A33}" type="presParOf" srcId="{DCD4F598-8539-4429-A8A9-46FD6F1282AE}" destId="{6CB03DD2-6E74-4395-8044-44CF18BC126A}" srcOrd="1" destOrd="0" presId="urn:microsoft.com/office/officeart/2018/2/layout/IconVerticalSolidList"/>
    <dgm:cxn modelId="{1BDD5EF1-4E25-4A76-B52C-5B2C1C944BD9}" type="presParOf" srcId="{DCD4F598-8539-4429-A8A9-46FD6F1282AE}" destId="{57CDF21B-F5AC-4902-AFA1-DC34AFA33D93}" srcOrd="2" destOrd="0" presId="urn:microsoft.com/office/officeart/2018/2/layout/IconVerticalSolidList"/>
    <dgm:cxn modelId="{21291B5D-FA04-48DC-8D6D-6558FAD87E1B}" type="presParOf" srcId="{57CDF21B-F5AC-4902-AFA1-DC34AFA33D93}" destId="{252F3F39-4FC6-4AD9-B3DA-63C386F1452C}" srcOrd="0" destOrd="0" presId="urn:microsoft.com/office/officeart/2018/2/layout/IconVerticalSolidList"/>
    <dgm:cxn modelId="{EA1C8771-D0D7-4D06-A539-FC46D6ED45DC}" type="presParOf" srcId="{57CDF21B-F5AC-4902-AFA1-DC34AFA33D93}" destId="{8046A03F-CE7A-4ECF-9952-DB836D061016}" srcOrd="1" destOrd="0" presId="urn:microsoft.com/office/officeart/2018/2/layout/IconVerticalSolidList"/>
    <dgm:cxn modelId="{D847A66A-8909-4EDE-A496-BD9AA9DECDFC}" type="presParOf" srcId="{57CDF21B-F5AC-4902-AFA1-DC34AFA33D93}" destId="{4760B38E-2887-45E8-897D-AEAADC9B725E}" srcOrd="2" destOrd="0" presId="urn:microsoft.com/office/officeart/2018/2/layout/IconVerticalSolidList"/>
    <dgm:cxn modelId="{861A4515-81EA-4B77-84D3-0C27C7B4116D}" type="presParOf" srcId="{57CDF21B-F5AC-4902-AFA1-DC34AFA33D93}" destId="{540AF453-2808-4DA3-85D3-7C9D8EADE4A3}" srcOrd="3" destOrd="0" presId="urn:microsoft.com/office/officeart/2018/2/layout/IconVerticalSolidList"/>
    <dgm:cxn modelId="{EA24768E-BF7C-47AF-A7BB-DB1E55A91405}" type="presParOf" srcId="{DCD4F598-8539-4429-A8A9-46FD6F1282AE}" destId="{5A33F295-5F65-4CAA-A0CF-39CD5E558A8B}" srcOrd="3" destOrd="0" presId="urn:microsoft.com/office/officeart/2018/2/layout/IconVerticalSolidList"/>
    <dgm:cxn modelId="{5952F2A5-FDFE-4B19-9962-2D5D43636B43}" type="presParOf" srcId="{DCD4F598-8539-4429-A8A9-46FD6F1282AE}" destId="{C9777E05-519E-4AAD-BFEC-B941F7E17BB4}" srcOrd="4" destOrd="0" presId="urn:microsoft.com/office/officeart/2018/2/layout/IconVerticalSolidList"/>
    <dgm:cxn modelId="{78FF316D-C26A-470D-A7BD-011A6122B6B7}" type="presParOf" srcId="{C9777E05-519E-4AAD-BFEC-B941F7E17BB4}" destId="{3259EFEE-EBE5-4D90-9E04-1C757F0B97A5}" srcOrd="0" destOrd="0" presId="urn:microsoft.com/office/officeart/2018/2/layout/IconVerticalSolidList"/>
    <dgm:cxn modelId="{4A2FE153-DE76-482A-A367-DB4E65925915}" type="presParOf" srcId="{C9777E05-519E-4AAD-BFEC-B941F7E17BB4}" destId="{BB5BAC6E-3922-4851-B011-1FC73F1804CE}" srcOrd="1" destOrd="0" presId="urn:microsoft.com/office/officeart/2018/2/layout/IconVerticalSolidList"/>
    <dgm:cxn modelId="{50AE5673-DDD1-4BE7-8AAD-EE1C151CEA49}" type="presParOf" srcId="{C9777E05-519E-4AAD-BFEC-B941F7E17BB4}" destId="{F53C03E8-DFBA-4069-91C4-2959B49CCB2A}" srcOrd="2" destOrd="0" presId="urn:microsoft.com/office/officeart/2018/2/layout/IconVerticalSolidList"/>
    <dgm:cxn modelId="{D89D0021-6FE3-467D-B935-5DBC47F6D633}" type="presParOf" srcId="{C9777E05-519E-4AAD-BFEC-B941F7E17BB4}" destId="{A4C26465-ED98-49F8-8BF0-17E92C3EFA3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0B50B7-64F2-491E-A74A-E973176223E8}"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E7F68583-36B6-486F-AC34-4DE9E60BBF68}">
      <dgm:prSet/>
      <dgm:spPr/>
      <dgm:t>
        <a:bodyPr/>
        <a:lstStyle/>
        <a:p>
          <a:r>
            <a:rPr lang="en-US"/>
            <a:t>Natural Language Processing (NLP) refers to AI method of communicating with an intelligent systems using a natural language such as English.</a:t>
          </a:r>
        </a:p>
      </dgm:t>
    </dgm:pt>
    <dgm:pt modelId="{BA0F30F3-A711-43B6-8CAD-78A54034F3B5}" type="parTrans" cxnId="{FC36612D-BF28-454B-99DD-3EC60F464DB7}">
      <dgm:prSet/>
      <dgm:spPr/>
      <dgm:t>
        <a:bodyPr/>
        <a:lstStyle/>
        <a:p>
          <a:endParaRPr lang="en-US"/>
        </a:p>
      </dgm:t>
    </dgm:pt>
    <dgm:pt modelId="{50CC851A-597E-45B5-B296-02D6C2EAA3A0}" type="sibTrans" cxnId="{FC36612D-BF28-454B-99DD-3EC60F464DB7}">
      <dgm:prSet/>
      <dgm:spPr/>
      <dgm:t>
        <a:bodyPr/>
        <a:lstStyle/>
        <a:p>
          <a:endParaRPr lang="en-US"/>
        </a:p>
      </dgm:t>
    </dgm:pt>
    <dgm:pt modelId="{D89DE421-84EE-47D3-9D18-B3E246BD3580}">
      <dgm:prSet/>
      <dgm:spPr/>
      <dgm:t>
        <a:bodyPr/>
        <a:lstStyle/>
        <a:p>
          <a:r>
            <a:rPr lang="en-US"/>
            <a:t>Processing of Natural Language is required when you want an intelligent system like robot to perform as per your instructions, when you want to hear decision from a dialogue based clinical expert system, etc.</a:t>
          </a:r>
        </a:p>
      </dgm:t>
    </dgm:pt>
    <dgm:pt modelId="{FB22C7B8-FBF6-4C5F-A4F4-45818B924495}" type="parTrans" cxnId="{A2859086-99D1-4130-82D0-B2C6DEEE50DB}">
      <dgm:prSet/>
      <dgm:spPr/>
      <dgm:t>
        <a:bodyPr/>
        <a:lstStyle/>
        <a:p>
          <a:endParaRPr lang="en-US"/>
        </a:p>
      </dgm:t>
    </dgm:pt>
    <dgm:pt modelId="{5D5952AE-49EC-4658-95FD-31E7517789CF}" type="sibTrans" cxnId="{A2859086-99D1-4130-82D0-B2C6DEEE50DB}">
      <dgm:prSet/>
      <dgm:spPr/>
      <dgm:t>
        <a:bodyPr/>
        <a:lstStyle/>
        <a:p>
          <a:endParaRPr lang="en-US"/>
        </a:p>
      </dgm:t>
    </dgm:pt>
    <dgm:pt modelId="{273E654E-E1E4-4EEF-985E-3A6A1410300F}">
      <dgm:prSet/>
      <dgm:spPr/>
      <dgm:t>
        <a:bodyPr/>
        <a:lstStyle/>
        <a:p>
          <a:r>
            <a:rPr lang="en-US"/>
            <a:t>The field of NLP involves making computers to perform useful tasks with the natural languages humans use. </a:t>
          </a:r>
        </a:p>
      </dgm:t>
    </dgm:pt>
    <dgm:pt modelId="{2B26A343-AE5D-4EC1-A7BB-7B823D1CF8CE}" type="parTrans" cxnId="{31EF5EA0-65DE-447E-A783-59FC990A8246}">
      <dgm:prSet/>
      <dgm:spPr/>
      <dgm:t>
        <a:bodyPr/>
        <a:lstStyle/>
        <a:p>
          <a:endParaRPr lang="en-US"/>
        </a:p>
      </dgm:t>
    </dgm:pt>
    <dgm:pt modelId="{D947D5D1-9C68-43FE-8E9A-3DE2A0F29DEF}" type="sibTrans" cxnId="{31EF5EA0-65DE-447E-A783-59FC990A8246}">
      <dgm:prSet/>
      <dgm:spPr/>
      <dgm:t>
        <a:bodyPr/>
        <a:lstStyle/>
        <a:p>
          <a:endParaRPr lang="en-US"/>
        </a:p>
      </dgm:t>
    </dgm:pt>
    <dgm:pt modelId="{2C032B91-A336-4AAB-B08B-A776ACBD7FEE}">
      <dgm:prSet/>
      <dgm:spPr/>
      <dgm:t>
        <a:bodyPr/>
        <a:lstStyle/>
        <a:p>
          <a:r>
            <a:rPr lang="en-US"/>
            <a:t>The input and output of an NLP system can be:</a:t>
          </a:r>
        </a:p>
      </dgm:t>
    </dgm:pt>
    <dgm:pt modelId="{B9CEF8BF-7631-41F3-A21C-A2D0AF336973}" type="parTrans" cxnId="{A1106E84-9369-425E-9820-3C4A3B080C60}">
      <dgm:prSet/>
      <dgm:spPr/>
      <dgm:t>
        <a:bodyPr/>
        <a:lstStyle/>
        <a:p>
          <a:endParaRPr lang="en-US"/>
        </a:p>
      </dgm:t>
    </dgm:pt>
    <dgm:pt modelId="{1DC73DE3-2647-4651-8E19-3B08F6545883}" type="sibTrans" cxnId="{A1106E84-9369-425E-9820-3C4A3B080C60}">
      <dgm:prSet/>
      <dgm:spPr/>
      <dgm:t>
        <a:bodyPr/>
        <a:lstStyle/>
        <a:p>
          <a:endParaRPr lang="en-US"/>
        </a:p>
      </dgm:t>
    </dgm:pt>
    <dgm:pt modelId="{F06E3893-E89F-4321-BD7F-82A023C38B13}">
      <dgm:prSet/>
      <dgm:spPr/>
      <dgm:t>
        <a:bodyPr/>
        <a:lstStyle/>
        <a:p>
          <a:r>
            <a:rPr lang="en-US"/>
            <a:t>Speech</a:t>
          </a:r>
        </a:p>
      </dgm:t>
    </dgm:pt>
    <dgm:pt modelId="{D70F7291-3CA1-4681-A40A-E45EB9BF477F}" type="parTrans" cxnId="{5AF340C3-5C87-4557-AA4A-D6C58056073B}">
      <dgm:prSet/>
      <dgm:spPr/>
      <dgm:t>
        <a:bodyPr/>
        <a:lstStyle/>
        <a:p>
          <a:endParaRPr lang="en-US"/>
        </a:p>
      </dgm:t>
    </dgm:pt>
    <dgm:pt modelId="{CA35EE1B-301B-4D09-BC61-702EEA9D1CCD}" type="sibTrans" cxnId="{5AF340C3-5C87-4557-AA4A-D6C58056073B}">
      <dgm:prSet/>
      <dgm:spPr/>
      <dgm:t>
        <a:bodyPr/>
        <a:lstStyle/>
        <a:p>
          <a:endParaRPr lang="en-US"/>
        </a:p>
      </dgm:t>
    </dgm:pt>
    <dgm:pt modelId="{1E2C3FBC-588A-4FC0-B87E-714F7B773D06}">
      <dgm:prSet/>
      <dgm:spPr/>
      <dgm:t>
        <a:bodyPr/>
        <a:lstStyle/>
        <a:p>
          <a:r>
            <a:rPr lang="en-US"/>
            <a:t>Written Text</a:t>
          </a:r>
        </a:p>
      </dgm:t>
    </dgm:pt>
    <dgm:pt modelId="{B7CB367F-D620-4F2A-A7FD-2C8418E15E81}" type="parTrans" cxnId="{7EA349B9-A327-467E-B60C-6011D0737590}">
      <dgm:prSet/>
      <dgm:spPr/>
      <dgm:t>
        <a:bodyPr/>
        <a:lstStyle/>
        <a:p>
          <a:endParaRPr lang="en-US"/>
        </a:p>
      </dgm:t>
    </dgm:pt>
    <dgm:pt modelId="{8487B319-A70A-4267-B4D8-101EDC279611}" type="sibTrans" cxnId="{7EA349B9-A327-467E-B60C-6011D0737590}">
      <dgm:prSet/>
      <dgm:spPr/>
      <dgm:t>
        <a:bodyPr/>
        <a:lstStyle/>
        <a:p>
          <a:endParaRPr lang="en-US"/>
        </a:p>
      </dgm:t>
    </dgm:pt>
    <dgm:pt modelId="{9F8BAFA8-33AA-493F-9C55-DAF830B71EEB}" type="pres">
      <dgm:prSet presAssocID="{D70B50B7-64F2-491E-A74A-E973176223E8}" presName="Name0" presStyleCnt="0">
        <dgm:presLayoutVars>
          <dgm:dir/>
          <dgm:animLvl val="lvl"/>
          <dgm:resizeHandles val="exact"/>
        </dgm:presLayoutVars>
      </dgm:prSet>
      <dgm:spPr/>
    </dgm:pt>
    <dgm:pt modelId="{81DECE33-AB8C-4086-96E7-D937CD1F2B12}" type="pres">
      <dgm:prSet presAssocID="{2C032B91-A336-4AAB-B08B-A776ACBD7FEE}" presName="boxAndChildren" presStyleCnt="0"/>
      <dgm:spPr/>
    </dgm:pt>
    <dgm:pt modelId="{788E3A70-332A-4112-831D-7558D29E693F}" type="pres">
      <dgm:prSet presAssocID="{2C032B91-A336-4AAB-B08B-A776ACBD7FEE}" presName="parentTextBox" presStyleLbl="node1" presStyleIdx="0" presStyleCnt="4"/>
      <dgm:spPr/>
    </dgm:pt>
    <dgm:pt modelId="{E0FEDCAC-914D-4981-9D42-C8468D85A40D}" type="pres">
      <dgm:prSet presAssocID="{2C032B91-A336-4AAB-B08B-A776ACBD7FEE}" presName="entireBox" presStyleLbl="node1" presStyleIdx="0" presStyleCnt="4"/>
      <dgm:spPr/>
    </dgm:pt>
    <dgm:pt modelId="{DDA32673-EA0B-4199-9F89-F24A441EB245}" type="pres">
      <dgm:prSet presAssocID="{2C032B91-A336-4AAB-B08B-A776ACBD7FEE}" presName="descendantBox" presStyleCnt="0"/>
      <dgm:spPr/>
    </dgm:pt>
    <dgm:pt modelId="{BD2079DD-8B21-4C65-895E-9BC0C4DB598D}" type="pres">
      <dgm:prSet presAssocID="{F06E3893-E89F-4321-BD7F-82A023C38B13}" presName="childTextBox" presStyleLbl="fgAccFollowNode1" presStyleIdx="0" presStyleCnt="2">
        <dgm:presLayoutVars>
          <dgm:bulletEnabled val="1"/>
        </dgm:presLayoutVars>
      </dgm:prSet>
      <dgm:spPr/>
    </dgm:pt>
    <dgm:pt modelId="{AD67FF64-784D-4A03-AB25-B2048FC76100}" type="pres">
      <dgm:prSet presAssocID="{1E2C3FBC-588A-4FC0-B87E-714F7B773D06}" presName="childTextBox" presStyleLbl="fgAccFollowNode1" presStyleIdx="1" presStyleCnt="2">
        <dgm:presLayoutVars>
          <dgm:bulletEnabled val="1"/>
        </dgm:presLayoutVars>
      </dgm:prSet>
      <dgm:spPr/>
    </dgm:pt>
    <dgm:pt modelId="{ED7E7989-1A68-4B02-88A2-35C063557458}" type="pres">
      <dgm:prSet presAssocID="{D947D5D1-9C68-43FE-8E9A-3DE2A0F29DEF}" presName="sp" presStyleCnt="0"/>
      <dgm:spPr/>
    </dgm:pt>
    <dgm:pt modelId="{D3B1A7B3-4997-4A96-9EE4-73C160B4C27F}" type="pres">
      <dgm:prSet presAssocID="{273E654E-E1E4-4EEF-985E-3A6A1410300F}" presName="arrowAndChildren" presStyleCnt="0"/>
      <dgm:spPr/>
    </dgm:pt>
    <dgm:pt modelId="{380B25F6-4680-4495-AA2C-DAA8B8BA4C36}" type="pres">
      <dgm:prSet presAssocID="{273E654E-E1E4-4EEF-985E-3A6A1410300F}" presName="parentTextArrow" presStyleLbl="node1" presStyleIdx="1" presStyleCnt="4"/>
      <dgm:spPr/>
    </dgm:pt>
    <dgm:pt modelId="{AB4053DF-7706-4155-AF51-90D879F864D6}" type="pres">
      <dgm:prSet presAssocID="{5D5952AE-49EC-4658-95FD-31E7517789CF}" presName="sp" presStyleCnt="0"/>
      <dgm:spPr/>
    </dgm:pt>
    <dgm:pt modelId="{CD5F7247-94AC-414C-B07C-F52FF3B0FEC1}" type="pres">
      <dgm:prSet presAssocID="{D89DE421-84EE-47D3-9D18-B3E246BD3580}" presName="arrowAndChildren" presStyleCnt="0"/>
      <dgm:spPr/>
    </dgm:pt>
    <dgm:pt modelId="{FABCD2D3-BF35-482A-ABAE-D565799A6E27}" type="pres">
      <dgm:prSet presAssocID="{D89DE421-84EE-47D3-9D18-B3E246BD3580}" presName="parentTextArrow" presStyleLbl="node1" presStyleIdx="2" presStyleCnt="4"/>
      <dgm:spPr/>
    </dgm:pt>
    <dgm:pt modelId="{CA617D9B-A040-4501-A835-6E99D9065F91}" type="pres">
      <dgm:prSet presAssocID="{50CC851A-597E-45B5-B296-02D6C2EAA3A0}" presName="sp" presStyleCnt="0"/>
      <dgm:spPr/>
    </dgm:pt>
    <dgm:pt modelId="{CA760BF3-11B2-4ADD-831F-ED6C4E2CB039}" type="pres">
      <dgm:prSet presAssocID="{E7F68583-36B6-486F-AC34-4DE9E60BBF68}" presName="arrowAndChildren" presStyleCnt="0"/>
      <dgm:spPr/>
    </dgm:pt>
    <dgm:pt modelId="{EDCD4C9B-FBC9-4157-91B7-F13FABE4AE40}" type="pres">
      <dgm:prSet presAssocID="{E7F68583-36B6-486F-AC34-4DE9E60BBF68}" presName="parentTextArrow" presStyleLbl="node1" presStyleIdx="3" presStyleCnt="4"/>
      <dgm:spPr/>
    </dgm:pt>
  </dgm:ptLst>
  <dgm:cxnLst>
    <dgm:cxn modelId="{212F8A13-76D5-45F4-8942-DFC8F3580E92}" type="presOf" srcId="{F06E3893-E89F-4321-BD7F-82A023C38B13}" destId="{BD2079DD-8B21-4C65-895E-9BC0C4DB598D}" srcOrd="0" destOrd="0" presId="urn:microsoft.com/office/officeart/2005/8/layout/process4"/>
    <dgm:cxn modelId="{161DB729-5D19-4B92-8213-937FF90A0072}" type="presOf" srcId="{2C032B91-A336-4AAB-B08B-A776ACBD7FEE}" destId="{E0FEDCAC-914D-4981-9D42-C8468D85A40D}" srcOrd="1" destOrd="0" presId="urn:microsoft.com/office/officeart/2005/8/layout/process4"/>
    <dgm:cxn modelId="{FC36612D-BF28-454B-99DD-3EC60F464DB7}" srcId="{D70B50B7-64F2-491E-A74A-E973176223E8}" destId="{E7F68583-36B6-486F-AC34-4DE9E60BBF68}" srcOrd="0" destOrd="0" parTransId="{BA0F30F3-A711-43B6-8CAD-78A54034F3B5}" sibTransId="{50CC851A-597E-45B5-B296-02D6C2EAA3A0}"/>
    <dgm:cxn modelId="{2BF4873A-A84C-4391-80C1-BA6D56EE1C3E}" type="presOf" srcId="{2C032B91-A336-4AAB-B08B-A776ACBD7FEE}" destId="{788E3A70-332A-4112-831D-7558D29E693F}" srcOrd="0" destOrd="0" presId="urn:microsoft.com/office/officeart/2005/8/layout/process4"/>
    <dgm:cxn modelId="{AA1BDD69-6964-4EA2-A276-3FD0117D2091}" type="presOf" srcId="{D70B50B7-64F2-491E-A74A-E973176223E8}" destId="{9F8BAFA8-33AA-493F-9C55-DAF830B71EEB}" srcOrd="0" destOrd="0" presId="urn:microsoft.com/office/officeart/2005/8/layout/process4"/>
    <dgm:cxn modelId="{A1106E84-9369-425E-9820-3C4A3B080C60}" srcId="{D70B50B7-64F2-491E-A74A-E973176223E8}" destId="{2C032B91-A336-4AAB-B08B-A776ACBD7FEE}" srcOrd="3" destOrd="0" parTransId="{B9CEF8BF-7631-41F3-A21C-A2D0AF336973}" sibTransId="{1DC73DE3-2647-4651-8E19-3B08F6545883}"/>
    <dgm:cxn modelId="{A2859086-99D1-4130-82D0-B2C6DEEE50DB}" srcId="{D70B50B7-64F2-491E-A74A-E973176223E8}" destId="{D89DE421-84EE-47D3-9D18-B3E246BD3580}" srcOrd="1" destOrd="0" parTransId="{FB22C7B8-FBF6-4C5F-A4F4-45818B924495}" sibTransId="{5D5952AE-49EC-4658-95FD-31E7517789CF}"/>
    <dgm:cxn modelId="{31EF5EA0-65DE-447E-A783-59FC990A8246}" srcId="{D70B50B7-64F2-491E-A74A-E973176223E8}" destId="{273E654E-E1E4-4EEF-985E-3A6A1410300F}" srcOrd="2" destOrd="0" parTransId="{2B26A343-AE5D-4EC1-A7BB-7B823D1CF8CE}" sibTransId="{D947D5D1-9C68-43FE-8E9A-3DE2A0F29DEF}"/>
    <dgm:cxn modelId="{DD1EDDA3-4822-4D65-9408-88BE9EC1E257}" type="presOf" srcId="{D89DE421-84EE-47D3-9D18-B3E246BD3580}" destId="{FABCD2D3-BF35-482A-ABAE-D565799A6E27}" srcOrd="0" destOrd="0" presId="urn:microsoft.com/office/officeart/2005/8/layout/process4"/>
    <dgm:cxn modelId="{7EA349B9-A327-467E-B60C-6011D0737590}" srcId="{2C032B91-A336-4AAB-B08B-A776ACBD7FEE}" destId="{1E2C3FBC-588A-4FC0-B87E-714F7B773D06}" srcOrd="1" destOrd="0" parTransId="{B7CB367F-D620-4F2A-A7FD-2C8418E15E81}" sibTransId="{8487B319-A70A-4267-B4D8-101EDC279611}"/>
    <dgm:cxn modelId="{ECF51ABA-9B94-4130-AB6C-4B8274CD5794}" type="presOf" srcId="{1E2C3FBC-588A-4FC0-B87E-714F7B773D06}" destId="{AD67FF64-784D-4A03-AB25-B2048FC76100}" srcOrd="0" destOrd="0" presId="urn:microsoft.com/office/officeart/2005/8/layout/process4"/>
    <dgm:cxn modelId="{5AF340C3-5C87-4557-AA4A-D6C58056073B}" srcId="{2C032B91-A336-4AAB-B08B-A776ACBD7FEE}" destId="{F06E3893-E89F-4321-BD7F-82A023C38B13}" srcOrd="0" destOrd="0" parTransId="{D70F7291-3CA1-4681-A40A-E45EB9BF477F}" sibTransId="{CA35EE1B-301B-4D09-BC61-702EEA9D1CCD}"/>
    <dgm:cxn modelId="{8157EAD7-3BC3-4717-BB5E-318249CE0C3A}" type="presOf" srcId="{E7F68583-36B6-486F-AC34-4DE9E60BBF68}" destId="{EDCD4C9B-FBC9-4157-91B7-F13FABE4AE40}" srcOrd="0" destOrd="0" presId="urn:microsoft.com/office/officeart/2005/8/layout/process4"/>
    <dgm:cxn modelId="{9CDB2CF6-0679-46AE-9496-792639502F27}" type="presOf" srcId="{273E654E-E1E4-4EEF-985E-3A6A1410300F}" destId="{380B25F6-4680-4495-AA2C-DAA8B8BA4C36}" srcOrd="0" destOrd="0" presId="urn:microsoft.com/office/officeart/2005/8/layout/process4"/>
    <dgm:cxn modelId="{BAE92302-3721-4383-B876-657D5E4B835E}" type="presParOf" srcId="{9F8BAFA8-33AA-493F-9C55-DAF830B71EEB}" destId="{81DECE33-AB8C-4086-96E7-D937CD1F2B12}" srcOrd="0" destOrd="0" presId="urn:microsoft.com/office/officeart/2005/8/layout/process4"/>
    <dgm:cxn modelId="{01B86534-8D24-446E-83AD-AE06F5649AEF}" type="presParOf" srcId="{81DECE33-AB8C-4086-96E7-D937CD1F2B12}" destId="{788E3A70-332A-4112-831D-7558D29E693F}" srcOrd="0" destOrd="0" presId="urn:microsoft.com/office/officeart/2005/8/layout/process4"/>
    <dgm:cxn modelId="{72C630ED-F5E6-4E31-9DED-1C496F96D673}" type="presParOf" srcId="{81DECE33-AB8C-4086-96E7-D937CD1F2B12}" destId="{E0FEDCAC-914D-4981-9D42-C8468D85A40D}" srcOrd="1" destOrd="0" presId="urn:microsoft.com/office/officeart/2005/8/layout/process4"/>
    <dgm:cxn modelId="{64114F01-0905-48AB-83A7-0F5837596FEB}" type="presParOf" srcId="{81DECE33-AB8C-4086-96E7-D937CD1F2B12}" destId="{DDA32673-EA0B-4199-9F89-F24A441EB245}" srcOrd="2" destOrd="0" presId="urn:microsoft.com/office/officeart/2005/8/layout/process4"/>
    <dgm:cxn modelId="{01ED080E-1DD5-4B48-A7BD-13781AF39278}" type="presParOf" srcId="{DDA32673-EA0B-4199-9F89-F24A441EB245}" destId="{BD2079DD-8B21-4C65-895E-9BC0C4DB598D}" srcOrd="0" destOrd="0" presId="urn:microsoft.com/office/officeart/2005/8/layout/process4"/>
    <dgm:cxn modelId="{4831BA60-7701-43CE-AED8-1733CDBE5CC3}" type="presParOf" srcId="{DDA32673-EA0B-4199-9F89-F24A441EB245}" destId="{AD67FF64-784D-4A03-AB25-B2048FC76100}" srcOrd="1" destOrd="0" presId="urn:microsoft.com/office/officeart/2005/8/layout/process4"/>
    <dgm:cxn modelId="{E4EC74F9-A2DF-4EFF-A812-4694CCA4ADA3}" type="presParOf" srcId="{9F8BAFA8-33AA-493F-9C55-DAF830B71EEB}" destId="{ED7E7989-1A68-4B02-88A2-35C063557458}" srcOrd="1" destOrd="0" presId="urn:microsoft.com/office/officeart/2005/8/layout/process4"/>
    <dgm:cxn modelId="{42A2E7A8-06C9-431D-856A-349B866B3760}" type="presParOf" srcId="{9F8BAFA8-33AA-493F-9C55-DAF830B71EEB}" destId="{D3B1A7B3-4997-4A96-9EE4-73C160B4C27F}" srcOrd="2" destOrd="0" presId="urn:microsoft.com/office/officeart/2005/8/layout/process4"/>
    <dgm:cxn modelId="{CA120F0E-54F2-4C45-A4C6-A5C37E7BDE87}" type="presParOf" srcId="{D3B1A7B3-4997-4A96-9EE4-73C160B4C27F}" destId="{380B25F6-4680-4495-AA2C-DAA8B8BA4C36}" srcOrd="0" destOrd="0" presId="urn:microsoft.com/office/officeart/2005/8/layout/process4"/>
    <dgm:cxn modelId="{8D72A59A-2D89-44C2-875F-1DB51F44A5D3}" type="presParOf" srcId="{9F8BAFA8-33AA-493F-9C55-DAF830B71EEB}" destId="{AB4053DF-7706-4155-AF51-90D879F864D6}" srcOrd="3" destOrd="0" presId="urn:microsoft.com/office/officeart/2005/8/layout/process4"/>
    <dgm:cxn modelId="{AF0FE580-7CDD-4DD9-BDA5-01BF7C6E0F9F}" type="presParOf" srcId="{9F8BAFA8-33AA-493F-9C55-DAF830B71EEB}" destId="{CD5F7247-94AC-414C-B07C-F52FF3B0FEC1}" srcOrd="4" destOrd="0" presId="urn:microsoft.com/office/officeart/2005/8/layout/process4"/>
    <dgm:cxn modelId="{26919AB0-BC38-4514-AB8A-9291EA37B530}" type="presParOf" srcId="{CD5F7247-94AC-414C-B07C-F52FF3B0FEC1}" destId="{FABCD2D3-BF35-482A-ABAE-D565799A6E27}" srcOrd="0" destOrd="0" presId="urn:microsoft.com/office/officeart/2005/8/layout/process4"/>
    <dgm:cxn modelId="{075365D1-E2C0-4D00-8346-34978B86483C}" type="presParOf" srcId="{9F8BAFA8-33AA-493F-9C55-DAF830B71EEB}" destId="{CA617D9B-A040-4501-A835-6E99D9065F91}" srcOrd="5" destOrd="0" presId="urn:microsoft.com/office/officeart/2005/8/layout/process4"/>
    <dgm:cxn modelId="{CA334DFF-9C64-41B7-8FBB-906356D7D38D}" type="presParOf" srcId="{9F8BAFA8-33AA-493F-9C55-DAF830B71EEB}" destId="{CA760BF3-11B2-4ADD-831F-ED6C4E2CB039}" srcOrd="6" destOrd="0" presId="urn:microsoft.com/office/officeart/2005/8/layout/process4"/>
    <dgm:cxn modelId="{068C9890-DF87-4E0D-9554-05722D46C20C}" type="presParOf" srcId="{CA760BF3-11B2-4ADD-831F-ED6C4E2CB039}" destId="{EDCD4C9B-FBC9-4157-91B7-F13FABE4AE4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BA0905-9E18-47F2-9015-3A3013B0737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EDD6550-F21B-433D-8295-97A83C5313F4}">
      <dgm:prSet/>
      <dgm:spPr/>
      <dgm:t>
        <a:bodyPr/>
        <a:lstStyle/>
        <a:p>
          <a:r>
            <a:rPr lang="en-US"/>
            <a:t>Here are some common NLP tasks that you can perform using NLTK: </a:t>
          </a:r>
        </a:p>
      </dgm:t>
    </dgm:pt>
    <dgm:pt modelId="{1D117B5E-E27F-4519-B3C1-7AD5CA0A4932}" type="parTrans" cxnId="{39DE2BE0-CC9D-4104-8074-563102951C5C}">
      <dgm:prSet/>
      <dgm:spPr/>
      <dgm:t>
        <a:bodyPr/>
        <a:lstStyle/>
        <a:p>
          <a:endParaRPr lang="en-US"/>
        </a:p>
      </dgm:t>
    </dgm:pt>
    <dgm:pt modelId="{185EEF51-3A6A-47F0-B508-ECE15A9ADCFF}" type="sibTrans" cxnId="{39DE2BE0-CC9D-4104-8074-563102951C5C}">
      <dgm:prSet/>
      <dgm:spPr/>
      <dgm:t>
        <a:bodyPr/>
        <a:lstStyle/>
        <a:p>
          <a:endParaRPr lang="en-US"/>
        </a:p>
      </dgm:t>
    </dgm:pt>
    <dgm:pt modelId="{FB939508-D1BD-4EC8-91C4-73EAFE387E45}">
      <dgm:prSet/>
      <dgm:spPr/>
      <dgm:t>
        <a:bodyPr/>
        <a:lstStyle/>
        <a:p>
          <a:r>
            <a:rPr lang="en-US"/>
            <a:t>Tokenization</a:t>
          </a:r>
        </a:p>
      </dgm:t>
    </dgm:pt>
    <dgm:pt modelId="{03380213-95D7-496E-9FEA-D1465CCECB5F}" type="parTrans" cxnId="{060F70B9-BBCD-41C4-8A63-4533A7BDED3C}">
      <dgm:prSet/>
      <dgm:spPr/>
      <dgm:t>
        <a:bodyPr/>
        <a:lstStyle/>
        <a:p>
          <a:endParaRPr lang="en-US"/>
        </a:p>
      </dgm:t>
    </dgm:pt>
    <dgm:pt modelId="{F468C3A9-4298-4968-B994-B8B63A502B28}" type="sibTrans" cxnId="{060F70B9-BBCD-41C4-8A63-4533A7BDED3C}">
      <dgm:prSet/>
      <dgm:spPr/>
      <dgm:t>
        <a:bodyPr/>
        <a:lstStyle/>
        <a:p>
          <a:endParaRPr lang="en-US"/>
        </a:p>
      </dgm:t>
    </dgm:pt>
    <dgm:pt modelId="{9BB93C03-E280-4AE8-AE78-3672F7ED3AED}">
      <dgm:prSet/>
      <dgm:spPr/>
      <dgm:t>
        <a:bodyPr/>
        <a:lstStyle/>
        <a:p>
          <a:r>
            <a:rPr lang="en-US"/>
            <a:t>Stemming</a:t>
          </a:r>
        </a:p>
      </dgm:t>
    </dgm:pt>
    <dgm:pt modelId="{5324FF95-8236-4C96-B555-1BC41B8C5590}" type="parTrans" cxnId="{12A0D7CC-5ABF-447F-9CC1-405B5024DE9E}">
      <dgm:prSet/>
      <dgm:spPr/>
      <dgm:t>
        <a:bodyPr/>
        <a:lstStyle/>
        <a:p>
          <a:endParaRPr lang="en-US"/>
        </a:p>
      </dgm:t>
    </dgm:pt>
    <dgm:pt modelId="{EF3D2E97-26BB-4866-AD35-7E7BFB20F316}" type="sibTrans" cxnId="{12A0D7CC-5ABF-447F-9CC1-405B5024DE9E}">
      <dgm:prSet/>
      <dgm:spPr/>
      <dgm:t>
        <a:bodyPr/>
        <a:lstStyle/>
        <a:p>
          <a:endParaRPr lang="en-US"/>
        </a:p>
      </dgm:t>
    </dgm:pt>
    <dgm:pt modelId="{DACED806-8B5D-47C7-BE94-95197C75AD69}">
      <dgm:prSet/>
      <dgm:spPr/>
      <dgm:t>
        <a:bodyPr/>
        <a:lstStyle/>
        <a:p>
          <a:r>
            <a:rPr lang="en-US"/>
            <a:t>Lemmatization</a:t>
          </a:r>
        </a:p>
      </dgm:t>
    </dgm:pt>
    <dgm:pt modelId="{3BFC50E8-8FE5-4305-AEE3-3D1BB1D2725E}" type="parTrans" cxnId="{47083667-6F75-469F-8E37-FD7975EB14E0}">
      <dgm:prSet/>
      <dgm:spPr/>
      <dgm:t>
        <a:bodyPr/>
        <a:lstStyle/>
        <a:p>
          <a:endParaRPr lang="en-US"/>
        </a:p>
      </dgm:t>
    </dgm:pt>
    <dgm:pt modelId="{6EB0DBFD-BDB9-4E8D-8154-D542D6BAA8A1}" type="sibTrans" cxnId="{47083667-6F75-469F-8E37-FD7975EB14E0}">
      <dgm:prSet/>
      <dgm:spPr/>
      <dgm:t>
        <a:bodyPr/>
        <a:lstStyle/>
        <a:p>
          <a:endParaRPr lang="en-US"/>
        </a:p>
      </dgm:t>
    </dgm:pt>
    <dgm:pt modelId="{73BF8FED-666E-4F2C-BCFA-2F66D6BCAA27}">
      <dgm:prSet/>
      <dgm:spPr/>
      <dgm:t>
        <a:bodyPr/>
        <a:lstStyle/>
        <a:p>
          <a:r>
            <a:rPr lang="en-US"/>
            <a:t>Stop-Word Removal</a:t>
          </a:r>
        </a:p>
      </dgm:t>
    </dgm:pt>
    <dgm:pt modelId="{D058D361-A58D-4694-9BDA-95815058E2CE}" type="parTrans" cxnId="{7FF7D25E-C944-413C-A703-1278590F2647}">
      <dgm:prSet/>
      <dgm:spPr/>
      <dgm:t>
        <a:bodyPr/>
        <a:lstStyle/>
        <a:p>
          <a:endParaRPr lang="en-US"/>
        </a:p>
      </dgm:t>
    </dgm:pt>
    <dgm:pt modelId="{E0818903-5452-421F-9520-A79D88951C26}" type="sibTrans" cxnId="{7FF7D25E-C944-413C-A703-1278590F2647}">
      <dgm:prSet/>
      <dgm:spPr/>
      <dgm:t>
        <a:bodyPr/>
        <a:lstStyle/>
        <a:p>
          <a:endParaRPr lang="en-US"/>
        </a:p>
      </dgm:t>
    </dgm:pt>
    <dgm:pt modelId="{72EC7BF4-5E57-4A1D-9A32-0D978F9034BD}">
      <dgm:prSet/>
      <dgm:spPr/>
      <dgm:t>
        <a:bodyPr/>
        <a:lstStyle/>
        <a:p>
          <a:r>
            <a:rPr lang="en-US"/>
            <a:t>POS Tagging</a:t>
          </a:r>
        </a:p>
      </dgm:t>
    </dgm:pt>
    <dgm:pt modelId="{6463B417-7A7F-4288-BA59-90A3B79A8141}" type="parTrans" cxnId="{53D25951-AE9B-4C5F-BC45-2CFF26A15473}">
      <dgm:prSet/>
      <dgm:spPr/>
      <dgm:t>
        <a:bodyPr/>
        <a:lstStyle/>
        <a:p>
          <a:endParaRPr lang="en-US"/>
        </a:p>
      </dgm:t>
    </dgm:pt>
    <dgm:pt modelId="{DF8E40BF-D655-48D8-B5B2-F95EFEE37432}" type="sibTrans" cxnId="{53D25951-AE9B-4C5F-BC45-2CFF26A15473}">
      <dgm:prSet/>
      <dgm:spPr/>
      <dgm:t>
        <a:bodyPr/>
        <a:lstStyle/>
        <a:p>
          <a:endParaRPr lang="en-US"/>
        </a:p>
      </dgm:t>
    </dgm:pt>
    <dgm:pt modelId="{26DAC1F0-1F81-437F-9AEF-5AC30E840B60}">
      <dgm:prSet/>
      <dgm:spPr/>
      <dgm:t>
        <a:bodyPr/>
        <a:lstStyle/>
        <a:p>
          <a:r>
            <a:rPr lang="en-US"/>
            <a:t>Parsing</a:t>
          </a:r>
        </a:p>
      </dgm:t>
    </dgm:pt>
    <dgm:pt modelId="{A3D17205-11F9-4021-8AD5-3F1EF410AD17}" type="parTrans" cxnId="{10E07D74-4174-4FE0-8707-B82DA6F86A80}">
      <dgm:prSet/>
      <dgm:spPr/>
      <dgm:t>
        <a:bodyPr/>
        <a:lstStyle/>
        <a:p>
          <a:endParaRPr lang="en-US"/>
        </a:p>
      </dgm:t>
    </dgm:pt>
    <dgm:pt modelId="{C0E78416-489F-4C99-A927-9CB4C1DD1A81}" type="sibTrans" cxnId="{10E07D74-4174-4FE0-8707-B82DA6F86A80}">
      <dgm:prSet/>
      <dgm:spPr/>
      <dgm:t>
        <a:bodyPr/>
        <a:lstStyle/>
        <a:p>
          <a:endParaRPr lang="en-US"/>
        </a:p>
      </dgm:t>
    </dgm:pt>
    <dgm:pt modelId="{B621D263-DE01-4765-A2D2-33C9E334B5E7}">
      <dgm:prSet/>
      <dgm:spPr/>
      <dgm:t>
        <a:bodyPr/>
        <a:lstStyle/>
        <a:p>
          <a:r>
            <a:rPr lang="en-US"/>
            <a:t>Named Entity Recognition</a:t>
          </a:r>
        </a:p>
      </dgm:t>
    </dgm:pt>
    <dgm:pt modelId="{A5523751-193E-49DB-BA64-9054197CBF1D}" type="parTrans" cxnId="{E7B36AE8-097B-4855-879B-107FF123D4D1}">
      <dgm:prSet/>
      <dgm:spPr/>
      <dgm:t>
        <a:bodyPr/>
        <a:lstStyle/>
        <a:p>
          <a:endParaRPr lang="en-US"/>
        </a:p>
      </dgm:t>
    </dgm:pt>
    <dgm:pt modelId="{F1F1973A-D4E5-4EAE-AC3E-DF1EFBC86518}" type="sibTrans" cxnId="{E7B36AE8-097B-4855-879B-107FF123D4D1}">
      <dgm:prSet/>
      <dgm:spPr/>
      <dgm:t>
        <a:bodyPr/>
        <a:lstStyle/>
        <a:p>
          <a:endParaRPr lang="en-US"/>
        </a:p>
      </dgm:t>
    </dgm:pt>
    <dgm:pt modelId="{0A76326D-CF79-4FC0-A0BA-EE3E862E53C0}">
      <dgm:prSet/>
      <dgm:spPr/>
      <dgm:t>
        <a:bodyPr/>
        <a:lstStyle/>
        <a:p>
          <a:r>
            <a:rPr lang="en-US"/>
            <a:t>Coreference </a:t>
          </a:r>
          <a:r>
            <a:rPr lang="en-US">
              <a:latin typeface="Calibri"/>
            </a:rPr>
            <a:t>Resolution</a:t>
          </a:r>
          <a:r>
            <a:rPr lang="en-US"/>
            <a:t>. </a:t>
          </a:r>
        </a:p>
      </dgm:t>
    </dgm:pt>
    <dgm:pt modelId="{6CA76D3B-7388-4920-9D96-E7DC6B26C0B8}" type="parTrans" cxnId="{1AA3F2E0-092E-43F3-AF56-C78D39137700}">
      <dgm:prSet/>
      <dgm:spPr/>
      <dgm:t>
        <a:bodyPr/>
        <a:lstStyle/>
        <a:p>
          <a:endParaRPr lang="en-US"/>
        </a:p>
      </dgm:t>
    </dgm:pt>
    <dgm:pt modelId="{F273EA88-2BED-4324-963F-FA7EFA10AB9B}" type="sibTrans" cxnId="{1AA3F2E0-092E-43F3-AF56-C78D39137700}">
      <dgm:prSet/>
      <dgm:spPr/>
      <dgm:t>
        <a:bodyPr/>
        <a:lstStyle/>
        <a:p>
          <a:endParaRPr lang="en-US"/>
        </a:p>
      </dgm:t>
    </dgm:pt>
    <dgm:pt modelId="{3FD628F7-FD16-41EC-9AD4-DE531D9EC647}" type="pres">
      <dgm:prSet presAssocID="{4EBA0905-9E18-47F2-9015-3A3013B07379}" presName="linear" presStyleCnt="0">
        <dgm:presLayoutVars>
          <dgm:animLvl val="lvl"/>
          <dgm:resizeHandles val="exact"/>
        </dgm:presLayoutVars>
      </dgm:prSet>
      <dgm:spPr/>
    </dgm:pt>
    <dgm:pt modelId="{A7BB2BB4-34B4-4683-84C4-042B7BF0F5F8}" type="pres">
      <dgm:prSet presAssocID="{1EDD6550-F21B-433D-8295-97A83C5313F4}" presName="parentText" presStyleLbl="node1" presStyleIdx="0" presStyleCnt="9">
        <dgm:presLayoutVars>
          <dgm:chMax val="0"/>
          <dgm:bulletEnabled val="1"/>
        </dgm:presLayoutVars>
      </dgm:prSet>
      <dgm:spPr/>
    </dgm:pt>
    <dgm:pt modelId="{52E42667-28D7-49E3-9A8F-CA8B4CE39AC1}" type="pres">
      <dgm:prSet presAssocID="{185EEF51-3A6A-47F0-B508-ECE15A9ADCFF}" presName="spacer" presStyleCnt="0"/>
      <dgm:spPr/>
    </dgm:pt>
    <dgm:pt modelId="{DE8902C4-6CF3-48CF-8830-A5ED6D5348D0}" type="pres">
      <dgm:prSet presAssocID="{FB939508-D1BD-4EC8-91C4-73EAFE387E45}" presName="parentText" presStyleLbl="node1" presStyleIdx="1" presStyleCnt="9">
        <dgm:presLayoutVars>
          <dgm:chMax val="0"/>
          <dgm:bulletEnabled val="1"/>
        </dgm:presLayoutVars>
      </dgm:prSet>
      <dgm:spPr/>
    </dgm:pt>
    <dgm:pt modelId="{1C24073D-32D6-4180-8566-907418A7A24D}" type="pres">
      <dgm:prSet presAssocID="{F468C3A9-4298-4968-B994-B8B63A502B28}" presName="spacer" presStyleCnt="0"/>
      <dgm:spPr/>
    </dgm:pt>
    <dgm:pt modelId="{729D1565-4A38-4CD4-A72C-8D528D40740B}" type="pres">
      <dgm:prSet presAssocID="{9BB93C03-E280-4AE8-AE78-3672F7ED3AED}" presName="parentText" presStyleLbl="node1" presStyleIdx="2" presStyleCnt="9">
        <dgm:presLayoutVars>
          <dgm:chMax val="0"/>
          <dgm:bulletEnabled val="1"/>
        </dgm:presLayoutVars>
      </dgm:prSet>
      <dgm:spPr/>
    </dgm:pt>
    <dgm:pt modelId="{225F959C-3B8D-4E4B-9A0A-2A2BD67E96A5}" type="pres">
      <dgm:prSet presAssocID="{EF3D2E97-26BB-4866-AD35-7E7BFB20F316}" presName="spacer" presStyleCnt="0"/>
      <dgm:spPr/>
    </dgm:pt>
    <dgm:pt modelId="{981E5A25-1CF0-4B2A-98B7-4C4A11377D09}" type="pres">
      <dgm:prSet presAssocID="{DACED806-8B5D-47C7-BE94-95197C75AD69}" presName="parentText" presStyleLbl="node1" presStyleIdx="3" presStyleCnt="9">
        <dgm:presLayoutVars>
          <dgm:chMax val="0"/>
          <dgm:bulletEnabled val="1"/>
        </dgm:presLayoutVars>
      </dgm:prSet>
      <dgm:spPr/>
    </dgm:pt>
    <dgm:pt modelId="{AE33F57D-6458-4A64-B052-6AE3C41BC031}" type="pres">
      <dgm:prSet presAssocID="{6EB0DBFD-BDB9-4E8D-8154-D542D6BAA8A1}" presName="spacer" presStyleCnt="0"/>
      <dgm:spPr/>
    </dgm:pt>
    <dgm:pt modelId="{DA8B5A8E-898C-475F-8F3C-4A76178B04F8}" type="pres">
      <dgm:prSet presAssocID="{73BF8FED-666E-4F2C-BCFA-2F66D6BCAA27}" presName="parentText" presStyleLbl="node1" presStyleIdx="4" presStyleCnt="9">
        <dgm:presLayoutVars>
          <dgm:chMax val="0"/>
          <dgm:bulletEnabled val="1"/>
        </dgm:presLayoutVars>
      </dgm:prSet>
      <dgm:spPr/>
    </dgm:pt>
    <dgm:pt modelId="{199E9672-05C0-4545-8B99-8CAF398EC4C3}" type="pres">
      <dgm:prSet presAssocID="{E0818903-5452-421F-9520-A79D88951C26}" presName="spacer" presStyleCnt="0"/>
      <dgm:spPr/>
    </dgm:pt>
    <dgm:pt modelId="{65E02052-C4E2-4FDF-9A5B-5128C16E79A0}" type="pres">
      <dgm:prSet presAssocID="{72EC7BF4-5E57-4A1D-9A32-0D978F9034BD}" presName="parentText" presStyleLbl="node1" presStyleIdx="5" presStyleCnt="9">
        <dgm:presLayoutVars>
          <dgm:chMax val="0"/>
          <dgm:bulletEnabled val="1"/>
        </dgm:presLayoutVars>
      </dgm:prSet>
      <dgm:spPr/>
    </dgm:pt>
    <dgm:pt modelId="{A8A47331-BA81-44E4-A7D6-6F6E29259FF0}" type="pres">
      <dgm:prSet presAssocID="{DF8E40BF-D655-48D8-B5B2-F95EFEE37432}" presName="spacer" presStyleCnt="0"/>
      <dgm:spPr/>
    </dgm:pt>
    <dgm:pt modelId="{8C9CE152-B566-472E-9D66-EABB1F8DE65A}" type="pres">
      <dgm:prSet presAssocID="{26DAC1F0-1F81-437F-9AEF-5AC30E840B60}" presName="parentText" presStyleLbl="node1" presStyleIdx="6" presStyleCnt="9">
        <dgm:presLayoutVars>
          <dgm:chMax val="0"/>
          <dgm:bulletEnabled val="1"/>
        </dgm:presLayoutVars>
      </dgm:prSet>
      <dgm:spPr/>
    </dgm:pt>
    <dgm:pt modelId="{D49AA275-604E-4227-BA51-32DD3E318428}" type="pres">
      <dgm:prSet presAssocID="{C0E78416-489F-4C99-A927-9CB4C1DD1A81}" presName="spacer" presStyleCnt="0"/>
      <dgm:spPr/>
    </dgm:pt>
    <dgm:pt modelId="{0F5E0B76-0986-4DDF-BCDF-2928A07D86B2}" type="pres">
      <dgm:prSet presAssocID="{B621D263-DE01-4765-A2D2-33C9E334B5E7}" presName="parentText" presStyleLbl="node1" presStyleIdx="7" presStyleCnt="9">
        <dgm:presLayoutVars>
          <dgm:chMax val="0"/>
          <dgm:bulletEnabled val="1"/>
        </dgm:presLayoutVars>
      </dgm:prSet>
      <dgm:spPr/>
    </dgm:pt>
    <dgm:pt modelId="{3228B05B-0CE1-4350-BA3D-3BEC6C670500}" type="pres">
      <dgm:prSet presAssocID="{F1F1973A-D4E5-4EAE-AC3E-DF1EFBC86518}" presName="spacer" presStyleCnt="0"/>
      <dgm:spPr/>
    </dgm:pt>
    <dgm:pt modelId="{9540E37E-9170-48DB-94B1-2A9AC8323974}" type="pres">
      <dgm:prSet presAssocID="{0A76326D-CF79-4FC0-A0BA-EE3E862E53C0}" presName="parentText" presStyleLbl="node1" presStyleIdx="8" presStyleCnt="9">
        <dgm:presLayoutVars>
          <dgm:chMax val="0"/>
          <dgm:bulletEnabled val="1"/>
        </dgm:presLayoutVars>
      </dgm:prSet>
      <dgm:spPr/>
    </dgm:pt>
  </dgm:ptLst>
  <dgm:cxnLst>
    <dgm:cxn modelId="{330FD003-6E7C-4B18-9F10-1DB33EB059F4}" type="presOf" srcId="{DACED806-8B5D-47C7-BE94-95197C75AD69}" destId="{981E5A25-1CF0-4B2A-98B7-4C4A11377D09}" srcOrd="0" destOrd="0" presId="urn:microsoft.com/office/officeart/2005/8/layout/vList2"/>
    <dgm:cxn modelId="{DFD1D709-6ED2-4231-B0CA-5759DB31A677}" type="presOf" srcId="{72EC7BF4-5E57-4A1D-9A32-0D978F9034BD}" destId="{65E02052-C4E2-4FDF-9A5B-5128C16E79A0}" srcOrd="0" destOrd="0" presId="urn:microsoft.com/office/officeart/2005/8/layout/vList2"/>
    <dgm:cxn modelId="{453F701D-3208-4A1B-94BF-6D4A6BEDA4CD}" type="presOf" srcId="{4EBA0905-9E18-47F2-9015-3A3013B07379}" destId="{3FD628F7-FD16-41EC-9AD4-DE531D9EC647}" srcOrd="0" destOrd="0" presId="urn:microsoft.com/office/officeart/2005/8/layout/vList2"/>
    <dgm:cxn modelId="{7FF7D25E-C944-413C-A703-1278590F2647}" srcId="{4EBA0905-9E18-47F2-9015-3A3013B07379}" destId="{73BF8FED-666E-4F2C-BCFA-2F66D6BCAA27}" srcOrd="4" destOrd="0" parTransId="{D058D361-A58D-4694-9BDA-95815058E2CE}" sibTransId="{E0818903-5452-421F-9520-A79D88951C26}"/>
    <dgm:cxn modelId="{88A06144-F0BD-4C99-B4DC-2C4C4A6625D2}" type="presOf" srcId="{0A76326D-CF79-4FC0-A0BA-EE3E862E53C0}" destId="{9540E37E-9170-48DB-94B1-2A9AC8323974}" srcOrd="0" destOrd="0" presId="urn:microsoft.com/office/officeart/2005/8/layout/vList2"/>
    <dgm:cxn modelId="{72A67766-F846-4AEF-9E86-AD9131A37AC1}" type="presOf" srcId="{73BF8FED-666E-4F2C-BCFA-2F66D6BCAA27}" destId="{DA8B5A8E-898C-475F-8F3C-4A76178B04F8}" srcOrd="0" destOrd="0" presId="urn:microsoft.com/office/officeart/2005/8/layout/vList2"/>
    <dgm:cxn modelId="{47083667-6F75-469F-8E37-FD7975EB14E0}" srcId="{4EBA0905-9E18-47F2-9015-3A3013B07379}" destId="{DACED806-8B5D-47C7-BE94-95197C75AD69}" srcOrd="3" destOrd="0" parTransId="{3BFC50E8-8FE5-4305-AEE3-3D1BB1D2725E}" sibTransId="{6EB0DBFD-BDB9-4E8D-8154-D542D6BAA8A1}"/>
    <dgm:cxn modelId="{53D25951-AE9B-4C5F-BC45-2CFF26A15473}" srcId="{4EBA0905-9E18-47F2-9015-3A3013B07379}" destId="{72EC7BF4-5E57-4A1D-9A32-0D978F9034BD}" srcOrd="5" destOrd="0" parTransId="{6463B417-7A7F-4288-BA59-90A3B79A8141}" sibTransId="{DF8E40BF-D655-48D8-B5B2-F95EFEE37432}"/>
    <dgm:cxn modelId="{10E07D74-4174-4FE0-8707-B82DA6F86A80}" srcId="{4EBA0905-9E18-47F2-9015-3A3013B07379}" destId="{26DAC1F0-1F81-437F-9AEF-5AC30E840B60}" srcOrd="6" destOrd="0" parTransId="{A3D17205-11F9-4021-8AD5-3F1EF410AD17}" sibTransId="{C0E78416-489F-4C99-A927-9CB4C1DD1A81}"/>
    <dgm:cxn modelId="{216AB690-29A2-4D10-8BA5-300BF38A2B02}" type="presOf" srcId="{B621D263-DE01-4765-A2D2-33C9E334B5E7}" destId="{0F5E0B76-0986-4DDF-BCDF-2928A07D86B2}" srcOrd="0" destOrd="0" presId="urn:microsoft.com/office/officeart/2005/8/layout/vList2"/>
    <dgm:cxn modelId="{42CDB794-C31E-4784-A66E-D42CCD5A4808}" type="presOf" srcId="{26DAC1F0-1F81-437F-9AEF-5AC30E840B60}" destId="{8C9CE152-B566-472E-9D66-EABB1F8DE65A}" srcOrd="0" destOrd="0" presId="urn:microsoft.com/office/officeart/2005/8/layout/vList2"/>
    <dgm:cxn modelId="{FA1059B6-866B-4411-AE6E-ACBB2FC97000}" type="presOf" srcId="{FB939508-D1BD-4EC8-91C4-73EAFE387E45}" destId="{DE8902C4-6CF3-48CF-8830-A5ED6D5348D0}" srcOrd="0" destOrd="0" presId="urn:microsoft.com/office/officeart/2005/8/layout/vList2"/>
    <dgm:cxn modelId="{520CD2B6-9997-47C5-891D-9A773B9E2658}" type="presOf" srcId="{1EDD6550-F21B-433D-8295-97A83C5313F4}" destId="{A7BB2BB4-34B4-4683-84C4-042B7BF0F5F8}" srcOrd="0" destOrd="0" presId="urn:microsoft.com/office/officeart/2005/8/layout/vList2"/>
    <dgm:cxn modelId="{060F70B9-BBCD-41C4-8A63-4533A7BDED3C}" srcId="{4EBA0905-9E18-47F2-9015-3A3013B07379}" destId="{FB939508-D1BD-4EC8-91C4-73EAFE387E45}" srcOrd="1" destOrd="0" parTransId="{03380213-95D7-496E-9FEA-D1465CCECB5F}" sibTransId="{F468C3A9-4298-4968-B994-B8B63A502B28}"/>
    <dgm:cxn modelId="{12A0D7CC-5ABF-447F-9CC1-405B5024DE9E}" srcId="{4EBA0905-9E18-47F2-9015-3A3013B07379}" destId="{9BB93C03-E280-4AE8-AE78-3672F7ED3AED}" srcOrd="2" destOrd="0" parTransId="{5324FF95-8236-4C96-B555-1BC41B8C5590}" sibTransId="{EF3D2E97-26BB-4866-AD35-7E7BFB20F316}"/>
    <dgm:cxn modelId="{39DE2BE0-CC9D-4104-8074-563102951C5C}" srcId="{4EBA0905-9E18-47F2-9015-3A3013B07379}" destId="{1EDD6550-F21B-433D-8295-97A83C5313F4}" srcOrd="0" destOrd="0" parTransId="{1D117B5E-E27F-4519-B3C1-7AD5CA0A4932}" sibTransId="{185EEF51-3A6A-47F0-B508-ECE15A9ADCFF}"/>
    <dgm:cxn modelId="{1AA3F2E0-092E-43F3-AF56-C78D39137700}" srcId="{4EBA0905-9E18-47F2-9015-3A3013B07379}" destId="{0A76326D-CF79-4FC0-A0BA-EE3E862E53C0}" srcOrd="8" destOrd="0" parTransId="{6CA76D3B-7388-4920-9D96-E7DC6B26C0B8}" sibTransId="{F273EA88-2BED-4324-963F-FA7EFA10AB9B}"/>
    <dgm:cxn modelId="{E7B36AE8-097B-4855-879B-107FF123D4D1}" srcId="{4EBA0905-9E18-47F2-9015-3A3013B07379}" destId="{B621D263-DE01-4765-A2D2-33C9E334B5E7}" srcOrd="7" destOrd="0" parTransId="{A5523751-193E-49DB-BA64-9054197CBF1D}" sibTransId="{F1F1973A-D4E5-4EAE-AC3E-DF1EFBC86518}"/>
    <dgm:cxn modelId="{6A8E3EF8-82D7-4CB6-A144-DA57E5246973}" type="presOf" srcId="{9BB93C03-E280-4AE8-AE78-3672F7ED3AED}" destId="{729D1565-4A38-4CD4-A72C-8D528D40740B}" srcOrd="0" destOrd="0" presId="urn:microsoft.com/office/officeart/2005/8/layout/vList2"/>
    <dgm:cxn modelId="{06A3C990-43C7-477A-BDC2-7E393D9E8A71}" type="presParOf" srcId="{3FD628F7-FD16-41EC-9AD4-DE531D9EC647}" destId="{A7BB2BB4-34B4-4683-84C4-042B7BF0F5F8}" srcOrd="0" destOrd="0" presId="urn:microsoft.com/office/officeart/2005/8/layout/vList2"/>
    <dgm:cxn modelId="{AC3D0823-668E-4BBA-8942-2E246F159AFB}" type="presParOf" srcId="{3FD628F7-FD16-41EC-9AD4-DE531D9EC647}" destId="{52E42667-28D7-49E3-9A8F-CA8B4CE39AC1}" srcOrd="1" destOrd="0" presId="urn:microsoft.com/office/officeart/2005/8/layout/vList2"/>
    <dgm:cxn modelId="{4ABC6882-BA32-4CD8-B5F6-61627C1462A7}" type="presParOf" srcId="{3FD628F7-FD16-41EC-9AD4-DE531D9EC647}" destId="{DE8902C4-6CF3-48CF-8830-A5ED6D5348D0}" srcOrd="2" destOrd="0" presId="urn:microsoft.com/office/officeart/2005/8/layout/vList2"/>
    <dgm:cxn modelId="{8B5E89FB-91EE-441C-8D3C-6FE53B6C2053}" type="presParOf" srcId="{3FD628F7-FD16-41EC-9AD4-DE531D9EC647}" destId="{1C24073D-32D6-4180-8566-907418A7A24D}" srcOrd="3" destOrd="0" presId="urn:microsoft.com/office/officeart/2005/8/layout/vList2"/>
    <dgm:cxn modelId="{F2F130EB-2DAA-47D9-9D97-399F4C3C6A9F}" type="presParOf" srcId="{3FD628F7-FD16-41EC-9AD4-DE531D9EC647}" destId="{729D1565-4A38-4CD4-A72C-8D528D40740B}" srcOrd="4" destOrd="0" presId="urn:microsoft.com/office/officeart/2005/8/layout/vList2"/>
    <dgm:cxn modelId="{15903512-1921-4ED9-9B4C-46E52E4E9A58}" type="presParOf" srcId="{3FD628F7-FD16-41EC-9AD4-DE531D9EC647}" destId="{225F959C-3B8D-4E4B-9A0A-2A2BD67E96A5}" srcOrd="5" destOrd="0" presId="urn:microsoft.com/office/officeart/2005/8/layout/vList2"/>
    <dgm:cxn modelId="{F3357E3E-8983-4931-9BE0-F55128DBF67F}" type="presParOf" srcId="{3FD628F7-FD16-41EC-9AD4-DE531D9EC647}" destId="{981E5A25-1CF0-4B2A-98B7-4C4A11377D09}" srcOrd="6" destOrd="0" presId="urn:microsoft.com/office/officeart/2005/8/layout/vList2"/>
    <dgm:cxn modelId="{5F60F751-200B-41C2-9A57-4C9DB599A079}" type="presParOf" srcId="{3FD628F7-FD16-41EC-9AD4-DE531D9EC647}" destId="{AE33F57D-6458-4A64-B052-6AE3C41BC031}" srcOrd="7" destOrd="0" presId="urn:microsoft.com/office/officeart/2005/8/layout/vList2"/>
    <dgm:cxn modelId="{0BC9691B-EB60-4D67-A6C7-F9AB84371393}" type="presParOf" srcId="{3FD628F7-FD16-41EC-9AD4-DE531D9EC647}" destId="{DA8B5A8E-898C-475F-8F3C-4A76178B04F8}" srcOrd="8" destOrd="0" presId="urn:microsoft.com/office/officeart/2005/8/layout/vList2"/>
    <dgm:cxn modelId="{4BD532CE-4DAF-4CC2-BFF7-F48BF8EA52B8}" type="presParOf" srcId="{3FD628F7-FD16-41EC-9AD4-DE531D9EC647}" destId="{199E9672-05C0-4545-8B99-8CAF398EC4C3}" srcOrd="9" destOrd="0" presId="urn:microsoft.com/office/officeart/2005/8/layout/vList2"/>
    <dgm:cxn modelId="{44383EF0-BA50-4072-A49A-C9C317AFEDE8}" type="presParOf" srcId="{3FD628F7-FD16-41EC-9AD4-DE531D9EC647}" destId="{65E02052-C4E2-4FDF-9A5B-5128C16E79A0}" srcOrd="10" destOrd="0" presId="urn:microsoft.com/office/officeart/2005/8/layout/vList2"/>
    <dgm:cxn modelId="{116179F0-1D75-4D5C-A7C2-BDE32BE5B230}" type="presParOf" srcId="{3FD628F7-FD16-41EC-9AD4-DE531D9EC647}" destId="{A8A47331-BA81-44E4-A7D6-6F6E29259FF0}" srcOrd="11" destOrd="0" presId="urn:microsoft.com/office/officeart/2005/8/layout/vList2"/>
    <dgm:cxn modelId="{B41C0DBE-4229-454C-9F61-BC7D11756E7D}" type="presParOf" srcId="{3FD628F7-FD16-41EC-9AD4-DE531D9EC647}" destId="{8C9CE152-B566-472E-9D66-EABB1F8DE65A}" srcOrd="12" destOrd="0" presId="urn:microsoft.com/office/officeart/2005/8/layout/vList2"/>
    <dgm:cxn modelId="{C42EA901-7559-479F-8D04-A147957C53FA}" type="presParOf" srcId="{3FD628F7-FD16-41EC-9AD4-DE531D9EC647}" destId="{D49AA275-604E-4227-BA51-32DD3E318428}" srcOrd="13" destOrd="0" presId="urn:microsoft.com/office/officeart/2005/8/layout/vList2"/>
    <dgm:cxn modelId="{B2C3008E-F71D-481F-809E-DC7FFBCD6B6E}" type="presParOf" srcId="{3FD628F7-FD16-41EC-9AD4-DE531D9EC647}" destId="{0F5E0B76-0986-4DDF-BCDF-2928A07D86B2}" srcOrd="14" destOrd="0" presId="urn:microsoft.com/office/officeart/2005/8/layout/vList2"/>
    <dgm:cxn modelId="{7F835270-44C1-4864-B648-99EDFD661E3F}" type="presParOf" srcId="{3FD628F7-FD16-41EC-9AD4-DE531D9EC647}" destId="{3228B05B-0CE1-4350-BA3D-3BEC6C670500}" srcOrd="15" destOrd="0" presId="urn:microsoft.com/office/officeart/2005/8/layout/vList2"/>
    <dgm:cxn modelId="{FD3CFD63-5AC3-4C09-8B4C-ADD76925788E}" type="presParOf" srcId="{3FD628F7-FD16-41EC-9AD4-DE531D9EC647}" destId="{9540E37E-9170-48DB-94B1-2A9AC8323974}"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4B42-DE61-4013-A691-8BC7A1058ADF}">
      <dsp:nvSpPr>
        <dsp:cNvPr id="0" name=""/>
        <dsp:cNvSpPr/>
      </dsp:nvSpPr>
      <dsp:spPr>
        <a:xfrm>
          <a:off x="0" y="33146"/>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Programming Skills, </a:t>
          </a:r>
        </a:p>
      </dsp:txBody>
      <dsp:txXfrm>
        <a:off x="39809" y="72955"/>
        <a:ext cx="7800224" cy="735872"/>
      </dsp:txXfrm>
    </dsp:sp>
    <dsp:sp modelId="{0D726924-1EF3-46AD-A2F0-649908CFB024}">
      <dsp:nvSpPr>
        <dsp:cNvPr id="0" name=""/>
        <dsp:cNvSpPr/>
      </dsp:nvSpPr>
      <dsp:spPr>
        <a:xfrm>
          <a:off x="0" y="946556"/>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Data Structures, </a:t>
          </a:r>
        </a:p>
      </dsp:txBody>
      <dsp:txXfrm>
        <a:off x="39809" y="986365"/>
        <a:ext cx="7800224" cy="735872"/>
      </dsp:txXfrm>
    </dsp:sp>
    <dsp:sp modelId="{083E6DF9-FF45-474B-B9B1-C36D0BCB4DAE}">
      <dsp:nvSpPr>
        <dsp:cNvPr id="0" name=""/>
        <dsp:cNvSpPr/>
      </dsp:nvSpPr>
      <dsp:spPr>
        <a:xfrm>
          <a:off x="0" y="1859967"/>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Algorithms, </a:t>
          </a:r>
        </a:p>
      </dsp:txBody>
      <dsp:txXfrm>
        <a:off x="39809" y="1899776"/>
        <a:ext cx="7800224" cy="735872"/>
      </dsp:txXfrm>
    </dsp:sp>
    <dsp:sp modelId="{A639AE38-BDEB-4C8E-B0E9-03E676AF7926}">
      <dsp:nvSpPr>
        <dsp:cNvPr id="0" name=""/>
        <dsp:cNvSpPr/>
      </dsp:nvSpPr>
      <dsp:spPr>
        <a:xfrm>
          <a:off x="0" y="2773377"/>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Probability and Statistics, </a:t>
          </a:r>
        </a:p>
      </dsp:txBody>
      <dsp:txXfrm>
        <a:off x="39809" y="2813186"/>
        <a:ext cx="7800224" cy="735872"/>
      </dsp:txXfrm>
    </dsp:sp>
    <dsp:sp modelId="{1EC13922-A5FD-459A-BC53-B96D19311172}">
      <dsp:nvSpPr>
        <dsp:cNvPr id="0" name=""/>
        <dsp:cNvSpPr/>
      </dsp:nvSpPr>
      <dsp:spPr>
        <a:xfrm>
          <a:off x="0" y="3686787"/>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Machine Learning.</a:t>
          </a:r>
        </a:p>
      </dsp:txBody>
      <dsp:txXfrm>
        <a:off x="39809" y="3726596"/>
        <a:ext cx="7800224" cy="73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84368"/>
          <a:ext cx="7879842" cy="141716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NLP stands for Natural Language Processing, which is a part of Computer Science, Human language, and Artificial Intelligence. </a:t>
          </a:r>
        </a:p>
      </dsp:txBody>
      <dsp:txXfrm>
        <a:off x="69180" y="153548"/>
        <a:ext cx="7741482" cy="1278802"/>
      </dsp:txXfrm>
    </dsp:sp>
    <dsp:sp modelId="{C50FCA0A-1491-4B1B-8C3E-2F92282F72DC}">
      <dsp:nvSpPr>
        <dsp:cNvPr id="0" name=""/>
        <dsp:cNvSpPr/>
      </dsp:nvSpPr>
      <dsp:spPr>
        <a:xfrm>
          <a:off x="0" y="1559130"/>
          <a:ext cx="7879842" cy="141716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It is the technology that is used by machines to understand, analyze, manipulate, and interpret human's languages. </a:t>
          </a:r>
        </a:p>
      </dsp:txBody>
      <dsp:txXfrm>
        <a:off x="69180" y="1628310"/>
        <a:ext cx="7741482" cy="1278802"/>
      </dsp:txXfrm>
    </dsp:sp>
    <dsp:sp modelId="{D2F7061F-651D-4E86-9495-14D31EDD3978}">
      <dsp:nvSpPr>
        <dsp:cNvPr id="0" name=""/>
        <dsp:cNvSpPr/>
      </dsp:nvSpPr>
      <dsp:spPr>
        <a:xfrm>
          <a:off x="0" y="3033893"/>
          <a:ext cx="7879842" cy="141716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It helps developers to organize knowledge for performing tasks such as translation, automatic summarization, Named Entity Recognition (NER), speech recognition, relationship extraction, and topic segmentation.</a:t>
          </a:r>
        </a:p>
      </dsp:txBody>
      <dsp:txXfrm>
        <a:off x="69180" y="3103073"/>
        <a:ext cx="7741482" cy="12788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470F1-41A1-4699-8271-4DC1120DC252}">
      <dsp:nvSpPr>
        <dsp:cNvPr id="0" name=""/>
        <dsp:cNvSpPr/>
      </dsp:nvSpPr>
      <dsp:spPr>
        <a:xfrm>
          <a:off x="0" y="531"/>
          <a:ext cx="7886700" cy="12447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7CBF1-9CFC-4736-AAF4-FE12F96248BB}">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5F51AD-04E0-4972-97C0-6DFF8110C0F2}">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AI concerned with giving computers the ability to understand text and spoken words in much the same way human beings can.</a:t>
          </a:r>
        </a:p>
      </dsp:txBody>
      <dsp:txXfrm>
        <a:off x="1437631" y="531"/>
        <a:ext cx="6449068" cy="1244702"/>
      </dsp:txXfrm>
    </dsp:sp>
    <dsp:sp modelId="{252F3F39-4FC6-4AD9-B3DA-63C386F1452C}">
      <dsp:nvSpPr>
        <dsp:cNvPr id="0" name=""/>
        <dsp:cNvSpPr/>
      </dsp:nvSpPr>
      <dsp:spPr>
        <a:xfrm>
          <a:off x="0" y="1556410"/>
          <a:ext cx="7886700" cy="12447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46A03F-CE7A-4ECF-9952-DB836D061016}">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0AF453-2808-4DA3-85D3-7C9D8EADE4A3}">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dirty="0"/>
            <a:t>NLP drives computer programs </a:t>
          </a:r>
          <a:r>
            <a:rPr lang="en-US" sz="1700" b="1" kern="1200" dirty="0"/>
            <a:t>that translate text from one language to another, respond to spoken commands —even in real time.</a:t>
          </a:r>
        </a:p>
      </dsp:txBody>
      <dsp:txXfrm>
        <a:off x="1437631" y="1556410"/>
        <a:ext cx="6449068" cy="1244702"/>
      </dsp:txXfrm>
    </dsp:sp>
    <dsp:sp modelId="{3259EFEE-EBE5-4D90-9E04-1C757F0B97A5}">
      <dsp:nvSpPr>
        <dsp:cNvPr id="0" name=""/>
        <dsp:cNvSpPr/>
      </dsp:nvSpPr>
      <dsp:spPr>
        <a:xfrm>
          <a:off x="0" y="3112289"/>
          <a:ext cx="7886700" cy="12447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5BAC6E-3922-4851-B011-1FC73F1804CE}">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C26465-ED98-49F8-8BF0-17E92C3EFA3F}">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dirty="0"/>
            <a:t>There’s a good chance you’ve interacted with NLP in the form of </a:t>
          </a:r>
          <a:r>
            <a:rPr lang="en-US" sz="1700" b="1" kern="1200" dirty="0"/>
            <a:t>voice-operated GPS systems, digital assistants, speech-to-text dictation software, customer service chatbots, and other consumer conveniences.</a:t>
          </a:r>
        </a:p>
      </dsp:txBody>
      <dsp:txXfrm>
        <a:off x="1437631" y="3112289"/>
        <a:ext cx="6449068" cy="12447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FEDCAC-914D-4981-9D42-C8468D85A40D}">
      <dsp:nvSpPr>
        <dsp:cNvPr id="0" name=""/>
        <dsp:cNvSpPr/>
      </dsp:nvSpPr>
      <dsp:spPr>
        <a:xfrm>
          <a:off x="0" y="3569039"/>
          <a:ext cx="4045020" cy="78081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The input and output of an NLP system can be:</a:t>
          </a:r>
        </a:p>
      </dsp:txBody>
      <dsp:txXfrm>
        <a:off x="0" y="3569039"/>
        <a:ext cx="4045020" cy="421642"/>
      </dsp:txXfrm>
    </dsp:sp>
    <dsp:sp modelId="{BD2079DD-8B21-4C65-895E-9BC0C4DB598D}">
      <dsp:nvSpPr>
        <dsp:cNvPr id="0" name=""/>
        <dsp:cNvSpPr/>
      </dsp:nvSpPr>
      <dsp:spPr>
        <a:xfrm>
          <a:off x="0" y="3975065"/>
          <a:ext cx="2022509" cy="359176"/>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Speech</a:t>
          </a:r>
        </a:p>
      </dsp:txBody>
      <dsp:txXfrm>
        <a:off x="0" y="3975065"/>
        <a:ext cx="2022509" cy="359176"/>
      </dsp:txXfrm>
    </dsp:sp>
    <dsp:sp modelId="{AD67FF64-784D-4A03-AB25-B2048FC76100}">
      <dsp:nvSpPr>
        <dsp:cNvPr id="0" name=""/>
        <dsp:cNvSpPr/>
      </dsp:nvSpPr>
      <dsp:spPr>
        <a:xfrm>
          <a:off x="2022510" y="3975065"/>
          <a:ext cx="2022509" cy="359176"/>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t>Written Text</a:t>
          </a:r>
        </a:p>
      </dsp:txBody>
      <dsp:txXfrm>
        <a:off x="2022510" y="3975065"/>
        <a:ext cx="2022509" cy="359176"/>
      </dsp:txXfrm>
    </dsp:sp>
    <dsp:sp modelId="{380B25F6-4680-4495-AA2C-DAA8B8BA4C36}">
      <dsp:nvSpPr>
        <dsp:cNvPr id="0" name=""/>
        <dsp:cNvSpPr/>
      </dsp:nvSpPr>
      <dsp:spPr>
        <a:xfrm rot="10800000">
          <a:off x="0" y="2379853"/>
          <a:ext cx="4045020" cy="1200899"/>
        </a:xfrm>
        <a:prstGeom prst="upArrowCallou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The field of NLP involves making computers to perform useful tasks with the natural languages humans use. </a:t>
          </a:r>
        </a:p>
      </dsp:txBody>
      <dsp:txXfrm rot="10800000">
        <a:off x="0" y="2379853"/>
        <a:ext cx="4045020" cy="780308"/>
      </dsp:txXfrm>
    </dsp:sp>
    <dsp:sp modelId="{FABCD2D3-BF35-482A-ABAE-D565799A6E27}">
      <dsp:nvSpPr>
        <dsp:cNvPr id="0" name=""/>
        <dsp:cNvSpPr/>
      </dsp:nvSpPr>
      <dsp:spPr>
        <a:xfrm rot="10800000">
          <a:off x="0" y="1190666"/>
          <a:ext cx="4045020" cy="1200899"/>
        </a:xfrm>
        <a:prstGeom prst="upArrowCallou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Processing of Natural Language is required when you want an intelligent system like robot to perform as per your instructions, when you want to hear decision from a dialogue based clinical expert system, etc.</a:t>
          </a:r>
        </a:p>
      </dsp:txBody>
      <dsp:txXfrm rot="10800000">
        <a:off x="0" y="1190666"/>
        <a:ext cx="4045020" cy="780308"/>
      </dsp:txXfrm>
    </dsp:sp>
    <dsp:sp modelId="{EDCD4C9B-FBC9-4157-91B7-F13FABE4AE40}">
      <dsp:nvSpPr>
        <dsp:cNvPr id="0" name=""/>
        <dsp:cNvSpPr/>
      </dsp:nvSpPr>
      <dsp:spPr>
        <a:xfrm rot="10800000">
          <a:off x="0" y="1479"/>
          <a:ext cx="4045020" cy="1200899"/>
        </a:xfrm>
        <a:prstGeom prst="upArrowCallou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Natural Language Processing (NLP) refers to AI method of communicating with an intelligent systems using a natural language such as English.</a:t>
          </a:r>
        </a:p>
      </dsp:txBody>
      <dsp:txXfrm rot="10800000">
        <a:off x="0" y="1479"/>
        <a:ext cx="4045020" cy="7803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B2BB4-34B4-4683-84C4-042B7BF0F5F8}">
      <dsp:nvSpPr>
        <dsp:cNvPr id="0" name=""/>
        <dsp:cNvSpPr/>
      </dsp:nvSpPr>
      <dsp:spPr>
        <a:xfrm>
          <a:off x="0" y="25523"/>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Here are some common NLP tasks that you can perform using NLTK: </a:t>
          </a:r>
        </a:p>
      </dsp:txBody>
      <dsp:txXfrm>
        <a:off x="21075" y="46598"/>
        <a:ext cx="7844550" cy="389580"/>
      </dsp:txXfrm>
    </dsp:sp>
    <dsp:sp modelId="{DE8902C4-6CF3-48CF-8830-A5ED6D5348D0}">
      <dsp:nvSpPr>
        <dsp:cNvPr id="0" name=""/>
        <dsp:cNvSpPr/>
      </dsp:nvSpPr>
      <dsp:spPr>
        <a:xfrm>
          <a:off x="0" y="509093"/>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Tokenization</a:t>
          </a:r>
        </a:p>
      </dsp:txBody>
      <dsp:txXfrm>
        <a:off x="21075" y="530168"/>
        <a:ext cx="7844550" cy="389580"/>
      </dsp:txXfrm>
    </dsp:sp>
    <dsp:sp modelId="{729D1565-4A38-4CD4-A72C-8D528D40740B}">
      <dsp:nvSpPr>
        <dsp:cNvPr id="0" name=""/>
        <dsp:cNvSpPr/>
      </dsp:nvSpPr>
      <dsp:spPr>
        <a:xfrm>
          <a:off x="0" y="992664"/>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Stemming</a:t>
          </a:r>
        </a:p>
      </dsp:txBody>
      <dsp:txXfrm>
        <a:off x="21075" y="1013739"/>
        <a:ext cx="7844550" cy="389580"/>
      </dsp:txXfrm>
    </dsp:sp>
    <dsp:sp modelId="{981E5A25-1CF0-4B2A-98B7-4C4A11377D09}">
      <dsp:nvSpPr>
        <dsp:cNvPr id="0" name=""/>
        <dsp:cNvSpPr/>
      </dsp:nvSpPr>
      <dsp:spPr>
        <a:xfrm>
          <a:off x="0" y="1476233"/>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Lemmatization</a:t>
          </a:r>
        </a:p>
      </dsp:txBody>
      <dsp:txXfrm>
        <a:off x="21075" y="1497308"/>
        <a:ext cx="7844550" cy="389580"/>
      </dsp:txXfrm>
    </dsp:sp>
    <dsp:sp modelId="{DA8B5A8E-898C-475F-8F3C-4A76178B04F8}">
      <dsp:nvSpPr>
        <dsp:cNvPr id="0" name=""/>
        <dsp:cNvSpPr/>
      </dsp:nvSpPr>
      <dsp:spPr>
        <a:xfrm>
          <a:off x="0" y="1959803"/>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Stop-Word Removal</a:t>
          </a:r>
        </a:p>
      </dsp:txBody>
      <dsp:txXfrm>
        <a:off x="21075" y="1980878"/>
        <a:ext cx="7844550" cy="389580"/>
      </dsp:txXfrm>
    </dsp:sp>
    <dsp:sp modelId="{65E02052-C4E2-4FDF-9A5B-5128C16E79A0}">
      <dsp:nvSpPr>
        <dsp:cNvPr id="0" name=""/>
        <dsp:cNvSpPr/>
      </dsp:nvSpPr>
      <dsp:spPr>
        <a:xfrm>
          <a:off x="0" y="2443374"/>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POS Tagging</a:t>
          </a:r>
        </a:p>
      </dsp:txBody>
      <dsp:txXfrm>
        <a:off x="21075" y="2464449"/>
        <a:ext cx="7844550" cy="389580"/>
      </dsp:txXfrm>
    </dsp:sp>
    <dsp:sp modelId="{8C9CE152-B566-472E-9D66-EABB1F8DE65A}">
      <dsp:nvSpPr>
        <dsp:cNvPr id="0" name=""/>
        <dsp:cNvSpPr/>
      </dsp:nvSpPr>
      <dsp:spPr>
        <a:xfrm>
          <a:off x="0" y="2926944"/>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Parsing</a:t>
          </a:r>
        </a:p>
      </dsp:txBody>
      <dsp:txXfrm>
        <a:off x="21075" y="2948019"/>
        <a:ext cx="7844550" cy="389580"/>
      </dsp:txXfrm>
    </dsp:sp>
    <dsp:sp modelId="{0F5E0B76-0986-4DDF-BCDF-2928A07D86B2}">
      <dsp:nvSpPr>
        <dsp:cNvPr id="0" name=""/>
        <dsp:cNvSpPr/>
      </dsp:nvSpPr>
      <dsp:spPr>
        <a:xfrm>
          <a:off x="0" y="3410514"/>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Named Entity Recognition</a:t>
          </a:r>
        </a:p>
      </dsp:txBody>
      <dsp:txXfrm>
        <a:off x="21075" y="3431589"/>
        <a:ext cx="7844550" cy="389580"/>
      </dsp:txXfrm>
    </dsp:sp>
    <dsp:sp modelId="{9540E37E-9170-48DB-94B1-2A9AC8323974}">
      <dsp:nvSpPr>
        <dsp:cNvPr id="0" name=""/>
        <dsp:cNvSpPr/>
      </dsp:nvSpPr>
      <dsp:spPr>
        <a:xfrm>
          <a:off x="0" y="3894084"/>
          <a:ext cx="7886700" cy="4317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Coreference </a:t>
          </a:r>
          <a:r>
            <a:rPr lang="en-US" sz="1800" kern="1200">
              <a:latin typeface="Calibri"/>
            </a:rPr>
            <a:t>Resolution</a:t>
          </a:r>
          <a:r>
            <a:rPr lang="en-US" sz="1800" kern="1200"/>
            <a:t>. </a:t>
          </a:r>
        </a:p>
      </dsp:txBody>
      <dsp:txXfrm>
        <a:off x="21075" y="3915159"/>
        <a:ext cx="7844550" cy="3895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89E41-7724-40D3-9B7F-4459A6E1B64D}" type="datetime1">
              <a:rPr lang="en-US" smtClean="0"/>
              <a:pPr/>
              <a:t>8/19/2025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6928C891-08D3-4092-6084-84EC0DA0AF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985"/>
            <a:ext cx="1020433" cy="43767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304A04-E13A-4DF3-AD52-91FDA56BBD70}" type="datetime1">
              <a:rPr lang="en-US" smtClean="0"/>
              <a:pPr/>
              <a:t>8/19/2025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73A0B-B1A3-4CA2-AB05-B192FF086C24}" type="datetime1">
              <a:rPr lang="en-US" smtClean="0"/>
              <a:pPr/>
              <a:t>8/19/2025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E5ACF6-2066-4321-B4DC-5BFD6DBBECD2}" type="datetime1">
              <a:rPr lang="en-US" smtClean="0"/>
              <a:pPr/>
              <a:t>8/19/2025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FA14D3-6EEC-44CE-8C24-CA7D4F6FF054}" type="datetime1">
              <a:rPr lang="en-US" smtClean="0"/>
              <a:pPr/>
              <a:t>8/19/2025</a:t>
            </a:fld>
            <a:endParaRPr lang="en-US"/>
          </a:p>
        </p:txBody>
      </p:sp>
      <p:sp>
        <p:nvSpPr>
          <p:cNvPr id="8" name="Footer Placeholder 7"/>
          <p:cNvSpPr>
            <a:spLocks noGrp="1"/>
          </p:cNvSpPr>
          <p:nvPr>
            <p:ph type="ftr" sz="quarter" idx="11"/>
          </p:nvPr>
        </p:nvSpPr>
        <p:spPr/>
        <p:txBody>
          <a:bodyPr/>
          <a:lstStyle/>
          <a:p>
            <a:r>
              <a:rPr lang="en-US"/>
              <a:t>Ayushi Pandey             IT Project Management                   Unit-1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67ED16-A621-4122-9D3B-78A866A3E9AD}" type="datetime1">
              <a:rPr lang="en-US" smtClean="0"/>
              <a:pPr/>
              <a:t>8/19/2025</a:t>
            </a:fld>
            <a:endParaRPr lang="en-US"/>
          </a:p>
        </p:txBody>
      </p:sp>
      <p:sp>
        <p:nvSpPr>
          <p:cNvPr id="4" name="Footer Placeholder 3"/>
          <p:cNvSpPr>
            <a:spLocks noGrp="1"/>
          </p:cNvSpPr>
          <p:nvPr>
            <p:ph type="ftr" sz="quarter" idx="11"/>
          </p:nvPr>
        </p:nvSpPr>
        <p:spPr/>
        <p:txBody>
          <a:bodyPr/>
          <a:lstStyle/>
          <a:p>
            <a:r>
              <a:rPr lang="en-US"/>
              <a:t>Ayushi Pandey             IT Project Management                   Unit-1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681AE-F933-414E-BFC0-E470FC93A853}" type="datetime1">
              <a:rPr lang="en-US" smtClean="0"/>
              <a:pPr/>
              <a:t>8/19/2025</a:t>
            </a:fld>
            <a:endParaRPr lang="en-US"/>
          </a:p>
        </p:txBody>
      </p:sp>
      <p:sp>
        <p:nvSpPr>
          <p:cNvPr id="3" name="Footer Placeholder 2"/>
          <p:cNvSpPr>
            <a:spLocks noGrp="1"/>
          </p:cNvSpPr>
          <p:nvPr>
            <p:ph type="ftr" sz="quarter" idx="11"/>
          </p:nvPr>
        </p:nvSpPr>
        <p:spPr/>
        <p:txBody>
          <a:bodyPr/>
          <a:lstStyle/>
          <a:p>
            <a:r>
              <a:rPr lang="en-US"/>
              <a:t>Ayushi Pandey             IT Project Management                   Unit-1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BD5AD0-A1B1-40AB-B559-C451484AE376}" type="datetime1">
              <a:rPr lang="en-US" smtClean="0"/>
              <a:pPr/>
              <a:t>8/19/2025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EA641B-9855-4A82-A6DB-2B7ED3804AC8}" type="datetime1">
              <a:rPr lang="en-US" smtClean="0"/>
              <a:pPr/>
              <a:t>8/19/2025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FE0F4-DCE8-4D9F-9742-27323F9D193C}" type="datetime1">
              <a:rPr lang="en-US" smtClean="0"/>
              <a:pPr/>
              <a:t>8/19/2025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1C3CD-528A-4470-92EB-45B8C77E3EF6}" type="datetime1">
              <a:rPr lang="en-US" smtClean="0"/>
              <a:pPr/>
              <a:t>8/19/2025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7C570-3C2D-45E6-8F8A-F5D0B32C7F64}" type="datetime1">
              <a:rPr lang="en-US" smtClean="0"/>
              <a:pPr/>
              <a:t>8/19/2025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Ayushi Pandey             IT Project Management                   Unit-1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3752CF67-DFB6-01E7-E5D1-A13B89EC2DB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986"/>
            <a:ext cx="1283789" cy="5506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oursera.org/lecture/python-text-mining/basic-nlp-tasks-with-nltk-KD8uN" TargetMode="External"/><Relationship Id="rId2" Type="http://schemas.openxmlformats.org/officeDocument/2006/relationships/hyperlink" Target="https://realpython.com/nltk-nlp-python/" TargetMode="External"/><Relationship Id="rId1" Type="http://schemas.openxmlformats.org/officeDocument/2006/relationships/slideLayout" Target="../slideLayouts/slideLayout2.xml"/><Relationship Id="rId6" Type="http://schemas.openxmlformats.org/officeDocument/2006/relationships/hyperlink" Target="https://www.coursera.org/learn/python-text-mining/lecture/sVe8B/regular-expressions" TargetMode="External"/><Relationship Id="rId5" Type="http://schemas.openxmlformats.org/officeDocument/2006/relationships/hyperlink" Target="https://www.coursera.org/projects/regular-expressions-in-python" TargetMode="External"/><Relationship Id="rId4" Type="http://schemas.openxmlformats.org/officeDocument/2006/relationships/hyperlink" Target="https://www.coursera.org/lecture/nlp-sequence-models/learning-word-embeddings-APM5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
            <a:ext cx="80010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mj-lt"/>
              </a:rPr>
              <a:t>Noida Institute of Engineering and Technology, Greater Noida</a:t>
            </a:r>
          </a:p>
        </p:txBody>
      </p:sp>
      <p:sp>
        <p:nvSpPr>
          <p:cNvPr id="3" name="Subtitle 2"/>
          <p:cNvSpPr>
            <a:spLocks noGrp="1"/>
          </p:cNvSpPr>
          <p:nvPr>
            <p:ph type="subTitle" idx="1"/>
          </p:nvPr>
        </p:nvSpPr>
        <p:spPr>
          <a:xfrm>
            <a:off x="1560757" y="811306"/>
            <a:ext cx="6308462" cy="1755662"/>
          </a:xfrm>
        </p:spPr>
        <p:style>
          <a:lnRef idx="2">
            <a:schemeClr val="accent5"/>
          </a:lnRef>
          <a:fillRef idx="1">
            <a:schemeClr val="lt1"/>
          </a:fillRef>
          <a:effectRef idx="0">
            <a:schemeClr val="accent5"/>
          </a:effectRef>
          <a:fontRef idx="minor">
            <a:schemeClr val="dk1"/>
          </a:fontRef>
        </p:style>
        <p:txBody>
          <a:bodyPr>
            <a:noAutofit/>
          </a:bodyPr>
          <a:lstStyle/>
          <a:p>
            <a:pPr lvl="0"/>
            <a:endParaRPr lang="en-IN" sz="3600" b="1" dirty="0">
              <a:solidFill>
                <a:schemeClr val="tx1"/>
              </a:solidFill>
            </a:endParaRPr>
          </a:p>
          <a:p>
            <a:pPr lvl="0"/>
            <a:r>
              <a:rPr lang="en-IN" sz="3600" b="1" dirty="0">
                <a:solidFill>
                  <a:schemeClr val="tx1"/>
                </a:solidFill>
              </a:rPr>
              <a:t>Overview of Natural Language Processing</a:t>
            </a:r>
            <a:endParaRPr lang="en-IN" sz="3600" b="1" dirty="0">
              <a:ea typeface="Times New Roman" panose="02020603050405020304" pitchFamily="18" charset="0"/>
              <a:cs typeface="Times New Roman" panose="02020603050405020304" pitchFamily="18" charset="0"/>
            </a:endParaRPr>
          </a:p>
          <a:p>
            <a:r>
              <a:rPr lang="en-US" sz="3600" b="1" dirty="0">
                <a:solidFill>
                  <a:schemeClr val="tx1"/>
                </a:solidFill>
              </a:rPr>
              <a:t> </a:t>
            </a:r>
          </a:p>
          <a:p>
            <a:endParaRPr lang="en-US" sz="3600" b="1" dirty="0">
              <a:solidFill>
                <a:schemeClr val="tx1"/>
              </a:solidFill>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4" name="Subtitle 2">
            <a:extLst>
              <a:ext uri="{FF2B5EF4-FFF2-40B4-BE49-F238E27FC236}">
                <a16:creationId xmlns:a16="http://schemas.microsoft.com/office/drawing/2014/main" id="{52A85C66-A7C9-422E-3317-F7A8AFD2200A}"/>
              </a:ext>
            </a:extLst>
          </p:cNvPr>
          <p:cNvSpPr txBox="1">
            <a:spLocks/>
          </p:cNvSpPr>
          <p:nvPr/>
        </p:nvSpPr>
        <p:spPr>
          <a:xfrm>
            <a:off x="4326366" y="4475182"/>
            <a:ext cx="4742329" cy="1934957"/>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Mr. M. Abdul Mateen Siddiqui</a:t>
            </a: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Department of CSE (Cyber Security)</a:t>
            </a:r>
          </a:p>
        </p:txBody>
      </p:sp>
      <p:sp>
        <p:nvSpPr>
          <p:cNvPr id="5" name="Subtitle 2">
            <a:extLst>
              <a:ext uri="{FF2B5EF4-FFF2-40B4-BE49-F238E27FC236}">
                <a16:creationId xmlns:a16="http://schemas.microsoft.com/office/drawing/2014/main" id="{5AA270AB-0EED-B0F0-0F72-67C0F5FE01B0}"/>
              </a:ext>
            </a:extLst>
          </p:cNvPr>
          <p:cNvSpPr txBox="1">
            <a:spLocks/>
          </p:cNvSpPr>
          <p:nvPr/>
        </p:nvSpPr>
        <p:spPr>
          <a:xfrm>
            <a:off x="429409" y="3078559"/>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1</a:t>
            </a:r>
          </a:p>
        </p:txBody>
      </p:sp>
      <p:sp>
        <p:nvSpPr>
          <p:cNvPr id="7" name="Subtitle 2">
            <a:extLst>
              <a:ext uri="{FF2B5EF4-FFF2-40B4-BE49-F238E27FC236}">
                <a16:creationId xmlns:a16="http://schemas.microsoft.com/office/drawing/2014/main" id="{BAD393A4-3220-D317-AC7D-F028D14B089C}"/>
              </a:ext>
            </a:extLst>
          </p:cNvPr>
          <p:cNvSpPr txBox="1">
            <a:spLocks/>
          </p:cNvSpPr>
          <p:nvPr/>
        </p:nvSpPr>
        <p:spPr>
          <a:xfrm>
            <a:off x="429409" y="3856917"/>
            <a:ext cx="3222812" cy="868232"/>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Natural Language Processing</a:t>
            </a:r>
          </a:p>
          <a:p>
            <a:pPr algn="ctr">
              <a:spcBef>
                <a:spcPct val="20000"/>
              </a:spcBef>
              <a:defRPr/>
            </a:pPr>
            <a:r>
              <a:rPr lang="en-US" sz="2000" dirty="0">
                <a:solidFill>
                  <a:schemeClr val="tx1"/>
                </a:solidFill>
              </a:rPr>
              <a:t>Subject Code: ACSAI0712 </a:t>
            </a:r>
          </a:p>
        </p:txBody>
      </p:sp>
      <p:sp>
        <p:nvSpPr>
          <p:cNvPr id="8" name="Subtitle 2">
            <a:extLst>
              <a:ext uri="{FF2B5EF4-FFF2-40B4-BE49-F238E27FC236}">
                <a16:creationId xmlns:a16="http://schemas.microsoft.com/office/drawing/2014/main" id="{D79B5851-A43B-3EDB-1C7A-32DAB238918E}"/>
              </a:ext>
            </a:extLst>
          </p:cNvPr>
          <p:cNvSpPr txBox="1">
            <a:spLocks/>
          </p:cNvSpPr>
          <p:nvPr/>
        </p:nvSpPr>
        <p:spPr>
          <a:xfrm>
            <a:off x="429409" y="4970107"/>
            <a:ext cx="2147047" cy="694765"/>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VII Sem</a:t>
            </a:r>
          </a:p>
        </p:txBody>
      </p:sp>
      <p:pic>
        <p:nvPicPr>
          <p:cNvPr id="9" name="Picture 4" descr="C:\Users\Manks\Downloads\speak.png">
            <a:extLst>
              <a:ext uri="{FF2B5EF4-FFF2-40B4-BE49-F238E27FC236}">
                <a16:creationId xmlns:a16="http://schemas.microsoft.com/office/drawing/2014/main" id="{C68C91B5-0EFD-CC34-208A-2A09A0E29E9E}"/>
              </a:ext>
            </a:extLst>
          </p:cNvPr>
          <p:cNvPicPr>
            <a:picLocks noChangeAspect="1" noChangeArrowheads="1"/>
          </p:cNvPicPr>
          <p:nvPr/>
        </p:nvPicPr>
        <p:blipFill>
          <a:blip r:embed="rId3" cstate="print"/>
          <a:srcRect/>
          <a:stretch>
            <a:fillRect/>
          </a:stretch>
        </p:blipFill>
        <p:spPr bwMode="auto">
          <a:xfrm>
            <a:off x="6966473" y="2639846"/>
            <a:ext cx="1524000" cy="1524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a:latin typeface="+mj-lt"/>
                <a:cs typeface="Times New Roman" panose="02020603050405020304" pitchFamily="18" charset="0"/>
              </a:rPr>
              <a:t>Faculty Introduction</a:t>
            </a:r>
          </a:p>
        </p:txBody>
      </p:sp>
      <p:sp>
        <p:nvSpPr>
          <p:cNvPr id="2" name="Content Placeholder 2">
            <a:extLst>
              <a:ext uri="{FF2B5EF4-FFF2-40B4-BE49-F238E27FC236}">
                <a16:creationId xmlns:a16="http://schemas.microsoft.com/office/drawing/2014/main" id="{72547F92-CCAC-294E-55CC-BFFF62826B8B}"/>
              </a:ext>
            </a:extLst>
          </p:cNvPr>
          <p:cNvSpPr txBox="1">
            <a:spLocks noGrp="1" noChangeArrowheads="1"/>
          </p:cNvSpPr>
          <p:nvPr>
            <p:ph idx="1"/>
          </p:nvPr>
        </p:nvSpPr>
        <p:spPr bwMode="auto">
          <a:xfrm>
            <a:off x="533400" y="1143000"/>
            <a:ext cx="8229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a:r>
              <a:rPr lang="en-IN" sz="2400" b="1" dirty="0">
                <a:latin typeface="Times New Roman" panose="02020603050405020304" pitchFamily="18" charset="0"/>
                <a:cs typeface="Times New Roman" panose="02020603050405020304" pitchFamily="18" charset="0"/>
              </a:rPr>
              <a:t>Name : Mr. M. Abdul Mateen Siddiqui</a:t>
            </a:r>
            <a:endParaRPr lang="en-IN" sz="2400" dirty="0">
              <a:latin typeface="Times New Roman" panose="02020603050405020304" pitchFamily="18" charset="0"/>
              <a:cs typeface="Times New Roman" panose="02020603050405020304" pitchFamily="18" charset="0"/>
            </a:endParaRPr>
          </a:p>
          <a:p>
            <a:pPr marL="342900" indent="-342900"/>
            <a:r>
              <a:rPr lang="en-IN" sz="2400" b="1" dirty="0">
                <a:latin typeface="Times New Roman" panose="02020603050405020304" pitchFamily="18" charset="0"/>
                <a:cs typeface="Times New Roman" panose="02020603050405020304" pitchFamily="18" charset="0"/>
              </a:rPr>
              <a:t>Qualification: </a:t>
            </a:r>
            <a:r>
              <a:rPr lang="en-IN" sz="2400" dirty="0">
                <a:latin typeface="Times New Roman" panose="02020603050405020304" pitchFamily="18" charset="0"/>
                <a:cs typeface="Times New Roman" panose="02020603050405020304" pitchFamily="18" charset="0"/>
              </a:rPr>
              <a:t>B. Tech (CSE),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 Tech (CSE-CFIS), Ph. D (Pursuing)</a:t>
            </a:r>
          </a:p>
          <a:p>
            <a:pPr marL="342900" indent="-342900"/>
            <a:r>
              <a:rPr lang="en-IN" sz="2400" b="1" dirty="0">
                <a:latin typeface="Times New Roman" panose="02020603050405020304" pitchFamily="18" charset="0"/>
                <a:cs typeface="Times New Roman" panose="02020603050405020304" pitchFamily="18" charset="0"/>
              </a:rPr>
              <a:t>Area of Specialization: </a:t>
            </a:r>
            <a:r>
              <a:rPr lang="en-IN" sz="2400" dirty="0">
                <a:latin typeface="Times New Roman" panose="02020603050405020304" pitchFamily="18" charset="0"/>
                <a:cs typeface="Times New Roman" panose="02020603050405020304" pitchFamily="18" charset="0"/>
              </a:rPr>
              <a:t>Cyber Forensics, Information Security, Digital Forensics, Smart Wearable Devices and IoT Devices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Syllabus</a:t>
            </a:r>
            <a:r>
              <a:rPr lang="en-US" sz="3200">
                <a:latin typeface="+mj-lt"/>
              </a:rPr>
              <a:t> </a:t>
            </a:r>
            <a:endParaRPr kumimoji="0" lang="en-US" sz="3200" b="0" i="0" u="none" strike="noStrike" kern="1200" cap="none" spc="0" normalizeH="0" baseline="0" noProof="0">
              <a:ln>
                <a:noFill/>
              </a:ln>
              <a:solidFill>
                <a:schemeClr val="dk1"/>
              </a:solidFill>
              <a:effectLst/>
              <a:uLnTx/>
              <a:uFillTx/>
              <a:latin typeface="+mj-lt"/>
            </a:endParaRPr>
          </a:p>
        </p:txBody>
      </p:sp>
      <p:pic>
        <p:nvPicPr>
          <p:cNvPr id="8" name="Picture 7"/>
          <p:cNvPicPr>
            <a:picLocks noChangeAspect="1"/>
          </p:cNvPicPr>
          <p:nvPr/>
        </p:nvPicPr>
        <p:blipFill>
          <a:blip r:embed="rId2"/>
          <a:stretch>
            <a:fillRect/>
          </a:stretch>
        </p:blipFill>
        <p:spPr>
          <a:xfrm>
            <a:off x="899372" y="795253"/>
            <a:ext cx="7787428" cy="5561097"/>
          </a:xfrm>
          <a:prstGeom prst="rect">
            <a:avLst/>
          </a:prstGeom>
        </p:spPr>
      </p:pic>
    </p:spTree>
    <p:extLst>
      <p:ext uri="{BB962C8B-B14F-4D97-AF65-F5344CB8AC3E}">
        <p14:creationId xmlns:p14="http://schemas.microsoft.com/office/powerpoint/2010/main" val="2238392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a:cs typeface="Times New Roman" panose="02020603050405020304" pitchFamily="18" charset="0"/>
              </a:rPr>
              <a:t>Syllabus</a:t>
            </a:r>
            <a:r>
              <a:rPr lang="en-US" sz="2400"/>
              <a:t> </a:t>
            </a: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533400" y="838200"/>
            <a:ext cx="8249376" cy="4407877"/>
          </a:xfrm>
          <a:prstGeom prst="rect">
            <a:avLst/>
          </a:prstGeom>
        </p:spPr>
      </p:pic>
      <p:pic>
        <p:nvPicPr>
          <p:cNvPr id="8" name="Picture 7"/>
          <p:cNvPicPr>
            <a:picLocks noChangeAspect="1"/>
          </p:cNvPicPr>
          <p:nvPr/>
        </p:nvPicPr>
        <p:blipFill>
          <a:blip r:embed="rId3"/>
          <a:stretch>
            <a:fillRect/>
          </a:stretch>
        </p:blipFill>
        <p:spPr>
          <a:xfrm>
            <a:off x="533400" y="5273450"/>
            <a:ext cx="8249376" cy="1219200"/>
          </a:xfrm>
          <a:prstGeom prst="rect">
            <a:avLst/>
          </a:prstGeom>
        </p:spPr>
      </p:pic>
    </p:spTree>
    <p:extLst>
      <p:ext uri="{BB962C8B-B14F-4D97-AF65-F5344CB8AC3E}">
        <p14:creationId xmlns:p14="http://schemas.microsoft.com/office/powerpoint/2010/main" val="28977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Video Links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sp>
        <p:nvSpPr>
          <p:cNvPr id="8" name="Content Placeholder 2"/>
          <p:cNvSpPr>
            <a:spLocks noGrp="1"/>
          </p:cNvSpPr>
          <p:nvPr>
            <p:ph idx="1"/>
          </p:nvPr>
        </p:nvSpPr>
        <p:spPr>
          <a:xfrm>
            <a:off x="533400" y="1143000"/>
            <a:ext cx="8229600" cy="4343399"/>
          </a:xfrm>
        </p:spPr>
        <p:txBody>
          <a:bodyPr>
            <a:normAutofit fontScale="92500" lnSpcReduction="20000"/>
          </a:bodyPr>
          <a:lstStyle/>
          <a:p>
            <a:pPr>
              <a:lnSpc>
                <a:spcPct val="150000"/>
              </a:lnSpc>
              <a:buFont typeface="Wingdings" panose="05000000000000000000" pitchFamily="2" charset="2"/>
              <a:buChar char="Ø"/>
            </a:pPr>
            <a:r>
              <a:rPr lang="en-US">
                <a:hlinkClick r:id="rId2"/>
              </a:rPr>
              <a:t>https://realpython.com/nltk-nlp-python/</a:t>
            </a:r>
            <a:endParaRPr lang="en-US"/>
          </a:p>
          <a:p>
            <a:pPr>
              <a:buFont typeface="Wingdings" panose="05000000000000000000" pitchFamily="2" charset="2"/>
              <a:buChar char="Ø"/>
            </a:pPr>
            <a:r>
              <a:rPr lang="en-US">
                <a:hlinkClick r:id="rId3"/>
              </a:rPr>
              <a:t>https://www.coursera.org/lecture/python-text-mining/basic-nlp-tasks-with-nltk-KD8uN</a:t>
            </a:r>
            <a:endParaRPr lang="en-US"/>
          </a:p>
          <a:p>
            <a:pPr>
              <a:buFont typeface="Wingdings" panose="05000000000000000000" pitchFamily="2" charset="2"/>
              <a:buChar char="Ø"/>
            </a:pPr>
            <a:r>
              <a:rPr lang="en-US">
                <a:hlinkClick r:id="rId4"/>
              </a:rPr>
              <a:t>https://www.coursera.org/lecture/nlp-sequence-models/learning-word-embeddings-APM5s</a:t>
            </a:r>
            <a:endParaRPr lang="en-US"/>
          </a:p>
          <a:p>
            <a:pPr>
              <a:buFont typeface="Wingdings" panose="05000000000000000000" pitchFamily="2" charset="2"/>
              <a:buChar char="Ø"/>
            </a:pPr>
            <a:r>
              <a:rPr lang="en-US">
                <a:hlinkClick r:id="rId5"/>
              </a:rPr>
              <a:t>https://www.coursera.org/projects/regular-expressions-in-python</a:t>
            </a:r>
            <a:endParaRPr lang="en-US"/>
          </a:p>
          <a:p>
            <a:pPr>
              <a:buFont typeface="Wingdings" panose="05000000000000000000" pitchFamily="2" charset="2"/>
              <a:buChar char="Ø"/>
            </a:pPr>
            <a:r>
              <a:rPr lang="en-US">
                <a:hlinkClick r:id="rId6"/>
              </a:rPr>
              <a:t>https://www.coursera.org/learn/python-text-mining/lecture/sVe8B/regular-expressions</a:t>
            </a:r>
            <a:endParaRPr lang="en-US"/>
          </a:p>
          <a:p>
            <a:pPr marL="0" indent="0">
              <a:buNone/>
            </a:pPr>
            <a:endParaRPr lang="en-US"/>
          </a:p>
        </p:txBody>
      </p:sp>
    </p:spTree>
    <p:extLst>
      <p:ext uri="{BB962C8B-B14F-4D97-AF65-F5344CB8AC3E}">
        <p14:creationId xmlns:p14="http://schemas.microsoft.com/office/powerpoint/2010/main" val="218197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00600"/>
          </a:xfrm>
        </p:spPr>
        <p:txBody>
          <a:bodyPr>
            <a:normAutofit/>
          </a:bodyPr>
          <a:lstStyle/>
          <a:p>
            <a:pPr>
              <a:lnSpc>
                <a:spcPct val="160000"/>
              </a:lnSpc>
              <a:buFont typeface="Wingdings" panose="05000000000000000000" pitchFamily="2" charset="2"/>
              <a:buChar char="Ø"/>
            </a:pPr>
            <a:r>
              <a:rPr lang="en-US"/>
              <a:t>The course aims to provide an understanding of the foundational concepts and techniques in NLP. </a:t>
            </a:r>
          </a:p>
          <a:p>
            <a:pPr>
              <a:lnSpc>
                <a:spcPct val="160000"/>
              </a:lnSpc>
              <a:buFont typeface="Wingdings" panose="05000000000000000000" pitchFamily="2" charset="2"/>
              <a:buChar char="Ø"/>
            </a:pPr>
            <a:r>
              <a:rPr lang="en-US"/>
              <a:t>The focus is on providing application-based knowledge.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Course Objective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spTree>
    <p:extLst>
      <p:ext uri="{BB962C8B-B14F-4D97-AF65-F5344CB8AC3E}">
        <p14:creationId xmlns:p14="http://schemas.microsoft.com/office/powerpoint/2010/main" val="394878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Course Outcome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graphicFrame>
        <p:nvGraphicFramePr>
          <p:cNvPr id="8" name="Table 3">
            <a:extLst>
              <a:ext uri="{FF2B5EF4-FFF2-40B4-BE49-F238E27FC236}">
                <a16:creationId xmlns:a16="http://schemas.microsoft.com/office/drawing/2014/main" id="{DE10CC19-1C4B-4E58-B63B-552288FB6FC7}"/>
              </a:ext>
            </a:extLst>
          </p:cNvPr>
          <p:cNvGraphicFramePr>
            <a:graphicFrameLocks noGrp="1"/>
          </p:cNvGraphicFramePr>
          <p:nvPr>
            <p:extLst>
              <p:ext uri="{D42A27DB-BD31-4B8C-83A1-F6EECF244321}">
                <p14:modId xmlns:p14="http://schemas.microsoft.com/office/powerpoint/2010/main" val="3709884707"/>
              </p:ext>
            </p:extLst>
          </p:nvPr>
        </p:nvGraphicFramePr>
        <p:xfrm>
          <a:off x="457200" y="928834"/>
          <a:ext cx="8382000" cy="5427516"/>
        </p:xfrm>
        <a:graphic>
          <a:graphicData uri="http://schemas.openxmlformats.org/drawingml/2006/table">
            <a:tbl>
              <a:tblPr firstRow="1" bandRow="1">
                <a:tableStyleId>{5C22544A-7EE6-4342-B048-85BDC9FD1C3A}</a:tableStyleId>
              </a:tblPr>
              <a:tblGrid>
                <a:gridCol w="1157392">
                  <a:extLst>
                    <a:ext uri="{9D8B030D-6E8A-4147-A177-3AD203B41FA5}">
                      <a16:colId xmlns:a16="http://schemas.microsoft.com/office/drawing/2014/main" val="1078138596"/>
                    </a:ext>
                  </a:extLst>
                </a:gridCol>
                <a:gridCol w="6005801">
                  <a:extLst>
                    <a:ext uri="{9D8B030D-6E8A-4147-A177-3AD203B41FA5}">
                      <a16:colId xmlns:a16="http://schemas.microsoft.com/office/drawing/2014/main" val="4047431709"/>
                    </a:ext>
                  </a:extLst>
                </a:gridCol>
                <a:gridCol w="1218807">
                  <a:extLst>
                    <a:ext uri="{9D8B030D-6E8A-4147-A177-3AD203B41FA5}">
                      <a16:colId xmlns:a16="http://schemas.microsoft.com/office/drawing/2014/main" val="2436760275"/>
                    </a:ext>
                  </a:extLst>
                </a:gridCol>
              </a:tblGrid>
              <a:tr h="1332797">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CO1</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b="1" kern="1200">
                          <a:solidFill>
                            <a:schemeClr val="tx1">
                              <a:lumMod val="75000"/>
                              <a:lumOff val="25000"/>
                            </a:schemeClr>
                          </a:solidFill>
                          <a:effectLst/>
                          <a:latin typeface="+mn-lt"/>
                          <a:ea typeface="+mn-ea"/>
                          <a:cs typeface="+mn-cs"/>
                        </a:rPr>
                        <a:t>Discuss the emerging trends and challenges in NLP and perform the basic NLP tasks using some NLP library. </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K2</a:t>
                      </a:r>
                    </a:p>
                  </a:txBody>
                  <a:tcPr/>
                </a:tc>
                <a:extLst>
                  <a:ext uri="{0D108BD9-81ED-4DB2-BD59-A6C34878D82A}">
                    <a16:rowId xmlns:a16="http://schemas.microsoft.com/office/drawing/2014/main" val="3890275415"/>
                  </a:ext>
                </a:extLst>
              </a:tr>
              <a:tr h="125029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CO2 </a:t>
                      </a:r>
                    </a:p>
                  </a:txBody>
                  <a:tcPr/>
                </a:tc>
                <a:tc>
                  <a:txBody>
                    <a:bodyPr/>
                    <a:lstStyle/>
                    <a:p>
                      <a:pPr marL="0" marR="0" algn="ctr">
                        <a:lnSpc>
                          <a:spcPct val="100000"/>
                        </a:lnSpc>
                      </a:pPr>
                      <a:r>
                        <a:rPr lang="en-IN" sz="2400" b="1" kern="1200">
                          <a:solidFill>
                            <a:schemeClr val="tx1">
                              <a:lumMod val="75000"/>
                              <a:lumOff val="25000"/>
                            </a:schemeClr>
                          </a:solidFill>
                          <a:effectLst/>
                          <a:latin typeface="+mn-lt"/>
                          <a:ea typeface="+mn-ea"/>
                          <a:cs typeface="+mn-cs"/>
                        </a:rPr>
                        <a:t>Apply regular expressions for data cleaning and understand the fundamental concepts and theories underlying NLP.</a:t>
                      </a:r>
                      <a:endParaRPr lang="en-US" sz="2400" b="1" kern="1200">
                        <a:solidFill>
                          <a:schemeClr val="tx1">
                            <a:lumMod val="75000"/>
                            <a:lumOff val="25000"/>
                          </a:schemeClr>
                        </a:solidFill>
                        <a:effectLst/>
                        <a:latin typeface="+mn-lt"/>
                        <a:ea typeface="+mn-ea"/>
                        <a:cs typeface="+mn-cs"/>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248753504"/>
                  </a:ext>
                </a:extLst>
              </a:tr>
              <a:tr h="702331">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CO3</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Extract features and find similarity in text data.</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3766692740"/>
                  </a:ext>
                </a:extLst>
              </a:tr>
              <a:tr h="101682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CO4</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Implement NLP techniques to design real-world NLP applications </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419297893"/>
                  </a:ext>
                </a:extLst>
              </a:tr>
              <a:tr h="112526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CO5</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kern="1200">
                          <a:solidFill>
                            <a:schemeClr val="tx1">
                              <a:lumMod val="75000"/>
                              <a:lumOff val="25000"/>
                            </a:schemeClr>
                          </a:solidFill>
                          <a:effectLst/>
                          <a:latin typeface="+mn-lt"/>
                          <a:ea typeface="+mn-ea"/>
                          <a:cs typeface="+mn-cs"/>
                        </a:rPr>
                        <a:t>Apply advanced techniques like sequential modelling and attention mechanism to develop NLP applications</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K4</a:t>
                      </a:r>
                    </a:p>
                  </a:txBody>
                  <a:tcPr/>
                </a:tc>
                <a:extLst>
                  <a:ext uri="{0D108BD9-81ED-4DB2-BD59-A6C34878D82A}">
                    <a16:rowId xmlns:a16="http://schemas.microsoft.com/office/drawing/2014/main" val="1008236342"/>
                  </a:ext>
                </a:extLst>
              </a:tr>
            </a:tbl>
          </a:graphicData>
        </a:graphic>
      </p:graphicFrame>
    </p:spTree>
    <p:extLst>
      <p:ext uri="{BB962C8B-B14F-4D97-AF65-F5344CB8AC3E}">
        <p14:creationId xmlns:p14="http://schemas.microsoft.com/office/powerpoint/2010/main" val="20664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71600"/>
            <a:ext cx="8305800" cy="4648200"/>
          </a:xfrm>
        </p:spPr>
        <p:txBody>
          <a:bodyPr>
            <a:noAutofit/>
          </a:bodyPr>
          <a:lstStyle/>
          <a:p>
            <a:pPr marL="0" indent="0" algn="just">
              <a:buNone/>
            </a:pPr>
            <a:r>
              <a:rPr lang="en-US" sz="2400" b="1">
                <a:cs typeface="Times New Roman" panose="02020603050405020304" pitchFamily="18" charset="0"/>
              </a:rPr>
              <a:t>1. Engineering knowledge:</a:t>
            </a:r>
            <a:r>
              <a:rPr lang="en-US" sz="2400">
                <a:cs typeface="Times New Roman" panose="02020603050405020304" pitchFamily="18" charset="0"/>
              </a:rPr>
              <a:t> Apply the knowledge of mathematics, science, engineering fundamentals, and an engineering specialization for the solution of complex engineering problems. </a:t>
            </a:r>
          </a:p>
          <a:p>
            <a:pPr marL="0" indent="0" algn="just">
              <a:buNone/>
            </a:pPr>
            <a:r>
              <a:rPr lang="en-US" sz="2400" b="1">
                <a:cs typeface="Times New Roman" panose="02020603050405020304" pitchFamily="18" charset="0"/>
              </a:rPr>
              <a:t>2. Problem analysis:</a:t>
            </a:r>
            <a:r>
              <a:rPr lang="en-US" sz="2400">
                <a:cs typeface="Times New Roman" panose="02020603050405020304" pitchFamily="18" charset="0"/>
              </a:rPr>
              <a:t> Identify, formulate, research literature, and analyze complex engineering problems reaching substantiated conclusions using first principles of mathematics, natural sciences, and engineering sciences.</a:t>
            </a:r>
            <a:endParaRPr lang="en-IN" sz="2400">
              <a:cs typeface="Times New Roman" panose="02020603050405020304" pitchFamily="18" charset="0"/>
            </a:endParaRPr>
          </a:p>
          <a:p>
            <a:pPr marL="0" indent="0" algn="just">
              <a:buNone/>
            </a:pPr>
            <a:r>
              <a:rPr lang="en-US" sz="2400" b="1">
                <a:cs typeface="Times New Roman" panose="02020603050405020304" pitchFamily="18" charset="0"/>
              </a:rPr>
              <a:t>3. Design/development of solutions:</a:t>
            </a:r>
            <a:r>
              <a:rPr lang="en-US" sz="240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 </a:t>
            </a: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latin typeface="+mj-lt"/>
                <a:cs typeface="Times New Roman" panose="02020603050405020304" pitchFamily="18" charset="0"/>
              </a:rPr>
              <a:t>Program Outcome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spTree>
    <p:extLst>
      <p:ext uri="{BB962C8B-B14F-4D97-AF65-F5344CB8AC3E}">
        <p14:creationId xmlns:p14="http://schemas.microsoft.com/office/powerpoint/2010/main" val="424025261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305800" cy="4800600"/>
          </a:xfrm>
        </p:spPr>
        <p:txBody>
          <a:bodyPr>
            <a:noAutofit/>
          </a:bodyPr>
          <a:lstStyle/>
          <a:p>
            <a:pPr marL="0" indent="0" algn="just">
              <a:buNone/>
            </a:pPr>
            <a:r>
              <a:rPr lang="en-US" sz="2400">
                <a:cs typeface="Times New Roman" panose="02020603050405020304" pitchFamily="18" charset="0"/>
              </a:rPr>
              <a:t>4. </a:t>
            </a:r>
            <a:r>
              <a:rPr lang="en-US" sz="2400" b="1">
                <a:cs typeface="Times New Roman" panose="02020603050405020304" pitchFamily="18" charset="0"/>
              </a:rPr>
              <a:t>Conduct investigations of complex problems:</a:t>
            </a:r>
            <a:r>
              <a:rPr lang="en-US" sz="2400">
                <a:cs typeface="Times New Roman" panose="02020603050405020304" pitchFamily="18" charset="0"/>
              </a:rPr>
              <a:t> Use research based knowledge and research methods including design of experiments, analysis and interpretation of data, and synthesis of information to provide valid conclusions. </a:t>
            </a:r>
            <a:endParaRPr lang="en-IN" sz="2400">
              <a:cs typeface="Times New Roman" panose="02020603050405020304" pitchFamily="18" charset="0"/>
            </a:endParaRPr>
          </a:p>
          <a:p>
            <a:pPr marL="0" indent="0" algn="just">
              <a:buNone/>
            </a:pPr>
            <a:r>
              <a:rPr lang="en-US" sz="2400">
                <a:cs typeface="Times New Roman" panose="02020603050405020304" pitchFamily="18" charset="0"/>
              </a:rPr>
              <a:t>5. </a:t>
            </a:r>
            <a:r>
              <a:rPr lang="en-US" sz="2400" b="1">
                <a:cs typeface="Times New Roman" panose="02020603050405020304" pitchFamily="18" charset="0"/>
              </a:rPr>
              <a:t>Modern tool usage:</a:t>
            </a:r>
            <a:r>
              <a:rPr lang="en-US" sz="240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 </a:t>
            </a:r>
          </a:p>
          <a:p>
            <a:pPr marL="0" indent="0" algn="just">
              <a:buNone/>
            </a:pPr>
            <a:r>
              <a:rPr lang="en-US" sz="2400">
                <a:cs typeface="Times New Roman" panose="02020603050405020304" pitchFamily="18" charset="0"/>
              </a:rPr>
              <a:t>6. </a:t>
            </a:r>
            <a:r>
              <a:rPr lang="en-US" sz="2400" b="1">
                <a:cs typeface="Times New Roman" panose="02020603050405020304" pitchFamily="18" charset="0"/>
              </a:rPr>
              <a:t>The engineer and society:</a:t>
            </a:r>
            <a:r>
              <a:rPr lang="en-US" sz="240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 </a:t>
            </a:r>
            <a:endParaRPr lang="en-IN" sz="2400">
              <a:cs typeface="Times New Roman" panose="02020603050405020304" pitchFamily="18" charset="0"/>
            </a:endParaRPr>
          </a:p>
          <a:p>
            <a:pPr marL="0" indent="0" algn="just">
              <a:buNone/>
            </a:pP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panose="02020603050405020304" pitchFamily="18" charset="0"/>
              </a:rPr>
              <a:t>Program Outcome</a:t>
            </a:r>
            <a:r>
              <a:rPr lang="en-US" sz="3200" b="1">
                <a:latin typeface="Times New Roman" panose="02020603050405020304" pitchFamily="18" charset="0"/>
                <a:cs typeface="Times New Roman" panose="02020603050405020304" pitchFamily="18" charset="0"/>
              </a:rPr>
              <a:t> </a:t>
            </a:r>
            <a:endParaRPr kumimoji="0" lang="en-US" sz="32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9756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39849"/>
            <a:ext cx="8305800" cy="4451351"/>
          </a:xfrm>
        </p:spPr>
        <p:txBody>
          <a:bodyPr>
            <a:noAutofit/>
          </a:bodyPr>
          <a:lstStyle/>
          <a:p>
            <a:pPr marL="0" indent="0" algn="just">
              <a:lnSpc>
                <a:spcPct val="120000"/>
              </a:lnSpc>
              <a:buNone/>
            </a:pPr>
            <a:r>
              <a:rPr lang="en-US" sz="2400" b="1">
                <a:cs typeface="Times New Roman" panose="02020603050405020304" pitchFamily="18" charset="0"/>
              </a:rPr>
              <a:t>7. Environment and sustainability:</a:t>
            </a:r>
            <a:r>
              <a:rPr lang="en-US" sz="2400">
                <a:cs typeface="Times New Roman" panose="02020603050405020304" pitchFamily="18" charset="0"/>
              </a:rPr>
              <a:t> Understand the impact of the professional engineering solutions in societal and environmental contexts, and demonstrate the knowledge of, and need for sustainable development. </a:t>
            </a:r>
          </a:p>
          <a:p>
            <a:pPr marL="0" indent="0" algn="just">
              <a:lnSpc>
                <a:spcPct val="120000"/>
              </a:lnSpc>
              <a:buNone/>
            </a:pPr>
            <a:r>
              <a:rPr lang="en-US" sz="2400" b="1">
                <a:cs typeface="Times New Roman" panose="02020603050405020304" pitchFamily="18" charset="0"/>
              </a:rPr>
              <a:t>8. Ethics:</a:t>
            </a:r>
            <a:r>
              <a:rPr lang="en-US" sz="2400">
                <a:cs typeface="Times New Roman" panose="02020603050405020304" pitchFamily="18" charset="0"/>
              </a:rPr>
              <a:t> Apply ethical principles and commit to professional ethics and responsibilities and norms of the engineering practice. </a:t>
            </a:r>
            <a:endParaRPr lang="en-IN" sz="2400">
              <a:cs typeface="Times New Roman" panose="02020603050405020304" pitchFamily="18" charset="0"/>
            </a:endParaRPr>
          </a:p>
          <a:p>
            <a:pPr marL="0" indent="0" algn="just">
              <a:lnSpc>
                <a:spcPct val="120000"/>
              </a:lnSpc>
              <a:buNone/>
            </a:pPr>
            <a:r>
              <a:rPr lang="en-US" sz="2400" b="1">
                <a:cs typeface="Times New Roman" panose="02020603050405020304" pitchFamily="18" charset="0"/>
              </a:rPr>
              <a:t>9. Individual and team work:</a:t>
            </a:r>
            <a:r>
              <a:rPr lang="en-US" sz="2400">
                <a:cs typeface="Times New Roman" panose="02020603050405020304" pitchFamily="18" charset="0"/>
              </a:rPr>
              <a:t> Function effectively as an individual, and as a member or leader in diverse teams, and in multidisciplinary settings.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16138"/>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defRPr sz="3200" b="1">
                <a:cs typeface="Times New Roman" panose="02020603050405020304" pitchFamily="18" charset="0"/>
              </a:defRPr>
            </a:lvl1pPr>
          </a:lstStyle>
          <a:p>
            <a:r>
              <a:rPr lang="en-US"/>
              <a:t>Program Outcome </a:t>
            </a:r>
          </a:p>
        </p:txBody>
      </p:sp>
    </p:spTree>
    <p:extLst>
      <p:ext uri="{BB962C8B-B14F-4D97-AF65-F5344CB8AC3E}">
        <p14:creationId xmlns:p14="http://schemas.microsoft.com/office/powerpoint/2010/main" val="409956814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53000"/>
          </a:xfrm>
        </p:spPr>
        <p:txBody>
          <a:bodyPr>
            <a:noAutofit/>
          </a:bodyPr>
          <a:lstStyle/>
          <a:p>
            <a:pPr marL="0" indent="0" algn="just">
              <a:lnSpc>
                <a:spcPct val="120000"/>
              </a:lnSpc>
              <a:buNone/>
            </a:pPr>
            <a:r>
              <a:rPr lang="en-US" sz="2000">
                <a:cs typeface="Times New Roman" panose="02020603050405020304" pitchFamily="18" charset="0"/>
              </a:rPr>
              <a:t>10. </a:t>
            </a:r>
            <a:r>
              <a:rPr lang="en-US" sz="2000" b="1">
                <a:cs typeface="Times New Roman" panose="02020603050405020304" pitchFamily="18" charset="0"/>
              </a:rPr>
              <a:t>Communication: </a:t>
            </a:r>
            <a:r>
              <a:rPr lang="en-US" sz="2000">
                <a:cs typeface="Times New Roman" panose="02020603050405020304" pitchFamily="18" charset="0"/>
              </a:rPr>
              <a:t>Communicate effectively on complex engineering activities with the engineering community and with the society at large, such as, being able to comprehend and write effective reports and design documentation, make effective presentations, and give and receive clear instructions. </a:t>
            </a:r>
            <a:endParaRPr lang="en-IN" sz="2000">
              <a:cs typeface="Times New Roman" panose="02020603050405020304" pitchFamily="18" charset="0"/>
            </a:endParaRPr>
          </a:p>
          <a:p>
            <a:pPr marL="0" indent="0" algn="just">
              <a:lnSpc>
                <a:spcPct val="120000"/>
              </a:lnSpc>
              <a:buNone/>
            </a:pPr>
            <a:r>
              <a:rPr lang="en-US" sz="2000">
                <a:cs typeface="Times New Roman" panose="02020603050405020304" pitchFamily="18" charset="0"/>
              </a:rPr>
              <a:t>11. </a:t>
            </a:r>
            <a:r>
              <a:rPr lang="en-US" sz="2000" b="1">
                <a:cs typeface="Times New Roman" panose="02020603050405020304" pitchFamily="18" charset="0"/>
              </a:rPr>
              <a:t>Project management and finance: </a:t>
            </a:r>
            <a:r>
              <a:rPr lang="en-US" sz="2000">
                <a:cs typeface="Times New Roman" panose="02020603050405020304" pitchFamily="18" charset="0"/>
              </a:rPr>
              <a:t>Demonstrate knowledge and understanding of the engineering and management principles and apply these to one’s own work, as a member and leader in a team, to manage projects and in multidisciplinary environments. </a:t>
            </a:r>
          </a:p>
          <a:p>
            <a:pPr marL="0" indent="0" algn="just">
              <a:lnSpc>
                <a:spcPct val="120000"/>
              </a:lnSpc>
              <a:buNone/>
            </a:pPr>
            <a:r>
              <a:rPr lang="en-US" sz="2000">
                <a:cs typeface="Times New Roman" panose="02020603050405020304" pitchFamily="18" charset="0"/>
              </a:rPr>
              <a:t>12.</a:t>
            </a:r>
            <a:r>
              <a:rPr lang="en-US" sz="2000" b="1">
                <a:cs typeface="Times New Roman" panose="02020603050405020304" pitchFamily="18" charset="0"/>
              </a:rPr>
              <a:t>Life-long learning: </a:t>
            </a:r>
            <a:r>
              <a:rPr lang="en-US" sz="2000">
                <a:cs typeface="Times New Roman" panose="02020603050405020304" pitchFamily="18" charset="0"/>
              </a:rPr>
              <a:t>Recognize the need for, and have the preparation and ability to engage in independent and life-long learning in the broadest context of technological change.</a:t>
            </a:r>
            <a:endParaRPr lang="en-IN" sz="20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panose="02020603050405020304" pitchFamily="18" charset="0"/>
              </a:rPr>
              <a:t>Program Outcome</a:t>
            </a:r>
          </a:p>
        </p:txBody>
      </p:sp>
    </p:spTree>
    <p:extLst>
      <p:ext uri="{BB962C8B-B14F-4D97-AF65-F5344CB8AC3E}">
        <p14:creationId xmlns:p14="http://schemas.microsoft.com/office/powerpoint/2010/main" val="280469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Pre-requisites</a:t>
            </a:r>
            <a:r>
              <a:rPr lang="en-US" sz="3500">
                <a:solidFill>
                  <a:schemeClr val="tx1"/>
                </a:solidFill>
                <a:latin typeface="+mj-lt"/>
                <a:ea typeface="+mj-ea"/>
                <a:cs typeface="+mj-cs"/>
              </a:rPr>
              <a:t> </a:t>
            </a:r>
            <a:endParaRPr lang="en-US">
              <a:ea typeface="+mj-ea"/>
              <a:cs typeface="+mj-cs"/>
            </a:endParaRPr>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graphicFrame>
        <p:nvGraphicFramePr>
          <p:cNvPr id="24" name="Content Placeholder 2">
            <a:extLst>
              <a:ext uri="{FF2B5EF4-FFF2-40B4-BE49-F238E27FC236}">
                <a16:creationId xmlns:a16="http://schemas.microsoft.com/office/drawing/2014/main" id="{8F4F919B-59A8-DAD7-D9C2-9442BD3B1827}"/>
              </a:ext>
            </a:extLst>
          </p:cNvPr>
          <p:cNvGraphicFramePr>
            <a:graphicFrameLocks noGrp="1"/>
          </p:cNvGraphicFramePr>
          <p:nvPr>
            <p:ph idx="1"/>
            <p:extLst>
              <p:ext uri="{D42A27DB-BD31-4B8C-83A1-F6EECF244321}">
                <p14:modId xmlns:p14="http://schemas.microsoft.com/office/powerpoint/2010/main" val="2271771563"/>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816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rmAutofit/>
          </a:bodyPr>
          <a:lstStyle/>
          <a:p>
            <a:pPr>
              <a:buFont typeface="Wingdings" panose="05000000000000000000" pitchFamily="2" charset="2"/>
              <a:buChar char="Ø"/>
              <a:defRPr/>
            </a:pPr>
            <a:endParaRPr lang="en-US" sz="2400">
              <a:latin typeface="Times New Roman" panose="02020603050405020304" pitchFamily="18" charset="0"/>
              <a:cs typeface="Times New Roman" panose="02020603050405020304" pitchFamily="18" charset="0"/>
            </a:endParaRPr>
          </a:p>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cs typeface="Times New Roman" panose="02020603050405020304" pitchFamily="18" charset="0"/>
              </a:rPr>
              <a:t>Unit-1:Content</a:t>
            </a:r>
            <a:r>
              <a:rPr lang="en-US" sz="3200">
                <a:cs typeface="Times New Roman" panose="02020603050405020304" pitchFamily="18" charset="0"/>
              </a:rPr>
              <a:t> </a:t>
            </a:r>
            <a:endParaRPr kumimoji="0" lang="en-US" sz="3200" b="0" i="0" u="none" strike="noStrike" kern="1200" cap="none" spc="0" normalizeH="0" baseline="0" noProof="0">
              <a:ln>
                <a:noFill/>
              </a:ln>
              <a:solidFill>
                <a:schemeClr val="dk1"/>
              </a:solidFill>
              <a:effectLst/>
              <a:uLnTx/>
              <a:uFillTx/>
              <a:cs typeface="Times New Roman" panose="02020603050405020304" pitchFamily="18" charset="0"/>
            </a:endParaRPr>
          </a:p>
        </p:txBody>
      </p:sp>
      <p:sp>
        <p:nvSpPr>
          <p:cNvPr id="8" name="Content Placeholder 2">
            <a:extLst>
              <a:ext uri="{FF2B5EF4-FFF2-40B4-BE49-F238E27FC236}">
                <a16:creationId xmlns:a16="http://schemas.microsoft.com/office/drawing/2014/main" id="{D7F71052-C096-41E2-9234-43D568F9BDDA}"/>
              </a:ext>
            </a:extLst>
          </p:cNvPr>
          <p:cNvSpPr txBox="1">
            <a:spLocks/>
          </p:cNvSpPr>
          <p:nvPr/>
        </p:nvSpPr>
        <p:spPr>
          <a:xfrm>
            <a:off x="381000" y="889431"/>
            <a:ext cx="8305800" cy="546691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2800" b="1"/>
              <a:t>OVERVIEW OF NATURAL LANGUAGE PROCESSING:</a:t>
            </a:r>
          </a:p>
          <a:p>
            <a:pPr marL="0" indent="0">
              <a:buNone/>
              <a:defRPr/>
            </a:pPr>
            <a:endParaRPr lang="en-US" sz="2800" b="1"/>
          </a:p>
          <a:p>
            <a:pPr>
              <a:buFont typeface="Wingdings" panose="05000000000000000000" pitchFamily="2" charset="2"/>
              <a:buChar char="Ø"/>
              <a:defRPr/>
            </a:pPr>
            <a:r>
              <a:rPr lang="en-GB" sz="2400">
                <a:cs typeface="Times New Roman" panose="02020603050405020304" pitchFamily="18" charset="0"/>
              </a:rPr>
              <a:t>Definition of NLP</a:t>
            </a:r>
          </a:p>
          <a:p>
            <a:pPr>
              <a:buFont typeface="Wingdings" panose="05000000000000000000" pitchFamily="2" charset="2"/>
              <a:buChar char="Ø"/>
              <a:defRPr/>
            </a:pPr>
            <a:r>
              <a:rPr lang="en-GB" sz="2400">
                <a:cs typeface="Times New Roman" panose="02020603050405020304" pitchFamily="18" charset="0"/>
              </a:rPr>
              <a:t>Applications and emerging trends in NLP</a:t>
            </a:r>
          </a:p>
          <a:p>
            <a:pPr>
              <a:buFont typeface="Wingdings" panose="05000000000000000000" pitchFamily="2" charset="2"/>
              <a:buChar char="Ø"/>
              <a:defRPr/>
            </a:pPr>
            <a:r>
              <a:rPr lang="en-US" sz="2400">
                <a:cs typeface="Times New Roman" panose="02020603050405020304" pitchFamily="18" charset="0"/>
              </a:rPr>
              <a:t>NLP tasks using NLTK:</a:t>
            </a:r>
          </a:p>
          <a:p>
            <a:pPr lvl="1">
              <a:buFont typeface="Wingdings" panose="05000000000000000000" pitchFamily="2" charset="2"/>
              <a:buChar char="Ø"/>
              <a:defRPr/>
            </a:pPr>
            <a:r>
              <a:rPr lang="en-US" sz="2400">
                <a:cs typeface="Times New Roman" panose="02020603050405020304" pitchFamily="18" charset="0"/>
              </a:rPr>
              <a:t>Tokenization, </a:t>
            </a:r>
          </a:p>
          <a:p>
            <a:pPr lvl="1">
              <a:buFont typeface="Wingdings" panose="05000000000000000000" pitchFamily="2" charset="2"/>
              <a:buChar char="Ø"/>
              <a:defRPr/>
            </a:pPr>
            <a:r>
              <a:rPr lang="en-US" sz="2400">
                <a:cs typeface="Times New Roman" panose="02020603050405020304" pitchFamily="18" charset="0"/>
              </a:rPr>
              <a:t>Stemming, </a:t>
            </a:r>
          </a:p>
          <a:p>
            <a:pPr lvl="1">
              <a:buFont typeface="Wingdings" panose="05000000000000000000" pitchFamily="2" charset="2"/>
              <a:buChar char="Ø"/>
              <a:defRPr/>
            </a:pPr>
            <a:r>
              <a:rPr lang="en-US" sz="2400">
                <a:cs typeface="Times New Roman" panose="02020603050405020304" pitchFamily="18" charset="0"/>
              </a:rPr>
              <a:t>Lemmatization, </a:t>
            </a:r>
          </a:p>
          <a:p>
            <a:pPr lvl="1">
              <a:buFont typeface="Wingdings" panose="05000000000000000000" pitchFamily="2" charset="2"/>
              <a:buChar char="Ø"/>
              <a:defRPr/>
            </a:pPr>
            <a:r>
              <a:rPr lang="en-US" sz="2400">
                <a:cs typeface="Times New Roman" panose="02020603050405020304" pitchFamily="18" charset="0"/>
              </a:rPr>
              <a:t>Stop-word removal, </a:t>
            </a:r>
          </a:p>
          <a:p>
            <a:pPr lvl="1">
              <a:buFont typeface="Wingdings" panose="05000000000000000000" pitchFamily="2" charset="2"/>
              <a:buChar char="Ø"/>
              <a:defRPr/>
            </a:pPr>
            <a:r>
              <a:rPr lang="en-US" sz="2400">
                <a:cs typeface="Times New Roman" panose="02020603050405020304" pitchFamily="18" charset="0"/>
              </a:rPr>
              <a:t>Parsing, </a:t>
            </a:r>
          </a:p>
          <a:p>
            <a:pPr lvl="1">
              <a:buFont typeface="Wingdings" panose="05000000000000000000" pitchFamily="2" charset="2"/>
              <a:buChar char="Ø"/>
              <a:defRPr/>
            </a:pPr>
            <a:r>
              <a:rPr lang="en-US" sz="2400">
                <a:cs typeface="Times New Roman" panose="02020603050405020304" pitchFamily="18" charset="0"/>
              </a:rPr>
              <a:t>Named Entity Recognition.</a:t>
            </a:r>
            <a:endParaRPr lang="en-IN" sz="2400">
              <a:cs typeface="Times New Roman" panose="02020603050405020304" pitchFamily="18" charset="0"/>
            </a:endParaRPr>
          </a:p>
          <a:p>
            <a:pPr algn="just">
              <a:buNone/>
            </a:pPr>
            <a:endParaRPr lang="en-IN" sz="2200"/>
          </a:p>
        </p:txBody>
      </p:sp>
    </p:spTree>
    <p:extLst>
      <p:ext uri="{BB962C8B-B14F-4D97-AF65-F5344CB8AC3E}">
        <p14:creationId xmlns:p14="http://schemas.microsoft.com/office/powerpoint/2010/main" val="271763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lvl="0" algn="ctr">
              <a:lnSpc>
                <a:spcPct val="90000"/>
              </a:lnSpc>
              <a:spcBef>
                <a:spcPct val="0"/>
              </a:spcBef>
              <a:spcAft>
                <a:spcPts val="600"/>
              </a:spcAft>
              <a:defRPr/>
            </a:pPr>
            <a:r>
              <a:rPr lang="en-US" sz="3500" b="1" kern="1200">
                <a:solidFill>
                  <a:schemeClr val="tx1"/>
                </a:solidFill>
                <a:latin typeface="+mj-lt"/>
                <a:ea typeface="+mj-ea"/>
                <a:cs typeface="+mj-cs"/>
              </a:rPr>
              <a:t>What is NLP?</a:t>
            </a:r>
            <a:endParaRPr lang="en-US">
              <a:solidFill>
                <a:schemeClr val="tx1"/>
              </a:solidFill>
              <a:ea typeface="+mj-ea"/>
              <a:cs typeface="+mj-cs"/>
            </a:endParaRP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8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b">
            <a:normAutofit/>
          </a:bodyPr>
          <a:lstStyle/>
          <a:p>
            <a:pPr lvl="0" algn="ctr">
              <a:lnSpc>
                <a:spcPct val="90000"/>
              </a:lnSpc>
              <a:spcBef>
                <a:spcPct val="0"/>
              </a:spcBef>
              <a:spcAft>
                <a:spcPts val="600"/>
              </a:spcAft>
              <a:defRPr/>
            </a:pPr>
            <a:r>
              <a:rPr lang="en-US" sz="4400" b="1" kern="1200">
                <a:solidFill>
                  <a:schemeClr val="tx1"/>
                </a:solidFill>
                <a:latin typeface="+mj-lt"/>
                <a:ea typeface="+mj-ea"/>
                <a:cs typeface="+mj-cs"/>
              </a:rPr>
              <a:t>What is NLP?</a:t>
            </a:r>
            <a:endParaRPr lang="en-US">
              <a:ea typeface="+mj-ea"/>
              <a:cs typeface="+mj-cs"/>
            </a:endParaRP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graphicFrame>
        <p:nvGraphicFramePr>
          <p:cNvPr id="11" name="Content Placeholder 2">
            <a:extLst>
              <a:ext uri="{FF2B5EF4-FFF2-40B4-BE49-F238E27FC236}">
                <a16:creationId xmlns:a16="http://schemas.microsoft.com/office/drawing/2014/main" id="{42CF0600-DCB4-95C4-BDCE-24FB1F21F471}"/>
              </a:ext>
            </a:extLst>
          </p:cNvPr>
          <p:cNvGraphicFramePr>
            <a:graphicFrameLocks noGrp="1"/>
          </p:cNvGraphicFramePr>
          <p:nvPr>
            <p:ph idx="1"/>
            <p:extLst>
              <p:ext uri="{D42A27DB-BD31-4B8C-83A1-F6EECF244321}">
                <p14:modId xmlns:p14="http://schemas.microsoft.com/office/powerpoint/2010/main" val="2010348837"/>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2746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162800" y="6356350"/>
            <a:ext cx="1524000" cy="365125"/>
          </a:xfrm>
        </p:spPr>
        <p:txBody>
          <a:bodyPr/>
          <a:lstStyle/>
          <a:p>
            <a:fld id="{B6F15528-21DE-4FAA-801E-634DDDAF4B2B}" type="slidenum">
              <a:rPr lang="en-US" smtClean="0"/>
              <a:pPr/>
              <a:t>16</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What is NLP?</a:t>
            </a:r>
          </a:p>
        </p:txBody>
      </p:sp>
      <p:pic>
        <p:nvPicPr>
          <p:cNvPr id="1026" name="Picture 2" descr="What is NL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676400"/>
            <a:ext cx="68580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124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itle 1"/>
          <p:cNvSpPr txBox="1">
            <a:spLocks/>
          </p:cNvSpPr>
          <p:nvPr/>
        </p:nvSpPr>
        <p:spPr>
          <a:xfrm>
            <a:off x="628650" y="365125"/>
            <a:ext cx="4045020" cy="13255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lvl="0" algn="ctr">
              <a:lnSpc>
                <a:spcPct val="90000"/>
              </a:lnSpc>
              <a:spcBef>
                <a:spcPct val="0"/>
              </a:spcBef>
              <a:spcAft>
                <a:spcPts val="600"/>
              </a:spcAft>
              <a:defRPr/>
            </a:pPr>
            <a:r>
              <a:rPr lang="en-US" sz="4400" b="1">
                <a:solidFill>
                  <a:schemeClr val="tx1"/>
                </a:solidFill>
                <a:latin typeface="+mj-lt"/>
                <a:ea typeface="+mj-ea"/>
                <a:cs typeface="+mj-cs"/>
              </a:rPr>
              <a:t>What is NLP?</a:t>
            </a:r>
            <a:endParaRPr lang="en-US">
              <a:ea typeface="+mj-ea"/>
              <a:cs typeface="+mj-cs"/>
            </a:endParaRPr>
          </a:p>
        </p:txBody>
      </p:sp>
      <p:pic>
        <p:nvPicPr>
          <p:cNvPr id="12" name="Picture 11">
            <a:extLst>
              <a:ext uri="{FF2B5EF4-FFF2-40B4-BE49-F238E27FC236}">
                <a16:creationId xmlns:a16="http://schemas.microsoft.com/office/drawing/2014/main" id="{E946BC32-6359-C00A-B8BB-959B945D5B3D}"/>
              </a:ext>
            </a:extLst>
          </p:cNvPr>
          <p:cNvPicPr>
            <a:picLocks noChangeAspect="1"/>
          </p:cNvPicPr>
          <p:nvPr/>
        </p:nvPicPr>
        <p:blipFill rotWithShape="1">
          <a:blip r:embed="rId2"/>
          <a:srcRect l="34684" r="21591"/>
          <a:stretch/>
        </p:blipFill>
        <p:spPr>
          <a:xfrm>
            <a:off x="4781190" y="758514"/>
            <a:ext cx="384167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6" name="Slide Number Placeholder 5"/>
          <p:cNvSpPr>
            <a:spLocks noGrp="1"/>
          </p:cNvSpPr>
          <p:nvPr>
            <p:ph type="sldNum" sz="quarter" idx="12"/>
          </p:nvPr>
        </p:nvSpPr>
        <p:spPr>
          <a:xfrm>
            <a:off x="6457950" y="6356349"/>
            <a:ext cx="2057400" cy="365125"/>
          </a:xfrm>
        </p:spPr>
        <p:txBody>
          <a:bodyPr vert="horz" lIns="91440" tIns="45720" rIns="91440" bIns="45720" rtlCol="0" anchor="ctr">
            <a:normAutofit/>
          </a:bodyPr>
          <a:lstStyle/>
          <a:p>
            <a:pPr>
              <a:spcAft>
                <a:spcPts val="600"/>
              </a:spcAft>
              <a:defRPr/>
            </a:pPr>
            <a:fld id="{B6F15528-21DE-4FAA-801E-634DDDAF4B2B}" type="slidenum">
              <a:rPr lang="en-US" smtClean="0">
                <a:solidFill>
                  <a:prstClr val="black">
                    <a:tint val="75000"/>
                  </a:prstClr>
                </a:solidFill>
                <a:latin typeface="Calibri" panose="020F0502020204030204"/>
              </a:rPr>
              <a:pPr>
                <a:spcAft>
                  <a:spcPts val="600"/>
                </a:spcAft>
                <a:defRPr/>
              </a:pPr>
              <a:t>17</a:t>
            </a:fld>
            <a:endParaRPr lang="en-US">
              <a:solidFill>
                <a:prstClr val="black">
                  <a:tint val="75000"/>
                </a:prstClr>
              </a:solidFill>
              <a:latin typeface="Calibri" panose="020F0502020204030204"/>
            </a:endParaRPr>
          </a:p>
        </p:txBody>
      </p:sp>
      <p:sp>
        <p:nvSpPr>
          <p:cNvPr id="1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4696411" y="687822"/>
            <a:ext cx="4103360"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86420" y="921125"/>
            <a:ext cx="593266"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1" name="Content Placeholder 2">
            <a:extLst>
              <a:ext uri="{FF2B5EF4-FFF2-40B4-BE49-F238E27FC236}">
                <a16:creationId xmlns:a16="http://schemas.microsoft.com/office/drawing/2014/main" id="{24BA501C-EB44-03E6-1049-0FFE201F1C8E}"/>
              </a:ext>
            </a:extLst>
          </p:cNvPr>
          <p:cNvGraphicFramePr>
            <a:graphicFrameLocks noGrp="1"/>
          </p:cNvGraphicFramePr>
          <p:nvPr>
            <p:ph idx="1"/>
            <p:extLst>
              <p:ext uri="{D42A27DB-BD31-4B8C-83A1-F6EECF244321}">
                <p14:modId xmlns:p14="http://schemas.microsoft.com/office/powerpoint/2010/main" val="2311141170"/>
              </p:ext>
            </p:extLst>
          </p:nvPr>
        </p:nvGraphicFramePr>
        <p:xfrm>
          <a:off x="628650" y="1825625"/>
          <a:ext cx="404502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3822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03504" y="5116529"/>
            <a:ext cx="7944130" cy="58842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t">
            <a:normAutofit/>
          </a:bodyPr>
          <a:lstStyle/>
          <a:p>
            <a:pPr algn="ctr">
              <a:lnSpc>
                <a:spcPct val="90000"/>
              </a:lnSpc>
              <a:spcBef>
                <a:spcPct val="0"/>
              </a:spcBef>
              <a:spcAft>
                <a:spcPts val="600"/>
              </a:spcAft>
              <a:defRPr/>
            </a:pPr>
            <a:r>
              <a:rPr lang="en-US" sz="3500" b="1">
                <a:solidFill>
                  <a:schemeClr val="tx2"/>
                </a:solidFill>
                <a:latin typeface="+mj-lt"/>
                <a:ea typeface="+mj-ea"/>
                <a:cs typeface="+mj-cs"/>
              </a:rPr>
              <a:t>Applications of NLP</a:t>
            </a:r>
            <a:endParaRPr lang="en-US">
              <a:ea typeface="+mj-ea"/>
              <a:cs typeface="+mj-cs"/>
            </a:endParaRPr>
          </a:p>
        </p:txBody>
      </p:sp>
      <p:pic>
        <p:nvPicPr>
          <p:cNvPr id="2" name="Picture 1" descr="A blue and white text&#10;&#10;Description automatically generated">
            <a:extLst>
              <a:ext uri="{FF2B5EF4-FFF2-40B4-BE49-F238E27FC236}">
                <a16:creationId xmlns:a16="http://schemas.microsoft.com/office/drawing/2014/main" id="{95319325-3529-A8A1-1DAF-5A30C6B102F4}"/>
              </a:ext>
            </a:extLst>
          </p:cNvPr>
          <p:cNvPicPr>
            <a:picLocks noChangeAspect="1"/>
          </p:cNvPicPr>
          <p:nvPr/>
        </p:nvPicPr>
        <p:blipFill rotWithShape="1">
          <a:blip r:embed="rId2"/>
          <a:srcRect t="9676" b="6783"/>
          <a:stretch/>
        </p:blipFill>
        <p:spPr>
          <a:xfrm>
            <a:off x="20" y="10"/>
            <a:ext cx="9143980" cy="4201449"/>
          </a:xfrm>
          <a:prstGeom prst="rect">
            <a:avLst/>
          </a:prstGeom>
        </p:spPr>
      </p:pic>
      <p:grpSp>
        <p:nvGrpSpPr>
          <p:cNvPr id="16" name="Group 15">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41813"/>
            <a:ext cx="9141713" cy="1828800"/>
            <a:chOff x="-305" y="3144820"/>
            <a:chExt cx="9182100" cy="1551136"/>
          </a:xfrm>
        </p:grpSpPr>
        <p:sp useBgFill="1">
          <p:nvSpPr>
            <p:cNvPr id="17" name="Freeform: Shape 16">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B6F15528-21DE-4FAA-801E-634DDDAF4B2B}" type="slidenum">
              <a:rPr lang="en-US" sz="1000" dirty="0">
                <a:solidFill>
                  <a:prstClr val="black">
                    <a:tint val="75000"/>
                  </a:prstClr>
                </a:solidFill>
                <a:latin typeface="Calibri" panose="020F0502020204030204"/>
              </a:rPr>
              <a:pPr>
                <a:spcAft>
                  <a:spcPts val="600"/>
                </a:spcAft>
                <a:defRPr/>
              </a:pPr>
              <a:t>18</a:t>
            </a:fld>
            <a:endParaRPr lang="en-US" sz="1000">
              <a:solidFill>
                <a:prstClr val="black">
                  <a:tint val="75000"/>
                </a:prstClr>
              </a:solidFill>
              <a:latin typeface="Calibri" panose="020F0502020204030204"/>
            </a:endParaRPr>
          </a:p>
        </p:txBody>
      </p:sp>
    </p:spTree>
    <p:extLst>
      <p:ext uri="{BB962C8B-B14F-4D97-AF65-F5344CB8AC3E}">
        <p14:creationId xmlns:p14="http://schemas.microsoft.com/office/powerpoint/2010/main" val="169948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162800" y="6356350"/>
            <a:ext cx="1524000" cy="365125"/>
          </a:xfrm>
        </p:spPr>
        <p:txBody>
          <a:bodyPr/>
          <a:lstStyle/>
          <a:p>
            <a:fld id="{B6F15528-21DE-4FAA-801E-634DDDAF4B2B}" type="slidenum">
              <a:rPr lang="en-US" smtClean="0"/>
              <a:pPr/>
              <a:t>19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US" sz="3200" b="1">
                <a:latin typeface="+mj-lt"/>
                <a:cs typeface="Calibri"/>
              </a:rPr>
              <a:t>Applications of NLP</a:t>
            </a:r>
            <a:endParaRPr lang="en-US" sz="3200">
              <a:latin typeface="+mj-lt"/>
              <a:cs typeface="Calibri"/>
            </a:endParaRPr>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68086" y="1013618"/>
            <a:ext cx="8220232" cy="5414039"/>
          </a:xfrm>
        </p:spPr>
        <p:txBody>
          <a:bodyPr vert="horz" lIns="91440" tIns="45720" rIns="91440" bIns="45720" rtlCol="0" anchor="t">
            <a:normAutofit/>
          </a:bodyPr>
          <a:lstStyle/>
          <a:p>
            <a:pPr marL="0" indent="0">
              <a:lnSpc>
                <a:spcPct val="150000"/>
              </a:lnSpc>
              <a:buNone/>
            </a:pPr>
            <a:r>
              <a:rPr lang="en-US" sz="2800" b="1">
                <a:solidFill>
                  <a:srgbClr val="273239"/>
                </a:solidFill>
              </a:rPr>
              <a:t>Applications of Natural Language Processing:</a:t>
            </a:r>
            <a:endParaRPr lang="en-US" sz="2800"/>
          </a:p>
          <a:p>
            <a:pPr>
              <a:lnSpc>
                <a:spcPct val="150000"/>
              </a:lnSpc>
              <a:buFont typeface="Wingdings" pitchFamily="34" charset="0"/>
              <a:buChar char="Ø"/>
            </a:pPr>
            <a:r>
              <a:rPr lang="en-US" sz="1800" b="1">
                <a:solidFill>
                  <a:srgbClr val="273239"/>
                </a:solidFill>
                <a:cs typeface="Calibri"/>
              </a:rPr>
              <a:t>Chatbots</a:t>
            </a:r>
          </a:p>
          <a:p>
            <a:pPr>
              <a:lnSpc>
                <a:spcPct val="150000"/>
              </a:lnSpc>
              <a:buFont typeface="Wingdings" pitchFamily="34" charset="0"/>
              <a:buChar char="Ø"/>
            </a:pPr>
            <a:r>
              <a:rPr lang="en-US" sz="1800" b="1">
                <a:solidFill>
                  <a:srgbClr val="273239"/>
                </a:solidFill>
                <a:cs typeface="Calibri"/>
              </a:rPr>
              <a:t>Autocomplete in Search Engines</a:t>
            </a:r>
          </a:p>
          <a:p>
            <a:pPr>
              <a:lnSpc>
                <a:spcPct val="150000"/>
              </a:lnSpc>
              <a:buFont typeface="Wingdings" pitchFamily="34" charset="0"/>
              <a:buChar char="Ø"/>
            </a:pPr>
            <a:r>
              <a:rPr lang="en-US" sz="1800" b="1">
                <a:solidFill>
                  <a:srgbClr val="273239"/>
                </a:solidFill>
                <a:cs typeface="Calibri"/>
              </a:rPr>
              <a:t>Voice Assistants</a:t>
            </a:r>
          </a:p>
          <a:p>
            <a:pPr>
              <a:lnSpc>
                <a:spcPct val="150000"/>
              </a:lnSpc>
              <a:buFont typeface="Wingdings" pitchFamily="34" charset="0"/>
              <a:buChar char="Ø"/>
            </a:pPr>
            <a:r>
              <a:rPr lang="en-US" sz="1800" b="1">
                <a:solidFill>
                  <a:srgbClr val="273239"/>
                </a:solidFill>
                <a:cs typeface="Calibri"/>
              </a:rPr>
              <a:t>Language Translator</a:t>
            </a:r>
          </a:p>
          <a:p>
            <a:pPr>
              <a:lnSpc>
                <a:spcPct val="150000"/>
              </a:lnSpc>
              <a:buFont typeface="Wingdings" pitchFamily="34" charset="0"/>
              <a:buChar char="Ø"/>
            </a:pPr>
            <a:r>
              <a:rPr lang="en-US" sz="1800" b="1">
                <a:solidFill>
                  <a:srgbClr val="273239"/>
                </a:solidFill>
                <a:cs typeface="Calibri"/>
              </a:rPr>
              <a:t>Sentiment Analysis</a:t>
            </a:r>
          </a:p>
          <a:p>
            <a:pPr>
              <a:lnSpc>
                <a:spcPct val="150000"/>
              </a:lnSpc>
              <a:buFont typeface="Wingdings" pitchFamily="34" charset="0"/>
              <a:buChar char="Ø"/>
            </a:pPr>
            <a:r>
              <a:rPr lang="en-US" sz="1800" b="1">
                <a:solidFill>
                  <a:srgbClr val="273239"/>
                </a:solidFill>
                <a:cs typeface="Calibri"/>
              </a:rPr>
              <a:t>Grammar Checkers</a:t>
            </a:r>
          </a:p>
          <a:p>
            <a:pPr>
              <a:lnSpc>
                <a:spcPct val="150000"/>
              </a:lnSpc>
              <a:buFont typeface="Wingdings" pitchFamily="34" charset="0"/>
              <a:buChar char="Ø"/>
            </a:pPr>
            <a:r>
              <a:rPr lang="en-US" sz="1800" b="1">
                <a:solidFill>
                  <a:srgbClr val="273239"/>
                </a:solidFill>
                <a:cs typeface="Calibri"/>
              </a:rPr>
              <a:t>Email Classification and Filtering</a:t>
            </a:r>
          </a:p>
        </p:txBody>
      </p:sp>
    </p:spTree>
    <p:extLst>
      <p:ext uri="{BB962C8B-B14F-4D97-AF65-F5344CB8AC3E}">
        <p14:creationId xmlns:p14="http://schemas.microsoft.com/office/powerpoint/2010/main" val="2117730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p:cNvSpPr txBox="1">
            <a:spLocks/>
          </p:cNvSpPr>
          <p:nvPr/>
        </p:nvSpPr>
        <p:spPr>
          <a:xfrm>
            <a:off x="628650" y="365125"/>
            <a:ext cx="7886700" cy="13255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lvl="0" algn="ctr">
              <a:lnSpc>
                <a:spcPct val="90000"/>
              </a:lnSpc>
              <a:spcBef>
                <a:spcPct val="0"/>
              </a:spcBef>
              <a:spcAft>
                <a:spcPts val="600"/>
              </a:spcAft>
              <a:defRPr/>
            </a:pPr>
            <a:r>
              <a:rPr lang="en-US" sz="4400" b="1" kern="1200">
                <a:solidFill>
                  <a:schemeClr val="tx1"/>
                </a:solidFill>
                <a:latin typeface="+mj-lt"/>
                <a:ea typeface="+mj-ea"/>
                <a:cs typeface="+mj-cs"/>
              </a:rPr>
              <a:t>Chatbots</a:t>
            </a:r>
            <a:endParaRPr lang="en-US">
              <a:solidFill>
                <a:schemeClr val="tx1"/>
              </a:solidFill>
              <a:ea typeface="+mj-ea"/>
              <a:cs typeface="+mj-cs"/>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628650" y="1825625"/>
            <a:ext cx="7886700" cy="4351338"/>
          </a:xfrm>
        </p:spPr>
        <p:txBody>
          <a:bodyPr vert="horz" lIns="91440" tIns="45720" rIns="91440" bIns="45720" rtlCol="0" anchor="t">
            <a:normAutofit lnSpcReduction="10000"/>
          </a:bodyPr>
          <a:lstStyle/>
          <a:p>
            <a:pPr indent="-228600">
              <a:lnSpc>
                <a:spcPct val="90000"/>
              </a:lnSpc>
            </a:pPr>
            <a:r>
              <a:rPr lang="en-US" sz="2000"/>
              <a:t>Chatbots are a form of artificial intelligence that are programmed to interact with humans in such a way that they sound like humans themselves. </a:t>
            </a:r>
            <a:endParaRPr lang="en-US" sz="2000">
              <a:cs typeface="Calibri"/>
            </a:endParaRPr>
          </a:p>
          <a:p>
            <a:pPr indent="-228600">
              <a:lnSpc>
                <a:spcPct val="90000"/>
              </a:lnSpc>
            </a:pPr>
            <a:r>
              <a:rPr lang="en-US" sz="2000"/>
              <a:t>Depending on the complexity of the chatbots, they can either just respond to specific keywords or they can even hold full conversations that make it tough to distinguish them from humans. </a:t>
            </a:r>
            <a:endParaRPr lang="en-US" sz="2000">
              <a:cs typeface="Calibri"/>
            </a:endParaRPr>
          </a:p>
          <a:p>
            <a:pPr indent="-228600">
              <a:lnSpc>
                <a:spcPct val="90000"/>
              </a:lnSpc>
            </a:pPr>
            <a:r>
              <a:rPr lang="en-US" sz="2000"/>
              <a:t>Chatbots are created using Natural Language Processing and Machine Learning, which means that they understand the complexities of the English language and find the actual meaning of the sentence and they also learn from their conversations with humans and become better with time. </a:t>
            </a:r>
            <a:endParaRPr lang="en-US" sz="2000">
              <a:cs typeface="Calibri"/>
            </a:endParaRPr>
          </a:p>
          <a:p>
            <a:pPr indent="-228600">
              <a:lnSpc>
                <a:spcPct val="90000"/>
              </a:lnSpc>
            </a:pPr>
            <a:r>
              <a:rPr lang="en-US" sz="2000"/>
              <a:t>Chatbots work in two simple steps. First, they identify the meaning of the question asked and collect all the data from the user that may be required to answer the question. Then they answer the question appropriately.</a:t>
            </a:r>
            <a:endParaRPr lang="en-US" sz="2000">
              <a:cs typeface="Calibri"/>
            </a:endParaRP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B6F15528-21DE-4FAA-801E-634DDDAF4B2B}" type="slidenum">
              <a:rPr lang="en-US" smtClean="0"/>
              <a:pPr>
                <a:spcAft>
                  <a:spcPts val="600"/>
                </a:spcAft>
              </a:pPr>
              <a:t>20</a:t>
            </a:fld>
            <a:endParaRPr lang="en-US"/>
          </a:p>
        </p:txBody>
      </p:sp>
    </p:spTree>
    <p:extLst>
      <p:ext uri="{BB962C8B-B14F-4D97-AF65-F5344CB8AC3E}">
        <p14:creationId xmlns:p14="http://schemas.microsoft.com/office/powerpoint/2010/main" val="3419601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Rectangle 3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p:cNvSpPr txBox="1">
            <a:spLocks/>
          </p:cNvSpPr>
          <p:nvPr/>
        </p:nvSpPr>
        <p:spPr>
          <a:xfrm>
            <a:off x="836676" y="548640"/>
            <a:ext cx="7626096" cy="117957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Autocomplete in Search Engines</a:t>
            </a:r>
            <a:endParaRPr lang="en-US">
              <a:ea typeface="+mj-ea"/>
              <a:cs typeface="+mj-cs"/>
            </a:endParaRPr>
          </a:p>
        </p:txBody>
      </p:sp>
      <p:sp>
        <p:nvSpPr>
          <p:cNvPr id="38" name="Rectangle 3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836676" y="2481943"/>
            <a:ext cx="7626096" cy="3695020"/>
          </a:xfrm>
        </p:spPr>
        <p:txBody>
          <a:bodyPr vert="horz" lIns="91440" tIns="45720" rIns="91440" bIns="45720" rtlCol="0" anchor="t">
            <a:normAutofit/>
          </a:bodyPr>
          <a:lstStyle/>
          <a:p>
            <a:pPr indent="-228600">
              <a:lnSpc>
                <a:spcPct val="90000"/>
              </a:lnSpc>
            </a:pPr>
            <a:r>
              <a:rPr lang="en-US" sz="2000"/>
              <a:t>Have you noticed that search engines tend to guess what you are typing and automatically complete your sentences? For example, On typing “game” in Google, you may get further suggestions for “game of thrones”, “game of life” or if you are interested in </a:t>
            </a:r>
            <a:r>
              <a:rPr lang="en-US" sz="2000" err="1"/>
              <a:t>maths</a:t>
            </a:r>
            <a:r>
              <a:rPr lang="en-US" sz="2000"/>
              <a:t> then “game theory”. </a:t>
            </a:r>
            <a:endParaRPr lang="en-US" sz="2000">
              <a:cs typeface="Calibri"/>
            </a:endParaRPr>
          </a:p>
          <a:p>
            <a:pPr indent="-228600">
              <a:lnSpc>
                <a:spcPct val="90000"/>
              </a:lnSpc>
            </a:pPr>
            <a:r>
              <a:rPr lang="en-US" sz="2000"/>
              <a:t>All these suggestions are provided using autocomplete that uses Natural Language Processing to guess what you want to ask. </a:t>
            </a:r>
            <a:endParaRPr lang="en-US" sz="2000">
              <a:cs typeface="Calibri"/>
            </a:endParaRPr>
          </a:p>
          <a:p>
            <a:pPr indent="-228600">
              <a:lnSpc>
                <a:spcPct val="90000"/>
              </a:lnSpc>
            </a:pPr>
            <a:r>
              <a:rPr lang="en-US" sz="2000"/>
              <a:t>Search engines use their enormous data sets to analyze what their customers are probably typing when they enter particular words and suggest the most common possibilities. </a:t>
            </a:r>
            <a:endParaRPr lang="en-US" sz="2000">
              <a:cs typeface="Calibri"/>
            </a:endParaRPr>
          </a:p>
          <a:p>
            <a:pPr indent="-228600">
              <a:lnSpc>
                <a:spcPct val="90000"/>
              </a:lnSpc>
            </a:pPr>
            <a:r>
              <a:rPr lang="en-US" sz="2000"/>
              <a:t>They use Natural Language Processing to make sense of these words and how they are interconnected to form different sentences.</a:t>
            </a:r>
            <a:endParaRPr lang="en-US" sz="2000">
              <a:cs typeface="Calibri"/>
            </a:endParaRPr>
          </a:p>
        </p:txBody>
      </p:sp>
      <p:sp>
        <p:nvSpPr>
          <p:cNvPr id="6" name="Slide Number Placeholder 5"/>
          <p:cNvSpPr>
            <a:spLocks noGrp="1"/>
          </p:cNvSpPr>
          <p:nvPr>
            <p:ph type="sldNum" sz="quarter" idx="12"/>
          </p:nvPr>
        </p:nvSpPr>
        <p:spPr>
          <a:xfrm>
            <a:off x="6405372" y="6356350"/>
            <a:ext cx="2057400"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21</a:t>
            </a:fld>
            <a:endParaRPr lang="en-US">
              <a:solidFill>
                <a:schemeClr val="tx1">
                  <a:lumMod val="50000"/>
                  <a:lumOff val="50000"/>
                </a:schemeClr>
              </a:solidFill>
            </a:endParaRPr>
          </a:p>
        </p:txBody>
      </p:sp>
    </p:spTree>
    <p:extLst>
      <p:ext uri="{BB962C8B-B14F-4D97-AF65-F5344CB8AC3E}">
        <p14:creationId xmlns:p14="http://schemas.microsoft.com/office/powerpoint/2010/main" val="900405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Freeform: Shape 44">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Freeform: Shape 4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p:cNvSpPr txBox="1">
            <a:spLocks/>
          </p:cNvSpPr>
          <p:nvPr/>
        </p:nvSpPr>
        <p:spPr>
          <a:xfrm>
            <a:off x="466344" y="1161288"/>
            <a:ext cx="2702052" cy="452628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Voice Assistants</a:t>
            </a:r>
            <a:endParaRPr lang="en-US">
              <a:ea typeface="+mj-ea"/>
              <a:cs typeface="+mj-cs"/>
            </a:endParaRPr>
          </a:p>
        </p:txBody>
      </p:sp>
      <p:sp>
        <p:nvSpPr>
          <p:cNvPr id="49" name="Rectangle 4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075611" y="932688"/>
            <a:ext cx="4437453" cy="4992624"/>
          </a:xfrm>
        </p:spPr>
        <p:txBody>
          <a:bodyPr vert="horz" lIns="91440" tIns="45720" rIns="91440" bIns="45720" rtlCol="0" anchor="ctr">
            <a:normAutofit/>
          </a:bodyPr>
          <a:lstStyle/>
          <a:p>
            <a:pPr indent="-228600">
              <a:lnSpc>
                <a:spcPct val="90000"/>
              </a:lnSpc>
            </a:pPr>
            <a:r>
              <a:rPr lang="en-US" sz="1600" dirty="0"/>
              <a:t>These days voice assistants are all the rage! Whether its </a:t>
            </a:r>
            <a:r>
              <a:rPr lang="en-US" sz="1600" b="1" dirty="0"/>
              <a:t>Siri, Alexa, or Google Assistant</a:t>
            </a:r>
            <a:r>
              <a:rPr lang="en-US" sz="1600" dirty="0"/>
              <a:t>, almost everyone uses one of these to make calls, place reminders, schedule meetings, set alarms, surf the internet, etc. </a:t>
            </a:r>
            <a:endParaRPr lang="en-US" sz="1600" dirty="0">
              <a:cs typeface="Calibri"/>
            </a:endParaRPr>
          </a:p>
          <a:p>
            <a:pPr indent="-228600">
              <a:lnSpc>
                <a:spcPct val="90000"/>
              </a:lnSpc>
            </a:pPr>
            <a:r>
              <a:rPr lang="en-US" sz="1600" dirty="0"/>
              <a:t>These voice assistants have made life much easier. </a:t>
            </a:r>
            <a:endParaRPr lang="en-US" sz="1600" dirty="0">
              <a:cs typeface="Calibri"/>
            </a:endParaRPr>
          </a:p>
          <a:p>
            <a:pPr indent="-228600">
              <a:lnSpc>
                <a:spcPct val="90000"/>
              </a:lnSpc>
            </a:pPr>
            <a:r>
              <a:rPr lang="en-US" sz="1600" dirty="0"/>
              <a:t>But how do they work? They use a complex combination of speech recognition, natural language understanding, and natural language processing to understand what humans are saying and then act on it. </a:t>
            </a:r>
            <a:endParaRPr lang="en-US" sz="1600" dirty="0">
              <a:cs typeface="Calibri"/>
            </a:endParaRPr>
          </a:p>
          <a:p>
            <a:pPr indent="-228600">
              <a:lnSpc>
                <a:spcPct val="90000"/>
              </a:lnSpc>
            </a:pPr>
            <a:r>
              <a:rPr lang="en-US" sz="1600" dirty="0"/>
              <a:t>The long term goal of voice assistants is to become </a:t>
            </a:r>
            <a:r>
              <a:rPr lang="en-US" sz="1600" b="1" dirty="0"/>
              <a:t>a bridge between humans and the internet</a:t>
            </a:r>
            <a:r>
              <a:rPr lang="en-US" sz="1600" dirty="0"/>
              <a:t> and provide all manner of services based on just voice interaction. </a:t>
            </a:r>
            <a:endParaRPr lang="en-US" sz="1600" dirty="0">
              <a:cs typeface="Calibri"/>
            </a:endParaRPr>
          </a:p>
          <a:p>
            <a:pPr indent="-228600">
              <a:lnSpc>
                <a:spcPct val="90000"/>
              </a:lnSpc>
            </a:pPr>
            <a:r>
              <a:rPr lang="en-US" sz="1600" dirty="0"/>
              <a:t>However, they are still a little far from that goal seeing as Siri still can’t understand what you are saying sometimes!</a:t>
            </a:r>
            <a:endParaRPr lang="en-US" sz="1600" dirty="0">
              <a:cs typeface="Calibri"/>
            </a:endParaRPr>
          </a:p>
        </p:txBody>
      </p:sp>
      <p:sp>
        <p:nvSpPr>
          <p:cNvPr id="6" name="Slide Number Placeholder 5"/>
          <p:cNvSpPr>
            <a:spLocks noGrp="1"/>
          </p:cNvSpPr>
          <p:nvPr>
            <p:ph type="sldNum" sz="quarter" idx="12"/>
          </p:nvPr>
        </p:nvSpPr>
        <p:spPr>
          <a:xfrm>
            <a:off x="7763521" y="6356350"/>
            <a:ext cx="751828"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spTree>
    <p:extLst>
      <p:ext uri="{BB962C8B-B14F-4D97-AF65-F5344CB8AC3E}">
        <p14:creationId xmlns:p14="http://schemas.microsoft.com/office/powerpoint/2010/main" val="1404751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Freeform: Shape 44">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Freeform: Shape 46">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p:cNvSpPr txBox="1">
            <a:spLocks/>
          </p:cNvSpPr>
          <p:nvPr/>
        </p:nvSpPr>
        <p:spPr>
          <a:xfrm>
            <a:off x="466344" y="1161288"/>
            <a:ext cx="2702052" cy="452628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Language Translator</a:t>
            </a:r>
          </a:p>
          <a:p>
            <a:pPr algn="ctr">
              <a:lnSpc>
                <a:spcPct val="90000"/>
              </a:lnSpc>
              <a:spcBef>
                <a:spcPct val="0"/>
              </a:spcBef>
              <a:spcAft>
                <a:spcPts val="600"/>
              </a:spcAft>
              <a:defRPr/>
            </a:pPr>
            <a:endParaRPr lang="en-US" sz="3500" b="1">
              <a:solidFill>
                <a:schemeClr val="tx1"/>
              </a:solidFill>
              <a:ea typeface="+mj-ea"/>
              <a:cs typeface="Calibri"/>
            </a:endParaRPr>
          </a:p>
        </p:txBody>
      </p:sp>
      <p:sp>
        <p:nvSpPr>
          <p:cNvPr id="49" name="Rectangle 48">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075611" y="932688"/>
            <a:ext cx="4437453" cy="4992624"/>
          </a:xfrm>
        </p:spPr>
        <p:txBody>
          <a:bodyPr vert="horz" lIns="91440" tIns="45720" rIns="91440" bIns="45720" rtlCol="0" anchor="ctr">
            <a:normAutofit lnSpcReduction="10000"/>
          </a:bodyPr>
          <a:lstStyle/>
          <a:p>
            <a:pPr indent="-228600">
              <a:lnSpc>
                <a:spcPct val="90000"/>
              </a:lnSpc>
            </a:pPr>
            <a:r>
              <a:rPr lang="en-US" sz="1600" dirty="0">
                <a:solidFill>
                  <a:srgbClr val="273239"/>
                </a:solidFill>
                <a:ea typeface="+mn-lt"/>
                <a:cs typeface="+mn-lt"/>
              </a:rPr>
              <a:t>Want to translate a text from English to Hindi but don’t know Hindi? Well, Google Translate is the tool for you! While it’s not exactly 100% accurate, it is still a great tool to convert text from one language to another. </a:t>
            </a:r>
            <a:endParaRPr lang="en-US" sz="1600" dirty="0">
              <a:solidFill>
                <a:srgbClr val="000000"/>
              </a:solidFill>
              <a:ea typeface="+mn-lt"/>
              <a:cs typeface="+mn-lt"/>
            </a:endParaRPr>
          </a:p>
          <a:p>
            <a:pPr indent="-228600">
              <a:lnSpc>
                <a:spcPct val="90000"/>
              </a:lnSpc>
            </a:pPr>
            <a:r>
              <a:rPr lang="en-US" sz="1600" dirty="0">
                <a:solidFill>
                  <a:srgbClr val="273239"/>
                </a:solidFill>
                <a:ea typeface="+mn-lt"/>
                <a:cs typeface="+mn-lt"/>
              </a:rPr>
              <a:t>Google Translate and other translation tools as well as use Sequence to </a:t>
            </a:r>
            <a:r>
              <a:rPr lang="en-US" sz="1600" b="1" dirty="0">
                <a:solidFill>
                  <a:srgbClr val="273239"/>
                </a:solidFill>
                <a:ea typeface="+mn-lt"/>
                <a:cs typeface="+mn-lt"/>
              </a:rPr>
              <a:t>sequence modeling </a:t>
            </a:r>
            <a:r>
              <a:rPr lang="en-US" sz="1600" dirty="0">
                <a:solidFill>
                  <a:srgbClr val="273239"/>
                </a:solidFill>
                <a:ea typeface="+mn-lt"/>
                <a:cs typeface="+mn-lt"/>
              </a:rPr>
              <a:t>that is a technique in Natural Language Processing. </a:t>
            </a:r>
            <a:endParaRPr lang="en-US" sz="1600" dirty="0">
              <a:solidFill>
                <a:srgbClr val="000000"/>
              </a:solidFill>
              <a:ea typeface="+mn-lt"/>
              <a:cs typeface="+mn-lt"/>
            </a:endParaRPr>
          </a:p>
          <a:p>
            <a:pPr indent="-228600">
              <a:lnSpc>
                <a:spcPct val="90000"/>
              </a:lnSpc>
            </a:pPr>
            <a:r>
              <a:rPr lang="en-US" sz="1600" dirty="0">
                <a:solidFill>
                  <a:srgbClr val="273239"/>
                </a:solidFill>
                <a:ea typeface="+mn-lt"/>
                <a:cs typeface="+mn-lt"/>
              </a:rPr>
              <a:t>It allows the algorithm to convert a sequence of words from one language to another which is translation. </a:t>
            </a:r>
            <a:endParaRPr lang="en-US" sz="1600" dirty="0">
              <a:solidFill>
                <a:srgbClr val="000000"/>
              </a:solidFill>
              <a:ea typeface="+mn-lt"/>
              <a:cs typeface="+mn-lt"/>
            </a:endParaRPr>
          </a:p>
          <a:p>
            <a:pPr indent="-228600">
              <a:lnSpc>
                <a:spcPct val="90000"/>
              </a:lnSpc>
            </a:pPr>
            <a:r>
              <a:rPr lang="en-US" sz="1600" dirty="0">
                <a:solidFill>
                  <a:srgbClr val="273239"/>
                </a:solidFill>
                <a:ea typeface="+mn-lt"/>
                <a:cs typeface="+mn-lt"/>
              </a:rPr>
              <a:t>Earlier, language translators used  Statistical machine translation (SMT) which meant they analyzed millions of documents that were already translated from one language to another (English to Hindi in this case) and then looked for the common patterns and basic vocabulary of the language.</a:t>
            </a:r>
            <a:endParaRPr lang="en-US" sz="1600" dirty="0">
              <a:solidFill>
                <a:srgbClr val="000000"/>
              </a:solidFill>
              <a:ea typeface="+mn-lt"/>
              <a:cs typeface="+mn-lt"/>
            </a:endParaRPr>
          </a:p>
          <a:p>
            <a:pPr indent="-228600">
              <a:lnSpc>
                <a:spcPct val="90000"/>
              </a:lnSpc>
            </a:pPr>
            <a:r>
              <a:rPr lang="en-US" sz="1600" dirty="0">
                <a:solidFill>
                  <a:srgbClr val="273239"/>
                </a:solidFill>
                <a:ea typeface="+mn-lt"/>
                <a:cs typeface="+mn-lt"/>
              </a:rPr>
              <a:t> However, this method was not that accurate as compared to Sequence to sequence modeling.</a:t>
            </a:r>
            <a:endParaRPr lang="en-US" sz="1600" dirty="0">
              <a:cs typeface="Calibri"/>
            </a:endParaRPr>
          </a:p>
        </p:txBody>
      </p:sp>
      <p:sp>
        <p:nvSpPr>
          <p:cNvPr id="6" name="Slide Number Placeholder 5"/>
          <p:cNvSpPr>
            <a:spLocks noGrp="1"/>
          </p:cNvSpPr>
          <p:nvPr>
            <p:ph type="sldNum" sz="quarter" idx="12"/>
          </p:nvPr>
        </p:nvSpPr>
        <p:spPr>
          <a:xfrm>
            <a:off x="7763521" y="6356350"/>
            <a:ext cx="751828" cy="365125"/>
          </a:xfrm>
        </p:spPr>
        <p:txBody>
          <a:bodyPr vert="horz" lIns="91440" tIns="45720" rIns="91440" bIns="45720" rtlCol="0" anchor="ctr">
            <a:normAutofit/>
          </a:bodyPr>
          <a:lstStyle/>
          <a:p>
            <a:pPr>
              <a:spcAft>
                <a:spcPts val="600"/>
              </a:spcAft>
            </a:pPr>
            <a:fld id="{B6F15528-21DE-4FAA-801E-634DDDAF4B2B}" type="slidenum">
              <a:rPr lang="en-US" dirty="0">
                <a:solidFill>
                  <a:schemeClr val="tx1">
                    <a:lumMod val="50000"/>
                    <a:lumOff val="50000"/>
                  </a:schemeClr>
                </a:solidFill>
              </a:rPr>
              <a:pPr>
                <a:spcAft>
                  <a:spcPts val="600"/>
                </a:spcAft>
              </a:pPr>
              <a:t>23</a:t>
            </a:fld>
            <a:endParaRPr lang="en-US">
              <a:solidFill>
                <a:schemeClr val="tx1">
                  <a:lumMod val="50000"/>
                  <a:lumOff val="50000"/>
                </a:schemeClr>
              </a:solidFill>
            </a:endParaRPr>
          </a:p>
        </p:txBody>
      </p:sp>
    </p:spTree>
    <p:extLst>
      <p:ext uri="{BB962C8B-B14F-4D97-AF65-F5344CB8AC3E}">
        <p14:creationId xmlns:p14="http://schemas.microsoft.com/office/powerpoint/2010/main" val="1981118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09011" y="1153572"/>
            <a:ext cx="2606414"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4400" b="1" kern="1200">
                <a:solidFill>
                  <a:schemeClr val="tx1"/>
                </a:solidFill>
                <a:latin typeface="+mj-lt"/>
                <a:ea typeface="+mj-ea"/>
                <a:cs typeface="+mj-cs"/>
              </a:rPr>
              <a:t>Sentiment Analysis</a:t>
            </a:r>
            <a:endParaRPr lang="en-US">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600"/>
              <a:t>Almost all the world is on social media these days! And companies can use sentiment analysis to understand how a particular type of user feels about a particular topic, product, etc. </a:t>
            </a:r>
            <a:endParaRPr lang="en-US" sz="1600">
              <a:cs typeface="Calibri"/>
            </a:endParaRPr>
          </a:p>
          <a:p>
            <a:pPr indent="-228600">
              <a:lnSpc>
                <a:spcPct val="90000"/>
              </a:lnSpc>
            </a:pPr>
            <a:r>
              <a:rPr lang="en-US" sz="1600"/>
              <a:t>They can use natural language processing, computational linguistics, text analysis, etc. to understand the general sentiment of the users for their products and services and find out if the sentiment is good, bad, or neutral.</a:t>
            </a:r>
            <a:endParaRPr lang="en-US" sz="1600">
              <a:cs typeface="Calibri"/>
            </a:endParaRPr>
          </a:p>
          <a:p>
            <a:pPr indent="-228600">
              <a:lnSpc>
                <a:spcPct val="90000"/>
              </a:lnSpc>
            </a:pPr>
            <a:r>
              <a:rPr lang="en-US" sz="1600"/>
              <a:t> Companies can use sentiment analysis in a lot of ways such as to find out the emotions of their target audience, to understand product reviews, to gauge their brand sentiment, etc. </a:t>
            </a:r>
            <a:endParaRPr lang="en-US" sz="1600">
              <a:cs typeface="Calibri"/>
            </a:endParaRPr>
          </a:p>
          <a:p>
            <a:pPr indent="-228600">
              <a:lnSpc>
                <a:spcPct val="90000"/>
              </a:lnSpc>
            </a:pPr>
            <a:r>
              <a:rPr lang="en-US" sz="1600"/>
              <a:t>And not just private companies, even governments use sentiment analysis to find popular opinion and also catch out any threats to the security of the nation.</a:t>
            </a:r>
            <a:endParaRPr lang="en-US" sz="1600">
              <a:cs typeface="Calibri"/>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24</a:t>
            </a:fld>
            <a:endParaRPr lang="en-US"/>
          </a:p>
        </p:txBody>
      </p:sp>
    </p:spTree>
    <p:extLst>
      <p:ext uri="{BB962C8B-B14F-4D97-AF65-F5344CB8AC3E}">
        <p14:creationId xmlns:p14="http://schemas.microsoft.com/office/powerpoint/2010/main" val="2095559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09011" y="1153572"/>
            <a:ext cx="2606414"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4400" b="1">
                <a:solidFill>
                  <a:schemeClr val="tx1"/>
                </a:solidFill>
              </a:rPr>
              <a:t>Grammar Checkers</a:t>
            </a:r>
          </a:p>
          <a:p>
            <a:pPr algn="ctr">
              <a:lnSpc>
                <a:spcPct val="90000"/>
              </a:lnSpc>
              <a:spcBef>
                <a:spcPct val="0"/>
              </a:spcBef>
              <a:spcAft>
                <a:spcPts val="600"/>
              </a:spcAft>
              <a:defRPr/>
            </a:pPr>
            <a:endParaRPr lang="en-US" sz="4400" b="1">
              <a:solidFill>
                <a:schemeClr val="tx1"/>
              </a:solidFill>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600">
                <a:solidFill>
                  <a:srgbClr val="273239"/>
                </a:solidFill>
                <a:ea typeface="+mn-lt"/>
                <a:cs typeface="+mn-lt"/>
              </a:rPr>
              <a:t>Grammar and spelling is a very important factor while writing professional reports for your superiors even assignments for your lecturers. </a:t>
            </a:r>
            <a:endParaRPr lang="en-US" sz="1600">
              <a:cs typeface="Calibri"/>
            </a:endParaRPr>
          </a:p>
          <a:p>
            <a:pPr indent="-228600">
              <a:lnSpc>
                <a:spcPct val="90000"/>
              </a:lnSpc>
            </a:pPr>
            <a:r>
              <a:rPr lang="en-US" sz="1600">
                <a:solidFill>
                  <a:srgbClr val="273239"/>
                </a:solidFill>
                <a:ea typeface="+mn-lt"/>
                <a:cs typeface="+mn-lt"/>
              </a:rPr>
              <a:t>After all, having major errors may get you fired or failed! That’s why grammar and spell checkers are a very important tool for any professional writer. </a:t>
            </a:r>
            <a:endParaRPr lang="en-US" sz="1600">
              <a:solidFill>
                <a:srgbClr val="000000"/>
              </a:solidFill>
              <a:ea typeface="+mn-lt"/>
              <a:cs typeface="+mn-lt"/>
            </a:endParaRPr>
          </a:p>
          <a:p>
            <a:pPr indent="-228600">
              <a:lnSpc>
                <a:spcPct val="90000"/>
              </a:lnSpc>
            </a:pPr>
            <a:r>
              <a:rPr lang="en-US" sz="1600">
                <a:solidFill>
                  <a:srgbClr val="273239"/>
                </a:solidFill>
                <a:ea typeface="+mn-lt"/>
                <a:cs typeface="+mn-lt"/>
              </a:rPr>
              <a:t>They can not only correct grammar and check spellings but also suggest better synonyms and improve the overall readability of your content. </a:t>
            </a:r>
            <a:endParaRPr lang="en-US" sz="1600">
              <a:solidFill>
                <a:srgbClr val="000000"/>
              </a:solidFill>
              <a:ea typeface="+mn-lt"/>
              <a:cs typeface="+mn-lt"/>
            </a:endParaRPr>
          </a:p>
          <a:p>
            <a:pPr indent="-228600">
              <a:lnSpc>
                <a:spcPct val="90000"/>
              </a:lnSpc>
            </a:pPr>
            <a:r>
              <a:rPr lang="en-US" sz="1600">
                <a:solidFill>
                  <a:srgbClr val="273239"/>
                </a:solidFill>
                <a:ea typeface="+mn-lt"/>
                <a:cs typeface="+mn-lt"/>
              </a:rPr>
              <a:t>And guess what, they utilize natural language processing to provide the best possible piece of writing! The NLP algorithm is trained on millions of sentences to understand the correct format. </a:t>
            </a:r>
            <a:endParaRPr lang="en-US" sz="1600">
              <a:solidFill>
                <a:srgbClr val="000000"/>
              </a:solidFill>
              <a:ea typeface="+mn-lt"/>
              <a:cs typeface="+mn-lt"/>
            </a:endParaRPr>
          </a:p>
          <a:p>
            <a:pPr indent="-228600">
              <a:lnSpc>
                <a:spcPct val="90000"/>
              </a:lnSpc>
            </a:pPr>
            <a:r>
              <a:rPr lang="en-US" sz="1600">
                <a:solidFill>
                  <a:srgbClr val="273239"/>
                </a:solidFill>
                <a:ea typeface="+mn-lt"/>
                <a:cs typeface="+mn-lt"/>
              </a:rPr>
              <a:t>That is why it can suggest the correct verb tense, a better synonym, or a clearer sentence structure than what you have written. </a:t>
            </a:r>
            <a:endParaRPr lang="en-US" sz="1600">
              <a:solidFill>
                <a:srgbClr val="000000"/>
              </a:solidFill>
              <a:ea typeface="+mn-lt"/>
              <a:cs typeface="+mn-lt"/>
            </a:endParaRPr>
          </a:p>
          <a:p>
            <a:pPr indent="-228600">
              <a:lnSpc>
                <a:spcPct val="90000"/>
              </a:lnSpc>
            </a:pPr>
            <a:r>
              <a:rPr lang="en-US" sz="1600">
                <a:solidFill>
                  <a:srgbClr val="273239"/>
                </a:solidFill>
                <a:ea typeface="+mn-lt"/>
                <a:cs typeface="+mn-lt"/>
              </a:rPr>
              <a:t>Some of the most popular grammar checkers that use NLP include Grammarly etc.</a:t>
            </a:r>
            <a:endParaRPr lang="en-US" sz="1600">
              <a:solidFill>
                <a:srgbClr val="273239"/>
              </a:solidFill>
              <a:cs typeface="Calibri"/>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25</a:t>
            </a:fld>
            <a:endParaRPr lang="en-US"/>
          </a:p>
        </p:txBody>
      </p:sp>
    </p:spTree>
    <p:extLst>
      <p:ext uri="{BB962C8B-B14F-4D97-AF65-F5344CB8AC3E}">
        <p14:creationId xmlns:p14="http://schemas.microsoft.com/office/powerpoint/2010/main" val="2191441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74791" y="1153572"/>
            <a:ext cx="3299707"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endParaRPr lang="en-US" sz="4400" b="1">
              <a:solidFill>
                <a:schemeClr val="tx1"/>
              </a:solidFill>
              <a:cs typeface="Calibri"/>
            </a:endParaRPr>
          </a:p>
          <a:p>
            <a:pPr algn="ctr">
              <a:lnSpc>
                <a:spcPct val="90000"/>
              </a:lnSpc>
              <a:spcBef>
                <a:spcPct val="0"/>
              </a:spcBef>
              <a:spcAft>
                <a:spcPts val="600"/>
              </a:spcAft>
              <a:defRPr/>
            </a:pPr>
            <a:endParaRPr lang="en-US" sz="4400" b="1">
              <a:solidFill>
                <a:schemeClr val="tx1"/>
              </a:solidFill>
              <a:cs typeface="Calibri"/>
            </a:endParaRPr>
          </a:p>
          <a:p>
            <a:pPr algn="ctr">
              <a:lnSpc>
                <a:spcPct val="90000"/>
              </a:lnSpc>
              <a:spcBef>
                <a:spcPct val="0"/>
              </a:spcBef>
              <a:spcAft>
                <a:spcPts val="600"/>
              </a:spcAft>
              <a:defRPr/>
            </a:pPr>
            <a:endParaRPr lang="en-US" sz="4400" b="1">
              <a:solidFill>
                <a:schemeClr val="tx1"/>
              </a:solidFill>
            </a:endParaRPr>
          </a:p>
          <a:p>
            <a:pPr algn="ctr">
              <a:lnSpc>
                <a:spcPct val="90000"/>
              </a:lnSpc>
              <a:spcBef>
                <a:spcPct val="0"/>
              </a:spcBef>
              <a:spcAft>
                <a:spcPts val="600"/>
              </a:spcAft>
              <a:defRPr/>
            </a:pPr>
            <a:r>
              <a:rPr lang="en-US" sz="4400" b="1">
                <a:solidFill>
                  <a:schemeClr val="tx1"/>
                </a:solidFill>
              </a:rPr>
              <a:t>Email Classification and Filtering</a:t>
            </a:r>
            <a:endParaRPr lang="en-US">
              <a:solidFill>
                <a:schemeClr val="tx1"/>
              </a:solidFill>
            </a:endParaRPr>
          </a:p>
          <a:p>
            <a:pPr algn="ctr">
              <a:lnSpc>
                <a:spcPct val="90000"/>
              </a:lnSpc>
              <a:spcBef>
                <a:spcPct val="0"/>
              </a:spcBef>
              <a:spcAft>
                <a:spcPts val="600"/>
              </a:spcAft>
              <a:defRPr/>
            </a:pPr>
            <a:endParaRPr lang="en-US" sz="4400" b="1">
              <a:solidFill>
                <a:schemeClr val="tx1"/>
              </a:solidFill>
            </a:endParaRPr>
          </a:p>
          <a:p>
            <a:pPr algn="ctr">
              <a:lnSpc>
                <a:spcPct val="90000"/>
              </a:lnSpc>
              <a:spcBef>
                <a:spcPct val="0"/>
              </a:spcBef>
              <a:spcAft>
                <a:spcPts val="600"/>
              </a:spcAft>
              <a:defRPr/>
            </a:pPr>
            <a:endParaRPr lang="en-US" sz="4400" b="1">
              <a:solidFill>
                <a:schemeClr val="tx1"/>
              </a:solidFill>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494751" y="591344"/>
            <a:ext cx="5020598" cy="5585619"/>
          </a:xfrm>
        </p:spPr>
        <p:txBody>
          <a:bodyPr vert="horz" lIns="91440" tIns="45720" rIns="91440" bIns="45720" rtlCol="0" anchor="ctr">
            <a:normAutofit/>
          </a:bodyPr>
          <a:lstStyle/>
          <a:p>
            <a:pPr indent="-228600">
              <a:lnSpc>
                <a:spcPct val="90000"/>
              </a:lnSpc>
            </a:pPr>
            <a:r>
              <a:rPr lang="en-US" sz="1800" dirty="0">
                <a:solidFill>
                  <a:srgbClr val="273239"/>
                </a:solidFill>
                <a:ea typeface="+mn-lt"/>
                <a:cs typeface="+mn-lt"/>
              </a:rPr>
              <a:t>Emails are still the most important method for professional communication. </a:t>
            </a:r>
            <a:endParaRPr lang="en-US" sz="1800" dirty="0">
              <a:solidFill>
                <a:srgbClr val="000000"/>
              </a:solidFill>
              <a:ea typeface="+mn-lt"/>
              <a:cs typeface="+mn-lt"/>
            </a:endParaRPr>
          </a:p>
          <a:p>
            <a:pPr indent="-228600">
              <a:lnSpc>
                <a:spcPct val="90000"/>
              </a:lnSpc>
            </a:pPr>
            <a:r>
              <a:rPr lang="en-US" sz="1800" dirty="0">
                <a:solidFill>
                  <a:srgbClr val="273239"/>
                </a:solidFill>
                <a:ea typeface="+mn-lt"/>
                <a:cs typeface="+mn-lt"/>
              </a:rPr>
              <a:t>However, all of us still get thousands of </a:t>
            </a:r>
            <a:r>
              <a:rPr lang="en-US" sz="1800" b="1" dirty="0">
                <a:solidFill>
                  <a:srgbClr val="273239"/>
                </a:solidFill>
                <a:ea typeface="+mn-lt"/>
                <a:cs typeface="+mn-lt"/>
              </a:rPr>
              <a:t>promotional Emails that we don’t want to read</a:t>
            </a:r>
            <a:r>
              <a:rPr lang="en-US" sz="1800" dirty="0">
                <a:solidFill>
                  <a:srgbClr val="273239"/>
                </a:solidFill>
                <a:ea typeface="+mn-lt"/>
                <a:cs typeface="+mn-lt"/>
              </a:rPr>
              <a:t>. </a:t>
            </a:r>
            <a:endParaRPr lang="en-US" sz="1800" dirty="0">
              <a:solidFill>
                <a:srgbClr val="000000"/>
              </a:solidFill>
              <a:ea typeface="+mn-lt"/>
              <a:cs typeface="+mn-lt"/>
            </a:endParaRPr>
          </a:p>
          <a:p>
            <a:pPr indent="-228600">
              <a:lnSpc>
                <a:spcPct val="90000"/>
              </a:lnSpc>
            </a:pPr>
            <a:r>
              <a:rPr lang="en-US" sz="1800" dirty="0">
                <a:solidFill>
                  <a:srgbClr val="273239"/>
                </a:solidFill>
                <a:ea typeface="+mn-lt"/>
                <a:cs typeface="+mn-lt"/>
              </a:rPr>
              <a:t>Thankfully, our emails are automatically divided into 3 sections namely, </a:t>
            </a:r>
            <a:r>
              <a:rPr lang="en-US" sz="1800" b="1" dirty="0">
                <a:solidFill>
                  <a:srgbClr val="273239"/>
                </a:solidFill>
                <a:ea typeface="+mn-lt"/>
                <a:cs typeface="+mn-lt"/>
              </a:rPr>
              <a:t>Primary, Social, and Promotions</a:t>
            </a:r>
            <a:r>
              <a:rPr lang="en-US" sz="1800" dirty="0">
                <a:solidFill>
                  <a:srgbClr val="273239"/>
                </a:solidFill>
                <a:ea typeface="+mn-lt"/>
                <a:cs typeface="+mn-lt"/>
              </a:rPr>
              <a:t> which means we never have to open the Promotional section! But how does this work? Email services use natural language processing to identify the contents of each Email with text classification so that it can be put in the correct section. </a:t>
            </a:r>
            <a:endParaRPr lang="en-US" sz="1800" dirty="0">
              <a:solidFill>
                <a:srgbClr val="000000"/>
              </a:solidFill>
              <a:ea typeface="+mn-lt"/>
              <a:cs typeface="+mn-lt"/>
            </a:endParaRPr>
          </a:p>
          <a:p>
            <a:pPr indent="-228600">
              <a:lnSpc>
                <a:spcPct val="90000"/>
              </a:lnSpc>
            </a:pPr>
            <a:r>
              <a:rPr lang="en-US" sz="1800" dirty="0">
                <a:solidFill>
                  <a:srgbClr val="273239"/>
                </a:solidFill>
                <a:ea typeface="+mn-lt"/>
                <a:cs typeface="+mn-lt"/>
              </a:rPr>
              <a:t>This method is not perfect since there are still some Promotional newsletters in Primary, but its better than nothing. </a:t>
            </a:r>
            <a:endParaRPr lang="en-US" sz="1800" dirty="0">
              <a:solidFill>
                <a:srgbClr val="000000"/>
              </a:solidFill>
              <a:ea typeface="+mn-lt"/>
              <a:cs typeface="+mn-lt"/>
            </a:endParaRPr>
          </a:p>
          <a:p>
            <a:pPr indent="-228600">
              <a:lnSpc>
                <a:spcPct val="90000"/>
              </a:lnSpc>
            </a:pPr>
            <a:r>
              <a:rPr lang="en-US" sz="1800" dirty="0">
                <a:solidFill>
                  <a:srgbClr val="273239"/>
                </a:solidFill>
                <a:ea typeface="+mn-lt"/>
                <a:cs typeface="+mn-lt"/>
              </a:rPr>
              <a:t>In more advanced cases, some companies also use specialty anti-virus software with natural language processing to scan the Emails and see if there are any patterns and phrases that may indicate a phishing attempt on the employees.</a:t>
            </a:r>
            <a:endParaRPr lang="en-US" sz="1800"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26</a:t>
            </a:fld>
            <a:endParaRPr lang="en-US"/>
          </a:p>
        </p:txBody>
      </p:sp>
    </p:spTree>
    <p:extLst>
      <p:ext uri="{BB962C8B-B14F-4D97-AF65-F5344CB8AC3E}">
        <p14:creationId xmlns:p14="http://schemas.microsoft.com/office/powerpoint/2010/main" val="713500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162800" y="6356350"/>
            <a:ext cx="1524000" cy="365125"/>
          </a:xfrm>
        </p:spPr>
        <p:txBody>
          <a:bodyPr/>
          <a:lstStyle/>
          <a:p>
            <a:fld id="{B6F15528-21DE-4FAA-801E-634DDDAF4B2B}" type="slidenum">
              <a:rPr lang="en-US" dirty="0" smtClean="0"/>
              <a:pPr/>
              <a:t>27</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US" sz="3200" b="1">
                <a:latin typeface="+mj-lt"/>
                <a:cs typeface="Calibri"/>
              </a:rPr>
              <a:t>Emerging Trends in NLP</a:t>
            </a:r>
            <a:endParaRPr lang="en-US" sz="3200">
              <a:latin typeface="+mj-lt"/>
              <a:cs typeface="Calibri"/>
            </a:endParaRPr>
          </a:p>
        </p:txBody>
      </p:sp>
      <p:pic>
        <p:nvPicPr>
          <p:cNvPr id="8" name="Picture 7">
            <a:extLst>
              <a:ext uri="{FF2B5EF4-FFF2-40B4-BE49-F238E27FC236}">
                <a16:creationId xmlns:a16="http://schemas.microsoft.com/office/drawing/2014/main" id="{E063B63B-70B4-5648-4113-6C82E71B9278}"/>
              </a:ext>
            </a:extLst>
          </p:cNvPr>
          <p:cNvPicPr>
            <a:picLocks noChangeAspect="1"/>
          </p:cNvPicPr>
          <p:nvPr/>
        </p:nvPicPr>
        <p:blipFill>
          <a:blip r:embed="rId2"/>
          <a:stretch>
            <a:fillRect/>
          </a:stretch>
        </p:blipFill>
        <p:spPr>
          <a:xfrm>
            <a:off x="380375" y="969406"/>
            <a:ext cx="8364511" cy="5593745"/>
          </a:xfrm>
          <a:prstGeom prst="rect">
            <a:avLst/>
          </a:prstGeom>
        </p:spPr>
      </p:pic>
    </p:spTree>
    <p:extLst>
      <p:ext uri="{BB962C8B-B14F-4D97-AF65-F5344CB8AC3E}">
        <p14:creationId xmlns:p14="http://schemas.microsoft.com/office/powerpoint/2010/main" val="3804570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09011" y="1153572"/>
            <a:ext cx="2606414"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4400" b="1">
                <a:solidFill>
                  <a:schemeClr val="tx1"/>
                </a:solidFill>
                <a:latin typeface="+mj-lt"/>
                <a:ea typeface="+mj-ea"/>
                <a:cs typeface="+mj-cs"/>
              </a:rPr>
              <a:t>Virtual Assistants</a:t>
            </a:r>
            <a:endParaRPr lang="en-US">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2000" dirty="0">
                <a:solidFill>
                  <a:srgbClr val="0A0A0A"/>
                </a:solidFill>
                <a:ea typeface="+mn-lt"/>
                <a:cs typeface="+mn-lt"/>
              </a:rPr>
              <a:t>There is a growing interest in virtual assistants in devices and applications as they </a:t>
            </a:r>
            <a:r>
              <a:rPr lang="en-US" sz="2000" b="1" dirty="0">
                <a:solidFill>
                  <a:srgbClr val="0A0A0A"/>
                </a:solidFill>
                <a:ea typeface="+mn-lt"/>
                <a:cs typeface="+mn-lt"/>
              </a:rPr>
              <a:t>improve accessibility and provide information on demand</a:t>
            </a:r>
            <a:r>
              <a:rPr lang="en-US" sz="2000" dirty="0">
                <a:solidFill>
                  <a:srgbClr val="0A0A0A"/>
                </a:solidFill>
                <a:ea typeface="+mn-lt"/>
                <a:cs typeface="+mn-lt"/>
              </a:rPr>
              <a:t>. </a:t>
            </a:r>
            <a:endParaRPr lang="en-US" sz="2000" dirty="0">
              <a:cs typeface="Calibri"/>
            </a:endParaRPr>
          </a:p>
          <a:p>
            <a:pPr indent="-228600">
              <a:lnSpc>
                <a:spcPct val="90000"/>
              </a:lnSpc>
            </a:pPr>
            <a:r>
              <a:rPr lang="en-US" sz="2000" dirty="0">
                <a:solidFill>
                  <a:srgbClr val="0A0A0A"/>
                </a:solidFill>
                <a:ea typeface="+mn-lt"/>
                <a:cs typeface="+mn-lt"/>
              </a:rPr>
              <a:t>However, they deliver accurate information only if the virtual assistants understand the query without misinterpretation. </a:t>
            </a:r>
            <a:endParaRPr lang="en-US" sz="2000" dirty="0">
              <a:solidFill>
                <a:srgbClr val="000000"/>
              </a:solidFill>
              <a:ea typeface="+mn-lt"/>
              <a:cs typeface="+mn-lt"/>
            </a:endParaRPr>
          </a:p>
          <a:p>
            <a:pPr indent="-228600">
              <a:lnSpc>
                <a:spcPct val="90000"/>
              </a:lnSpc>
            </a:pPr>
            <a:r>
              <a:rPr lang="en-US" sz="2000" dirty="0">
                <a:solidFill>
                  <a:srgbClr val="0A0A0A"/>
                </a:solidFill>
                <a:ea typeface="+mn-lt"/>
                <a:cs typeface="+mn-lt"/>
              </a:rPr>
              <a:t>That is why startups are leveraging NLP to develop novel virtual assistants and chatbots. </a:t>
            </a:r>
            <a:endParaRPr lang="en-US" sz="2000" dirty="0">
              <a:solidFill>
                <a:srgbClr val="000000"/>
              </a:solidFill>
              <a:ea typeface="+mn-lt"/>
              <a:cs typeface="+mn-lt"/>
            </a:endParaRPr>
          </a:p>
          <a:p>
            <a:pPr indent="-228600">
              <a:lnSpc>
                <a:spcPct val="90000"/>
              </a:lnSpc>
            </a:pPr>
            <a:r>
              <a:rPr lang="en-US" sz="2000" dirty="0">
                <a:solidFill>
                  <a:srgbClr val="0A0A0A"/>
                </a:solidFill>
                <a:ea typeface="+mn-lt"/>
                <a:cs typeface="+mn-lt"/>
              </a:rPr>
              <a:t>They mitigate processing errors and work continuously, unlike human virtual assistants. </a:t>
            </a:r>
            <a:endParaRPr lang="en-US" sz="2000" dirty="0">
              <a:solidFill>
                <a:srgbClr val="000000"/>
              </a:solidFill>
              <a:ea typeface="+mn-lt"/>
              <a:cs typeface="+mn-lt"/>
            </a:endParaRPr>
          </a:p>
          <a:p>
            <a:pPr indent="-228600">
              <a:lnSpc>
                <a:spcPct val="90000"/>
              </a:lnSpc>
            </a:pPr>
            <a:endParaRPr lang="en-US" sz="2000" dirty="0">
              <a:solidFill>
                <a:srgbClr val="0A0A0A"/>
              </a:solidFill>
              <a:cs typeface="Calibri"/>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28</a:t>
            </a:fld>
            <a:endParaRPr lang="en-US"/>
          </a:p>
        </p:txBody>
      </p:sp>
    </p:spTree>
    <p:extLst>
      <p:ext uri="{BB962C8B-B14F-4D97-AF65-F5344CB8AC3E}">
        <p14:creationId xmlns:p14="http://schemas.microsoft.com/office/powerpoint/2010/main" val="3739601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09011" y="1153572"/>
            <a:ext cx="2606414"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4400" b="1">
                <a:solidFill>
                  <a:schemeClr val="tx1"/>
                </a:solidFill>
                <a:latin typeface="+mj-lt"/>
                <a:ea typeface="+mj-ea"/>
                <a:cs typeface="+mj-cs"/>
              </a:rPr>
              <a:t>Sentiment Analysis</a:t>
            </a:r>
            <a:endParaRPr lang="en-US">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a:solidFill>
                  <a:srgbClr val="0A0A0A"/>
                </a:solidFill>
                <a:ea typeface="+mn-lt"/>
                <a:cs typeface="+mn-lt"/>
              </a:rPr>
              <a:t>Our increasingly digital world generates exponential amounts of data as audio, video, and text.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While natural language processors are able to analyze large sources of data, they are unable to differentiate between positive, negative, or neutral speech.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Moreover, when support agents interact with customers, they are able to adapt their conversation based on the customers’ emotional state which typical NLP models neglect.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Therefore, startups are creating NLP models that understand the emotional or sentimental aspect of text data along with its context.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Such NLP models improve customer loyalty and retention by delivering better services and customer experiences.</a:t>
            </a:r>
            <a:endParaRPr lang="en-US" sz="180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29</a:t>
            </a:fld>
            <a:endParaRPr lang="en-US"/>
          </a:p>
        </p:txBody>
      </p:sp>
    </p:spTree>
    <p:extLst>
      <p:ext uri="{BB962C8B-B14F-4D97-AF65-F5344CB8AC3E}">
        <p14:creationId xmlns:p14="http://schemas.microsoft.com/office/powerpoint/2010/main" val="2718036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2999905"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r>
              <a:rPr lang="en-US" sz="4400" b="1">
                <a:solidFill>
                  <a:schemeClr val="tx1"/>
                </a:solidFill>
                <a:latin typeface="+mj-lt"/>
                <a:ea typeface="+mj-ea"/>
                <a:cs typeface="+mj-cs"/>
              </a:rPr>
              <a:t>Multilingual Language Models</a:t>
            </a: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dirty="0">
                <a:solidFill>
                  <a:srgbClr val="0A0A0A"/>
                </a:solidFill>
                <a:ea typeface="+mn-lt"/>
                <a:cs typeface="+mn-lt"/>
              </a:rPr>
              <a:t>Communication is highly complex, with over </a:t>
            </a:r>
            <a:r>
              <a:rPr lang="en-US" sz="1800" b="1" dirty="0">
                <a:solidFill>
                  <a:srgbClr val="0A0A0A"/>
                </a:solidFill>
                <a:ea typeface="+mn-lt"/>
                <a:cs typeface="+mn-lt"/>
              </a:rPr>
              <a:t>7000 languages spoken across the world</a:t>
            </a:r>
            <a:r>
              <a:rPr lang="en-US" sz="1800" dirty="0">
                <a:solidFill>
                  <a:srgbClr val="0A0A0A"/>
                </a:solidFill>
                <a:ea typeface="+mn-lt"/>
                <a:cs typeface="+mn-lt"/>
              </a:rPr>
              <a:t>, each with its own intricacies.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Most current natural language processors focus on the English language and therefore either do not cater to the other markets or are inefficient.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The availability of large training datasets in different languages enables the development of NLP models that accurately understand unstructured data in different languages.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This improves data accessibility and allows businesses to speed up their translation workflows and increase their brand reach.</a:t>
            </a:r>
            <a:endParaRPr lang="en-US" sz="1800"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30</a:t>
            </a:fld>
            <a:endParaRPr lang="en-US"/>
          </a:p>
        </p:txBody>
      </p:sp>
    </p:spTree>
    <p:extLst>
      <p:ext uri="{BB962C8B-B14F-4D97-AF65-F5344CB8AC3E}">
        <p14:creationId xmlns:p14="http://schemas.microsoft.com/office/powerpoint/2010/main" val="38486270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2999905"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r>
              <a:rPr lang="en-US" sz="4400" b="1">
                <a:solidFill>
                  <a:schemeClr val="tx1"/>
                </a:solidFill>
                <a:latin typeface="+mj-lt"/>
                <a:ea typeface="+mj-ea"/>
                <a:cs typeface="+mj-cs"/>
              </a:rPr>
              <a:t>Named Entity Recognition</a:t>
            </a: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dirty="0">
                <a:solidFill>
                  <a:srgbClr val="0A0A0A"/>
                </a:solidFill>
                <a:ea typeface="+mn-lt"/>
                <a:cs typeface="+mn-lt"/>
              </a:rPr>
              <a:t>Data classification and annotation are important for a wide range of applications such as </a:t>
            </a:r>
            <a:r>
              <a:rPr lang="en-US" sz="1800" b="1" dirty="0">
                <a:solidFill>
                  <a:srgbClr val="0A0A0A"/>
                </a:solidFill>
                <a:ea typeface="+mn-lt"/>
                <a:cs typeface="+mn-lt"/>
              </a:rPr>
              <a:t>autonomous vehicles, recommendation systems</a:t>
            </a:r>
            <a:r>
              <a:rPr lang="en-US" sz="1800" dirty="0">
                <a:solidFill>
                  <a:srgbClr val="0A0A0A"/>
                </a:solidFill>
                <a:ea typeface="+mn-lt"/>
                <a:cs typeface="+mn-lt"/>
              </a:rPr>
              <a:t>, and more.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However, </a:t>
            </a:r>
            <a:r>
              <a:rPr lang="en-US" sz="1800" b="1" dirty="0">
                <a:solidFill>
                  <a:srgbClr val="0A0A0A"/>
                </a:solidFill>
                <a:ea typeface="+mn-lt"/>
                <a:cs typeface="+mn-lt"/>
              </a:rPr>
              <a:t>classifying data from unstructured data </a:t>
            </a:r>
            <a:r>
              <a:rPr lang="en-US" sz="1800" dirty="0">
                <a:solidFill>
                  <a:srgbClr val="0A0A0A"/>
                </a:solidFill>
                <a:ea typeface="+mn-lt"/>
                <a:cs typeface="+mn-lt"/>
              </a:rPr>
              <a:t>proves difficult for nearly all traditional processing algorithms.</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Named entity recognition (NER) is a language processor that removes these limitations by scanning unstructured data to locate and classify various parameters.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Besides </a:t>
            </a:r>
            <a:r>
              <a:rPr lang="en-US" sz="1800" b="1" dirty="0">
                <a:solidFill>
                  <a:srgbClr val="0A0A0A"/>
                </a:solidFill>
                <a:ea typeface="+mn-lt"/>
                <a:cs typeface="+mn-lt"/>
              </a:rPr>
              <a:t>identifying person names, organizations, brands, etc. </a:t>
            </a:r>
            <a:endParaRPr lang="en-US" sz="1800" b="1" dirty="0">
              <a:solidFill>
                <a:srgbClr val="000000"/>
              </a:solidFill>
              <a:ea typeface="+mn-lt"/>
              <a:cs typeface="+mn-lt"/>
            </a:endParaRPr>
          </a:p>
          <a:p>
            <a:pPr indent="-228600">
              <a:lnSpc>
                <a:spcPct val="90000"/>
              </a:lnSpc>
            </a:pPr>
            <a:r>
              <a:rPr lang="en-US" sz="1800" dirty="0">
                <a:solidFill>
                  <a:srgbClr val="0A0A0A"/>
                </a:solidFill>
                <a:ea typeface="+mn-lt"/>
                <a:cs typeface="+mn-lt"/>
              </a:rPr>
              <a:t>NER classifies </a:t>
            </a:r>
            <a:r>
              <a:rPr lang="en-US" sz="1800" b="1" dirty="0">
                <a:solidFill>
                  <a:srgbClr val="0A0A0A"/>
                </a:solidFill>
                <a:ea typeface="+mn-lt"/>
                <a:cs typeface="+mn-lt"/>
              </a:rPr>
              <a:t>dates and times, email addresses, and numerical measurements like money and weight. </a:t>
            </a:r>
            <a:endParaRPr lang="en-US" sz="1800" b="1" dirty="0">
              <a:solidFill>
                <a:srgbClr val="000000"/>
              </a:solidFill>
              <a:ea typeface="+mn-lt"/>
              <a:cs typeface="+mn-lt"/>
            </a:endParaRPr>
          </a:p>
          <a:p>
            <a:pPr indent="-228600">
              <a:lnSpc>
                <a:spcPct val="90000"/>
              </a:lnSpc>
            </a:pPr>
            <a:r>
              <a:rPr lang="en-US" sz="1800" dirty="0">
                <a:solidFill>
                  <a:srgbClr val="0A0A0A"/>
                </a:solidFill>
                <a:ea typeface="+mn-lt"/>
                <a:cs typeface="+mn-lt"/>
              </a:rPr>
              <a:t>NER models thus facilitate data extraction workflows across industries.</a:t>
            </a:r>
            <a:endParaRPr lang="en-US" sz="1800"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31</a:t>
            </a:fld>
            <a:endParaRPr lang="en-US"/>
          </a:p>
        </p:txBody>
      </p:sp>
    </p:spTree>
    <p:extLst>
      <p:ext uri="{BB962C8B-B14F-4D97-AF65-F5344CB8AC3E}">
        <p14:creationId xmlns:p14="http://schemas.microsoft.com/office/powerpoint/2010/main" val="1492801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cs typeface="Calibri"/>
            </a:endParaRPr>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3234126"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r>
              <a:rPr lang="en-US" sz="4400" b="1">
                <a:solidFill>
                  <a:schemeClr val="tx1"/>
                </a:solidFill>
                <a:latin typeface="+mj-lt"/>
                <a:ea typeface="+mj-ea"/>
                <a:cs typeface="+mj-cs"/>
              </a:rPr>
              <a:t>Language Transformers</a:t>
            </a: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485382" y="591344"/>
            <a:ext cx="5029967" cy="5585619"/>
          </a:xfrm>
        </p:spPr>
        <p:txBody>
          <a:bodyPr vert="horz" lIns="91440" tIns="45720" rIns="91440" bIns="45720" rtlCol="0" anchor="ctr">
            <a:normAutofit/>
          </a:bodyPr>
          <a:lstStyle/>
          <a:p>
            <a:pPr indent="-228600">
              <a:lnSpc>
                <a:spcPct val="90000"/>
              </a:lnSpc>
            </a:pPr>
            <a:r>
              <a:rPr lang="en-US" sz="1800">
                <a:solidFill>
                  <a:srgbClr val="0A0A0A"/>
                </a:solidFill>
                <a:ea typeface="+mn-lt"/>
                <a:cs typeface="+mn-lt"/>
              </a:rPr>
              <a:t>Natural language solutions require massive language datasets to train processors.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This training process deals with issues, like similar-sounding words, that affect the performance of NLP models.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Language transformers avoid these by applying self-attention mechanisms to better understand the relationships between sequential elements.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Moreover, this type of neural network architecture ensures that the weighted average calculation for each word is unique.</a:t>
            </a:r>
            <a:endParaRPr lang="en-US" sz="180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32</a:t>
            </a:fld>
            <a:endParaRPr lang="en-US"/>
          </a:p>
        </p:txBody>
      </p:sp>
    </p:spTree>
    <p:extLst>
      <p:ext uri="{BB962C8B-B14F-4D97-AF65-F5344CB8AC3E}">
        <p14:creationId xmlns:p14="http://schemas.microsoft.com/office/powerpoint/2010/main" val="3238797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cs typeface="Calibri"/>
            </a:endParaRPr>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2821897"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r>
              <a:rPr lang="en-US" sz="4400" b="1">
                <a:solidFill>
                  <a:schemeClr val="tx1"/>
                </a:solidFill>
                <a:latin typeface="+mj-lt"/>
                <a:ea typeface="+mj-ea"/>
                <a:cs typeface="+mj-cs"/>
              </a:rPr>
              <a:t>Transfer Learning</a:t>
            </a: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485382" y="591344"/>
            <a:ext cx="5029967" cy="5585619"/>
          </a:xfrm>
        </p:spPr>
        <p:txBody>
          <a:bodyPr vert="horz" lIns="91440" tIns="45720" rIns="91440" bIns="45720" rtlCol="0" anchor="ctr">
            <a:normAutofit/>
          </a:bodyPr>
          <a:lstStyle/>
          <a:p>
            <a:pPr indent="-228600">
              <a:lnSpc>
                <a:spcPct val="90000"/>
              </a:lnSpc>
            </a:pPr>
            <a:r>
              <a:rPr lang="en-US" sz="1800">
                <a:solidFill>
                  <a:srgbClr val="0A0A0A"/>
                </a:solidFill>
                <a:ea typeface="+mn-lt"/>
                <a:cs typeface="+mn-lt"/>
              </a:rPr>
              <a:t>Machine learning tasks are domain-specific and models are unable to generalize their learning.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This causes problems as real-world data is mostly unstructured, unlike training datasets.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Consequently, this affects the predictability of the trained models.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However, many language models are able to share much of their training data using transfer learning to optimize the general process of deep learning. </a:t>
            </a:r>
            <a:endParaRPr lang="en-US" sz="1800">
              <a:solidFill>
                <a:srgbClr val="000000"/>
              </a:solidFill>
              <a:ea typeface="+mn-lt"/>
              <a:cs typeface="+mn-lt"/>
            </a:endParaRPr>
          </a:p>
          <a:p>
            <a:pPr indent="-228600">
              <a:lnSpc>
                <a:spcPct val="90000"/>
              </a:lnSpc>
            </a:pPr>
            <a:r>
              <a:rPr lang="en-US" sz="1800">
                <a:solidFill>
                  <a:srgbClr val="0A0A0A"/>
                </a:solidFill>
                <a:ea typeface="+mn-lt"/>
                <a:cs typeface="+mn-lt"/>
              </a:rPr>
              <a:t>The application of transfer learning in natural language processing significantly reduces the time and cost to train new NLP models.</a:t>
            </a:r>
            <a:endParaRPr lang="en-US" sz="180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33</a:t>
            </a:fld>
            <a:endParaRPr lang="en-US"/>
          </a:p>
        </p:txBody>
      </p:sp>
    </p:spTree>
    <p:extLst>
      <p:ext uri="{BB962C8B-B14F-4D97-AF65-F5344CB8AC3E}">
        <p14:creationId xmlns:p14="http://schemas.microsoft.com/office/powerpoint/2010/main" val="1196681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cs typeface="Calibri"/>
            </a:endParaRPr>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3758782"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20000"/>
          </a:bodyPr>
          <a:lstStyle/>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endParaRPr lang="en-US" sz="4400" b="1" dirty="0">
              <a:solidFill>
                <a:schemeClr val="tx1"/>
              </a:solidFill>
              <a:ea typeface="+mj-ea"/>
              <a:cs typeface="+mj-cs"/>
            </a:endParaRPr>
          </a:p>
          <a:p>
            <a:pPr algn="ctr">
              <a:lnSpc>
                <a:spcPct val="90000"/>
              </a:lnSpc>
              <a:spcBef>
                <a:spcPct val="0"/>
              </a:spcBef>
              <a:spcAft>
                <a:spcPts val="600"/>
              </a:spcAft>
              <a:defRPr/>
            </a:pPr>
            <a:r>
              <a:rPr lang="en-US" sz="4400" b="1" dirty="0">
                <a:solidFill>
                  <a:schemeClr val="tx1"/>
                </a:solidFill>
                <a:ea typeface="+mj-ea"/>
                <a:cs typeface="+mj-cs"/>
              </a:rPr>
              <a:t>Text Summarization</a:t>
            </a:r>
            <a:endParaRPr lang="en-US" sz="4400" b="1" dirty="0">
              <a:solidFill>
                <a:schemeClr val="tx1"/>
              </a:solidFill>
              <a:ea typeface="+mj-ea"/>
              <a:cs typeface="Calibri"/>
            </a:endParaRPr>
          </a:p>
          <a:p>
            <a:pPr algn="ctr">
              <a:lnSpc>
                <a:spcPct val="90000"/>
              </a:lnSpc>
              <a:spcBef>
                <a:spcPct val="0"/>
              </a:spcBef>
              <a:spcAft>
                <a:spcPts val="600"/>
              </a:spcAft>
              <a:defRPr/>
            </a:pPr>
            <a:endParaRPr lang="en-US" sz="4400" b="1" dirty="0">
              <a:solidFill>
                <a:schemeClr val="tx1"/>
              </a:solidFill>
              <a:ea typeface="+mj-ea"/>
              <a:cs typeface="Calibri"/>
            </a:endParaRPr>
          </a:p>
          <a:p>
            <a:pPr>
              <a:defRPr/>
            </a:pPr>
            <a:endParaRPr lang="en-US" sz="4400" b="1" dirty="0">
              <a:solidFill>
                <a:schemeClr val="tx1"/>
              </a:solidFill>
              <a:ea typeface="+mj-ea"/>
              <a:cs typeface="Calibri"/>
            </a:endParaRPr>
          </a:p>
          <a:p>
            <a:pPr algn="ctr">
              <a:lnSpc>
                <a:spcPct val="90000"/>
              </a:lnSpc>
              <a:spcBef>
                <a:spcPct val="0"/>
              </a:spcBef>
              <a:spcAft>
                <a:spcPts val="600"/>
              </a:spcAft>
              <a:defRPr/>
            </a:pPr>
            <a:endParaRPr lang="en-US" sz="4400" b="1" dirty="0">
              <a:solidFill>
                <a:schemeClr val="tx1"/>
              </a:solidFill>
              <a:ea typeface="+mj-ea"/>
            </a:endParaRPr>
          </a:p>
          <a:p>
            <a:pPr algn="ctr">
              <a:lnSpc>
                <a:spcPct val="90000"/>
              </a:lnSpc>
              <a:spcBef>
                <a:spcPct val="0"/>
              </a:spcBef>
              <a:spcAft>
                <a:spcPts val="600"/>
              </a:spcAft>
              <a:defRPr/>
            </a:pPr>
            <a:endParaRPr lang="en-US" sz="4400" b="1" dirty="0">
              <a:solidFill>
                <a:schemeClr val="tx1"/>
              </a:solidFill>
              <a:ea typeface="+mj-ea"/>
            </a:endParaRPr>
          </a:p>
          <a:p>
            <a:pPr algn="ctr">
              <a:lnSpc>
                <a:spcPct val="90000"/>
              </a:lnSpc>
              <a:spcBef>
                <a:spcPct val="0"/>
              </a:spcBef>
              <a:spcAft>
                <a:spcPts val="600"/>
              </a:spcAft>
              <a:defRPr/>
            </a:pPr>
            <a:endParaRPr lang="en-US" sz="4400" b="1" dirty="0">
              <a:solidFill>
                <a:schemeClr val="tx1"/>
              </a:solidFill>
              <a:ea typeface="+mj-ea"/>
            </a:endParaRPr>
          </a:p>
          <a:p>
            <a:pPr algn="ctr">
              <a:lnSpc>
                <a:spcPct val="90000"/>
              </a:lnSpc>
              <a:spcBef>
                <a:spcPct val="0"/>
              </a:spcBef>
              <a:spcAft>
                <a:spcPts val="600"/>
              </a:spcAft>
              <a:defRPr/>
            </a:pPr>
            <a:endParaRPr lang="en-US" sz="4400" b="1" dirty="0">
              <a:solidFill>
                <a:schemeClr val="tx1"/>
              </a:solidFill>
              <a:ea typeface="+mj-ea"/>
            </a:endParaRPr>
          </a:p>
          <a:p>
            <a:pPr algn="ctr">
              <a:lnSpc>
                <a:spcPct val="90000"/>
              </a:lnSpc>
              <a:spcBef>
                <a:spcPct val="0"/>
              </a:spcBef>
              <a:spcAft>
                <a:spcPts val="600"/>
              </a:spcAft>
              <a:defRPr/>
            </a:pPr>
            <a:endParaRPr lang="en-US" sz="4400" b="1" dirty="0">
              <a:solidFill>
                <a:schemeClr val="tx1"/>
              </a:solidFill>
              <a:ea typeface="+mj-ea"/>
              <a:cs typeface="Calibri"/>
            </a:endParaRPr>
          </a:p>
          <a:p>
            <a:pPr algn="ctr">
              <a:lnSpc>
                <a:spcPct val="90000"/>
              </a:lnSpc>
              <a:spcBef>
                <a:spcPct val="0"/>
              </a:spcBef>
              <a:spcAft>
                <a:spcPts val="600"/>
              </a:spcAft>
              <a:defRPr/>
            </a:pPr>
            <a:endParaRPr lang="en-US" sz="4400" b="1" kern="1200" dirty="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019407" y="535131"/>
            <a:ext cx="5029967" cy="5585619"/>
          </a:xfrm>
        </p:spPr>
        <p:txBody>
          <a:bodyPr vert="horz" lIns="91440" tIns="45720" rIns="91440" bIns="45720" rtlCol="0" anchor="ctr">
            <a:normAutofit/>
          </a:bodyPr>
          <a:lstStyle/>
          <a:p>
            <a:pPr indent="-228600">
              <a:lnSpc>
                <a:spcPct val="90000"/>
              </a:lnSpc>
            </a:pPr>
            <a:r>
              <a:rPr lang="en-US" sz="1800" dirty="0">
                <a:solidFill>
                  <a:srgbClr val="0A0A0A"/>
                </a:solidFill>
                <a:ea typeface="+mn-lt"/>
                <a:cs typeface="+mn-lt"/>
              </a:rPr>
              <a:t>Natural language processors are extremely efficient at analyzing large datasets to understand human language as it is spoken and written.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However, typical NLP models lack the ability to differentiate between useful and useless information when analyzing large text documents.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Therefore, startups are applying machine learning algorithms to develop NLP models that </a:t>
            </a:r>
            <a:r>
              <a:rPr lang="en-US" sz="1800" b="1" dirty="0">
                <a:solidFill>
                  <a:srgbClr val="0A0A0A"/>
                </a:solidFill>
                <a:ea typeface="+mn-lt"/>
                <a:cs typeface="+mn-lt"/>
              </a:rPr>
              <a:t>summarize lengthy texts into a cohesive and fluent summary that contains all key points. </a:t>
            </a:r>
            <a:endParaRPr lang="en-US" sz="1800" b="1" dirty="0">
              <a:solidFill>
                <a:srgbClr val="000000"/>
              </a:solidFill>
              <a:ea typeface="+mn-lt"/>
              <a:cs typeface="+mn-lt"/>
            </a:endParaRPr>
          </a:p>
          <a:p>
            <a:pPr indent="-228600">
              <a:lnSpc>
                <a:spcPct val="90000"/>
              </a:lnSpc>
            </a:pPr>
            <a:r>
              <a:rPr lang="en-US" sz="1800" dirty="0">
                <a:solidFill>
                  <a:srgbClr val="0A0A0A"/>
                </a:solidFill>
                <a:ea typeface="+mn-lt"/>
                <a:cs typeface="+mn-lt"/>
              </a:rPr>
              <a:t>The main benefits of such language processors are the time savings in deconstructing a document and the increase in productivity from quick data summarization.</a:t>
            </a:r>
            <a:endParaRPr lang="en-US" sz="1800"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34</a:t>
            </a:fld>
            <a:endParaRPr lang="en-US"/>
          </a:p>
        </p:txBody>
      </p:sp>
    </p:spTree>
    <p:extLst>
      <p:ext uri="{BB962C8B-B14F-4D97-AF65-F5344CB8AC3E}">
        <p14:creationId xmlns:p14="http://schemas.microsoft.com/office/powerpoint/2010/main" val="1080364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cs typeface="Calibri"/>
            </a:endParaRPr>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2821897"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lnSpcReduction="10000"/>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r>
              <a:rPr lang="en-US" sz="4400" b="1">
                <a:solidFill>
                  <a:schemeClr val="tx1"/>
                </a:solidFill>
                <a:latin typeface="+mj-lt"/>
                <a:ea typeface="+mj-ea"/>
                <a:cs typeface="+mj-cs"/>
              </a:rPr>
              <a:t>Semantic Search</a:t>
            </a: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485382" y="591344"/>
            <a:ext cx="5029967" cy="5585619"/>
          </a:xfrm>
        </p:spPr>
        <p:txBody>
          <a:bodyPr vert="horz" lIns="91440" tIns="45720" rIns="91440" bIns="45720" rtlCol="0" anchor="ctr">
            <a:normAutofit/>
          </a:bodyPr>
          <a:lstStyle/>
          <a:p>
            <a:pPr indent="-228600">
              <a:lnSpc>
                <a:spcPct val="90000"/>
              </a:lnSpc>
            </a:pPr>
            <a:r>
              <a:rPr lang="en-US" sz="1800" dirty="0">
                <a:solidFill>
                  <a:srgbClr val="0A0A0A"/>
                </a:solidFill>
                <a:ea typeface="+mn-lt"/>
                <a:cs typeface="+mn-lt"/>
              </a:rPr>
              <a:t>Search engines are an integral part of workflows to find and receive digital information.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One of the barriers to effective searches is the lack of understanding of the context and intent of the input data.</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NLP enables semantic search queries that analyze </a:t>
            </a:r>
            <a:r>
              <a:rPr lang="en-US" sz="1800" b="1" dirty="0">
                <a:solidFill>
                  <a:srgbClr val="0A0A0A"/>
                </a:solidFill>
                <a:ea typeface="+mn-lt"/>
                <a:cs typeface="+mn-lt"/>
              </a:rPr>
              <a:t>search intent</a:t>
            </a:r>
            <a:r>
              <a:rPr lang="en-US" sz="1800" dirty="0">
                <a:solidFill>
                  <a:srgbClr val="0A0A0A"/>
                </a:solidFill>
                <a:ea typeface="+mn-lt"/>
                <a:cs typeface="+mn-lt"/>
              </a:rPr>
              <a:t>.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This </a:t>
            </a:r>
            <a:r>
              <a:rPr lang="en-US" sz="1800" b="1" dirty="0">
                <a:solidFill>
                  <a:srgbClr val="0A0A0A"/>
                </a:solidFill>
                <a:ea typeface="+mn-lt"/>
                <a:cs typeface="+mn-lt"/>
              </a:rPr>
              <a:t>improves search accuracy and provides more relevant results. </a:t>
            </a:r>
            <a:endParaRPr lang="en-US" sz="1800" b="1" dirty="0">
              <a:solidFill>
                <a:srgbClr val="000000"/>
              </a:solidFill>
              <a:ea typeface="+mn-lt"/>
              <a:cs typeface="+mn-lt"/>
            </a:endParaRPr>
          </a:p>
          <a:p>
            <a:pPr indent="-228600">
              <a:lnSpc>
                <a:spcPct val="90000"/>
              </a:lnSpc>
            </a:pPr>
            <a:r>
              <a:rPr lang="en-US" sz="1800" dirty="0">
                <a:solidFill>
                  <a:srgbClr val="0A0A0A"/>
                </a:solidFill>
                <a:ea typeface="+mn-lt"/>
                <a:cs typeface="+mn-lt"/>
              </a:rPr>
              <a:t>Hence, semantic search models find applications in areas such as eCommerce, academic research, enterprise knowledge management, and more.</a:t>
            </a:r>
            <a:endParaRPr lang="en-US" sz="1800"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35</a:t>
            </a:fld>
            <a:endParaRPr lang="en-US"/>
          </a:p>
        </p:txBody>
      </p:sp>
    </p:spTree>
    <p:extLst>
      <p:ext uri="{BB962C8B-B14F-4D97-AF65-F5344CB8AC3E}">
        <p14:creationId xmlns:p14="http://schemas.microsoft.com/office/powerpoint/2010/main" val="3382127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cs typeface="Calibri"/>
            </a:endParaRPr>
          </a:p>
        </p:txBody>
      </p:sp>
      <p:sp>
        <p:nvSpPr>
          <p:cNvPr id="56" name="Freeform: Shape 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159110" y="1153572"/>
            <a:ext cx="3402765" cy="4461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20000"/>
          </a:bodyPr>
          <a:lstStyle/>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r>
              <a:rPr lang="en-US" sz="4400" b="1">
                <a:solidFill>
                  <a:schemeClr val="tx1"/>
                </a:solidFill>
                <a:latin typeface="+mj-lt"/>
                <a:ea typeface="+mj-ea"/>
                <a:cs typeface="+mj-cs"/>
              </a:rPr>
              <a:t>Reinforcement Learning</a:t>
            </a: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mj-cs"/>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latin typeface="+mj-lt"/>
              <a:ea typeface="+mj-ea"/>
              <a:cs typeface="Calibri"/>
            </a:endParaRPr>
          </a:p>
          <a:p>
            <a:pPr algn="ctr">
              <a:lnSpc>
                <a:spcPct val="90000"/>
              </a:lnSpc>
              <a:spcBef>
                <a:spcPct val="0"/>
              </a:spcBef>
              <a:spcAft>
                <a:spcPts val="600"/>
              </a:spcAft>
              <a:defRPr/>
            </a:pPr>
            <a:endParaRPr lang="en-US" sz="4400" b="1">
              <a:solidFill>
                <a:schemeClr val="tx1"/>
              </a:solidFill>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a:p>
            <a:pPr algn="ctr">
              <a:lnSpc>
                <a:spcPct val="90000"/>
              </a:lnSpc>
              <a:spcBef>
                <a:spcPct val="0"/>
              </a:spcBef>
              <a:spcAft>
                <a:spcPts val="600"/>
              </a:spcAft>
              <a:defRPr/>
            </a:pPr>
            <a:endParaRPr lang="en-US" sz="4400" b="1" kern="1200">
              <a:solidFill>
                <a:schemeClr val="tx1"/>
              </a:solidFill>
              <a:latin typeface="+mj-lt"/>
              <a:ea typeface="+mj-ea"/>
              <a:cs typeface="Calibri"/>
            </a:endParaRPr>
          </a:p>
        </p:txBody>
      </p:sp>
      <p:sp>
        <p:nvSpPr>
          <p:cNvPr id="58" name="Arc 5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625914" y="591344"/>
            <a:ext cx="4889435" cy="5585619"/>
          </a:xfrm>
        </p:spPr>
        <p:txBody>
          <a:bodyPr vert="horz" lIns="91440" tIns="45720" rIns="91440" bIns="45720" rtlCol="0" anchor="ctr">
            <a:normAutofit/>
          </a:bodyPr>
          <a:lstStyle/>
          <a:p>
            <a:pPr indent="-228600">
              <a:lnSpc>
                <a:spcPct val="90000"/>
              </a:lnSpc>
            </a:pPr>
            <a:r>
              <a:rPr lang="en-US" sz="1800" dirty="0">
                <a:solidFill>
                  <a:srgbClr val="0A0A0A"/>
                </a:solidFill>
                <a:ea typeface="+mn-lt"/>
                <a:cs typeface="+mn-lt"/>
              </a:rPr>
              <a:t>Currently, NLP-based solutions struggle when dealing with situations outside of their boundaries.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Therefore, AI models need to be retrained for each specific situation that it is unable to solve, which is highly time-consuming.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Reinforcement learning enables NLP models to learn behavior that maximizes the possibility of a positive outcome through feedback from the environment. </a:t>
            </a:r>
            <a:endParaRPr lang="en-US" sz="1800" dirty="0">
              <a:solidFill>
                <a:srgbClr val="000000"/>
              </a:solidFill>
              <a:ea typeface="+mn-lt"/>
              <a:cs typeface="+mn-lt"/>
            </a:endParaRPr>
          </a:p>
          <a:p>
            <a:pPr indent="-228600">
              <a:lnSpc>
                <a:spcPct val="90000"/>
              </a:lnSpc>
            </a:pPr>
            <a:r>
              <a:rPr lang="en-US" sz="1800" dirty="0">
                <a:solidFill>
                  <a:srgbClr val="0A0A0A"/>
                </a:solidFill>
                <a:ea typeface="+mn-lt"/>
                <a:cs typeface="+mn-lt"/>
              </a:rPr>
              <a:t>This enables developers and businesses to continuously improve their NLP models’ performance through sequences of reward-based training iterations. </a:t>
            </a:r>
            <a:endParaRPr lang="en-US" sz="1800" dirty="0">
              <a:solidFill>
                <a:srgbClr val="000000"/>
              </a:solidFill>
              <a:ea typeface="+mn-lt"/>
              <a:cs typeface="+mn-lt"/>
            </a:endParaRPr>
          </a:p>
          <a:p>
            <a:pPr indent="-228600">
              <a:lnSpc>
                <a:spcPct val="90000"/>
              </a:lnSpc>
            </a:pPr>
            <a:r>
              <a:rPr lang="en-US" sz="1800" b="1" dirty="0">
                <a:solidFill>
                  <a:srgbClr val="0A0A0A"/>
                </a:solidFill>
                <a:ea typeface="+mn-lt"/>
                <a:cs typeface="+mn-lt"/>
              </a:rPr>
              <a:t>Such learning models thus improve NLP-based applications such as healthcare and translation software, chatbots, and more.</a:t>
            </a:r>
            <a:endParaRPr lang="en-US" sz="1800" b="1" dirty="0">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chor="ctr">
            <a:normAutofit/>
          </a:bodyPr>
          <a:lstStyle/>
          <a:p>
            <a:pPr>
              <a:spcAft>
                <a:spcPts val="600"/>
              </a:spcAft>
            </a:pPr>
            <a:fld id="{B6F15528-21DE-4FAA-801E-634DDDAF4B2B}" type="slidenum">
              <a:rPr lang="en-US"/>
              <a:pPr>
                <a:spcAft>
                  <a:spcPts val="600"/>
                </a:spcAft>
              </a:pPr>
              <a:t>36</a:t>
            </a:fld>
            <a:endParaRPr lang="en-US"/>
          </a:p>
        </p:txBody>
      </p:sp>
    </p:spTree>
    <p:extLst>
      <p:ext uri="{BB962C8B-B14F-4D97-AF65-F5344CB8AC3E}">
        <p14:creationId xmlns:p14="http://schemas.microsoft.com/office/powerpoint/2010/main" val="240637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ook shelf with a book on it&#10;&#10;Description automatically generated">
            <a:extLst>
              <a:ext uri="{FF2B5EF4-FFF2-40B4-BE49-F238E27FC236}">
                <a16:creationId xmlns:a16="http://schemas.microsoft.com/office/drawing/2014/main" id="{2AAE6229-A22A-40BE-3FEF-391D82DC4A90}"/>
              </a:ext>
            </a:extLst>
          </p:cNvPr>
          <p:cNvPicPr>
            <a:picLocks noChangeAspect="1"/>
          </p:cNvPicPr>
          <p:nvPr/>
        </p:nvPicPr>
        <p:blipFill>
          <a:blip r:embed="rId2"/>
          <a:stretch>
            <a:fillRect/>
          </a:stretch>
        </p:blipFill>
        <p:spPr>
          <a:xfrm>
            <a:off x="342900" y="1148730"/>
            <a:ext cx="8443823" cy="4919973"/>
          </a:xfrm>
          <a:prstGeom prst="rect">
            <a:avLst/>
          </a:prstGeom>
        </p:spPr>
      </p:pic>
      <p:sp>
        <p:nvSpPr>
          <p:cNvPr id="6" name="Slide Number Placeholder 5"/>
          <p:cNvSpPr>
            <a:spLocks noGrp="1"/>
          </p:cNvSpPr>
          <p:nvPr>
            <p:ph type="sldNum" sz="quarter" idx="12"/>
          </p:nvPr>
        </p:nvSpPr>
        <p:spPr>
          <a:xfrm>
            <a:off x="8778240" y="6455664"/>
            <a:ext cx="336042" cy="365125"/>
          </a:xfrm>
        </p:spPr>
        <p:txBody>
          <a:bodyPr vert="horz" lIns="91440" tIns="45720" rIns="91440" bIns="45720" rtlCol="0" anchor="ctr">
            <a:normAutofit/>
          </a:bodyPr>
          <a:lstStyle/>
          <a:p>
            <a:pPr>
              <a:spcAft>
                <a:spcPts val="600"/>
              </a:spcAft>
            </a:pPr>
            <a:fld id="{B6F15528-21DE-4FAA-801E-634DDDAF4B2B}" type="slidenum">
              <a:rPr lang="en-US" sz="1000">
                <a:solidFill>
                  <a:srgbClr val="FFFFFF"/>
                </a:solidFill>
              </a:rPr>
              <a:pPr>
                <a:spcAft>
                  <a:spcPts val="600"/>
                </a:spcAft>
              </a:pPr>
              <a:t>37</a:t>
            </a:fld>
            <a:endParaRPr lang="en-US" sz="1000">
              <a:solidFill>
                <a:srgbClr val="FFFFFF"/>
              </a:solidFill>
            </a:endParaRPr>
          </a:p>
        </p:txBody>
      </p:sp>
    </p:spTree>
    <p:extLst>
      <p:ext uri="{BB962C8B-B14F-4D97-AF65-F5344CB8AC3E}">
        <p14:creationId xmlns:p14="http://schemas.microsoft.com/office/powerpoint/2010/main" val="1985676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8" name="Picture 17">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7" name="Title 1"/>
          <p:cNvSpPr txBox="1">
            <a:spLocks/>
          </p:cNvSpPr>
          <p:nvPr/>
        </p:nvSpPr>
        <p:spPr>
          <a:xfrm>
            <a:off x="4570578" y="1257300"/>
            <a:ext cx="3988849" cy="138112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nSpc>
                <a:spcPct val="90000"/>
              </a:lnSpc>
              <a:spcBef>
                <a:spcPct val="0"/>
              </a:spcBef>
              <a:spcAft>
                <a:spcPts val="600"/>
              </a:spcAft>
              <a:defRPr/>
            </a:pPr>
            <a:r>
              <a:rPr lang="en-US" sz="4100" b="1" kern="1200">
                <a:solidFill>
                  <a:srgbClr val="000000"/>
                </a:solidFill>
                <a:latin typeface="+mj-lt"/>
                <a:ea typeface="+mj-ea"/>
                <a:cs typeface="+mj-cs"/>
              </a:rPr>
              <a:t>Major Challenges of using NLP</a:t>
            </a:r>
            <a:endParaRPr lang="en-US" sz="4100" kern="1200">
              <a:solidFill>
                <a:srgbClr val="000000"/>
              </a:solidFill>
              <a:latin typeface="+mj-lt"/>
              <a:ea typeface="+mj-ea"/>
              <a:cs typeface="+mj-cs"/>
            </a:endParaRPr>
          </a:p>
        </p:txBody>
      </p:sp>
      <p:sp>
        <p:nvSpPr>
          <p:cNvPr id="20"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13" name="Graphic 12" descr="Head with Gears">
            <a:extLst>
              <a:ext uri="{FF2B5EF4-FFF2-40B4-BE49-F238E27FC236}">
                <a16:creationId xmlns:a16="http://schemas.microsoft.com/office/drawing/2014/main" id="{B4A6B947-9921-48E1-F1A5-4553D097EB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490" y="2079067"/>
            <a:ext cx="3026740" cy="3026740"/>
          </a:xfrm>
          <a:prstGeom prst="rect">
            <a:avLst/>
          </a:prstGeom>
        </p:spPr>
      </p:pic>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570579" y="2832242"/>
            <a:ext cx="3989237" cy="3660432"/>
          </a:xfrm>
        </p:spPr>
        <p:txBody>
          <a:bodyPr vert="horz" lIns="91440" tIns="45720" rIns="91440" bIns="45720" rtlCol="0" anchor="ctr">
            <a:normAutofit/>
          </a:bodyPr>
          <a:lstStyle/>
          <a:p>
            <a:pPr marL="0" indent="-228600">
              <a:lnSpc>
                <a:spcPct val="90000"/>
              </a:lnSpc>
            </a:pPr>
            <a:r>
              <a:rPr lang="en-US" sz="1500" b="1">
                <a:solidFill>
                  <a:srgbClr val="000000"/>
                </a:solidFill>
              </a:rPr>
              <a:t>Major Challenges of using Natural Language Processing:</a:t>
            </a:r>
            <a:endParaRPr lang="en-US" sz="1500">
              <a:solidFill>
                <a:srgbClr val="000000"/>
              </a:solidFill>
            </a:endParaRPr>
          </a:p>
          <a:p>
            <a:pPr marL="0" indent="-228600">
              <a:lnSpc>
                <a:spcPct val="90000"/>
              </a:lnSpc>
              <a:buFont typeface="Arial" panose="020B0604020202020204" pitchFamily="34" charset="0"/>
              <a:buChar char="•"/>
            </a:pPr>
            <a:endParaRPr lang="en-US" sz="1500" b="1">
              <a:solidFill>
                <a:srgbClr val="000000"/>
              </a:solidFill>
            </a:endParaRPr>
          </a:p>
          <a:p>
            <a:pPr lvl="1" indent="-228600">
              <a:lnSpc>
                <a:spcPct val="90000"/>
              </a:lnSpc>
              <a:buFont typeface="Arial" panose="020B0604020202020204" pitchFamily="34" charset="0"/>
              <a:buChar char="•"/>
            </a:pPr>
            <a:r>
              <a:rPr lang="en-US" sz="1600">
                <a:solidFill>
                  <a:srgbClr val="000000"/>
                </a:solidFill>
              </a:rPr>
              <a:t>Multiple intents in one question</a:t>
            </a:r>
            <a:endParaRPr lang="en-US" sz="1600">
              <a:solidFill>
                <a:srgbClr val="000000"/>
              </a:solidFill>
              <a:cs typeface="Calibri"/>
            </a:endParaRPr>
          </a:p>
          <a:p>
            <a:pPr lvl="1" indent="-228600">
              <a:lnSpc>
                <a:spcPct val="90000"/>
              </a:lnSpc>
              <a:buFont typeface="Arial" panose="020B0604020202020204" pitchFamily="34" charset="0"/>
              <a:buChar char="•"/>
            </a:pPr>
            <a:r>
              <a:rPr lang="en-US" sz="1600">
                <a:solidFill>
                  <a:srgbClr val="000000"/>
                </a:solidFill>
              </a:rPr>
              <a:t>Assuming it understands context and has memory</a:t>
            </a:r>
            <a:endParaRPr lang="en-US" sz="1600">
              <a:solidFill>
                <a:srgbClr val="000000"/>
              </a:solidFill>
              <a:cs typeface="Calibri"/>
            </a:endParaRPr>
          </a:p>
          <a:p>
            <a:pPr lvl="1" indent="-228600">
              <a:lnSpc>
                <a:spcPct val="90000"/>
              </a:lnSpc>
              <a:buFont typeface="Arial" panose="020B0604020202020204" pitchFamily="34" charset="0"/>
              <a:buChar char="•"/>
            </a:pPr>
            <a:r>
              <a:rPr lang="en-US" sz="1600">
                <a:solidFill>
                  <a:srgbClr val="000000"/>
                </a:solidFill>
              </a:rPr>
              <a:t>Misspellings in entity extraction</a:t>
            </a:r>
            <a:endParaRPr lang="en-US" sz="1600">
              <a:solidFill>
                <a:srgbClr val="000000"/>
              </a:solidFill>
              <a:cs typeface="Calibri"/>
            </a:endParaRPr>
          </a:p>
          <a:p>
            <a:pPr lvl="1" indent="-228600">
              <a:lnSpc>
                <a:spcPct val="90000"/>
              </a:lnSpc>
              <a:buFont typeface="Arial" panose="020B0604020202020204" pitchFamily="34" charset="0"/>
              <a:buChar char="•"/>
            </a:pPr>
            <a:r>
              <a:rPr lang="en-US" sz="1600">
                <a:solidFill>
                  <a:srgbClr val="000000"/>
                </a:solidFill>
              </a:rPr>
              <a:t>Same word - different meaning</a:t>
            </a:r>
            <a:endParaRPr lang="en-US" sz="1600">
              <a:solidFill>
                <a:srgbClr val="000000"/>
              </a:solidFill>
              <a:cs typeface="Calibri"/>
            </a:endParaRPr>
          </a:p>
          <a:p>
            <a:pPr lvl="1" indent="-228600">
              <a:lnSpc>
                <a:spcPct val="90000"/>
              </a:lnSpc>
              <a:buFont typeface="Arial" panose="020B0604020202020204" pitchFamily="34" charset="0"/>
              <a:buChar char="•"/>
            </a:pPr>
            <a:r>
              <a:rPr lang="en-US" sz="1600">
                <a:solidFill>
                  <a:srgbClr val="000000"/>
                </a:solidFill>
              </a:rPr>
              <a:t>Keeping the conversation going</a:t>
            </a:r>
            <a:endParaRPr lang="en-US" sz="1600">
              <a:solidFill>
                <a:srgbClr val="000000"/>
              </a:solidFill>
              <a:cs typeface="Calibri"/>
            </a:endParaRPr>
          </a:p>
          <a:p>
            <a:pPr lvl="1" indent="-228600">
              <a:lnSpc>
                <a:spcPct val="90000"/>
              </a:lnSpc>
              <a:buFont typeface="Arial" panose="020B0604020202020204" pitchFamily="34" charset="0"/>
              <a:buChar char="•"/>
            </a:pPr>
            <a:r>
              <a:rPr lang="en-US" sz="1600">
                <a:solidFill>
                  <a:srgbClr val="000000"/>
                </a:solidFill>
              </a:rPr>
              <a:t>Tackling false positives</a:t>
            </a:r>
            <a:endParaRPr lang="en-US" sz="1600">
              <a:solidFill>
                <a:srgbClr val="000000"/>
              </a:solidFill>
              <a:cs typeface="Calibri"/>
            </a:endParaRPr>
          </a:p>
          <a:p>
            <a:pPr indent="-228600">
              <a:lnSpc>
                <a:spcPct val="90000"/>
              </a:lnSpc>
            </a:pPr>
            <a:endParaRPr lang="en-US" sz="1500" b="1">
              <a:solidFill>
                <a:srgbClr val="000000"/>
              </a:solidFill>
            </a:endParaRPr>
          </a:p>
          <a:p>
            <a:pPr indent="-228600">
              <a:lnSpc>
                <a:spcPct val="90000"/>
              </a:lnSpc>
            </a:pPr>
            <a:endParaRPr lang="en-US" sz="1500" b="1">
              <a:solidFill>
                <a:srgbClr val="000000"/>
              </a:solidFill>
            </a:endParaRPr>
          </a:p>
          <a:p>
            <a:pPr indent="-228600">
              <a:lnSpc>
                <a:spcPct val="90000"/>
              </a:lnSpc>
            </a:pPr>
            <a:endParaRPr lang="en-US" sz="1500" b="1">
              <a:solidFill>
                <a:srgbClr val="000000"/>
              </a:solidFill>
            </a:endParaRPr>
          </a:p>
          <a:p>
            <a:pPr indent="-228600">
              <a:lnSpc>
                <a:spcPct val="90000"/>
              </a:lnSpc>
            </a:pPr>
            <a:endParaRPr lang="en-US" sz="1500" b="1">
              <a:solidFill>
                <a:srgbClr val="000000"/>
              </a:solidFill>
            </a:endParaRPr>
          </a:p>
        </p:txBody>
      </p:sp>
      <p:sp>
        <p:nvSpPr>
          <p:cNvPr id="6" name="Slide Number Placeholder 5"/>
          <p:cNvSpPr>
            <a:spLocks noGrp="1"/>
          </p:cNvSpPr>
          <p:nvPr>
            <p:ph type="sldNum" sz="quarter" idx="12"/>
          </p:nvPr>
        </p:nvSpPr>
        <p:spPr>
          <a:xfrm>
            <a:off x="8267450" y="6372752"/>
            <a:ext cx="428046" cy="235550"/>
          </a:xfrm>
        </p:spPr>
        <p:txBody>
          <a:bodyPr vert="horz" lIns="91440" tIns="45720" rIns="91440" bIns="45720" rtlCol="0" anchor="ctr">
            <a:normAutofit/>
          </a:bodyPr>
          <a:lstStyle/>
          <a:p>
            <a:pPr>
              <a:spcAft>
                <a:spcPts val="600"/>
              </a:spcAft>
            </a:pPr>
            <a:fld id="{B6F15528-21DE-4FAA-801E-634DDDAF4B2B}" type="slidenum">
              <a:rPr lang="en-US" sz="825">
                <a:solidFill>
                  <a:srgbClr val="898989"/>
                </a:solidFill>
              </a:rPr>
              <a:pPr>
                <a:spcAft>
                  <a:spcPts val="600"/>
                </a:spcAft>
              </a:pPr>
              <a:t>38</a:t>
            </a:fld>
            <a:endParaRPr lang="en-US" sz="825">
              <a:solidFill>
                <a:srgbClr val="898989"/>
              </a:solidFill>
            </a:endParaRPr>
          </a:p>
        </p:txBody>
      </p:sp>
    </p:spTree>
    <p:extLst>
      <p:ext uri="{BB962C8B-B14F-4D97-AF65-F5344CB8AC3E}">
        <p14:creationId xmlns:p14="http://schemas.microsoft.com/office/powerpoint/2010/main" val="3311729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686164" y="867517"/>
            <a:ext cx="3986392" cy="5706063"/>
          </a:xfrm>
        </p:spPr>
        <p:txBody>
          <a:bodyPr vert="horz" lIns="91440" tIns="45720" rIns="91440" bIns="45720" rtlCol="0" anchor="t">
            <a:normAutofit/>
          </a:bodyPr>
          <a:lstStyle/>
          <a:p>
            <a:pPr>
              <a:buNone/>
            </a:pPr>
            <a:r>
              <a:rPr lang="en-US" sz="1800" b="1"/>
              <a:t>Multiple intents in one question</a:t>
            </a:r>
          </a:p>
          <a:p>
            <a:pPr marL="0" indent="0">
              <a:buNone/>
            </a:pPr>
            <a:endParaRPr lang="en-US" sz="1700">
              <a:ea typeface="+mn-lt"/>
              <a:cs typeface="+mn-lt"/>
            </a:endParaRPr>
          </a:p>
          <a:p>
            <a:pPr marL="285750" indent="-285750">
              <a:buFont typeface="Wingdings" pitchFamily="34" charset="0"/>
              <a:buChar char="Ø"/>
            </a:pPr>
            <a:r>
              <a:rPr lang="en-US" sz="1700">
                <a:ea typeface="+mn-lt"/>
                <a:cs typeface="+mn-lt"/>
              </a:rPr>
              <a:t>When a customer asks for several things at the same time, such as different products, Virtual Agent conversational AI can easily distinguish between the multiple variables.</a:t>
            </a:r>
          </a:p>
          <a:p>
            <a:pPr marL="285750" indent="-285750">
              <a:buFont typeface="Wingdings" pitchFamily="34" charset="0"/>
              <a:buChar char="Ø"/>
            </a:pPr>
            <a:r>
              <a:rPr lang="en-US" sz="1700">
                <a:ea typeface="+mn-lt"/>
                <a:cs typeface="+mn-lt"/>
              </a:rPr>
              <a:t>Here - in this example to showcase our technology’s ability - the AI is able to not only split the misspelled word “</a:t>
            </a:r>
            <a:r>
              <a:rPr lang="en-US" sz="1700" err="1">
                <a:ea typeface="+mn-lt"/>
                <a:cs typeface="+mn-lt"/>
              </a:rPr>
              <a:t>loansinsurance</a:t>
            </a:r>
            <a:r>
              <a:rPr lang="en-US" sz="1700">
                <a:ea typeface="+mn-lt"/>
                <a:cs typeface="+mn-lt"/>
              </a:rPr>
              <a:t>”, but also correctly identify the three key topics of the customer's input. </a:t>
            </a:r>
            <a:endParaRPr lang="en-US">
              <a:ea typeface="+mn-lt"/>
              <a:cs typeface="+mn-lt"/>
            </a:endParaRPr>
          </a:p>
          <a:p>
            <a:pPr marL="285750" indent="-285750">
              <a:buFont typeface="Wingdings" pitchFamily="34" charset="0"/>
              <a:buChar char="Ø"/>
            </a:pPr>
            <a:r>
              <a:rPr lang="en-US" sz="1700">
                <a:ea typeface="+mn-lt"/>
                <a:cs typeface="+mn-lt"/>
              </a:rPr>
              <a:t>It then automatically proceeds with presenting the customer with three distinct options, which will continue the natural flow of the conversation, as opposed to overwhelming the limited internal logic of a chatbot.</a:t>
            </a:r>
            <a:endParaRPr lang="en-US" sz="1700" u="sng">
              <a:ea typeface="Calibri"/>
              <a:cs typeface="Calibri"/>
            </a:endParaRPr>
          </a:p>
        </p:txBody>
      </p:sp>
      <p:sp>
        <p:nvSpPr>
          <p:cNvPr id="51" name="Rectangle 5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phone&#10;&#10;Description automatically generated">
            <a:extLst>
              <a:ext uri="{FF2B5EF4-FFF2-40B4-BE49-F238E27FC236}">
                <a16:creationId xmlns:a16="http://schemas.microsoft.com/office/drawing/2014/main" id="{249DD00E-0EDD-909A-2C70-09B765B5AC61}"/>
              </a:ext>
            </a:extLst>
          </p:cNvPr>
          <p:cNvPicPr>
            <a:picLocks noChangeAspect="1"/>
          </p:cNvPicPr>
          <p:nvPr/>
        </p:nvPicPr>
        <p:blipFill>
          <a:blip r:embed="rId2"/>
          <a:stretch>
            <a:fillRect/>
          </a:stretch>
        </p:blipFill>
        <p:spPr>
          <a:xfrm>
            <a:off x="5306975" y="575560"/>
            <a:ext cx="3530463" cy="5681263"/>
          </a:xfrm>
          <a:prstGeom prst="rect">
            <a:avLst/>
          </a:prstGeom>
        </p:spPr>
      </p:pic>
      <p:sp>
        <p:nvSpPr>
          <p:cNvPr id="6" name="Slide Number Placeholder 5"/>
          <p:cNvSpPr>
            <a:spLocks noGrp="1"/>
          </p:cNvSpPr>
          <p:nvPr>
            <p:ph type="sldNum" sz="quarter" idx="12"/>
          </p:nvPr>
        </p:nvSpPr>
        <p:spPr>
          <a:xfrm>
            <a:off x="8778240" y="6459378"/>
            <a:ext cx="336042" cy="365125"/>
          </a:xfrm>
        </p:spPr>
        <p:txBody>
          <a:bodyPr vert="horz" lIns="91440" tIns="45720" rIns="91440" bIns="45720" rtlCol="0">
            <a:normAutofit/>
          </a:bodyPr>
          <a:lstStyle/>
          <a:p>
            <a:pPr>
              <a:spcAft>
                <a:spcPts val="600"/>
              </a:spcAft>
            </a:pPr>
            <a:fld id="{B6F15528-21DE-4FAA-801E-634DDDAF4B2B}" type="slidenum">
              <a:rPr lang="en-US" sz="1000" dirty="0">
                <a:solidFill>
                  <a:srgbClr val="FFFFFF"/>
                </a:solidFill>
              </a:rPr>
              <a:pPr>
                <a:spcAft>
                  <a:spcPts val="600"/>
                </a:spcAft>
              </a:pPr>
              <a:t>39</a:t>
            </a:fld>
            <a:endParaRPr lang="en-US" sz="1000">
              <a:solidFill>
                <a:srgbClr val="FFFFFF"/>
              </a:solidFill>
            </a:endParaRPr>
          </a:p>
        </p:txBody>
      </p:sp>
    </p:spTree>
    <p:extLst>
      <p:ext uri="{BB962C8B-B14F-4D97-AF65-F5344CB8AC3E}">
        <p14:creationId xmlns:p14="http://schemas.microsoft.com/office/powerpoint/2010/main" val="1501446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3" name="Arc 7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screenshot of a chat&#10;&#10;Description automatically generated">
            <a:extLst>
              <a:ext uri="{FF2B5EF4-FFF2-40B4-BE49-F238E27FC236}">
                <a16:creationId xmlns:a16="http://schemas.microsoft.com/office/drawing/2014/main" id="{5332998D-E295-D0AF-8754-D5D751AF3A47}"/>
              </a:ext>
            </a:extLst>
          </p:cNvPr>
          <p:cNvPicPr>
            <a:picLocks noChangeAspect="1"/>
          </p:cNvPicPr>
          <p:nvPr/>
        </p:nvPicPr>
        <p:blipFill>
          <a:blip r:embed="rId2"/>
          <a:stretch>
            <a:fillRect/>
          </a:stretch>
        </p:blipFill>
        <p:spPr>
          <a:xfrm>
            <a:off x="527386" y="690027"/>
            <a:ext cx="3583036" cy="530820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421221" y="172896"/>
            <a:ext cx="4108506" cy="5989690"/>
          </a:xfrm>
        </p:spPr>
        <p:txBody>
          <a:bodyPr vert="horz" lIns="91440" tIns="45720" rIns="91440" bIns="45720" rtlCol="0" anchor="t">
            <a:normAutofit/>
          </a:bodyPr>
          <a:lstStyle/>
          <a:p>
            <a:pPr>
              <a:lnSpc>
                <a:spcPct val="90000"/>
              </a:lnSpc>
              <a:buNone/>
            </a:pPr>
            <a:r>
              <a:rPr lang="en-US" sz="2000" b="1"/>
              <a:t>Assuming it understands context and has memory</a:t>
            </a:r>
          </a:p>
          <a:p>
            <a:pPr>
              <a:lnSpc>
                <a:spcPct val="90000"/>
              </a:lnSpc>
              <a:buNone/>
            </a:pPr>
            <a:endParaRPr lang="en-US" sz="1300" b="1">
              <a:cs typeface="Calibri"/>
            </a:endParaRPr>
          </a:p>
          <a:p>
            <a:pPr marL="0" indent="0">
              <a:lnSpc>
                <a:spcPct val="90000"/>
              </a:lnSpc>
              <a:buNone/>
            </a:pPr>
            <a:endParaRPr lang="en-US" sz="1300">
              <a:ea typeface="+mn-lt"/>
              <a:cs typeface="+mn-lt"/>
            </a:endParaRPr>
          </a:p>
          <a:p>
            <a:pPr marL="285750" indent="-285750">
              <a:lnSpc>
                <a:spcPct val="90000"/>
              </a:lnSpc>
              <a:buFont typeface="Wingdings" pitchFamily="34" charset="0"/>
              <a:buChar char="Ø"/>
            </a:pPr>
            <a:r>
              <a:rPr lang="en-US" sz="1600">
                <a:ea typeface="+mn-lt"/>
                <a:cs typeface="+mn-lt"/>
              </a:rPr>
              <a:t>In the event that a customer does not provide enough details in their initial query, the conversational AI is able to extrapolate from the request and probe for more information. </a:t>
            </a:r>
          </a:p>
          <a:p>
            <a:pPr marL="285750" indent="-285750">
              <a:lnSpc>
                <a:spcPct val="90000"/>
              </a:lnSpc>
              <a:buFont typeface="Wingdings" pitchFamily="34" charset="0"/>
              <a:buChar char="Ø"/>
            </a:pPr>
            <a:r>
              <a:rPr lang="en-US" sz="1600">
                <a:ea typeface="+mn-lt"/>
                <a:cs typeface="+mn-lt"/>
              </a:rPr>
              <a:t>The new information it then gains, combined with the original query, will then be used to provide a more complete answer.</a:t>
            </a:r>
          </a:p>
          <a:p>
            <a:pPr marL="285750" indent="-285750">
              <a:lnSpc>
                <a:spcPct val="90000"/>
              </a:lnSpc>
              <a:buFont typeface="Wingdings" pitchFamily="34" charset="0"/>
              <a:buChar char="Ø"/>
            </a:pPr>
            <a:r>
              <a:rPr lang="en-US" sz="1600">
                <a:ea typeface="+mn-lt"/>
                <a:cs typeface="+mn-lt"/>
              </a:rPr>
              <a:t>First, it understands that “boat” is something the customer wants to know more about, but it’s too vague. </a:t>
            </a:r>
          </a:p>
          <a:p>
            <a:pPr marL="285750" indent="-285750">
              <a:lnSpc>
                <a:spcPct val="90000"/>
              </a:lnSpc>
              <a:buFont typeface="Wingdings" pitchFamily="34" charset="0"/>
              <a:buChar char="Ø"/>
            </a:pPr>
            <a:r>
              <a:rPr lang="en-US" sz="1600">
                <a:ea typeface="+mn-lt"/>
                <a:cs typeface="+mn-lt"/>
              </a:rPr>
              <a:t>It asks for more details so it can narrow it down. Even though the second response is very limited, it’s still able to remember the previous input and understands that the customer is probably interested in purchasing a boat and provides relevant information on boat loans.</a:t>
            </a:r>
            <a:endParaRPr lang="en-US" sz="1600">
              <a:cs typeface="Calibri"/>
            </a:endParaRP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40</a:t>
            </a:fld>
            <a:endParaRPr lang="en-US"/>
          </a:p>
        </p:txBody>
      </p:sp>
    </p:spTree>
    <p:extLst>
      <p:ext uri="{BB962C8B-B14F-4D97-AF65-F5344CB8AC3E}">
        <p14:creationId xmlns:p14="http://schemas.microsoft.com/office/powerpoint/2010/main" val="2503656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3" name="Arc 7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268221" y="923519"/>
            <a:ext cx="4108506" cy="5018878"/>
          </a:xfrm>
        </p:spPr>
        <p:txBody>
          <a:bodyPr vert="horz" lIns="91440" tIns="45720" rIns="91440" bIns="45720" rtlCol="0" anchor="t">
            <a:normAutofit/>
          </a:bodyPr>
          <a:lstStyle/>
          <a:p>
            <a:pPr>
              <a:lnSpc>
                <a:spcPct val="90000"/>
              </a:lnSpc>
              <a:buNone/>
            </a:pPr>
            <a:r>
              <a:rPr lang="en-US" sz="2000" b="1"/>
              <a:t>Misspellings in Entity Extraction</a:t>
            </a:r>
          </a:p>
          <a:p>
            <a:pPr>
              <a:lnSpc>
                <a:spcPct val="90000"/>
              </a:lnSpc>
              <a:buNone/>
            </a:pPr>
            <a:endParaRPr lang="en-US" sz="2000" b="1"/>
          </a:p>
          <a:p>
            <a:pPr marL="285750" indent="-285750">
              <a:lnSpc>
                <a:spcPct val="90000"/>
              </a:lnSpc>
              <a:buFont typeface="Wingdings" pitchFamily="34" charset="0"/>
              <a:buChar char="Ø"/>
            </a:pPr>
            <a:r>
              <a:rPr lang="en-US" sz="1600">
                <a:solidFill>
                  <a:srgbClr val="484848"/>
                </a:solidFill>
                <a:ea typeface="+mn-lt"/>
                <a:cs typeface="+mn-lt"/>
              </a:rPr>
              <a:t>Spelling mistakes and typos are a natural part of interacting with a customer. Our conversational AI uses machine learning and spell correction to easily interpret misspelled messages from customers, even if their language is remarkably sub-par.</a:t>
            </a:r>
            <a:endParaRPr lang="en-US" sz="1600">
              <a:solidFill>
                <a:srgbClr val="000000"/>
              </a:solidFill>
              <a:ea typeface="+mn-lt"/>
              <a:cs typeface="+mn-lt"/>
            </a:endParaRPr>
          </a:p>
          <a:p>
            <a:pPr marL="285750" indent="-285750">
              <a:lnSpc>
                <a:spcPct val="90000"/>
              </a:lnSpc>
              <a:buFont typeface="Wingdings" pitchFamily="34" charset="0"/>
              <a:buChar char="Ø"/>
            </a:pPr>
            <a:r>
              <a:rPr lang="en-US" sz="1600">
                <a:solidFill>
                  <a:srgbClr val="484848"/>
                </a:solidFill>
                <a:ea typeface="+mn-lt"/>
                <a:cs typeface="+mn-lt"/>
              </a:rPr>
              <a:t>It can identify that a customer is making a request for a weather forecast, but the location (i.e. entity) is misspelled in this example. By using spell correction on the sentence, and approaching entity extraction with machine learning, it’s still able to understand the request and provide correct service.</a:t>
            </a:r>
            <a:endParaRPr lang="en-US" sz="1600">
              <a:cs typeface="Calibri"/>
            </a:endParaRPr>
          </a:p>
          <a:p>
            <a:pPr marL="285750" indent="-285750">
              <a:lnSpc>
                <a:spcPct val="90000"/>
              </a:lnSpc>
              <a:buFont typeface="Wingdings" pitchFamily="34" charset="0"/>
              <a:buChar char="Ø"/>
            </a:pPr>
            <a:endParaRPr lang="en-US" sz="1200">
              <a:solidFill>
                <a:srgbClr val="484848"/>
              </a:solidFill>
              <a:ea typeface="+mn-lt"/>
              <a:cs typeface="+mn-lt"/>
            </a:endParaRP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41</a:t>
            </a:fld>
            <a:endParaRPr lang="en-US"/>
          </a:p>
        </p:txBody>
      </p:sp>
      <p:pic>
        <p:nvPicPr>
          <p:cNvPr id="2" name="Picture 1" descr="A screenshot of a chat&#10;&#10;Description automatically generated">
            <a:extLst>
              <a:ext uri="{FF2B5EF4-FFF2-40B4-BE49-F238E27FC236}">
                <a16:creationId xmlns:a16="http://schemas.microsoft.com/office/drawing/2014/main" id="{3CB22A0F-0678-F35A-7D73-65CCFE619E9F}"/>
              </a:ext>
            </a:extLst>
          </p:cNvPr>
          <p:cNvPicPr>
            <a:picLocks noChangeAspect="1"/>
          </p:cNvPicPr>
          <p:nvPr/>
        </p:nvPicPr>
        <p:blipFill>
          <a:blip r:embed="rId2"/>
          <a:stretch>
            <a:fillRect/>
          </a:stretch>
        </p:blipFill>
        <p:spPr>
          <a:xfrm>
            <a:off x="425569" y="689900"/>
            <a:ext cx="3605841" cy="5406312"/>
          </a:xfrm>
          <a:prstGeom prst="rect">
            <a:avLst/>
          </a:prstGeom>
        </p:spPr>
      </p:pic>
    </p:spTree>
    <p:extLst>
      <p:ext uri="{BB962C8B-B14F-4D97-AF65-F5344CB8AC3E}">
        <p14:creationId xmlns:p14="http://schemas.microsoft.com/office/powerpoint/2010/main" val="330888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Shape 9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Arc 9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a:lnSpc>
                <a:spcPct val="90000"/>
              </a:lnSpc>
              <a:buNone/>
            </a:pPr>
            <a:r>
              <a:rPr lang="en-US" sz="2000" b="1"/>
              <a:t>Same word - Different Meaning</a:t>
            </a:r>
          </a:p>
          <a:p>
            <a:pPr>
              <a:lnSpc>
                <a:spcPct val="90000"/>
              </a:lnSpc>
              <a:buNone/>
            </a:pPr>
            <a:endParaRPr lang="en-US" sz="1100" b="1">
              <a:cs typeface="Calibri"/>
            </a:endParaRPr>
          </a:p>
          <a:p>
            <a:pPr>
              <a:lnSpc>
                <a:spcPct val="90000"/>
              </a:lnSpc>
              <a:buFont typeface="Wingdings" pitchFamily="34" charset="0"/>
              <a:buChar char="Ø"/>
            </a:pPr>
            <a:r>
              <a:rPr lang="en-US" sz="1800">
                <a:ea typeface="+mn-lt"/>
                <a:cs typeface="+mn-lt"/>
              </a:rPr>
              <a:t>Expertly understanding language depends on the ability to distinguish the importance of different keywords in different sentences.</a:t>
            </a:r>
          </a:p>
          <a:p>
            <a:pPr>
              <a:lnSpc>
                <a:spcPct val="90000"/>
              </a:lnSpc>
              <a:buFont typeface="Wingdings" pitchFamily="34" charset="0"/>
              <a:buChar char="Ø"/>
            </a:pPr>
            <a:r>
              <a:rPr lang="en-US" sz="1800" b="1">
                <a:ea typeface="+mn-lt"/>
                <a:cs typeface="+mn-lt"/>
              </a:rPr>
              <a:t>Take the following user queries, for example:</a:t>
            </a:r>
          </a:p>
          <a:p>
            <a:pPr lvl="1">
              <a:lnSpc>
                <a:spcPct val="90000"/>
              </a:lnSpc>
              <a:buFont typeface="Wingdings" pitchFamily="34" charset="0"/>
              <a:buChar char="Ø"/>
            </a:pPr>
            <a:r>
              <a:rPr lang="en-US" sz="1800">
                <a:ea typeface="+mn-lt"/>
                <a:cs typeface="+mn-lt"/>
              </a:rPr>
              <a:t>How are you?</a:t>
            </a:r>
          </a:p>
          <a:p>
            <a:pPr lvl="1">
              <a:lnSpc>
                <a:spcPct val="90000"/>
              </a:lnSpc>
              <a:buFont typeface="Wingdings" pitchFamily="34" charset="0"/>
              <a:buChar char="Ø"/>
            </a:pPr>
            <a:r>
              <a:rPr lang="en-US" sz="1800">
                <a:ea typeface="+mn-lt"/>
                <a:cs typeface="+mn-lt"/>
              </a:rPr>
              <a:t>How can I change my account?</a:t>
            </a:r>
          </a:p>
          <a:p>
            <a:pPr>
              <a:lnSpc>
                <a:spcPct val="90000"/>
              </a:lnSpc>
              <a:buFont typeface="Wingdings" pitchFamily="34" charset="0"/>
              <a:buChar char="Ø"/>
            </a:pPr>
            <a:r>
              <a:rPr lang="en-US" sz="1800">
                <a:ea typeface="+mn-lt"/>
                <a:cs typeface="+mn-lt"/>
              </a:rPr>
              <a:t>In the first sentence, the ‘How’ is important, and the conversational AI understands that, letting the digital advisor respond correctly. </a:t>
            </a:r>
          </a:p>
          <a:p>
            <a:pPr>
              <a:lnSpc>
                <a:spcPct val="90000"/>
              </a:lnSpc>
              <a:buFont typeface="Wingdings" pitchFamily="34" charset="0"/>
              <a:buChar char="Ø"/>
            </a:pPr>
            <a:r>
              <a:rPr lang="en-US" sz="1800">
                <a:ea typeface="+mn-lt"/>
                <a:cs typeface="+mn-lt"/>
              </a:rPr>
              <a:t>In the second example, ‘How’ has little to no value and it understands that the user’s need to make changes to their account is the essence of the question.</a:t>
            </a:r>
          </a:p>
          <a:p>
            <a:pPr>
              <a:lnSpc>
                <a:spcPct val="90000"/>
              </a:lnSpc>
            </a:pPr>
            <a:endParaRPr lang="en-US" sz="1800">
              <a:ea typeface="+mn-lt"/>
              <a:cs typeface="+mn-lt"/>
            </a:endParaRPr>
          </a:p>
          <a:p>
            <a:pPr marL="285750" indent="-285750">
              <a:lnSpc>
                <a:spcPct val="90000"/>
              </a:lnSpc>
              <a:buFont typeface="Wingdings" pitchFamily="34" charset="0"/>
              <a:buChar char="Ø"/>
            </a:pPr>
            <a:endParaRPr lang="en-US" sz="1800">
              <a:ea typeface="+mn-lt"/>
              <a:cs typeface="+mn-lt"/>
            </a:endParaRPr>
          </a:p>
        </p:txBody>
      </p:sp>
    </p:spTree>
    <p:extLst>
      <p:ext uri="{BB962C8B-B14F-4D97-AF65-F5344CB8AC3E}">
        <p14:creationId xmlns:p14="http://schemas.microsoft.com/office/powerpoint/2010/main" val="1585696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7" name="Arc 8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88" name="Freeform: Shape 8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screenshot of a phone&#10;&#10;Description automatically generated">
            <a:extLst>
              <a:ext uri="{FF2B5EF4-FFF2-40B4-BE49-F238E27FC236}">
                <a16:creationId xmlns:a16="http://schemas.microsoft.com/office/drawing/2014/main" id="{8019D9AF-830D-C840-30FE-EFC27F292A9D}"/>
              </a:ext>
            </a:extLst>
          </p:cNvPr>
          <p:cNvPicPr>
            <a:picLocks noChangeAspect="1"/>
          </p:cNvPicPr>
          <p:nvPr/>
        </p:nvPicPr>
        <p:blipFill>
          <a:blip r:embed="rId2"/>
          <a:stretch>
            <a:fillRect/>
          </a:stretch>
        </p:blipFill>
        <p:spPr>
          <a:xfrm>
            <a:off x="527386" y="690027"/>
            <a:ext cx="3583036" cy="530820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421221" y="1984443"/>
            <a:ext cx="4094129" cy="4192520"/>
          </a:xfrm>
        </p:spPr>
        <p:txBody>
          <a:bodyPr vert="horz" lIns="91440" tIns="45720" rIns="91440" bIns="45720" rtlCol="0">
            <a:normAutofit/>
          </a:bodyPr>
          <a:lstStyle/>
          <a:p>
            <a:pPr>
              <a:lnSpc>
                <a:spcPct val="90000"/>
              </a:lnSpc>
              <a:buNone/>
            </a:pPr>
            <a:r>
              <a:rPr lang="en-US" sz="1500" b="1"/>
              <a:t>Keeping the Conversation Going</a:t>
            </a:r>
          </a:p>
          <a:p>
            <a:pPr>
              <a:lnSpc>
                <a:spcPct val="90000"/>
              </a:lnSpc>
              <a:buNone/>
            </a:pPr>
            <a:endParaRPr lang="en-US" sz="1500" b="1">
              <a:cs typeface="Calibri"/>
            </a:endParaRPr>
          </a:p>
          <a:p>
            <a:pPr marL="285750" indent="-285750">
              <a:lnSpc>
                <a:spcPct val="90000"/>
              </a:lnSpc>
              <a:buFont typeface="Wingdings" pitchFamily="34" charset="0"/>
              <a:buChar char="Ø"/>
            </a:pPr>
            <a:r>
              <a:rPr lang="en-US" sz="1500">
                <a:ea typeface="+mn-lt"/>
                <a:cs typeface="+mn-lt"/>
              </a:rPr>
              <a:t>The GUI for conversational AI should give you the tools for deeper control over extract variables, and give you the ability to determine the flow of a conversation based on user input - which you can then customize to provide additional services.</a:t>
            </a:r>
          </a:p>
          <a:p>
            <a:pPr marL="285750" indent="-285750">
              <a:lnSpc>
                <a:spcPct val="90000"/>
              </a:lnSpc>
              <a:buFont typeface="Wingdings" pitchFamily="34" charset="0"/>
              <a:buChar char="Ø"/>
            </a:pPr>
            <a:r>
              <a:rPr lang="en-US" sz="1500">
                <a:ea typeface="+mn-lt"/>
                <a:cs typeface="+mn-lt"/>
              </a:rPr>
              <a:t>Here, the virtual travel agent is able to offer the customer the option to purchase additional baggage allowance by matching their input against information it holds about their ticket. </a:t>
            </a:r>
          </a:p>
          <a:p>
            <a:pPr marL="285750" indent="-285750">
              <a:lnSpc>
                <a:spcPct val="90000"/>
              </a:lnSpc>
              <a:buFont typeface="Wingdings" pitchFamily="34" charset="0"/>
              <a:buChar char="Ø"/>
            </a:pPr>
            <a:r>
              <a:rPr lang="en-US" sz="1500">
                <a:ea typeface="+mn-lt"/>
                <a:cs typeface="+mn-lt"/>
              </a:rPr>
              <a:t>Add-on sales and a feeling of proactive service for the customer provided in one swoop.</a:t>
            </a: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43</a:t>
            </a:fld>
            <a:endParaRPr lang="en-US"/>
          </a:p>
        </p:txBody>
      </p:sp>
    </p:spTree>
    <p:extLst>
      <p:ext uri="{BB962C8B-B14F-4D97-AF65-F5344CB8AC3E}">
        <p14:creationId xmlns:p14="http://schemas.microsoft.com/office/powerpoint/2010/main" val="1590766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7" name="Arc 8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88" name="Freeform: Shape 8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4421221" y="1179311"/>
            <a:ext cx="4108506" cy="4983275"/>
          </a:xfrm>
        </p:spPr>
        <p:txBody>
          <a:bodyPr vert="horz" lIns="91440" tIns="45720" rIns="91440" bIns="45720" rtlCol="0" anchor="t">
            <a:normAutofit/>
          </a:bodyPr>
          <a:lstStyle/>
          <a:p>
            <a:pPr>
              <a:lnSpc>
                <a:spcPct val="90000"/>
              </a:lnSpc>
              <a:buNone/>
            </a:pPr>
            <a:r>
              <a:rPr lang="en-US" sz="2000" b="1"/>
              <a:t>Tackling False Positives</a:t>
            </a:r>
          </a:p>
          <a:p>
            <a:pPr>
              <a:lnSpc>
                <a:spcPct val="90000"/>
              </a:lnSpc>
              <a:buNone/>
            </a:pPr>
            <a:endParaRPr lang="en-US" sz="1500" b="1">
              <a:cs typeface="Calibri"/>
            </a:endParaRPr>
          </a:p>
          <a:p>
            <a:pPr marL="285750" indent="-285750">
              <a:lnSpc>
                <a:spcPct val="90000"/>
              </a:lnSpc>
              <a:buFont typeface="Wingdings" pitchFamily="34" charset="0"/>
              <a:buChar char="Ø"/>
            </a:pPr>
            <a:r>
              <a:rPr lang="en-US" sz="1800">
                <a:ea typeface="+mn-lt"/>
                <a:cs typeface="+mn-lt"/>
              </a:rPr>
              <a:t>The False positives occur when a customer requests something that it should be able to answer but has not yet learned how. Conversational AI is able to identify the relevant parts of a conversation and offer assistance based on existing knowledge while acknowledging the gaps in its ability.</a:t>
            </a:r>
          </a:p>
          <a:p>
            <a:pPr marL="285750" indent="-285750">
              <a:lnSpc>
                <a:spcPct val="90000"/>
              </a:lnSpc>
              <a:buFont typeface="Wingdings" pitchFamily="34" charset="0"/>
              <a:buChar char="Ø"/>
            </a:pPr>
            <a:r>
              <a:rPr lang="en-US" sz="1800">
                <a:ea typeface="+mn-lt"/>
                <a:cs typeface="+mn-lt"/>
              </a:rPr>
              <a:t>In this example, the AI understands that the customer requires assistance for an equity loan and provides a relevant link. </a:t>
            </a:r>
          </a:p>
          <a:p>
            <a:pPr marL="285750" indent="-285750">
              <a:lnSpc>
                <a:spcPct val="90000"/>
              </a:lnSpc>
              <a:buFont typeface="Wingdings" pitchFamily="34" charset="0"/>
              <a:buChar char="Ø"/>
            </a:pPr>
            <a:r>
              <a:rPr lang="en-US" sz="1800">
                <a:ea typeface="+mn-lt"/>
                <a:cs typeface="+mn-lt"/>
              </a:rPr>
              <a:t>At the same time, it understands that the user wants help with an unknown entity (repayment) and, while it is unable to assist, it correctly identifies it.</a:t>
            </a:r>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44</a:t>
            </a:fld>
            <a:endParaRPr lang="en-US"/>
          </a:p>
        </p:txBody>
      </p:sp>
      <p:pic>
        <p:nvPicPr>
          <p:cNvPr id="2" name="Picture 1" descr="A screenshot of a chat&#10;&#10;Description automatically generated">
            <a:extLst>
              <a:ext uri="{FF2B5EF4-FFF2-40B4-BE49-F238E27FC236}">
                <a16:creationId xmlns:a16="http://schemas.microsoft.com/office/drawing/2014/main" id="{EB37C7B9-24F2-3FFF-154F-BF07BE73F984}"/>
              </a:ext>
            </a:extLst>
          </p:cNvPr>
          <p:cNvPicPr>
            <a:picLocks noChangeAspect="1"/>
          </p:cNvPicPr>
          <p:nvPr/>
        </p:nvPicPr>
        <p:blipFill>
          <a:blip r:embed="rId2"/>
          <a:stretch>
            <a:fillRect/>
          </a:stretch>
        </p:blipFill>
        <p:spPr>
          <a:xfrm>
            <a:off x="238664" y="947847"/>
            <a:ext cx="3390181" cy="5408003"/>
          </a:xfrm>
          <a:prstGeom prst="rect">
            <a:avLst/>
          </a:prstGeom>
        </p:spPr>
      </p:pic>
    </p:spTree>
    <p:extLst>
      <p:ext uri="{BB962C8B-B14F-4D97-AF65-F5344CB8AC3E}">
        <p14:creationId xmlns:p14="http://schemas.microsoft.com/office/powerpoint/2010/main" val="6727107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2651481" y="132344"/>
            <a:ext cx="6160868" cy="6323619"/>
          </a:xfrm>
        </p:spPr>
        <p:txBody>
          <a:bodyPr vert="horz" lIns="91440" tIns="45720" rIns="91440" bIns="45720" rtlCol="0" anchor="ctr">
            <a:normAutofit/>
          </a:bodyPr>
          <a:lstStyle/>
          <a:p>
            <a:pPr algn="ctr">
              <a:lnSpc>
                <a:spcPct val="90000"/>
              </a:lnSpc>
              <a:buNone/>
            </a:pPr>
            <a:r>
              <a:rPr lang="en-US" sz="2800" b="1" dirty="0">
                <a:ea typeface="+mn-lt"/>
                <a:cs typeface="+mn-lt"/>
              </a:rPr>
              <a:t>Ambiguity in NLP </a:t>
            </a:r>
            <a:endParaRPr lang="en-US" sz="2800" dirty="0">
              <a:cs typeface="Calibri"/>
            </a:endParaRPr>
          </a:p>
          <a:p>
            <a:pPr>
              <a:lnSpc>
                <a:spcPct val="90000"/>
              </a:lnSpc>
              <a:buFont typeface="Wingdings" pitchFamily="34" charset="0"/>
              <a:buChar char="Ø"/>
            </a:pPr>
            <a:r>
              <a:rPr lang="en-US" sz="1600" dirty="0">
                <a:ea typeface="+mn-lt"/>
                <a:cs typeface="+mn-lt"/>
              </a:rPr>
              <a:t>Ambiguity in NLP refers to situations in which a particular word, phrase or </a:t>
            </a:r>
            <a:r>
              <a:rPr lang="en-US" sz="1600" b="1" dirty="0">
                <a:ea typeface="+mn-lt"/>
                <a:cs typeface="+mn-lt"/>
              </a:rPr>
              <a:t>sentence has multiple possible interpretations or meanings.</a:t>
            </a:r>
          </a:p>
          <a:p>
            <a:pPr>
              <a:lnSpc>
                <a:spcPct val="90000"/>
              </a:lnSpc>
              <a:buFont typeface="Wingdings" pitchFamily="34" charset="0"/>
              <a:buChar char="Ø"/>
            </a:pPr>
            <a:r>
              <a:rPr lang="en-US" sz="1600" dirty="0">
                <a:ea typeface="+mn-lt"/>
                <a:cs typeface="+mn-lt"/>
              </a:rPr>
              <a:t>Ambiguity is a common characteristic of natural language, and it arises due to the richness and complexity of human language.</a:t>
            </a:r>
          </a:p>
          <a:p>
            <a:pPr>
              <a:lnSpc>
                <a:spcPct val="90000"/>
              </a:lnSpc>
              <a:buFont typeface="Wingdings" pitchFamily="34" charset="0"/>
              <a:buChar char="Ø"/>
            </a:pPr>
            <a:r>
              <a:rPr lang="en-US" sz="1600" dirty="0">
                <a:ea typeface="+mn-lt"/>
                <a:cs typeface="+mn-lt"/>
              </a:rPr>
              <a:t>Here are some common types of ambiguity:</a:t>
            </a:r>
          </a:p>
          <a:p>
            <a:pPr lvl="1">
              <a:lnSpc>
                <a:spcPct val="90000"/>
              </a:lnSpc>
              <a:buFont typeface="Wingdings" pitchFamily="34" charset="0"/>
              <a:buChar char="Ø"/>
            </a:pPr>
            <a:r>
              <a:rPr lang="en-US" sz="1400" b="1" dirty="0">
                <a:ea typeface="+mn-lt"/>
                <a:cs typeface="+mn-lt"/>
              </a:rPr>
              <a:t>Lexical Ambiguity:</a:t>
            </a:r>
            <a:r>
              <a:rPr lang="en-US" sz="1400" dirty="0">
                <a:solidFill>
                  <a:srgbClr val="374151"/>
                </a:solidFill>
                <a:ea typeface="+mn-lt"/>
                <a:cs typeface="+mn-lt"/>
              </a:rPr>
              <a:t> Lexical ambiguity occurs when a single word has multiple meanings or senses.</a:t>
            </a:r>
          </a:p>
          <a:p>
            <a:pPr lvl="1">
              <a:lnSpc>
                <a:spcPct val="90000"/>
              </a:lnSpc>
              <a:buFont typeface="Wingdings" pitchFamily="34" charset="0"/>
              <a:buChar char="Ø"/>
            </a:pPr>
            <a:r>
              <a:rPr lang="en-US" sz="1400" dirty="0">
                <a:solidFill>
                  <a:srgbClr val="374151"/>
                </a:solidFill>
                <a:ea typeface="+mn-lt"/>
                <a:cs typeface="+mn-lt"/>
              </a:rPr>
              <a:t>Example: I can play cricket and give me that can.</a:t>
            </a:r>
          </a:p>
          <a:p>
            <a:pPr lvl="1">
              <a:lnSpc>
                <a:spcPct val="90000"/>
              </a:lnSpc>
              <a:buFont typeface="Wingdings" pitchFamily="34" charset="0"/>
              <a:buChar char="Ø"/>
            </a:pPr>
            <a:r>
              <a:rPr lang="en-US" sz="1400" b="1" dirty="0">
                <a:ea typeface="+mn-lt"/>
                <a:cs typeface="+mn-lt"/>
              </a:rPr>
              <a:t>Syntactic Ambiguity:</a:t>
            </a:r>
            <a:r>
              <a:rPr lang="en-US" sz="1400" dirty="0">
                <a:solidFill>
                  <a:srgbClr val="374151"/>
                </a:solidFill>
                <a:ea typeface="+mn-lt"/>
                <a:cs typeface="+mn-lt"/>
              </a:rPr>
              <a:t> Syntactic ambiguity arises when the grammatical structure of a sentence allows for multiple interpretations. </a:t>
            </a:r>
          </a:p>
          <a:p>
            <a:pPr lvl="1">
              <a:lnSpc>
                <a:spcPct val="90000"/>
              </a:lnSpc>
              <a:buFont typeface="Wingdings" pitchFamily="34" charset="0"/>
              <a:buChar char="Ø"/>
            </a:pPr>
            <a:r>
              <a:rPr lang="en-US" sz="1400" dirty="0">
                <a:solidFill>
                  <a:srgbClr val="374151"/>
                </a:solidFill>
                <a:ea typeface="+mn-lt"/>
                <a:cs typeface="+mn-lt"/>
              </a:rPr>
              <a:t>Example: Amit </a:t>
            </a:r>
            <a:r>
              <a:rPr lang="en-US" sz="1400" dirty="0">
                <a:ea typeface="+mn-lt"/>
                <a:cs typeface="+mn-lt"/>
              </a:rPr>
              <a:t>saw the man with </a:t>
            </a:r>
            <a:r>
              <a:rPr lang="en-US" sz="1400" dirty="0" err="1">
                <a:ea typeface="+mn-lt"/>
                <a:cs typeface="+mn-lt"/>
              </a:rPr>
              <a:t>binnoculars</a:t>
            </a:r>
            <a:r>
              <a:rPr lang="en-US" sz="1400" dirty="0">
                <a:ea typeface="+mn-lt"/>
                <a:cs typeface="+mn-lt"/>
              </a:rPr>
              <a:t>, Amit saw the man carrying </a:t>
            </a:r>
            <a:r>
              <a:rPr lang="en-US" sz="1400" dirty="0" err="1">
                <a:ea typeface="+mn-lt"/>
                <a:cs typeface="+mn-lt"/>
              </a:rPr>
              <a:t>binnoculars</a:t>
            </a:r>
            <a:r>
              <a:rPr lang="en-US" sz="1400" dirty="0">
                <a:ea typeface="+mn-lt"/>
                <a:cs typeface="+mn-lt"/>
              </a:rPr>
              <a:t> and Amit saw the man through </a:t>
            </a:r>
            <a:r>
              <a:rPr lang="en-US" sz="1400" dirty="0" err="1">
                <a:ea typeface="+mn-lt"/>
                <a:cs typeface="+mn-lt"/>
              </a:rPr>
              <a:t>binnoculars</a:t>
            </a:r>
            <a:r>
              <a:rPr lang="en-US" sz="1400" dirty="0">
                <a:ea typeface="+mn-lt"/>
                <a:cs typeface="+mn-lt"/>
              </a:rPr>
              <a:t>.</a:t>
            </a:r>
            <a:endParaRPr lang="en-US" sz="1400" dirty="0">
              <a:solidFill>
                <a:srgbClr val="374151"/>
              </a:solidFill>
              <a:ea typeface="+mn-lt"/>
              <a:cs typeface="+mn-lt"/>
            </a:endParaRPr>
          </a:p>
          <a:p>
            <a:pPr lvl="1">
              <a:lnSpc>
                <a:spcPct val="90000"/>
              </a:lnSpc>
              <a:buFont typeface="Wingdings" pitchFamily="34" charset="0"/>
              <a:buChar char="Ø"/>
            </a:pPr>
            <a:r>
              <a:rPr lang="en-US" sz="1400" b="1" dirty="0">
                <a:ea typeface="+mn-lt"/>
                <a:cs typeface="+mn-lt"/>
              </a:rPr>
              <a:t>Semantic Ambiguity:</a:t>
            </a:r>
            <a:r>
              <a:rPr lang="en-US" sz="1400" dirty="0">
                <a:solidFill>
                  <a:srgbClr val="374151"/>
                </a:solidFill>
                <a:ea typeface="+mn-lt"/>
                <a:cs typeface="+mn-lt"/>
              </a:rPr>
              <a:t> Semantic ambiguity occurs when a sentence or phrase is open to different interpretations based on the meanings of the words used.</a:t>
            </a:r>
          </a:p>
          <a:p>
            <a:pPr lvl="1">
              <a:lnSpc>
                <a:spcPct val="90000"/>
              </a:lnSpc>
              <a:buFont typeface="Wingdings" pitchFamily="34" charset="0"/>
              <a:buChar char="Ø"/>
            </a:pPr>
            <a:r>
              <a:rPr lang="en-US" sz="1400" dirty="0">
                <a:solidFill>
                  <a:srgbClr val="374151"/>
                </a:solidFill>
                <a:ea typeface="+mn-lt"/>
                <a:cs typeface="+mn-lt"/>
              </a:rPr>
              <a:t>Example: Amit loves his cat and Durgesh does too.</a:t>
            </a:r>
          </a:p>
          <a:p>
            <a:pPr lvl="1">
              <a:lnSpc>
                <a:spcPct val="90000"/>
              </a:lnSpc>
              <a:buFont typeface="Wingdings" pitchFamily="34" charset="0"/>
              <a:buChar char="Ø"/>
            </a:pPr>
            <a:r>
              <a:rPr lang="en-US" sz="1400" b="1" dirty="0">
                <a:ea typeface="+mn-lt"/>
                <a:cs typeface="+mn-lt"/>
              </a:rPr>
              <a:t>Anaphoric Ambiguity:</a:t>
            </a:r>
            <a:r>
              <a:rPr lang="en-US" sz="1400" dirty="0">
                <a:solidFill>
                  <a:srgbClr val="374151"/>
                </a:solidFill>
                <a:ea typeface="+mn-lt"/>
                <a:cs typeface="+mn-lt"/>
              </a:rPr>
              <a:t> Anaphoric ambiguity arises when a noun replaces with a pronouns or other referring expressions lack clarity in identifying their antecedents.</a:t>
            </a:r>
          </a:p>
          <a:p>
            <a:pPr lvl="1">
              <a:lnSpc>
                <a:spcPct val="90000"/>
              </a:lnSpc>
              <a:buFont typeface="Wingdings" pitchFamily="34" charset="0"/>
              <a:buChar char="Ø"/>
            </a:pPr>
            <a:r>
              <a:rPr lang="en-US" sz="1400" dirty="0">
                <a:solidFill>
                  <a:srgbClr val="374151"/>
                </a:solidFill>
                <a:ea typeface="+mn-lt"/>
                <a:cs typeface="+mn-lt"/>
              </a:rPr>
              <a:t>Example: The house is on a long street. It is very dirt</a:t>
            </a:r>
            <a:r>
              <a:rPr lang="en-US" sz="1200" dirty="0">
                <a:solidFill>
                  <a:srgbClr val="374151"/>
                </a:solidFill>
                <a:ea typeface="+mn-lt"/>
                <a:cs typeface="+mn-lt"/>
              </a:rPr>
              <a:t>y.</a:t>
            </a:r>
          </a:p>
          <a:p>
            <a:pPr lvl="2">
              <a:lnSpc>
                <a:spcPct val="90000"/>
              </a:lnSpc>
              <a:buFont typeface="Wingdings" pitchFamily="34" charset="0"/>
              <a:buChar char="Ø"/>
            </a:pPr>
            <a:endParaRPr lang="en-US" sz="800" dirty="0">
              <a:solidFill>
                <a:srgbClr val="374151"/>
              </a:solidFill>
              <a:ea typeface="+mn-lt"/>
              <a:cs typeface="+mn-lt"/>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45</a:t>
            </a:fld>
            <a:endParaRPr lang="en-US"/>
          </a:p>
        </p:txBody>
      </p:sp>
    </p:spTree>
    <p:extLst>
      <p:ext uri="{BB962C8B-B14F-4D97-AF65-F5344CB8AC3E}">
        <p14:creationId xmlns:p14="http://schemas.microsoft.com/office/powerpoint/2010/main" val="10611294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CC24E1-E4CB-4555-AAFE-79673E88E287}"/>
              </a:ext>
            </a:extLst>
          </p:cNvPr>
          <p:cNvSpPr>
            <a:spLocks noGrp="1"/>
          </p:cNvSpPr>
          <p:nvPr>
            <p:ph idx="1"/>
          </p:nvPr>
        </p:nvSpPr>
        <p:spPr>
          <a:xfrm>
            <a:off x="3335481" y="591344"/>
            <a:ext cx="5179868" cy="5585619"/>
          </a:xfrm>
        </p:spPr>
        <p:txBody>
          <a:bodyPr vert="horz" lIns="91440" tIns="45720" rIns="91440" bIns="45720" rtlCol="0" anchor="ctr">
            <a:normAutofit/>
          </a:bodyPr>
          <a:lstStyle/>
          <a:p>
            <a:pPr algn="ctr">
              <a:lnSpc>
                <a:spcPct val="90000"/>
              </a:lnSpc>
              <a:buNone/>
            </a:pPr>
            <a:r>
              <a:rPr lang="en-US" sz="2800" b="1">
                <a:ea typeface="+mn-lt"/>
                <a:cs typeface="+mn-lt"/>
              </a:rPr>
              <a:t>NLTK </a:t>
            </a:r>
            <a:endParaRPr lang="en-US" sz="2800">
              <a:cs typeface="Calibri"/>
            </a:endParaRPr>
          </a:p>
          <a:p>
            <a:pPr>
              <a:lnSpc>
                <a:spcPct val="90000"/>
              </a:lnSpc>
              <a:buFont typeface="Wingdings" pitchFamily="34" charset="0"/>
              <a:buChar char="Ø"/>
            </a:pPr>
            <a:r>
              <a:rPr lang="en-US" sz="2700">
                <a:ea typeface="+mn-lt"/>
                <a:cs typeface="+mn-lt"/>
              </a:rPr>
              <a:t>NLTK (Natural Language Toolkit) is a Python library and platform designed for working with human language data, especially in the field of natural language processing (NLP) and computational linguistics. </a:t>
            </a:r>
          </a:p>
          <a:p>
            <a:pPr>
              <a:lnSpc>
                <a:spcPct val="90000"/>
              </a:lnSpc>
              <a:buFont typeface="Wingdings" pitchFamily="34" charset="0"/>
              <a:buChar char="Ø"/>
            </a:pPr>
            <a:r>
              <a:rPr lang="en-US" sz="2700">
                <a:ea typeface="+mn-lt"/>
                <a:cs typeface="+mn-lt"/>
              </a:rPr>
              <a:t>It was developed by Steven Bird and Edward Loper and has become one of the most widely used libraries for NLP tasks.</a:t>
            </a:r>
            <a:endParaRPr lang="en-US">
              <a:cs typeface="Calibri"/>
            </a:endParaRPr>
          </a:p>
          <a:p>
            <a:pPr>
              <a:lnSpc>
                <a:spcPct val="90000"/>
              </a:lnSpc>
              <a:buNone/>
            </a:pPr>
            <a:endParaRPr lang="en-US" sz="2700">
              <a:cs typeface="Calibri"/>
            </a:endParaRPr>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46</a:t>
            </a:fld>
            <a:endParaRPr lang="en-US"/>
          </a:p>
        </p:txBody>
      </p:sp>
    </p:spTree>
    <p:extLst>
      <p:ext uri="{BB962C8B-B14F-4D97-AF65-F5344CB8AC3E}">
        <p14:creationId xmlns:p14="http://schemas.microsoft.com/office/powerpoint/2010/main" val="2574710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0" name="Picture 99">
            <a:extLst>
              <a:ext uri="{FF2B5EF4-FFF2-40B4-BE49-F238E27FC236}">
                <a16:creationId xmlns:a16="http://schemas.microsoft.com/office/drawing/2014/main" id="{BDBED482-911F-537F-5D62-98F4E2E96787}"/>
              </a:ext>
            </a:extLst>
          </p:cNvPr>
          <p:cNvPicPr>
            <a:picLocks noChangeAspect="1"/>
          </p:cNvPicPr>
          <p:nvPr/>
        </p:nvPicPr>
        <p:blipFill rotWithShape="1">
          <a:blip r:embed="rId2">
            <a:duotone>
              <a:schemeClr val="bg2">
                <a:shade val="45000"/>
                <a:satMod val="135000"/>
              </a:schemeClr>
              <a:prstClr val="white"/>
            </a:duotone>
          </a:blip>
          <a:srcRect l="234" t="9091" r="18857"/>
          <a:stretch/>
        </p:blipFill>
        <p:spPr>
          <a:xfrm>
            <a:off x="20" y="10"/>
            <a:ext cx="9143980" cy="6857990"/>
          </a:xfrm>
          <a:prstGeom prst="rect">
            <a:avLst/>
          </a:prstGeom>
        </p:spPr>
      </p:pic>
      <p:sp>
        <p:nvSpPr>
          <p:cNvPr id="127" name="Rectangle 12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47</a:t>
            </a:fld>
            <a:endParaRPr lang="en-US"/>
          </a:p>
        </p:txBody>
      </p:sp>
      <p:graphicFrame>
        <p:nvGraphicFramePr>
          <p:cNvPr id="115" name="Content Placeholder 2">
            <a:extLst>
              <a:ext uri="{FF2B5EF4-FFF2-40B4-BE49-F238E27FC236}">
                <a16:creationId xmlns:a16="http://schemas.microsoft.com/office/drawing/2014/main" id="{5E7B02D7-812F-8FB5-ACDD-4128603C06A6}"/>
              </a:ext>
            </a:extLst>
          </p:cNvPr>
          <p:cNvGraphicFramePr>
            <a:graphicFrameLocks noGrp="1"/>
          </p:cNvGraphicFramePr>
          <p:nvPr>
            <p:ph idx="1"/>
            <p:extLst>
              <p:ext uri="{D42A27DB-BD31-4B8C-83A1-F6EECF244321}">
                <p14:modId xmlns:p14="http://schemas.microsoft.com/office/powerpoint/2010/main" val="260566251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2279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48</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486943" y="583026"/>
            <a:ext cx="4094129" cy="5808606"/>
          </a:xfrm>
        </p:spPr>
        <p:txBody>
          <a:bodyPr vert="horz" lIns="91440" tIns="45720" rIns="91440" bIns="45720" rtlCol="0" anchor="t">
            <a:normAutofit/>
          </a:bodyPr>
          <a:lstStyle/>
          <a:p>
            <a:pPr algn="ctr">
              <a:lnSpc>
                <a:spcPct val="90000"/>
              </a:lnSpc>
              <a:buNone/>
            </a:pPr>
            <a:r>
              <a:rPr lang="en-US" sz="2800" b="1" dirty="0">
                <a:solidFill>
                  <a:srgbClr val="000000"/>
                </a:solidFill>
                <a:ea typeface="+mn-lt"/>
                <a:cs typeface="+mn-lt"/>
              </a:rPr>
              <a:t>Tokenization</a:t>
            </a:r>
            <a:endParaRPr lang="en-US" dirty="0"/>
          </a:p>
          <a:p>
            <a:pPr marL="285750" indent="-285750">
              <a:lnSpc>
                <a:spcPct val="200000"/>
              </a:lnSpc>
              <a:buFont typeface="Wingdings" pitchFamily="34" charset="0"/>
              <a:buChar char="Ø"/>
            </a:pPr>
            <a:r>
              <a:rPr lang="en-US" sz="1500" dirty="0">
                <a:ea typeface="+mn-lt"/>
                <a:cs typeface="+mn-lt"/>
              </a:rPr>
              <a:t>Tokenization is a fundamental text processing task in natural language processing (NLP) that involves breaking down a text or a sequence of characters into smaller units, known as tokens.</a:t>
            </a:r>
          </a:p>
          <a:p>
            <a:pPr marL="285750" indent="-285750">
              <a:lnSpc>
                <a:spcPct val="200000"/>
              </a:lnSpc>
              <a:buFont typeface="Wingdings" pitchFamily="34" charset="0"/>
              <a:buChar char="Ø"/>
            </a:pPr>
            <a:r>
              <a:rPr lang="en-US" sz="1500" dirty="0">
                <a:ea typeface="+mn-lt"/>
                <a:cs typeface="+mn-lt"/>
              </a:rPr>
              <a:t>Tokens are typically words, but they can also be </a:t>
            </a:r>
            <a:r>
              <a:rPr lang="en-US" sz="1500" dirty="0" err="1">
                <a:ea typeface="+mn-lt"/>
                <a:cs typeface="+mn-lt"/>
              </a:rPr>
              <a:t>subword</a:t>
            </a:r>
            <a:r>
              <a:rPr lang="en-US" sz="1500" dirty="0">
                <a:ea typeface="+mn-lt"/>
                <a:cs typeface="+mn-lt"/>
              </a:rPr>
              <a:t> units, such as </a:t>
            </a:r>
            <a:r>
              <a:rPr lang="en-US" sz="1500" dirty="0" err="1">
                <a:ea typeface="+mn-lt"/>
                <a:cs typeface="+mn-lt"/>
              </a:rPr>
              <a:t>subword</a:t>
            </a:r>
            <a:r>
              <a:rPr lang="en-US" sz="1500" dirty="0">
                <a:ea typeface="+mn-lt"/>
                <a:cs typeface="+mn-lt"/>
              </a:rPr>
              <a:t> pieces in </a:t>
            </a:r>
            <a:r>
              <a:rPr lang="en-US" sz="1500" dirty="0" err="1">
                <a:ea typeface="+mn-lt"/>
                <a:cs typeface="+mn-lt"/>
              </a:rPr>
              <a:t>subword</a:t>
            </a:r>
            <a:r>
              <a:rPr lang="en-US" sz="1500" dirty="0">
                <a:ea typeface="+mn-lt"/>
                <a:cs typeface="+mn-lt"/>
              </a:rPr>
              <a:t> tokenization characters in character-level tokenization.</a:t>
            </a:r>
          </a:p>
          <a:p>
            <a:pPr marL="285750" indent="-285750">
              <a:lnSpc>
                <a:spcPct val="200000"/>
              </a:lnSpc>
              <a:buFont typeface="Wingdings" pitchFamily="34" charset="0"/>
              <a:buChar char="Ø"/>
            </a:pPr>
            <a:r>
              <a:rPr lang="en-US" sz="1500" dirty="0">
                <a:ea typeface="Calibri"/>
                <a:cs typeface="Calibri"/>
              </a:rPr>
              <a:t>Example: Dinesh is an abnormal human.</a:t>
            </a:r>
          </a:p>
          <a:p>
            <a:pPr marL="285750" indent="-285750">
              <a:lnSpc>
                <a:spcPct val="200000"/>
              </a:lnSpc>
              <a:buFont typeface="Wingdings" pitchFamily="34" charset="0"/>
              <a:buChar char="Ø"/>
            </a:pPr>
            <a:r>
              <a:rPr lang="en-US" sz="1500" dirty="0">
                <a:ea typeface="Calibri"/>
                <a:cs typeface="Calibri"/>
              </a:rPr>
              <a:t>Now, Token 1: Dinesh, Token 2: is, Token 3: an, Token 4: abnormal, Token 5: human</a:t>
            </a:r>
          </a:p>
        </p:txBody>
      </p:sp>
    </p:spTree>
    <p:extLst>
      <p:ext uri="{BB962C8B-B14F-4D97-AF65-F5344CB8AC3E}">
        <p14:creationId xmlns:p14="http://schemas.microsoft.com/office/powerpoint/2010/main" val="326434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49</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486943" y="214026"/>
            <a:ext cx="4382129" cy="6366606"/>
          </a:xfrm>
        </p:spPr>
        <p:txBody>
          <a:bodyPr vert="horz" lIns="91440" tIns="45720" rIns="91440" bIns="45720" rtlCol="0" anchor="t">
            <a:normAutofit/>
          </a:bodyPr>
          <a:lstStyle/>
          <a:p>
            <a:pPr algn="ctr">
              <a:lnSpc>
                <a:spcPct val="90000"/>
              </a:lnSpc>
              <a:buNone/>
            </a:pPr>
            <a:r>
              <a:rPr lang="en-US" sz="2800" b="1" dirty="0">
                <a:solidFill>
                  <a:srgbClr val="000000"/>
                </a:solidFill>
                <a:ea typeface="+mn-lt"/>
                <a:cs typeface="+mn-lt"/>
              </a:rPr>
              <a:t>Stemming</a:t>
            </a:r>
            <a:endParaRPr lang="en-US" dirty="0"/>
          </a:p>
          <a:p>
            <a:pPr marL="285750" indent="-285750">
              <a:lnSpc>
                <a:spcPct val="200000"/>
              </a:lnSpc>
              <a:buFont typeface="Wingdings" pitchFamily="34" charset="0"/>
              <a:buChar char="Ø"/>
            </a:pPr>
            <a:r>
              <a:rPr lang="en-US" sz="1500" dirty="0">
                <a:ea typeface="+mn-lt"/>
                <a:cs typeface="+mn-lt"/>
              </a:rPr>
              <a:t>Stemming is a text normalization technique in natural language processing (NLP) that involves reducing words to their root or base form, known as a "stem." </a:t>
            </a:r>
          </a:p>
          <a:p>
            <a:pPr marL="285750" indent="-285750">
              <a:lnSpc>
                <a:spcPct val="200000"/>
              </a:lnSpc>
              <a:buFont typeface="Wingdings" pitchFamily="34" charset="0"/>
              <a:buChar char="Ø"/>
            </a:pPr>
            <a:r>
              <a:rPr lang="en-US" sz="1500" dirty="0">
                <a:ea typeface="+mn-lt"/>
                <a:cs typeface="+mn-lt"/>
              </a:rPr>
              <a:t>The purpose of stemming is to group words with similar meanings together by removing suffixes or prefixes, which can help in tasks like information retrieval, text mining, and document clustering.</a:t>
            </a:r>
          </a:p>
          <a:p>
            <a:pPr marL="285750" indent="-285750">
              <a:lnSpc>
                <a:spcPct val="200000"/>
              </a:lnSpc>
              <a:buFont typeface="Wingdings" pitchFamily="34" charset="0"/>
              <a:buChar char="Ø"/>
            </a:pPr>
            <a:r>
              <a:rPr lang="en-US" sz="1500" dirty="0">
                <a:ea typeface="Calibri"/>
                <a:cs typeface="Calibri"/>
              </a:rPr>
              <a:t>Example 1: Knows, Known, Knowing and finally Know word comes.</a:t>
            </a:r>
          </a:p>
          <a:p>
            <a:pPr marL="285750" indent="-285750">
              <a:lnSpc>
                <a:spcPct val="200000"/>
              </a:lnSpc>
              <a:buFont typeface="Wingdings" pitchFamily="34" charset="0"/>
              <a:buChar char="Ø"/>
            </a:pPr>
            <a:r>
              <a:rPr lang="en-US" sz="1500" dirty="0">
                <a:ea typeface="Calibri"/>
                <a:cs typeface="Calibri"/>
              </a:rPr>
              <a:t>Example 2: Date, Dated, Dating and finally Dat word comes so it is disadvantage of stemming.</a:t>
            </a:r>
          </a:p>
        </p:txBody>
      </p:sp>
    </p:spTree>
    <p:extLst>
      <p:ext uri="{BB962C8B-B14F-4D97-AF65-F5344CB8AC3E}">
        <p14:creationId xmlns:p14="http://schemas.microsoft.com/office/powerpoint/2010/main" val="3257631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50</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486943" y="259026"/>
            <a:ext cx="4094129" cy="6285606"/>
          </a:xfrm>
        </p:spPr>
        <p:txBody>
          <a:bodyPr vert="horz" lIns="91440" tIns="45720" rIns="91440" bIns="45720" rtlCol="0" anchor="t">
            <a:normAutofit/>
          </a:bodyPr>
          <a:lstStyle/>
          <a:p>
            <a:pPr algn="ctr">
              <a:lnSpc>
                <a:spcPct val="90000"/>
              </a:lnSpc>
              <a:buNone/>
            </a:pPr>
            <a:r>
              <a:rPr lang="en-US" sz="2800" b="1" dirty="0">
                <a:solidFill>
                  <a:srgbClr val="000000"/>
                </a:solidFill>
                <a:ea typeface="+mn-lt"/>
                <a:cs typeface="+mn-lt"/>
              </a:rPr>
              <a:t>Lemmatization</a:t>
            </a:r>
          </a:p>
          <a:p>
            <a:pPr marL="285750" indent="-285750">
              <a:lnSpc>
                <a:spcPct val="200000"/>
              </a:lnSpc>
              <a:buFont typeface="Wingdings" pitchFamily="34" charset="0"/>
              <a:buChar char="Ø"/>
            </a:pPr>
            <a:r>
              <a:rPr lang="en-US" sz="1500" dirty="0">
                <a:ea typeface="+mn-lt"/>
                <a:cs typeface="+mn-lt"/>
              </a:rPr>
              <a:t>Lemmatization is a text normalization technique in natural language processing (NLP) that involves reducing words to their base or dictionary form, known as the "lemma." </a:t>
            </a:r>
          </a:p>
          <a:p>
            <a:pPr marL="285750" indent="-285750">
              <a:lnSpc>
                <a:spcPct val="200000"/>
              </a:lnSpc>
              <a:buFont typeface="Wingdings" pitchFamily="34" charset="0"/>
              <a:buChar char="Ø"/>
            </a:pPr>
            <a:r>
              <a:rPr lang="en-US" sz="1500" dirty="0">
                <a:ea typeface="+mn-lt"/>
                <a:cs typeface="+mn-lt"/>
              </a:rPr>
              <a:t>Unlike stemming, which applies heuristic rules to remove word endings, lemmatization uses linguistic knowledge and a vocabulary or dictionary to transform words into their canonical forms. </a:t>
            </a:r>
          </a:p>
          <a:p>
            <a:pPr marL="285750" indent="-285750">
              <a:lnSpc>
                <a:spcPct val="200000"/>
              </a:lnSpc>
              <a:buFont typeface="Wingdings" pitchFamily="34" charset="0"/>
              <a:buChar char="Ø"/>
            </a:pPr>
            <a:r>
              <a:rPr lang="en-US" sz="1500" dirty="0">
                <a:ea typeface="Calibri"/>
                <a:cs typeface="Calibri"/>
              </a:rPr>
              <a:t>Example: Die, Died, Dead and finally Die word comes.</a:t>
            </a:r>
          </a:p>
        </p:txBody>
      </p:sp>
    </p:spTree>
    <p:extLst>
      <p:ext uri="{BB962C8B-B14F-4D97-AF65-F5344CB8AC3E}">
        <p14:creationId xmlns:p14="http://schemas.microsoft.com/office/powerpoint/2010/main" val="2120114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51</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486943" y="264974"/>
            <a:ext cx="4352546" cy="6170405"/>
          </a:xfrm>
        </p:spPr>
        <p:txBody>
          <a:bodyPr vert="horz" lIns="91440" tIns="45720" rIns="91440" bIns="45720" rtlCol="0" anchor="t">
            <a:normAutofit/>
          </a:bodyPr>
          <a:lstStyle/>
          <a:p>
            <a:pPr algn="ctr">
              <a:lnSpc>
                <a:spcPct val="90000"/>
              </a:lnSpc>
              <a:buNone/>
            </a:pPr>
            <a:r>
              <a:rPr lang="en-US" sz="2800" b="1">
                <a:solidFill>
                  <a:srgbClr val="000000"/>
                </a:solidFill>
                <a:ea typeface="+mn-lt"/>
                <a:cs typeface="+mn-lt"/>
              </a:rPr>
              <a:t>Stop-Word Removal</a:t>
            </a:r>
          </a:p>
          <a:p>
            <a:pPr>
              <a:lnSpc>
                <a:spcPct val="90000"/>
              </a:lnSpc>
              <a:buNone/>
            </a:pPr>
            <a:endParaRPr lang="en-US" sz="1500" b="1">
              <a:cs typeface="Calibri"/>
            </a:endParaRPr>
          </a:p>
          <a:p>
            <a:pPr marL="285750" indent="-285750">
              <a:lnSpc>
                <a:spcPct val="200000"/>
              </a:lnSpc>
              <a:buFont typeface="Wingdings" pitchFamily="34" charset="0"/>
              <a:buChar char="Ø"/>
            </a:pPr>
            <a:r>
              <a:rPr lang="en-US" sz="1500">
                <a:ea typeface="+mn-lt"/>
                <a:cs typeface="+mn-lt"/>
              </a:rPr>
              <a:t>Stop-Word Removal is a common text preprocessing technique in natural language processing (NLP) that involves removing words that are considered to be of little value or that do not contribute much to the overall meaning of a document. </a:t>
            </a:r>
          </a:p>
          <a:p>
            <a:pPr marL="285750" indent="-285750">
              <a:lnSpc>
                <a:spcPct val="200000"/>
              </a:lnSpc>
              <a:buFont typeface="Wingdings" pitchFamily="34" charset="0"/>
              <a:buChar char="Ø"/>
            </a:pPr>
            <a:r>
              <a:rPr lang="en-US" sz="1500">
                <a:ea typeface="+mn-lt"/>
                <a:cs typeface="+mn-lt"/>
              </a:rPr>
              <a:t>These words are known as "stop words." </a:t>
            </a:r>
            <a:endParaRPr lang="en-US">
              <a:ea typeface="+mn-lt"/>
              <a:cs typeface="+mn-lt"/>
            </a:endParaRPr>
          </a:p>
          <a:p>
            <a:pPr marL="285750" indent="-285750">
              <a:lnSpc>
                <a:spcPct val="200000"/>
              </a:lnSpc>
              <a:buFont typeface="Wingdings" pitchFamily="34" charset="0"/>
              <a:buChar char="Ø"/>
            </a:pPr>
            <a:r>
              <a:rPr lang="en-US" sz="1500">
                <a:ea typeface="+mn-lt"/>
                <a:cs typeface="+mn-lt"/>
              </a:rPr>
              <a:t>Stop words are typically the most frequent words in a language and often include common words like "the," "and," "in," "is," "at," and so on.</a:t>
            </a:r>
            <a:endParaRPr lang="en-US">
              <a:cs typeface="Calibri"/>
            </a:endParaRPr>
          </a:p>
        </p:txBody>
      </p:sp>
    </p:spTree>
    <p:extLst>
      <p:ext uri="{BB962C8B-B14F-4D97-AF65-F5344CB8AC3E}">
        <p14:creationId xmlns:p14="http://schemas.microsoft.com/office/powerpoint/2010/main" val="4027740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52</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486943" y="264974"/>
            <a:ext cx="4649546" cy="6422405"/>
          </a:xfrm>
        </p:spPr>
        <p:txBody>
          <a:bodyPr vert="horz" lIns="91440" tIns="45720" rIns="91440" bIns="45720" rtlCol="0" anchor="t">
            <a:normAutofit fontScale="92500" lnSpcReduction="20000"/>
          </a:bodyPr>
          <a:lstStyle/>
          <a:p>
            <a:pPr algn="ctr">
              <a:lnSpc>
                <a:spcPct val="90000"/>
              </a:lnSpc>
              <a:buNone/>
            </a:pPr>
            <a:r>
              <a:rPr lang="en-US" sz="2800" b="1" dirty="0">
                <a:solidFill>
                  <a:srgbClr val="000000"/>
                </a:solidFill>
                <a:ea typeface="+mn-lt"/>
                <a:cs typeface="+mn-lt"/>
              </a:rPr>
              <a:t>POS Tagging</a:t>
            </a:r>
          </a:p>
          <a:p>
            <a:pPr marL="285750" indent="-285750">
              <a:lnSpc>
                <a:spcPct val="200000"/>
              </a:lnSpc>
              <a:buFont typeface="Wingdings" pitchFamily="34" charset="0"/>
              <a:buChar char="Ø"/>
            </a:pPr>
            <a:r>
              <a:rPr lang="en-US" sz="1500" dirty="0">
                <a:ea typeface="+mn-lt"/>
                <a:cs typeface="+mn-lt"/>
              </a:rPr>
              <a:t>Part-of-Speech (POS) tagging, also known as grammatical tagging or word-category disambiguation.</a:t>
            </a:r>
          </a:p>
          <a:p>
            <a:pPr marL="285750" indent="-285750">
              <a:lnSpc>
                <a:spcPct val="200000"/>
              </a:lnSpc>
              <a:buFont typeface="Wingdings" pitchFamily="34" charset="0"/>
              <a:buChar char="Ø"/>
            </a:pPr>
            <a:r>
              <a:rPr lang="en-US" sz="1500" dirty="0">
                <a:ea typeface="+mn-lt"/>
                <a:cs typeface="+mn-lt"/>
              </a:rPr>
              <a:t>It is a fundamental task in natural language processing (NLP). </a:t>
            </a:r>
            <a:endParaRPr lang="en-US" dirty="0">
              <a:ea typeface="+mn-lt"/>
              <a:cs typeface="+mn-lt"/>
            </a:endParaRPr>
          </a:p>
          <a:p>
            <a:pPr marL="285750" indent="-285750">
              <a:lnSpc>
                <a:spcPct val="200000"/>
              </a:lnSpc>
              <a:buFont typeface="Wingdings" pitchFamily="34" charset="0"/>
              <a:buChar char="Ø"/>
            </a:pPr>
            <a:r>
              <a:rPr lang="en-US" sz="1500" dirty="0">
                <a:ea typeface="+mn-lt"/>
                <a:cs typeface="+mn-lt"/>
              </a:rPr>
              <a:t>It involves assigning a specific grammatical category or part of speech (e.g., noun, verb, adjective) to each word in a text or a sentence. </a:t>
            </a:r>
            <a:endParaRPr lang="en-US">
              <a:ea typeface="+mn-lt"/>
              <a:cs typeface="+mn-lt"/>
            </a:endParaRPr>
          </a:p>
          <a:p>
            <a:pPr marL="285750" indent="-285750">
              <a:lnSpc>
                <a:spcPct val="200000"/>
              </a:lnSpc>
              <a:buFont typeface="Wingdings" pitchFamily="34" charset="0"/>
              <a:buChar char="Ø"/>
            </a:pPr>
            <a:r>
              <a:rPr lang="en-US" sz="1500" dirty="0">
                <a:ea typeface="+mn-lt"/>
                <a:cs typeface="+mn-lt"/>
              </a:rPr>
              <a:t>POS tagging is crucial for understanding the structure and meaning of sentences, and it serves as a building block for many NLP applications.</a:t>
            </a:r>
          </a:p>
          <a:p>
            <a:pPr marL="285750" indent="-285750">
              <a:lnSpc>
                <a:spcPct val="200000"/>
              </a:lnSpc>
              <a:buFont typeface="Wingdings" pitchFamily="34" charset="0"/>
              <a:buChar char="Ø"/>
            </a:pPr>
            <a:r>
              <a:rPr lang="en-US" sz="1500" dirty="0">
                <a:ea typeface="Calibri"/>
                <a:cs typeface="Calibri"/>
              </a:rPr>
              <a:t>Example 1: Amit killed a bat and ate it i.e. Amit = Noun, killed = Verb, a = determinant, bat = noun, and = conjunction, ate = verb, it = pronoun.</a:t>
            </a:r>
          </a:p>
          <a:p>
            <a:pPr marL="285750" indent="-285750">
              <a:lnSpc>
                <a:spcPct val="200000"/>
              </a:lnSpc>
              <a:buFont typeface="Wingdings" pitchFamily="34" charset="0"/>
              <a:buChar char="Ø"/>
            </a:pPr>
            <a:r>
              <a:rPr lang="en-US" sz="1500" dirty="0">
                <a:ea typeface="Calibri"/>
                <a:cs typeface="Calibri"/>
              </a:rPr>
              <a:t>Example 2: Google it i.e. Google = Noun &amp; Verb, it = pronoun so it is disadvantage of POS Tagging.</a:t>
            </a:r>
          </a:p>
        </p:txBody>
      </p:sp>
    </p:spTree>
    <p:extLst>
      <p:ext uri="{BB962C8B-B14F-4D97-AF65-F5344CB8AC3E}">
        <p14:creationId xmlns:p14="http://schemas.microsoft.com/office/powerpoint/2010/main" val="333784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53</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387552" y="592965"/>
            <a:ext cx="4352546" cy="5772840"/>
          </a:xfrm>
        </p:spPr>
        <p:txBody>
          <a:bodyPr vert="horz" lIns="91440" tIns="45720" rIns="91440" bIns="45720" rtlCol="0" anchor="t">
            <a:normAutofit/>
          </a:bodyPr>
          <a:lstStyle/>
          <a:p>
            <a:pPr algn="ctr">
              <a:lnSpc>
                <a:spcPct val="90000"/>
              </a:lnSpc>
              <a:buNone/>
            </a:pPr>
            <a:r>
              <a:rPr lang="en-US" sz="2800" b="1" dirty="0">
                <a:solidFill>
                  <a:srgbClr val="000000"/>
                </a:solidFill>
                <a:ea typeface="+mn-lt"/>
                <a:cs typeface="+mn-lt"/>
              </a:rPr>
              <a:t>Parsing</a:t>
            </a:r>
          </a:p>
          <a:p>
            <a:pPr>
              <a:lnSpc>
                <a:spcPct val="90000"/>
              </a:lnSpc>
              <a:buNone/>
            </a:pPr>
            <a:endParaRPr lang="en-US" sz="1500" b="1" dirty="0">
              <a:cs typeface="Calibri"/>
            </a:endParaRPr>
          </a:p>
          <a:p>
            <a:pPr marL="285750" indent="-285750">
              <a:lnSpc>
                <a:spcPct val="250000"/>
              </a:lnSpc>
              <a:buFont typeface="Wingdings" pitchFamily="34" charset="0"/>
              <a:buChar char="Ø"/>
            </a:pPr>
            <a:r>
              <a:rPr lang="en-US" sz="1500" dirty="0">
                <a:ea typeface="+mn-lt"/>
                <a:cs typeface="+mn-lt"/>
              </a:rPr>
              <a:t>Parsing is a crucial process in natural language processing (NLP) that </a:t>
            </a:r>
            <a:r>
              <a:rPr lang="en-US" sz="1500" b="1" dirty="0">
                <a:ea typeface="+mn-lt"/>
                <a:cs typeface="+mn-lt"/>
              </a:rPr>
              <a:t>involves analyzing the grammatical structure of sentences </a:t>
            </a:r>
            <a:r>
              <a:rPr lang="en-US" sz="1500" dirty="0">
                <a:ea typeface="+mn-lt"/>
                <a:cs typeface="+mn-lt"/>
              </a:rPr>
              <a:t>and </a:t>
            </a:r>
            <a:r>
              <a:rPr lang="en-US" sz="1500" b="1" dirty="0">
                <a:ea typeface="+mn-lt"/>
                <a:cs typeface="+mn-lt"/>
              </a:rPr>
              <a:t>determining the relationships between words in a given text. </a:t>
            </a:r>
          </a:p>
          <a:p>
            <a:pPr marL="285750" indent="-285750">
              <a:lnSpc>
                <a:spcPct val="250000"/>
              </a:lnSpc>
              <a:buFont typeface="Wingdings" pitchFamily="34" charset="0"/>
              <a:buChar char="Ø"/>
            </a:pPr>
            <a:r>
              <a:rPr lang="en-US" sz="1500" dirty="0">
                <a:ea typeface="+mn-lt"/>
                <a:cs typeface="+mn-lt"/>
              </a:rPr>
              <a:t>Parsing aims to understand the syntactic structure of language, including how words are organized into phrases and sentences.</a:t>
            </a:r>
          </a:p>
        </p:txBody>
      </p:sp>
    </p:spTree>
    <p:extLst>
      <p:ext uri="{BB962C8B-B14F-4D97-AF65-F5344CB8AC3E}">
        <p14:creationId xmlns:p14="http://schemas.microsoft.com/office/powerpoint/2010/main" val="3283346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54</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387552" y="592965"/>
            <a:ext cx="4793546" cy="6033840"/>
          </a:xfrm>
        </p:spPr>
        <p:txBody>
          <a:bodyPr vert="horz" lIns="91440" tIns="45720" rIns="91440" bIns="45720" rtlCol="0" anchor="t">
            <a:normAutofit fontScale="92500" lnSpcReduction="20000"/>
          </a:bodyPr>
          <a:lstStyle/>
          <a:p>
            <a:pPr algn="ctr">
              <a:lnSpc>
                <a:spcPct val="90000"/>
              </a:lnSpc>
              <a:buNone/>
            </a:pPr>
            <a:r>
              <a:rPr lang="en-US" sz="2800" b="1" dirty="0">
                <a:solidFill>
                  <a:srgbClr val="000000"/>
                </a:solidFill>
                <a:ea typeface="+mn-lt"/>
                <a:cs typeface="+mn-lt"/>
              </a:rPr>
              <a:t>Name Entity Recognition</a:t>
            </a:r>
          </a:p>
          <a:p>
            <a:pPr>
              <a:lnSpc>
                <a:spcPct val="90000"/>
              </a:lnSpc>
              <a:buNone/>
            </a:pPr>
            <a:endParaRPr lang="en-US" sz="1500" b="1">
              <a:cs typeface="Calibri"/>
            </a:endParaRPr>
          </a:p>
          <a:p>
            <a:pPr marL="285750" indent="-285750">
              <a:lnSpc>
                <a:spcPct val="200000"/>
              </a:lnSpc>
              <a:buFont typeface="Wingdings" pitchFamily="34" charset="0"/>
              <a:buChar char="Ø"/>
            </a:pPr>
            <a:r>
              <a:rPr lang="en-US" sz="1500" dirty="0">
                <a:ea typeface="+mn-lt"/>
                <a:cs typeface="+mn-lt"/>
              </a:rPr>
              <a:t>Named Entity Recognition (NER), also known as entity extraction or entity recognition. </a:t>
            </a:r>
          </a:p>
          <a:p>
            <a:pPr marL="285750" indent="-285750">
              <a:lnSpc>
                <a:spcPct val="200000"/>
              </a:lnSpc>
              <a:buFont typeface="Wingdings" pitchFamily="34" charset="0"/>
              <a:buChar char="Ø"/>
            </a:pPr>
            <a:r>
              <a:rPr lang="en-US" sz="1500">
                <a:ea typeface="+mn-lt"/>
                <a:cs typeface="+mn-lt"/>
              </a:rPr>
              <a:t>It is a natural language processing (NLP) task that involves identifying and classifying named entities in text into predefined categories or types.</a:t>
            </a:r>
            <a:endParaRPr lang="en-US">
              <a:ea typeface="+mn-lt"/>
              <a:cs typeface="+mn-lt"/>
            </a:endParaRPr>
          </a:p>
          <a:p>
            <a:pPr marL="285750" indent="-285750">
              <a:lnSpc>
                <a:spcPct val="200000"/>
              </a:lnSpc>
              <a:buFont typeface="Wingdings" pitchFamily="34" charset="0"/>
              <a:buChar char="Ø"/>
            </a:pPr>
            <a:r>
              <a:rPr lang="en-US" sz="1500" dirty="0">
                <a:ea typeface="+mn-lt"/>
                <a:cs typeface="+mn-lt"/>
              </a:rPr>
              <a:t>Named entities are words or phrases that refer to specific entities in the real world, such as people, organizations, locations, dates, and more. </a:t>
            </a:r>
            <a:endParaRPr lang="en-US">
              <a:ea typeface="+mn-lt"/>
              <a:cs typeface="+mn-lt"/>
            </a:endParaRPr>
          </a:p>
          <a:p>
            <a:pPr marL="285750" indent="-285750">
              <a:lnSpc>
                <a:spcPct val="200000"/>
              </a:lnSpc>
              <a:buFont typeface="Wingdings" pitchFamily="34" charset="0"/>
              <a:buChar char="Ø"/>
            </a:pPr>
            <a:r>
              <a:rPr lang="en-US" sz="1500" dirty="0">
                <a:ea typeface="+mn-lt"/>
                <a:cs typeface="+mn-lt"/>
              </a:rPr>
              <a:t>NER is an essential component in various NLP applications and information retrieval systems.</a:t>
            </a:r>
          </a:p>
          <a:p>
            <a:pPr marL="285750" indent="-285750">
              <a:lnSpc>
                <a:spcPct val="200000"/>
              </a:lnSpc>
              <a:buFont typeface="Wingdings" pitchFamily="34" charset="0"/>
              <a:buChar char="Ø"/>
            </a:pPr>
            <a:r>
              <a:rPr lang="en-US" sz="1500" dirty="0">
                <a:ea typeface="Calibri"/>
                <a:cs typeface="Calibri"/>
              </a:rPr>
              <a:t>Example : Google it i.e. Google is a company name so in this all names </a:t>
            </a:r>
            <a:r>
              <a:rPr lang="en-US" sz="1500" dirty="0" err="1">
                <a:ea typeface="Calibri"/>
                <a:cs typeface="Calibri"/>
              </a:rPr>
              <a:t>categorised</a:t>
            </a:r>
            <a:r>
              <a:rPr lang="en-US" sz="1500" dirty="0">
                <a:ea typeface="Calibri"/>
                <a:cs typeface="Calibri"/>
              </a:rPr>
              <a:t> into company, location and name.</a:t>
            </a:r>
          </a:p>
        </p:txBody>
      </p:sp>
    </p:spTree>
    <p:extLst>
      <p:ext uri="{BB962C8B-B14F-4D97-AF65-F5344CB8AC3E}">
        <p14:creationId xmlns:p14="http://schemas.microsoft.com/office/powerpoint/2010/main" val="21497034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c 9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Slide Number Placeholder 5"/>
          <p:cNvSpPr>
            <a:spLocks noGrp="1"/>
          </p:cNvSpPr>
          <p:nvPr>
            <p:ph type="sldNum" sz="quarter" idx="12"/>
          </p:nvPr>
        </p:nvSpPr>
        <p:spPr>
          <a:xfrm>
            <a:off x="7156173" y="6356350"/>
            <a:ext cx="1359176" cy="365125"/>
          </a:xfrm>
        </p:spPr>
        <p:txBody>
          <a:bodyPr vert="horz" lIns="91440" tIns="45720" rIns="91440" bIns="45720" rtlCol="0">
            <a:normAutofit/>
          </a:bodyPr>
          <a:lstStyle/>
          <a:p>
            <a:pPr>
              <a:spcAft>
                <a:spcPts val="600"/>
              </a:spcAft>
            </a:pPr>
            <a:fld id="{B6F15528-21DE-4FAA-801E-634DDDAF4B2B}" type="slidenum">
              <a:rPr lang="en-US" dirty="0"/>
              <a:pPr>
                <a:spcAft>
                  <a:spcPts val="600"/>
                </a:spcAft>
              </a:pPr>
              <a:t>55</a:t>
            </a:fld>
            <a:endParaRPr lang="en-US"/>
          </a:p>
        </p:txBody>
      </p:sp>
      <p:sp>
        <p:nvSpPr>
          <p:cNvPr id="4" name="Content Placeholder 2">
            <a:extLst>
              <a:ext uri="{FF2B5EF4-FFF2-40B4-BE49-F238E27FC236}">
                <a16:creationId xmlns:a16="http://schemas.microsoft.com/office/drawing/2014/main" id="{7FA8EF7C-98A4-19B1-DF88-0AA67459A072}"/>
              </a:ext>
            </a:extLst>
          </p:cNvPr>
          <p:cNvSpPr>
            <a:spLocks noGrp="1"/>
          </p:cNvSpPr>
          <p:nvPr>
            <p:ph idx="1"/>
          </p:nvPr>
        </p:nvSpPr>
        <p:spPr>
          <a:xfrm>
            <a:off x="3387552" y="592965"/>
            <a:ext cx="4352546" cy="5772840"/>
          </a:xfrm>
        </p:spPr>
        <p:txBody>
          <a:bodyPr vert="horz" lIns="91440" tIns="45720" rIns="91440" bIns="45720" rtlCol="0" anchor="t">
            <a:normAutofit lnSpcReduction="10000"/>
          </a:bodyPr>
          <a:lstStyle/>
          <a:p>
            <a:pPr algn="ctr">
              <a:lnSpc>
                <a:spcPct val="90000"/>
              </a:lnSpc>
              <a:buNone/>
            </a:pPr>
            <a:r>
              <a:rPr lang="en-US" sz="2800" b="1" dirty="0">
                <a:solidFill>
                  <a:srgbClr val="000000"/>
                </a:solidFill>
                <a:ea typeface="+mn-lt"/>
                <a:cs typeface="+mn-lt"/>
              </a:rPr>
              <a:t>Coreference Resolution</a:t>
            </a:r>
          </a:p>
          <a:p>
            <a:pPr>
              <a:lnSpc>
                <a:spcPct val="90000"/>
              </a:lnSpc>
              <a:buNone/>
            </a:pPr>
            <a:endParaRPr lang="en-US" sz="1500" b="1" dirty="0">
              <a:cs typeface="Calibri"/>
            </a:endParaRPr>
          </a:p>
          <a:p>
            <a:pPr marL="285750" indent="-285750">
              <a:lnSpc>
                <a:spcPct val="200000"/>
              </a:lnSpc>
              <a:buFont typeface="Wingdings" pitchFamily="34" charset="0"/>
              <a:buChar char="Ø"/>
            </a:pPr>
            <a:r>
              <a:rPr lang="en-US" sz="1500" dirty="0">
                <a:ea typeface="+mn-lt"/>
                <a:cs typeface="+mn-lt"/>
              </a:rPr>
              <a:t>Coreference Resolution is a natural language processing (NLP) task that </a:t>
            </a:r>
            <a:r>
              <a:rPr lang="en-US" sz="1500" b="1" dirty="0">
                <a:ea typeface="+mn-lt"/>
                <a:cs typeface="+mn-lt"/>
              </a:rPr>
              <a:t>involves identifying when different words or expressions in a text refer to the same entity or concept. </a:t>
            </a:r>
          </a:p>
          <a:p>
            <a:pPr marL="285750" indent="-285750">
              <a:lnSpc>
                <a:spcPct val="200000"/>
              </a:lnSpc>
              <a:buFont typeface="Wingdings" pitchFamily="34" charset="0"/>
              <a:buChar char="Ø"/>
            </a:pPr>
            <a:r>
              <a:rPr lang="en-US" sz="1500" dirty="0">
                <a:ea typeface="+mn-lt"/>
                <a:cs typeface="+mn-lt"/>
              </a:rPr>
              <a:t>In other words, it aims to resolve coreferences, which are linguistic relationships between words or phrases that refer to the same entity.</a:t>
            </a:r>
            <a:endParaRPr lang="en-US" dirty="0">
              <a:ea typeface="+mn-lt"/>
              <a:cs typeface="+mn-lt"/>
            </a:endParaRPr>
          </a:p>
          <a:p>
            <a:pPr marL="285750" indent="-285750">
              <a:lnSpc>
                <a:spcPct val="200000"/>
              </a:lnSpc>
              <a:buFont typeface="Wingdings" pitchFamily="34" charset="0"/>
              <a:buChar char="Ø"/>
            </a:pPr>
            <a:r>
              <a:rPr lang="en-US" sz="1500" dirty="0">
                <a:ea typeface="+mn-lt"/>
                <a:cs typeface="+mn-lt"/>
              </a:rPr>
              <a:t>Coreference resolution is crucial for understanding the meaning of text, as it helps establish connections between different parts of a document. </a:t>
            </a:r>
            <a:endParaRPr lang="en-US" dirty="0">
              <a:cs typeface="Calibri"/>
            </a:endParaRPr>
          </a:p>
        </p:txBody>
      </p:sp>
    </p:spTree>
    <p:extLst>
      <p:ext uri="{BB962C8B-B14F-4D97-AF65-F5344CB8AC3E}">
        <p14:creationId xmlns:p14="http://schemas.microsoft.com/office/powerpoint/2010/main" val="23826722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050" y="1714501"/>
            <a:ext cx="6172200" cy="3394472"/>
          </a:xfrm>
        </p:spPr>
        <p:txBody>
          <a:bodyPr/>
          <a:lstStyle/>
          <a:p>
            <a:pPr marL="0" indent="0" algn="ctr">
              <a:buNone/>
            </a:pPr>
            <a:endParaRPr lang="en-US"/>
          </a:p>
          <a:p>
            <a:pPr marL="0" indent="0" algn="ctr">
              <a:buNone/>
            </a:pPr>
            <a:endParaRPr lang="en-US"/>
          </a:p>
          <a:p>
            <a:pPr marL="0" indent="0" algn="ctr">
              <a:buNone/>
            </a:pPr>
            <a:r>
              <a:rPr lang="en-US"/>
              <a:t>THANK YOU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121228" y="50348"/>
            <a:ext cx="8022771" cy="514349"/>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lvl="0" algn="ctr">
              <a:spcBef>
                <a:spcPct val="0"/>
              </a:spcBef>
              <a:defRPr/>
            </a:pPr>
            <a:r>
              <a:rPr lang="en-US"/>
              <a:t> </a:t>
            </a:r>
          </a:p>
        </p:txBody>
      </p:sp>
    </p:spTree>
    <p:extLst>
      <p:ext uri="{BB962C8B-B14F-4D97-AF65-F5344CB8AC3E}">
        <p14:creationId xmlns:p14="http://schemas.microsoft.com/office/powerpoint/2010/main" val="3790317566"/>
      </p:ext>
    </p:extLst>
  </p:cSld>
  <p:clrMapOvr>
    <a:masterClrMapping/>
  </p:clrMapOvr>
</p:sld>
</file>

<file path=ppt/theme/theme1.xml><?xml version="1.0" encoding="utf-8"?>
<a:theme xmlns:a="http://schemas.openxmlformats.org/drawingml/2006/main" name="Office Theme">
  <a:themeElements>
    <a:clrScheme name="Custom 6">
      <a:dk1>
        <a:sysClr val="windowText" lastClr="000000"/>
      </a:dk1>
      <a:lt1>
        <a:sysClr val="window" lastClr="FFFFFF"/>
      </a:lt1>
      <a:dk2>
        <a:srgbClr val="0E2841"/>
      </a:dk2>
      <a:lt2>
        <a:srgbClr val="E8E8E8"/>
      </a:lt2>
      <a:accent1>
        <a:srgbClr val="FF7C80"/>
      </a:accent1>
      <a:accent2>
        <a:srgbClr val="FF7C80"/>
      </a:accent2>
      <a:accent3>
        <a:srgbClr val="FF7C80"/>
      </a:accent3>
      <a:accent4>
        <a:srgbClr val="FF7C80"/>
      </a:accent4>
      <a:accent5>
        <a:srgbClr val="FF7C80"/>
      </a:accent5>
      <a:accent6>
        <a:srgbClr val="FF7C80"/>
      </a:accent6>
      <a:hlink>
        <a:srgbClr val="FF7C80"/>
      </a:hlink>
      <a:folHlink>
        <a:srgbClr val="FF7C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47</TotalTime>
  <Words>4663</Words>
  <Application>Microsoft Office PowerPoint</Application>
  <PresentationFormat>On-screen Show (4:3)</PresentationFormat>
  <Paragraphs>426</Paragraphs>
  <Slides>56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Mohd Abdul Mateen</cp:lastModifiedBy>
  <cp:revision>129</cp:revision>
  <dcterms:created xsi:type="dcterms:W3CDTF">2006-08-16T00:00:00Z</dcterms:created>
  <dcterms:modified xsi:type="dcterms:W3CDTF">2025-08-19T17:31:41Z</dcterms:modified>
</cp:coreProperties>
</file>