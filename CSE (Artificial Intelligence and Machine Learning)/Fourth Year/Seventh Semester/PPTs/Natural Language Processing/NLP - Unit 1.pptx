
<file path=[Content_Types].xml><?xml version="1.0" encoding="utf-8"?>
<Types xmlns="http://schemas.openxmlformats.org/package/2006/content-types">
  <Override PartName="/ppt/slides/slide29.xml" ContentType="application/vnd.openxmlformats-officedocument.presentationml.slide+xml"/>
  <Override PartName="/ppt/notesSlides/notesSlide2.xml" ContentType="application/vnd.openxmlformats-officedocument.presentationml.notesSlide+xml"/>
  <Override PartName="/ppt/slides/slide4.xml" ContentType="application/vnd.openxmlformats-officedocument.presentationml.slide+xml"/>
  <Override PartName="/ppt/slides/slide18.xml" ContentType="application/vnd.openxmlformats-officedocument.presentationml.slide+xml"/>
  <Override PartName="/ppt/slides/slide36.xml" ContentType="application/vnd.openxmlformats-officedocument.presentationml.slide+xml"/>
  <Override PartName="/ppt/slideLayouts/slideLayout6.xml" ContentType="application/vnd.openxmlformats-officedocument.presentationml.slideLayout+xml"/>
  <Override PartName="/ppt/notesSlides/notesSlide38.xml" ContentType="application/vnd.openxmlformats-officedocument.presentationml.notesSlide+xml"/>
  <Override PartName="/ppt/slides/slide25.xml" ContentType="application/vnd.openxmlformats-officedocument.presentationml.slide+xml"/>
  <Override PartName="/ppt/slides/slide43.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notesSlides/notesSlide27.xml" ContentType="application/vnd.openxmlformats-officedocument.presentationml.notesSlide+xml"/>
  <Default Extension="xml" ContentType="application/xml"/>
  <Override PartName="/ppt/slides/slide14.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Default Extension="fntdata" ContentType="application/x-fontdata"/>
  <Override PartName="/ppt/slideLayouts/slideLayout13.xml" ContentType="application/vnd.openxmlformats-officedocument.presentationml.slideLayout+xml"/>
  <Override PartName="/ppt/notesSlides/notesSlide16.xml" ContentType="application/vnd.openxmlformats-officedocument.presentationml.notesSlide+xml"/>
  <Override PartName="/ppt/notesSlides/notesSlide34.xml" ContentType="application/vnd.openxmlformats-officedocument.presentationml.notesSlide+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notesSlides/notesSlide14.xml" ContentType="application/vnd.openxmlformats-officedocument.presentationml.notesSlide+xml"/>
  <Override PartName="/ppt/notesSlides/notesSlide23.xml" ContentType="application/vnd.openxmlformats-officedocument.presentationml.notesSlide+xml"/>
  <Override PartName="/ppt/notesSlides/notesSlide32.xml" ContentType="application/vnd.openxmlformats-officedocument.presentationml.notesSlide+xml"/>
  <Override PartName="/ppt/notesSlides/notesSlide41.xml" ContentType="application/vnd.openxmlformats-officedocument.presentationml.notesSlide+xml"/>
  <Override PartName="/ppt/notesSlides/notesSlide9.xml" ContentType="application/vnd.openxmlformats-officedocument.presentationml.notesSlide+xml"/>
  <Override PartName="/ppt/notesSlides/notesSlide12.xml" ContentType="application/vnd.openxmlformats-officedocument.presentationml.notesSlide+xml"/>
  <Override PartName="/ppt/notesSlides/notesSlide21.xml" ContentType="application/vnd.openxmlformats-officedocument.presentationml.notesSlide+xml"/>
  <Override PartName="/ppt/notesSlides/notesSlide30.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slides/slide7.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5.xml" ContentType="application/vnd.openxmlformats-officedocument.presentationml.notesSlide+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Layouts/slideLayout7.xml" ContentType="application/vnd.openxmlformats-officedocument.presentationml.slideLayout+xml"/>
  <Override PartName="/ppt/notesSlides/notesSlide1.xml" ContentType="application/vnd.openxmlformats-officedocument.presentationml.notesSlide+xml"/>
  <Default Extension="png" ContentType="image/png"/>
  <Override PartName="/ppt/notesSlides/notesSlide3.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notesSlides/notesSlide19.xml" ContentType="application/vnd.openxmlformats-officedocument.presentationml.notesSlide+xml"/>
  <Override PartName="/ppt/notesSlides/notesSlide39.xml" ContentType="application/vnd.openxmlformats-officedocument.presentationml.notesSlide+xml"/>
  <Override PartName="/ppt/revisionInfo.xml" ContentType="application/vnd.ms-powerpoint.revisioninfo+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Layouts/slideLayout3.xml" ContentType="application/vnd.openxmlformats-officedocument.presentationml.slideLayout+xml"/>
  <Override PartName="/ppt/notesSlides/notesSlide17.xml" ContentType="application/vnd.openxmlformats-officedocument.presentationml.notesSlide+xml"/>
  <Override PartName="/ppt/notesSlides/notesSlide28.xml" ContentType="application/vnd.openxmlformats-officedocument.presentationml.notesSlide+xml"/>
  <Default Extension="jpeg" ContentType="image/jpeg"/>
  <Override PartName="/ppt/notesSlides/notesSlide37.xml" ContentType="application/vnd.openxmlformats-officedocument.presentationml.notesSlide+xml"/>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Layouts/slideLayout1.xml" ContentType="application/vnd.openxmlformats-officedocument.presentationml.slideLayout+xml"/>
  <Override PartName="/ppt/notesSlides/notesSlide15.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35.xml" ContentType="application/vnd.openxmlformats-officedocument.presentationml.notesSlide+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2.xml" ContentType="application/vnd.openxmlformats-officedocument.presentationml.slideLayout+xml"/>
  <Override PartName="/ppt/notesSlides/notesSlide13.xml" ContentType="application/vnd.openxmlformats-officedocument.presentationml.notesSlide+xml"/>
  <Override PartName="/ppt/notesSlides/notesSlide22.xml" ContentType="application/vnd.openxmlformats-officedocument.presentationml.notesSlide+xml"/>
  <Override PartName="/ppt/notesSlides/notesSlide33.xml" ContentType="application/vnd.openxmlformats-officedocument.presentationml.notesSlide+xml"/>
  <Override PartName="/ppt/slideLayouts/slideLayout10.xml" ContentType="application/vnd.openxmlformats-officedocument.presentationml.slideLayout+xml"/>
  <Override PartName="/ppt/notesSlides/notesSlide8.xml" ContentType="application/vnd.openxmlformats-officedocument.presentationml.notesSlide+xml"/>
  <Override PartName="/ppt/notesSlides/notesSlide11.xml" ContentType="application/vnd.openxmlformats-officedocument.presentationml.notesSlide+xml"/>
  <Override PartName="/ppt/notesSlides/notesSlide20.xml" ContentType="application/vnd.openxmlformats-officedocument.presentationml.notesSlide+xml"/>
  <Override PartName="/ppt/notesSlides/notesSlide31.xml" ContentType="application/vnd.openxmlformats-officedocument.presentationml.notesSlide+xml"/>
  <Override PartName="/ppt/notesSlides/notesSlide40.xml" ContentType="application/vnd.openxmlformats-officedocument.presentationml.notesSlide+xml"/>
  <Override PartName="/ppt/notesSlides/notesSlide6.xml" ContentType="application/vnd.openxmlformats-officedocument.presentationml.notesSlide+xml"/>
  <Override PartName="/ppt/slides/slide8.xml" ContentType="application/vnd.openxmlformats-officedocument.presentationml.slide+xml"/>
  <Override PartName="/ppt/notesSlides/notesSlide4.xml" ContentType="application/vnd.openxmlformats-officedocument.presentationml.notesSlide+xml"/>
  <Override PartName="/docProps/core.xml" ContentType="application/vnd.openxmlformats-package.core-properties+xml"/>
  <Override PartName="/ppt/slides/slide6.xml" ContentType="application/vnd.openxmlformats-officedocument.presentationml.slide+xml"/>
  <Override PartName="/ppt/slides/slide38.xml" ContentType="application/vnd.openxmlformats-officedocument.presentationml.slide+xml"/>
  <Override PartName="/ppt/slideLayouts/slideLayout8.xml" ContentType="application/vnd.openxmlformats-officedocument.presentationml.slideLayout+xml"/>
  <Override PartName="/ppt/metadata" ContentType="application/binary"/>
  <Override PartName="/ppt/slideMasters/slideMaster1.xml" ContentType="application/vnd.openxmlformats-officedocument.presentationml.slideMaster+xml"/>
  <Override PartName="/ppt/slides/slide27.xml" ContentType="application/vnd.openxmlformats-officedocument.presentationml.slide+xml"/>
  <Override PartName="/ppt/slideLayouts/slideLayout4.xml" ContentType="application/vnd.openxmlformats-officedocument.presentationml.slideLayout+xml"/>
  <Override PartName="/ppt/notesSlides/notesSlide29.xml" ContentType="application/vnd.openxmlformats-officedocument.presentationml.notesSlide+xml"/>
  <Override PartName="/ppt/slides/slide2.xml" ContentType="application/vnd.openxmlformats-officedocument.presentationml.slide+xml"/>
  <Override PartName="/ppt/slides/slide16.xml" ContentType="application/vnd.openxmlformats-officedocument.presentationml.slide+xml"/>
  <Override PartName="/ppt/slides/slide34.xml" ContentType="application/vnd.openxmlformats-officedocument.presentationml.slide+xml"/>
  <Override PartName="/ppt/notesSlides/notesSlide18.xml" ContentType="application/vnd.openxmlformats-officedocument.presentationml.notesSlide+xml"/>
  <Override PartName="/ppt/notesSlides/notesSlide36.xml" ContentType="application/vnd.openxmlformats-officedocument.presentationml.notesSlide+xml"/>
  <Default Extension="rels" ContentType="application/vnd.openxmlformats-package.relationships+xml"/>
  <Override PartName="/ppt/slides/slide23.xml" ContentType="application/vnd.openxmlformats-officedocument.presentationml.slide+xml"/>
  <Override PartName="/ppt/slides/slide41.xml" ContentType="application/vnd.openxmlformats-officedocument.presentationml.slide+xml"/>
  <Override PartName="/ppt/notesSlides/notesSlide25.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Lst>
  <p:notesMasterIdLst>
    <p:notesMasterId r:id="rId45"/>
  </p:notesMasterIdLst>
  <p:sldIdLst>
    <p:sldId id="256" r:id="rId2"/>
    <p:sldId id="326" r:id="rId3"/>
    <p:sldId id="258" r:id="rId4"/>
    <p:sldId id="260" r:id="rId5"/>
    <p:sldId id="261" r:id="rId6"/>
    <p:sldId id="262" r:id="rId7"/>
    <p:sldId id="263" r:id="rId8"/>
    <p:sldId id="264" r:id="rId9"/>
    <p:sldId id="325" r:id="rId10"/>
    <p:sldId id="265" r:id="rId11"/>
    <p:sldId id="266" r:id="rId12"/>
    <p:sldId id="267" r:id="rId13"/>
    <p:sldId id="268" r:id="rId14"/>
    <p:sldId id="269" r:id="rId15"/>
    <p:sldId id="270" r:id="rId16"/>
    <p:sldId id="271" r:id="rId17"/>
    <p:sldId id="272" r:id="rId18"/>
    <p:sldId id="273" r:id="rId19"/>
    <p:sldId id="274" r:id="rId20"/>
    <p:sldId id="278" r:id="rId21"/>
    <p:sldId id="279" r:id="rId22"/>
    <p:sldId id="280" r:id="rId23"/>
    <p:sldId id="281" r:id="rId24"/>
    <p:sldId id="282" r:id="rId25"/>
    <p:sldId id="283" r:id="rId26"/>
    <p:sldId id="284" r:id="rId27"/>
    <p:sldId id="285" r:id="rId28"/>
    <p:sldId id="286" r:id="rId29"/>
    <p:sldId id="321" r:id="rId30"/>
    <p:sldId id="322" r:id="rId31"/>
    <p:sldId id="323" r:id="rId32"/>
    <p:sldId id="315" r:id="rId33"/>
    <p:sldId id="316" r:id="rId34"/>
    <p:sldId id="317" r:id="rId35"/>
    <p:sldId id="307" r:id="rId36"/>
    <p:sldId id="312" r:id="rId37"/>
    <p:sldId id="313" r:id="rId38"/>
    <p:sldId id="324" r:id="rId39"/>
    <p:sldId id="314" r:id="rId40"/>
    <p:sldId id="320" r:id="rId41"/>
    <p:sldId id="297" r:id="rId42"/>
    <p:sldId id="300" r:id="rId43"/>
    <p:sldId id="299" r:id="rId44"/>
  </p:sldIdLst>
  <p:sldSz cx="9144000" cy="5143500" type="screen16x9"/>
  <p:notesSz cx="6858000" cy="9144000"/>
  <p:embeddedFontLst>
    <p:embeddedFont>
      <p:font typeface="Calibri" pitchFamily="34" charset="0"/>
      <p:regular r:id="rId46"/>
      <p:bold r:id="rId47"/>
      <p:italic r:id="rId48"/>
      <p:boldItalic r:id="rId49"/>
    </p:embeddedFont>
    <p:embeddedFont>
      <p:font typeface="Helvetica Neue" charset="0"/>
      <p:regular r:id="rId50"/>
      <p:bold r:id="rId51"/>
      <p:italic r:id="rId52"/>
      <p:boldItalic r:id="rId53"/>
    </p:embeddedFont>
    <p:embeddedFont>
      <p:font typeface="Roboto" charset="0"/>
      <p:regular r:id="rId54"/>
      <p:bold r:id="rId55"/>
      <p:italic r:id="rId56"/>
      <p:boldItalic r:id="rId57"/>
    </p:embeddedFont>
    <p:embeddedFont>
      <p:font typeface="Gill Sans" charset="0"/>
      <p:regular r:id="rId58"/>
      <p:bold r:id="rId59"/>
    </p:embeddedFont>
    <p:embeddedFont>
      <p:font typeface="Lato" charset="0"/>
      <p:regular r:id="rId60"/>
      <p:bold r:id="rId61"/>
      <p:italic r:id="rId62"/>
      <p:boldItalic r:id="rId63"/>
    </p:embeddedFont>
    <p:embeddedFont>
      <p:font typeface="Garamond" pitchFamily="18" charset="0"/>
      <p:regular r:id="rId64"/>
      <p:bold r:id="rId65"/>
      <p:italic r:id="rId66"/>
    </p:embeddedFont>
    <p:embeddedFont>
      <p:font typeface="Calibri Light" pitchFamily="34" charset="0"/>
      <p:regular r:id="rId67"/>
      <p:italic r:id="rId6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726">
          <p15:clr>
            <a:srgbClr val="A4A3A4"/>
          </p15:clr>
        </p15:guide>
        <p15:guide id="2" pos="393">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78" roundtripDataSignature="AMtx7mgxlq0nDoWtvXXvA0xW9M6Yth9Oc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xmlns="">
          <a:srgbClr val="FF0000"/>
        </p14:laserClr>
      </p:ext>
      <p:ext uri="{2FDB2607-1784-4EEB-B798-7EB5836EED8A}">
        <p14:showMediaCtrls xmlns:p14="http://schemas.microsoft.com/office/powerpoint/2010/main" xmlns="" val="1"/>
      </p:ext>
    </p:extLst>
  </p:showPr>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 uri="{FD5EFAAD-0ECE-453E-9831-46B23BE46B34}">
      <p15:chartTrackingRefBased xmlns:p15="http://schemas.microsoft.com/office/powerpoint/2012/main" xmlns=""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949A91A-63A0-4769-A1D4-D8EF3CF6825F}" v="2" dt="2023-08-21T18:39:28.993"/>
  </p1510:revLst>
</p1510:revInfo>
</file>

<file path=ppt/tableStyles.xml><?xml version="1.0" encoding="utf-8"?>
<a:tblStyleLst xmlns:a="http://schemas.openxmlformats.org/drawingml/2006/main" def="{48C2FF66-303F-440E-8BC4-E5BC6C42531B}">
  <a:tblStyle styleId="{48C2FF66-303F-440E-8BC4-E5BC6C42531B}" styleName="Table_0">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FFF1E8"/>
          </a:solidFill>
        </a:fill>
      </a:tcStyle>
    </a:wholeTbl>
    <a:band1H>
      <a:tcTxStyle/>
      <a:tcStyle>
        <a:tcBdr/>
        <a:fill>
          <a:solidFill>
            <a:srgbClr val="FFE2CD"/>
          </a:solidFill>
        </a:fill>
      </a:tcStyle>
    </a:band1H>
    <a:band2H>
      <a:tcTxStyle/>
      <a:tcStyle>
        <a:tcBdr/>
      </a:tcStyle>
    </a:band2H>
    <a:band1V>
      <a:tcTxStyle/>
      <a:tcStyle>
        <a:tcBdr/>
        <a:fill>
          <a:solidFill>
            <a:srgbClr val="FFE2CD"/>
          </a:solidFill>
        </a:fill>
      </a:tcStyle>
    </a:band1V>
    <a:band2V>
      <a:tcTxStyle/>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58192ABB-AACF-4A80-8505-00060CBD578E}" styleName="Table_1">
    <a:wholeTbl>
      <a:tcTxStyle b="off" i="off">
        <a:font>
          <a:latin typeface="Arial"/>
          <a:ea typeface="Arial"/>
          <a:cs typeface="Arial"/>
        </a:font>
        <a:srgbClr val="000000"/>
      </a:tcTxStyle>
      <a:tcStyle>
        <a:tcBdr>
          <a:left>
            <a:ln w="12700" cap="flat" cmpd="sng">
              <a:solidFill>
                <a:srgbClr val="FFFFFF"/>
              </a:solidFill>
              <a:prstDash val="solid"/>
              <a:round/>
              <a:headEnd type="none" w="sm" len="sm"/>
              <a:tailEnd type="none" w="sm" len="sm"/>
            </a:ln>
          </a:left>
          <a:right>
            <a:ln w="12700" cap="flat" cmpd="sng">
              <a:solidFill>
                <a:srgbClr val="FFFFFF"/>
              </a:solidFill>
              <a:prstDash val="solid"/>
              <a:round/>
              <a:headEnd type="none" w="sm" len="sm"/>
              <a:tailEnd type="none" w="sm" len="sm"/>
            </a:ln>
          </a:right>
          <a:top>
            <a:ln w="12700" cap="flat" cmpd="sng">
              <a:solidFill>
                <a:srgbClr val="FFFFFF"/>
              </a:solidFill>
              <a:prstDash val="solid"/>
              <a:round/>
              <a:headEnd type="none" w="sm" len="sm"/>
              <a:tailEnd type="none" w="sm" len="sm"/>
            </a:ln>
          </a:top>
          <a:bottom>
            <a:ln w="12700" cap="flat" cmpd="sng">
              <a:solidFill>
                <a:srgbClr val="FFFFFF"/>
              </a:solidFill>
              <a:prstDash val="solid"/>
              <a:round/>
              <a:headEnd type="none" w="sm" len="sm"/>
              <a:tailEnd type="none" w="sm" len="sm"/>
            </a:ln>
          </a:bottom>
          <a:insideH>
            <a:ln w="12700" cap="flat" cmpd="sng">
              <a:solidFill>
                <a:srgbClr val="FFFFFF"/>
              </a:solidFill>
              <a:prstDash val="solid"/>
              <a:round/>
              <a:headEnd type="none" w="sm" len="sm"/>
              <a:tailEnd type="none" w="sm" len="sm"/>
            </a:ln>
          </a:insideH>
          <a:insideV>
            <a:ln w="12700" cap="flat" cmpd="sng">
              <a:solidFill>
                <a:srgbClr val="FFFFFF"/>
              </a:solidFill>
              <a:prstDash val="solid"/>
              <a:round/>
              <a:headEnd type="none" w="sm" len="sm"/>
              <a:tailEnd type="none" w="sm" len="sm"/>
            </a:ln>
          </a:insideV>
        </a:tcBdr>
        <a:fill>
          <a:solidFill>
            <a:srgbClr val="FFF1E8"/>
          </a:solidFill>
        </a:fill>
      </a:tcStyle>
    </a:wholeTbl>
    <a:band1H>
      <a:tcTxStyle/>
      <a:tcStyle>
        <a:tcBdr/>
        <a:fill>
          <a:solidFill>
            <a:srgbClr val="FFE2CD"/>
          </a:solidFill>
        </a:fill>
      </a:tcStyle>
    </a:band1H>
    <a:band2H>
      <a:tcTxStyle/>
      <a:tcStyle>
        <a:tcBdr/>
      </a:tcStyle>
    </a:band2H>
    <a:band1V>
      <a:tcTxStyle/>
      <a:tcStyle>
        <a:tcBdr/>
        <a:fill>
          <a:solidFill>
            <a:srgbClr val="FFE2CD"/>
          </a:solidFill>
        </a:fill>
      </a:tcStyle>
    </a:band1V>
    <a:band2V>
      <a:tcTxStyle/>
      <a:tcStyle>
        <a:tcBdr/>
      </a:tcStyle>
    </a:band2V>
    <a:lastCol>
      <a:tcTxStyle b="on" i="off">
        <a:font>
          <a:latin typeface="Arial"/>
          <a:ea typeface="Arial"/>
          <a:cs typeface="Arial"/>
        </a:font>
        <a:srgbClr val="FFFFFF"/>
      </a:tcTxStyle>
      <a:tcStyle>
        <a:tcBdr/>
        <a:fill>
          <a:solidFill>
            <a:srgbClr val="FFAB40"/>
          </a:solidFill>
        </a:fill>
      </a:tcStyle>
    </a:lastCol>
    <a:firstCol>
      <a:tcTxStyle b="on" i="off">
        <a:font>
          <a:latin typeface="Arial"/>
          <a:ea typeface="Arial"/>
          <a:cs typeface="Arial"/>
        </a:font>
        <a:srgbClr val="FFFFFF"/>
      </a:tcTxStyle>
      <a:tcStyle>
        <a:tcBdr/>
        <a:fill>
          <a:solidFill>
            <a:srgbClr val="FFAB40"/>
          </a:solidFill>
        </a:fill>
      </a:tcStyle>
    </a:firstCol>
    <a:lastRow>
      <a:tcTxStyle b="on" i="off">
        <a:font>
          <a:latin typeface="Arial"/>
          <a:ea typeface="Arial"/>
          <a:cs typeface="Arial"/>
        </a:font>
        <a:srgbClr val="FFFFFF"/>
      </a:tcTxStyle>
      <a:tcStyle>
        <a:tcBdr>
          <a:top>
            <a:ln w="38100" cap="flat" cmpd="sng">
              <a:solidFill>
                <a:srgbClr val="FFFFFF"/>
              </a:solidFill>
              <a:prstDash val="solid"/>
              <a:round/>
              <a:headEnd type="none" w="sm" len="sm"/>
              <a:tailEnd type="none" w="sm" len="sm"/>
            </a:ln>
          </a:top>
        </a:tcBdr>
        <a:fill>
          <a:solidFill>
            <a:srgbClr val="FFAB40"/>
          </a:solidFill>
        </a:fill>
      </a:tcStyle>
    </a:lastRow>
    <a:seCell>
      <a:tcTxStyle/>
      <a:tcStyle>
        <a:tcBdr/>
      </a:tcStyle>
    </a:seCell>
    <a:swCell>
      <a:tcTxStyle/>
      <a:tcStyle>
        <a:tcBdr/>
      </a:tcStyle>
    </a:swCell>
    <a:firstRow>
      <a:tcTxStyle b="on" i="off">
        <a:font>
          <a:latin typeface="Arial"/>
          <a:ea typeface="Arial"/>
          <a:cs typeface="Arial"/>
        </a:font>
        <a:srgbClr val="FFFFFF"/>
      </a:tcTxStyle>
      <a:tcStyle>
        <a:tcBdr>
          <a:bottom>
            <a:ln w="38100" cap="flat" cmpd="sng">
              <a:solidFill>
                <a:srgbClr val="FFFFFF"/>
              </a:solidFill>
              <a:prstDash val="solid"/>
              <a:round/>
              <a:headEnd type="none" w="sm" len="sm"/>
              <a:tailEnd type="none" w="sm" len="sm"/>
            </a:ln>
          </a:bottom>
        </a:tcBdr>
        <a:fill>
          <a:solidFill>
            <a:srgbClr val="FFAB40"/>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2" autoAdjust="0"/>
    <p:restoredTop sz="94632" autoAdjust="0"/>
  </p:normalViewPr>
  <p:slideViewPr>
    <p:cSldViewPr snapToGrid="0">
      <p:cViewPr>
        <p:scale>
          <a:sx n="100" d="100"/>
          <a:sy n="100" d="100"/>
        </p:scale>
        <p:origin x="-432" y="90"/>
      </p:cViewPr>
      <p:guideLst>
        <p:guide orient="horz" pos="726"/>
        <p:guide pos="393"/>
      </p:guideLst>
    </p:cSldViewPr>
  </p:slideViewPr>
  <p:outlineViewPr>
    <p:cViewPr>
      <p:scale>
        <a:sx n="33" d="100"/>
        <a:sy n="33" d="100"/>
      </p:scale>
      <p:origin x="0" y="-23755"/>
    </p:cViewPr>
  </p:outlineViewPr>
  <p:notesTextViewPr>
    <p:cViewPr>
      <p:scale>
        <a:sx n="1" d="1"/>
        <a:sy n="1" d="1"/>
      </p:scale>
      <p:origin x="0" y="0"/>
    </p:cViewPr>
  </p:notesTextViewPr>
  <p:sorterViewPr>
    <p:cViewPr varScale="1">
      <p:scale>
        <a:sx n="100" d="100"/>
        <a:sy n="100" d="100"/>
      </p:scale>
      <p:origin x="0" y="0"/>
    </p:cViewPr>
  </p:sorterViewPr>
  <p:gridSpacing cx="73736200" cy="7373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2.fntdata"/><Relationship Id="rId50" Type="http://schemas.openxmlformats.org/officeDocument/2006/relationships/font" Target="fonts/font5.fntdata"/><Relationship Id="rId55" Type="http://schemas.openxmlformats.org/officeDocument/2006/relationships/font" Target="fonts/font10.fntdata"/><Relationship Id="rId63" Type="http://schemas.openxmlformats.org/officeDocument/2006/relationships/font" Target="fonts/font18.fntdata"/><Relationship Id="rId68" Type="http://schemas.openxmlformats.org/officeDocument/2006/relationships/font" Target="fonts/font23.fntdata"/><Relationship Id="rId84"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3" Type="http://schemas.openxmlformats.org/officeDocument/2006/relationships/font" Target="fonts/font8.fntdata"/><Relationship Id="rId58" Type="http://schemas.openxmlformats.org/officeDocument/2006/relationships/font" Target="fonts/font13.fntdata"/><Relationship Id="rId66" Type="http://schemas.openxmlformats.org/officeDocument/2006/relationships/font" Target="fonts/font21.fntdata"/><Relationship Id="rId79"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4.fntdata"/><Relationship Id="rId57" Type="http://schemas.openxmlformats.org/officeDocument/2006/relationships/font" Target="fonts/font12.fntdata"/><Relationship Id="rId61" Type="http://schemas.openxmlformats.org/officeDocument/2006/relationships/font" Target="fonts/font16.fntdata"/><Relationship Id="rId82"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7.fntdata"/><Relationship Id="rId60" Type="http://schemas.openxmlformats.org/officeDocument/2006/relationships/font" Target="fonts/font15.fntdata"/><Relationship Id="rId65" Type="http://schemas.openxmlformats.org/officeDocument/2006/relationships/font" Target="fonts/font20.fntdata"/><Relationship Id="rId78" Type="http://customschemas.google.com/relationships/presentationmetadata" Target="metadata"/><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3.fntdata"/><Relationship Id="rId56" Type="http://schemas.openxmlformats.org/officeDocument/2006/relationships/font" Target="fonts/font11.fntdata"/><Relationship Id="rId64" Type="http://schemas.openxmlformats.org/officeDocument/2006/relationships/font" Target="fonts/font19.fntdata"/><Relationship Id="rId8" Type="http://schemas.openxmlformats.org/officeDocument/2006/relationships/slide" Target="slides/slide7.xml"/><Relationship Id="rId51" Type="http://schemas.openxmlformats.org/officeDocument/2006/relationships/font" Target="fonts/font6.fntdata"/><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1.fntdata"/><Relationship Id="rId59" Type="http://schemas.openxmlformats.org/officeDocument/2006/relationships/font" Target="fonts/font14.fntdata"/><Relationship Id="rId67" Type="http://schemas.openxmlformats.org/officeDocument/2006/relationships/font" Target="fonts/font2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9.fntdata"/><Relationship Id="rId62" Type="http://schemas.openxmlformats.org/officeDocument/2006/relationships/font" Target="fonts/font17.fntdata"/><Relationship Id="rId83"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n khan" userId="97a1adc99d90aa4b" providerId="LiveId" clId="{9949A91A-63A0-4769-A1D4-D8EF3CF6825F}"/>
    <pc:docChg chg="undo custSel modSld">
      <pc:chgData name="dan khan" userId="97a1adc99d90aa4b" providerId="LiveId" clId="{9949A91A-63A0-4769-A1D4-D8EF3CF6825F}" dt="2023-08-28T11:06:03.722" v="146" actId="14100"/>
      <pc:docMkLst>
        <pc:docMk/>
      </pc:docMkLst>
      <pc:sldChg chg="modSp mod">
        <pc:chgData name="dan khan" userId="97a1adc99d90aa4b" providerId="LiveId" clId="{9949A91A-63A0-4769-A1D4-D8EF3CF6825F}" dt="2023-08-28T05:21:58.270" v="55" actId="2711"/>
        <pc:sldMkLst>
          <pc:docMk/>
          <pc:sldMk cId="0" sldId="256"/>
        </pc:sldMkLst>
        <pc:spChg chg="mod">
          <ac:chgData name="dan khan" userId="97a1adc99d90aa4b" providerId="LiveId" clId="{9949A91A-63A0-4769-A1D4-D8EF3CF6825F}" dt="2023-08-28T05:21:58.270" v="55" actId="2711"/>
          <ac:spMkLst>
            <pc:docMk/>
            <pc:sldMk cId="0" sldId="256"/>
            <ac:spMk id="149" creationId="{00000000-0000-0000-0000-000000000000}"/>
          </ac:spMkLst>
        </pc:spChg>
      </pc:sldChg>
      <pc:sldChg chg="modSp mod">
        <pc:chgData name="dan khan" userId="97a1adc99d90aa4b" providerId="LiveId" clId="{9949A91A-63A0-4769-A1D4-D8EF3CF6825F}" dt="2023-08-28T05:22:19.189" v="57" actId="2711"/>
        <pc:sldMkLst>
          <pc:docMk/>
          <pc:sldMk cId="0" sldId="258"/>
        </pc:sldMkLst>
        <pc:spChg chg="mod">
          <ac:chgData name="dan khan" userId="97a1adc99d90aa4b" providerId="LiveId" clId="{9949A91A-63A0-4769-A1D4-D8EF3CF6825F}" dt="2023-08-28T05:22:19.189" v="57" actId="2711"/>
          <ac:spMkLst>
            <pc:docMk/>
            <pc:sldMk cId="0" sldId="258"/>
            <ac:spMk id="163" creationId="{00000000-0000-0000-0000-000000000000}"/>
          </ac:spMkLst>
        </pc:spChg>
        <pc:spChg chg="mod">
          <ac:chgData name="dan khan" userId="97a1adc99d90aa4b" providerId="LiveId" clId="{9949A91A-63A0-4769-A1D4-D8EF3CF6825F}" dt="2023-08-28T05:22:11.184" v="56" actId="2711"/>
          <ac:spMkLst>
            <pc:docMk/>
            <pc:sldMk cId="0" sldId="258"/>
            <ac:spMk id="164" creationId="{00000000-0000-0000-0000-000000000000}"/>
          </ac:spMkLst>
        </pc:spChg>
      </pc:sldChg>
      <pc:sldChg chg="modSp mod">
        <pc:chgData name="dan khan" userId="97a1adc99d90aa4b" providerId="LiveId" clId="{9949A91A-63A0-4769-A1D4-D8EF3CF6825F}" dt="2023-08-28T05:22:30.060" v="58" actId="2711"/>
        <pc:sldMkLst>
          <pc:docMk/>
          <pc:sldMk cId="0" sldId="260"/>
        </pc:sldMkLst>
        <pc:spChg chg="mod">
          <ac:chgData name="dan khan" userId="97a1adc99d90aa4b" providerId="LiveId" clId="{9949A91A-63A0-4769-A1D4-D8EF3CF6825F}" dt="2023-08-28T05:22:30.060" v="58" actId="2711"/>
          <ac:spMkLst>
            <pc:docMk/>
            <pc:sldMk cId="0" sldId="260"/>
            <ac:spMk id="178" creationId="{00000000-0000-0000-0000-000000000000}"/>
          </ac:spMkLst>
        </pc:spChg>
        <pc:spChg chg="mod">
          <ac:chgData name="dan khan" userId="97a1adc99d90aa4b" providerId="LiveId" clId="{9949A91A-63A0-4769-A1D4-D8EF3CF6825F}" dt="2023-08-21T18:35:34.169" v="9" actId="14100"/>
          <ac:spMkLst>
            <pc:docMk/>
            <pc:sldMk cId="0" sldId="260"/>
            <ac:spMk id="179" creationId="{00000000-0000-0000-0000-000000000000}"/>
          </ac:spMkLst>
        </pc:spChg>
      </pc:sldChg>
      <pc:sldChg chg="modSp mod">
        <pc:chgData name="dan khan" userId="97a1adc99d90aa4b" providerId="LiveId" clId="{9949A91A-63A0-4769-A1D4-D8EF3CF6825F}" dt="2023-08-28T05:22:45.652" v="60" actId="2711"/>
        <pc:sldMkLst>
          <pc:docMk/>
          <pc:sldMk cId="0" sldId="261"/>
        </pc:sldMkLst>
        <pc:spChg chg="mod">
          <ac:chgData name="dan khan" userId="97a1adc99d90aa4b" providerId="LiveId" clId="{9949A91A-63A0-4769-A1D4-D8EF3CF6825F}" dt="2023-08-28T05:22:38.405" v="59" actId="2711"/>
          <ac:spMkLst>
            <pc:docMk/>
            <pc:sldMk cId="0" sldId="261"/>
            <ac:spMk id="193" creationId="{00000000-0000-0000-0000-000000000000}"/>
          </ac:spMkLst>
        </pc:spChg>
        <pc:spChg chg="mod">
          <ac:chgData name="dan khan" userId="97a1adc99d90aa4b" providerId="LiveId" clId="{9949A91A-63A0-4769-A1D4-D8EF3CF6825F}" dt="2023-08-28T05:22:45.652" v="60" actId="2711"/>
          <ac:spMkLst>
            <pc:docMk/>
            <pc:sldMk cId="0" sldId="261"/>
            <ac:spMk id="194" creationId="{00000000-0000-0000-0000-000000000000}"/>
          </ac:spMkLst>
        </pc:spChg>
      </pc:sldChg>
      <pc:sldChg chg="modSp mod">
        <pc:chgData name="dan khan" userId="97a1adc99d90aa4b" providerId="LiveId" clId="{9949A91A-63A0-4769-A1D4-D8EF3CF6825F}" dt="2023-08-28T05:22:59.855" v="62" actId="2711"/>
        <pc:sldMkLst>
          <pc:docMk/>
          <pc:sldMk cId="0" sldId="262"/>
        </pc:sldMkLst>
        <pc:spChg chg="mod">
          <ac:chgData name="dan khan" userId="97a1adc99d90aa4b" providerId="LiveId" clId="{9949A91A-63A0-4769-A1D4-D8EF3CF6825F}" dt="2023-08-28T05:22:54.469" v="61" actId="2711"/>
          <ac:spMkLst>
            <pc:docMk/>
            <pc:sldMk cId="0" sldId="262"/>
            <ac:spMk id="201" creationId="{00000000-0000-0000-0000-000000000000}"/>
          </ac:spMkLst>
        </pc:spChg>
        <pc:spChg chg="mod">
          <ac:chgData name="dan khan" userId="97a1adc99d90aa4b" providerId="LiveId" clId="{9949A91A-63A0-4769-A1D4-D8EF3CF6825F}" dt="2023-08-28T05:22:59.855" v="62" actId="2711"/>
          <ac:spMkLst>
            <pc:docMk/>
            <pc:sldMk cId="0" sldId="262"/>
            <ac:spMk id="202" creationId="{00000000-0000-0000-0000-000000000000}"/>
          </ac:spMkLst>
        </pc:spChg>
      </pc:sldChg>
      <pc:sldChg chg="modSp mod">
        <pc:chgData name="dan khan" userId="97a1adc99d90aa4b" providerId="LiveId" clId="{9949A91A-63A0-4769-A1D4-D8EF3CF6825F}" dt="2023-08-28T05:23:13.153" v="64" actId="2711"/>
        <pc:sldMkLst>
          <pc:docMk/>
          <pc:sldMk cId="0" sldId="263"/>
        </pc:sldMkLst>
        <pc:spChg chg="mod">
          <ac:chgData name="dan khan" userId="97a1adc99d90aa4b" providerId="LiveId" clId="{9949A91A-63A0-4769-A1D4-D8EF3CF6825F}" dt="2023-08-28T05:23:07.203" v="63" actId="2711"/>
          <ac:spMkLst>
            <pc:docMk/>
            <pc:sldMk cId="0" sldId="263"/>
            <ac:spMk id="208" creationId="{00000000-0000-0000-0000-000000000000}"/>
          </ac:spMkLst>
        </pc:spChg>
        <pc:spChg chg="mod">
          <ac:chgData name="dan khan" userId="97a1adc99d90aa4b" providerId="LiveId" clId="{9949A91A-63A0-4769-A1D4-D8EF3CF6825F}" dt="2023-08-28T05:23:13.153" v="64" actId="2711"/>
          <ac:spMkLst>
            <pc:docMk/>
            <pc:sldMk cId="0" sldId="263"/>
            <ac:spMk id="209" creationId="{00000000-0000-0000-0000-000000000000}"/>
          </ac:spMkLst>
        </pc:spChg>
      </pc:sldChg>
      <pc:sldChg chg="modSp mod">
        <pc:chgData name="dan khan" userId="97a1adc99d90aa4b" providerId="LiveId" clId="{9949A91A-63A0-4769-A1D4-D8EF3CF6825F}" dt="2023-08-28T05:46:25.880" v="66" actId="2711"/>
        <pc:sldMkLst>
          <pc:docMk/>
          <pc:sldMk cId="0" sldId="264"/>
        </pc:sldMkLst>
        <pc:spChg chg="mod">
          <ac:chgData name="dan khan" userId="97a1adc99d90aa4b" providerId="LiveId" clId="{9949A91A-63A0-4769-A1D4-D8EF3CF6825F}" dt="2023-08-28T05:23:22.191" v="65" actId="2711"/>
          <ac:spMkLst>
            <pc:docMk/>
            <pc:sldMk cId="0" sldId="264"/>
            <ac:spMk id="215" creationId="{00000000-0000-0000-0000-000000000000}"/>
          </ac:spMkLst>
        </pc:spChg>
        <pc:spChg chg="mod">
          <ac:chgData name="dan khan" userId="97a1adc99d90aa4b" providerId="LiveId" clId="{9949A91A-63A0-4769-A1D4-D8EF3CF6825F}" dt="2023-08-28T05:46:25.880" v="66" actId="2711"/>
          <ac:spMkLst>
            <pc:docMk/>
            <pc:sldMk cId="0" sldId="264"/>
            <ac:spMk id="216" creationId="{00000000-0000-0000-0000-000000000000}"/>
          </ac:spMkLst>
        </pc:spChg>
      </pc:sldChg>
      <pc:sldChg chg="modSp mod">
        <pc:chgData name="dan khan" userId="97a1adc99d90aa4b" providerId="LiveId" clId="{9949A91A-63A0-4769-A1D4-D8EF3CF6825F}" dt="2023-08-28T05:46:40.607" v="68" actId="2711"/>
        <pc:sldMkLst>
          <pc:docMk/>
          <pc:sldMk cId="0" sldId="265"/>
        </pc:sldMkLst>
        <pc:spChg chg="mod">
          <ac:chgData name="dan khan" userId="97a1adc99d90aa4b" providerId="LiveId" clId="{9949A91A-63A0-4769-A1D4-D8EF3CF6825F}" dt="2023-08-28T05:46:33.907" v="67" actId="2711"/>
          <ac:spMkLst>
            <pc:docMk/>
            <pc:sldMk cId="0" sldId="265"/>
            <ac:spMk id="222" creationId="{00000000-0000-0000-0000-000000000000}"/>
          </ac:spMkLst>
        </pc:spChg>
        <pc:spChg chg="mod">
          <ac:chgData name="dan khan" userId="97a1adc99d90aa4b" providerId="LiveId" clId="{9949A91A-63A0-4769-A1D4-D8EF3CF6825F}" dt="2023-08-28T05:46:40.607" v="68" actId="2711"/>
          <ac:spMkLst>
            <pc:docMk/>
            <pc:sldMk cId="0" sldId="265"/>
            <ac:spMk id="223" creationId="{00000000-0000-0000-0000-000000000000}"/>
          </ac:spMkLst>
        </pc:spChg>
      </pc:sldChg>
      <pc:sldChg chg="modSp mod">
        <pc:chgData name="dan khan" userId="97a1adc99d90aa4b" providerId="LiveId" clId="{9949A91A-63A0-4769-A1D4-D8EF3CF6825F}" dt="2023-08-28T05:47:16.257" v="70" actId="2711"/>
        <pc:sldMkLst>
          <pc:docMk/>
          <pc:sldMk cId="0" sldId="266"/>
        </pc:sldMkLst>
        <pc:spChg chg="mod">
          <ac:chgData name="dan khan" userId="97a1adc99d90aa4b" providerId="LiveId" clId="{9949A91A-63A0-4769-A1D4-D8EF3CF6825F}" dt="2023-08-28T05:47:07.311" v="69" actId="2711"/>
          <ac:spMkLst>
            <pc:docMk/>
            <pc:sldMk cId="0" sldId="266"/>
            <ac:spMk id="229" creationId="{00000000-0000-0000-0000-000000000000}"/>
          </ac:spMkLst>
        </pc:spChg>
        <pc:spChg chg="mod">
          <ac:chgData name="dan khan" userId="97a1adc99d90aa4b" providerId="LiveId" clId="{9949A91A-63A0-4769-A1D4-D8EF3CF6825F}" dt="2023-08-28T05:47:16.257" v="70" actId="2711"/>
          <ac:spMkLst>
            <pc:docMk/>
            <pc:sldMk cId="0" sldId="266"/>
            <ac:spMk id="230" creationId="{00000000-0000-0000-0000-000000000000}"/>
          </ac:spMkLst>
        </pc:spChg>
      </pc:sldChg>
      <pc:sldChg chg="addSp delSp modSp mod">
        <pc:chgData name="dan khan" userId="97a1adc99d90aa4b" providerId="LiveId" clId="{9949A91A-63A0-4769-A1D4-D8EF3CF6825F}" dt="2023-08-28T05:47:31.604" v="72" actId="2711"/>
        <pc:sldMkLst>
          <pc:docMk/>
          <pc:sldMk cId="0" sldId="267"/>
        </pc:sldMkLst>
        <pc:spChg chg="add del">
          <ac:chgData name="dan khan" userId="97a1adc99d90aa4b" providerId="LiveId" clId="{9949A91A-63A0-4769-A1D4-D8EF3CF6825F}" dt="2023-08-21T18:39:28.993" v="24"/>
          <ac:spMkLst>
            <pc:docMk/>
            <pc:sldMk cId="0" sldId="267"/>
            <ac:spMk id="2" creationId="{C8831B62-FD90-A0C8-62AA-37D55639D37B}"/>
          </ac:spMkLst>
        </pc:spChg>
        <pc:spChg chg="mod">
          <ac:chgData name="dan khan" userId="97a1adc99d90aa4b" providerId="LiveId" clId="{9949A91A-63A0-4769-A1D4-D8EF3CF6825F}" dt="2023-08-28T05:47:25.263" v="71" actId="2711"/>
          <ac:spMkLst>
            <pc:docMk/>
            <pc:sldMk cId="0" sldId="267"/>
            <ac:spMk id="236" creationId="{00000000-0000-0000-0000-000000000000}"/>
          </ac:spMkLst>
        </pc:spChg>
        <pc:spChg chg="mod">
          <ac:chgData name="dan khan" userId="97a1adc99d90aa4b" providerId="LiveId" clId="{9949A91A-63A0-4769-A1D4-D8EF3CF6825F}" dt="2023-08-28T05:47:31.604" v="72" actId="2711"/>
          <ac:spMkLst>
            <pc:docMk/>
            <pc:sldMk cId="0" sldId="267"/>
            <ac:spMk id="237" creationId="{00000000-0000-0000-0000-000000000000}"/>
          </ac:spMkLst>
        </pc:spChg>
      </pc:sldChg>
      <pc:sldChg chg="modSp mod">
        <pc:chgData name="dan khan" userId="97a1adc99d90aa4b" providerId="LiveId" clId="{9949A91A-63A0-4769-A1D4-D8EF3CF6825F}" dt="2023-08-28T05:47:46.016" v="74" actId="2711"/>
        <pc:sldMkLst>
          <pc:docMk/>
          <pc:sldMk cId="0" sldId="268"/>
        </pc:sldMkLst>
        <pc:spChg chg="mod">
          <ac:chgData name="dan khan" userId="97a1adc99d90aa4b" providerId="LiveId" clId="{9949A91A-63A0-4769-A1D4-D8EF3CF6825F}" dt="2023-08-28T05:47:46.016" v="74" actId="2711"/>
          <ac:spMkLst>
            <pc:docMk/>
            <pc:sldMk cId="0" sldId="268"/>
            <ac:spMk id="243" creationId="{00000000-0000-0000-0000-000000000000}"/>
          </ac:spMkLst>
        </pc:spChg>
        <pc:spChg chg="mod">
          <ac:chgData name="dan khan" userId="97a1adc99d90aa4b" providerId="LiveId" clId="{9949A91A-63A0-4769-A1D4-D8EF3CF6825F}" dt="2023-08-28T05:47:39.820" v="73" actId="2711"/>
          <ac:spMkLst>
            <pc:docMk/>
            <pc:sldMk cId="0" sldId="268"/>
            <ac:spMk id="244" creationId="{00000000-0000-0000-0000-000000000000}"/>
          </ac:spMkLst>
        </pc:spChg>
      </pc:sldChg>
      <pc:sldChg chg="modSp mod">
        <pc:chgData name="dan khan" userId="97a1adc99d90aa4b" providerId="LiveId" clId="{9949A91A-63A0-4769-A1D4-D8EF3CF6825F}" dt="2023-08-28T05:48:01.225" v="76" actId="2711"/>
        <pc:sldMkLst>
          <pc:docMk/>
          <pc:sldMk cId="0" sldId="269"/>
        </pc:sldMkLst>
        <pc:spChg chg="mod">
          <ac:chgData name="dan khan" userId="97a1adc99d90aa4b" providerId="LiveId" clId="{9949A91A-63A0-4769-A1D4-D8EF3CF6825F}" dt="2023-08-28T05:47:55.594" v="75" actId="2711"/>
          <ac:spMkLst>
            <pc:docMk/>
            <pc:sldMk cId="0" sldId="269"/>
            <ac:spMk id="250" creationId="{00000000-0000-0000-0000-000000000000}"/>
          </ac:spMkLst>
        </pc:spChg>
        <pc:spChg chg="mod">
          <ac:chgData name="dan khan" userId="97a1adc99d90aa4b" providerId="LiveId" clId="{9949A91A-63A0-4769-A1D4-D8EF3CF6825F}" dt="2023-08-28T05:48:01.225" v="76" actId="2711"/>
          <ac:spMkLst>
            <pc:docMk/>
            <pc:sldMk cId="0" sldId="269"/>
            <ac:spMk id="251" creationId="{00000000-0000-0000-0000-000000000000}"/>
          </ac:spMkLst>
        </pc:spChg>
      </pc:sldChg>
      <pc:sldChg chg="modSp mod">
        <pc:chgData name="dan khan" userId="97a1adc99d90aa4b" providerId="LiveId" clId="{9949A91A-63A0-4769-A1D4-D8EF3CF6825F}" dt="2023-08-28T05:48:19.796" v="78" actId="2711"/>
        <pc:sldMkLst>
          <pc:docMk/>
          <pc:sldMk cId="0" sldId="270"/>
        </pc:sldMkLst>
        <pc:spChg chg="mod">
          <ac:chgData name="dan khan" userId="97a1adc99d90aa4b" providerId="LiveId" clId="{9949A91A-63A0-4769-A1D4-D8EF3CF6825F}" dt="2023-08-28T05:48:19.796" v="78" actId="2711"/>
          <ac:spMkLst>
            <pc:docMk/>
            <pc:sldMk cId="0" sldId="270"/>
            <ac:spMk id="257" creationId="{00000000-0000-0000-0000-000000000000}"/>
          </ac:spMkLst>
        </pc:spChg>
        <pc:spChg chg="mod">
          <ac:chgData name="dan khan" userId="97a1adc99d90aa4b" providerId="LiveId" clId="{9949A91A-63A0-4769-A1D4-D8EF3CF6825F}" dt="2023-08-28T05:48:08.882" v="77" actId="2711"/>
          <ac:spMkLst>
            <pc:docMk/>
            <pc:sldMk cId="0" sldId="270"/>
            <ac:spMk id="258" creationId="{00000000-0000-0000-0000-000000000000}"/>
          </ac:spMkLst>
        </pc:spChg>
      </pc:sldChg>
      <pc:sldChg chg="modSp mod">
        <pc:chgData name="dan khan" userId="97a1adc99d90aa4b" providerId="LiveId" clId="{9949A91A-63A0-4769-A1D4-D8EF3CF6825F}" dt="2023-08-28T05:48:32.361" v="80" actId="2711"/>
        <pc:sldMkLst>
          <pc:docMk/>
          <pc:sldMk cId="0" sldId="271"/>
        </pc:sldMkLst>
        <pc:spChg chg="mod">
          <ac:chgData name="dan khan" userId="97a1adc99d90aa4b" providerId="LiveId" clId="{9949A91A-63A0-4769-A1D4-D8EF3CF6825F}" dt="2023-08-28T05:48:32.361" v="80" actId="2711"/>
          <ac:spMkLst>
            <pc:docMk/>
            <pc:sldMk cId="0" sldId="271"/>
            <ac:spMk id="264" creationId="{00000000-0000-0000-0000-000000000000}"/>
          </ac:spMkLst>
        </pc:spChg>
        <pc:spChg chg="mod">
          <ac:chgData name="dan khan" userId="97a1adc99d90aa4b" providerId="LiveId" clId="{9949A91A-63A0-4769-A1D4-D8EF3CF6825F}" dt="2023-08-28T05:48:26.847" v="79" actId="2711"/>
          <ac:spMkLst>
            <pc:docMk/>
            <pc:sldMk cId="0" sldId="271"/>
            <ac:spMk id="265" creationId="{00000000-0000-0000-0000-000000000000}"/>
          </ac:spMkLst>
        </pc:spChg>
      </pc:sldChg>
      <pc:sldChg chg="modSp mod">
        <pc:chgData name="dan khan" userId="97a1adc99d90aa4b" providerId="LiveId" clId="{9949A91A-63A0-4769-A1D4-D8EF3CF6825F}" dt="2023-08-28T05:48:46.500" v="82" actId="2711"/>
        <pc:sldMkLst>
          <pc:docMk/>
          <pc:sldMk cId="0" sldId="272"/>
        </pc:sldMkLst>
        <pc:spChg chg="mod">
          <ac:chgData name="dan khan" userId="97a1adc99d90aa4b" providerId="LiveId" clId="{9949A91A-63A0-4769-A1D4-D8EF3CF6825F}" dt="2023-08-28T05:48:40.098" v="81" actId="2711"/>
          <ac:spMkLst>
            <pc:docMk/>
            <pc:sldMk cId="0" sldId="272"/>
            <ac:spMk id="271" creationId="{00000000-0000-0000-0000-000000000000}"/>
          </ac:spMkLst>
        </pc:spChg>
        <pc:spChg chg="mod">
          <ac:chgData name="dan khan" userId="97a1adc99d90aa4b" providerId="LiveId" clId="{9949A91A-63A0-4769-A1D4-D8EF3CF6825F}" dt="2023-08-28T05:48:46.500" v="82" actId="2711"/>
          <ac:spMkLst>
            <pc:docMk/>
            <pc:sldMk cId="0" sldId="272"/>
            <ac:spMk id="273" creationId="{00000000-0000-0000-0000-000000000000}"/>
          </ac:spMkLst>
        </pc:spChg>
      </pc:sldChg>
      <pc:sldChg chg="modSp mod">
        <pc:chgData name="dan khan" userId="97a1adc99d90aa4b" providerId="LiveId" clId="{9949A91A-63A0-4769-A1D4-D8EF3CF6825F}" dt="2023-08-28T05:48:59.461" v="84" actId="2711"/>
        <pc:sldMkLst>
          <pc:docMk/>
          <pc:sldMk cId="0" sldId="273"/>
        </pc:sldMkLst>
        <pc:spChg chg="mod">
          <ac:chgData name="dan khan" userId="97a1adc99d90aa4b" providerId="LiveId" clId="{9949A91A-63A0-4769-A1D4-D8EF3CF6825F}" dt="2023-08-28T05:48:59.461" v="84" actId="2711"/>
          <ac:spMkLst>
            <pc:docMk/>
            <pc:sldMk cId="0" sldId="273"/>
            <ac:spMk id="278" creationId="{00000000-0000-0000-0000-000000000000}"/>
          </ac:spMkLst>
        </pc:spChg>
        <pc:spChg chg="mod">
          <ac:chgData name="dan khan" userId="97a1adc99d90aa4b" providerId="LiveId" clId="{9949A91A-63A0-4769-A1D4-D8EF3CF6825F}" dt="2023-08-28T05:48:53.729" v="83" actId="2711"/>
          <ac:spMkLst>
            <pc:docMk/>
            <pc:sldMk cId="0" sldId="273"/>
            <ac:spMk id="280" creationId="{00000000-0000-0000-0000-000000000000}"/>
          </ac:spMkLst>
        </pc:spChg>
      </pc:sldChg>
      <pc:sldChg chg="modSp mod">
        <pc:chgData name="dan khan" userId="97a1adc99d90aa4b" providerId="LiveId" clId="{9949A91A-63A0-4769-A1D4-D8EF3CF6825F}" dt="2023-08-28T05:49:12.116" v="86" actId="2711"/>
        <pc:sldMkLst>
          <pc:docMk/>
          <pc:sldMk cId="0" sldId="274"/>
        </pc:sldMkLst>
        <pc:spChg chg="mod">
          <ac:chgData name="dan khan" userId="97a1adc99d90aa4b" providerId="LiveId" clId="{9949A91A-63A0-4769-A1D4-D8EF3CF6825F}" dt="2023-08-28T05:49:06.569" v="85" actId="2711"/>
          <ac:spMkLst>
            <pc:docMk/>
            <pc:sldMk cId="0" sldId="274"/>
            <ac:spMk id="285" creationId="{00000000-0000-0000-0000-000000000000}"/>
          </ac:spMkLst>
        </pc:spChg>
        <pc:spChg chg="mod">
          <ac:chgData name="dan khan" userId="97a1adc99d90aa4b" providerId="LiveId" clId="{9949A91A-63A0-4769-A1D4-D8EF3CF6825F}" dt="2023-08-28T05:49:12.116" v="86" actId="2711"/>
          <ac:spMkLst>
            <pc:docMk/>
            <pc:sldMk cId="0" sldId="274"/>
            <ac:spMk id="286" creationId="{00000000-0000-0000-0000-000000000000}"/>
          </ac:spMkLst>
        </pc:spChg>
      </pc:sldChg>
      <pc:sldChg chg="modSp mod">
        <pc:chgData name="dan khan" userId="97a1adc99d90aa4b" providerId="LiveId" clId="{9949A91A-63A0-4769-A1D4-D8EF3CF6825F}" dt="2023-08-28T05:49:24.885" v="88" actId="2711"/>
        <pc:sldMkLst>
          <pc:docMk/>
          <pc:sldMk cId="0" sldId="278"/>
        </pc:sldMkLst>
        <pc:spChg chg="mod">
          <ac:chgData name="dan khan" userId="97a1adc99d90aa4b" providerId="LiveId" clId="{9949A91A-63A0-4769-A1D4-D8EF3CF6825F}" dt="2023-08-28T05:49:19.609" v="87" actId="2711"/>
          <ac:spMkLst>
            <pc:docMk/>
            <pc:sldMk cId="0" sldId="278"/>
            <ac:spMk id="320" creationId="{00000000-0000-0000-0000-000000000000}"/>
          </ac:spMkLst>
        </pc:spChg>
        <pc:spChg chg="mod">
          <ac:chgData name="dan khan" userId="97a1adc99d90aa4b" providerId="LiveId" clId="{9949A91A-63A0-4769-A1D4-D8EF3CF6825F}" dt="2023-08-28T05:49:24.885" v="88" actId="2711"/>
          <ac:spMkLst>
            <pc:docMk/>
            <pc:sldMk cId="0" sldId="278"/>
            <ac:spMk id="321" creationId="{00000000-0000-0000-0000-000000000000}"/>
          </ac:spMkLst>
        </pc:spChg>
      </pc:sldChg>
      <pc:sldChg chg="modSp mod">
        <pc:chgData name="dan khan" userId="97a1adc99d90aa4b" providerId="LiveId" clId="{9949A91A-63A0-4769-A1D4-D8EF3CF6825F}" dt="2023-08-28T05:49:37.872" v="90" actId="2711"/>
        <pc:sldMkLst>
          <pc:docMk/>
          <pc:sldMk cId="0" sldId="279"/>
        </pc:sldMkLst>
        <pc:spChg chg="mod">
          <ac:chgData name="dan khan" userId="97a1adc99d90aa4b" providerId="LiveId" clId="{9949A91A-63A0-4769-A1D4-D8EF3CF6825F}" dt="2023-08-28T05:49:32.367" v="89" actId="2711"/>
          <ac:spMkLst>
            <pc:docMk/>
            <pc:sldMk cId="0" sldId="279"/>
            <ac:spMk id="327" creationId="{00000000-0000-0000-0000-000000000000}"/>
          </ac:spMkLst>
        </pc:spChg>
        <pc:spChg chg="mod">
          <ac:chgData name="dan khan" userId="97a1adc99d90aa4b" providerId="LiveId" clId="{9949A91A-63A0-4769-A1D4-D8EF3CF6825F}" dt="2023-08-28T05:49:37.872" v="90" actId="2711"/>
          <ac:spMkLst>
            <pc:docMk/>
            <pc:sldMk cId="0" sldId="279"/>
            <ac:spMk id="328" creationId="{00000000-0000-0000-0000-000000000000}"/>
          </ac:spMkLst>
        </pc:spChg>
      </pc:sldChg>
      <pc:sldChg chg="modSp mod">
        <pc:chgData name="dan khan" userId="97a1adc99d90aa4b" providerId="LiveId" clId="{9949A91A-63A0-4769-A1D4-D8EF3CF6825F}" dt="2023-08-28T05:49:52.612" v="92" actId="2711"/>
        <pc:sldMkLst>
          <pc:docMk/>
          <pc:sldMk cId="0" sldId="280"/>
        </pc:sldMkLst>
        <pc:spChg chg="mod">
          <ac:chgData name="dan khan" userId="97a1adc99d90aa4b" providerId="LiveId" clId="{9949A91A-63A0-4769-A1D4-D8EF3CF6825F}" dt="2023-08-28T05:49:45.024" v="91" actId="2711"/>
          <ac:spMkLst>
            <pc:docMk/>
            <pc:sldMk cId="0" sldId="280"/>
            <ac:spMk id="336" creationId="{00000000-0000-0000-0000-000000000000}"/>
          </ac:spMkLst>
        </pc:spChg>
        <pc:spChg chg="mod">
          <ac:chgData name="dan khan" userId="97a1adc99d90aa4b" providerId="LiveId" clId="{9949A91A-63A0-4769-A1D4-D8EF3CF6825F}" dt="2023-08-28T05:49:52.612" v="92" actId="2711"/>
          <ac:spMkLst>
            <pc:docMk/>
            <pc:sldMk cId="0" sldId="280"/>
            <ac:spMk id="337" creationId="{00000000-0000-0000-0000-000000000000}"/>
          </ac:spMkLst>
        </pc:spChg>
      </pc:sldChg>
      <pc:sldChg chg="modSp mod">
        <pc:chgData name="dan khan" userId="97a1adc99d90aa4b" providerId="LiveId" clId="{9949A91A-63A0-4769-A1D4-D8EF3CF6825F}" dt="2023-08-28T05:50:12.507" v="94" actId="2711"/>
        <pc:sldMkLst>
          <pc:docMk/>
          <pc:sldMk cId="0" sldId="281"/>
        </pc:sldMkLst>
        <pc:spChg chg="mod">
          <ac:chgData name="dan khan" userId="97a1adc99d90aa4b" providerId="LiveId" clId="{9949A91A-63A0-4769-A1D4-D8EF3CF6825F}" dt="2023-08-28T05:50:01.232" v="93" actId="2711"/>
          <ac:spMkLst>
            <pc:docMk/>
            <pc:sldMk cId="0" sldId="281"/>
            <ac:spMk id="344" creationId="{00000000-0000-0000-0000-000000000000}"/>
          </ac:spMkLst>
        </pc:spChg>
        <pc:spChg chg="mod">
          <ac:chgData name="dan khan" userId="97a1adc99d90aa4b" providerId="LiveId" clId="{9949A91A-63A0-4769-A1D4-D8EF3CF6825F}" dt="2023-08-28T05:50:12.507" v="94" actId="2711"/>
          <ac:spMkLst>
            <pc:docMk/>
            <pc:sldMk cId="0" sldId="281"/>
            <ac:spMk id="345" creationId="{00000000-0000-0000-0000-000000000000}"/>
          </ac:spMkLst>
        </pc:spChg>
      </pc:sldChg>
      <pc:sldChg chg="modSp mod">
        <pc:chgData name="dan khan" userId="97a1adc99d90aa4b" providerId="LiveId" clId="{9949A91A-63A0-4769-A1D4-D8EF3CF6825F}" dt="2023-08-28T05:50:24.217" v="96" actId="2711"/>
        <pc:sldMkLst>
          <pc:docMk/>
          <pc:sldMk cId="0" sldId="282"/>
        </pc:sldMkLst>
        <pc:spChg chg="mod">
          <ac:chgData name="dan khan" userId="97a1adc99d90aa4b" providerId="LiveId" clId="{9949A91A-63A0-4769-A1D4-D8EF3CF6825F}" dt="2023-08-28T05:50:18.993" v="95" actId="2711"/>
          <ac:spMkLst>
            <pc:docMk/>
            <pc:sldMk cId="0" sldId="282"/>
            <ac:spMk id="354" creationId="{00000000-0000-0000-0000-000000000000}"/>
          </ac:spMkLst>
        </pc:spChg>
        <pc:spChg chg="mod">
          <ac:chgData name="dan khan" userId="97a1adc99d90aa4b" providerId="LiveId" clId="{9949A91A-63A0-4769-A1D4-D8EF3CF6825F}" dt="2023-08-28T05:50:24.217" v="96" actId="2711"/>
          <ac:spMkLst>
            <pc:docMk/>
            <pc:sldMk cId="0" sldId="282"/>
            <ac:spMk id="356" creationId="{00000000-0000-0000-0000-000000000000}"/>
          </ac:spMkLst>
        </pc:spChg>
      </pc:sldChg>
      <pc:sldChg chg="modSp mod">
        <pc:chgData name="dan khan" userId="97a1adc99d90aa4b" providerId="LiveId" clId="{9949A91A-63A0-4769-A1D4-D8EF3CF6825F}" dt="2023-08-28T10:55:24.079" v="145" actId="14100"/>
        <pc:sldMkLst>
          <pc:docMk/>
          <pc:sldMk cId="0" sldId="283"/>
        </pc:sldMkLst>
        <pc:spChg chg="mod">
          <ac:chgData name="dan khan" userId="97a1adc99d90aa4b" providerId="LiveId" clId="{9949A91A-63A0-4769-A1D4-D8EF3CF6825F}" dt="2023-08-28T05:50:32.181" v="97" actId="2711"/>
          <ac:spMkLst>
            <pc:docMk/>
            <pc:sldMk cId="0" sldId="283"/>
            <ac:spMk id="361" creationId="{00000000-0000-0000-0000-000000000000}"/>
          </ac:spMkLst>
        </pc:spChg>
        <pc:spChg chg="mod">
          <ac:chgData name="dan khan" userId="97a1adc99d90aa4b" providerId="LiveId" clId="{9949A91A-63A0-4769-A1D4-D8EF3CF6825F}" dt="2023-08-28T05:50:38.817" v="98" actId="2711"/>
          <ac:spMkLst>
            <pc:docMk/>
            <pc:sldMk cId="0" sldId="283"/>
            <ac:spMk id="363" creationId="{00000000-0000-0000-0000-000000000000}"/>
          </ac:spMkLst>
        </pc:spChg>
        <pc:spChg chg="mod">
          <ac:chgData name="dan khan" userId="97a1adc99d90aa4b" providerId="LiveId" clId="{9949A91A-63A0-4769-A1D4-D8EF3CF6825F}" dt="2023-08-28T10:55:24.079" v="145" actId="14100"/>
          <ac:spMkLst>
            <pc:docMk/>
            <pc:sldMk cId="0" sldId="283"/>
            <ac:spMk id="364" creationId="{00000000-0000-0000-0000-000000000000}"/>
          </ac:spMkLst>
        </pc:spChg>
        <pc:spChg chg="mod">
          <ac:chgData name="dan khan" userId="97a1adc99d90aa4b" providerId="LiveId" clId="{9949A91A-63A0-4769-A1D4-D8EF3CF6825F}" dt="2023-08-28T10:55:08.260" v="142" actId="14100"/>
          <ac:spMkLst>
            <pc:docMk/>
            <pc:sldMk cId="0" sldId="283"/>
            <ac:spMk id="365" creationId="{00000000-0000-0000-0000-000000000000}"/>
          </ac:spMkLst>
        </pc:spChg>
      </pc:sldChg>
      <pc:sldChg chg="modSp mod">
        <pc:chgData name="dan khan" userId="97a1adc99d90aa4b" providerId="LiveId" clId="{9949A91A-63A0-4769-A1D4-D8EF3CF6825F}" dt="2023-08-28T05:50:51.264" v="100" actId="2711"/>
        <pc:sldMkLst>
          <pc:docMk/>
          <pc:sldMk cId="0" sldId="284"/>
        </pc:sldMkLst>
        <pc:spChg chg="mod">
          <ac:chgData name="dan khan" userId="97a1adc99d90aa4b" providerId="LiveId" clId="{9949A91A-63A0-4769-A1D4-D8EF3CF6825F}" dt="2023-08-28T05:50:46.154" v="99" actId="2711"/>
          <ac:spMkLst>
            <pc:docMk/>
            <pc:sldMk cId="0" sldId="284"/>
            <ac:spMk id="371" creationId="{00000000-0000-0000-0000-000000000000}"/>
          </ac:spMkLst>
        </pc:spChg>
        <pc:spChg chg="mod">
          <ac:chgData name="dan khan" userId="97a1adc99d90aa4b" providerId="LiveId" clId="{9949A91A-63A0-4769-A1D4-D8EF3CF6825F}" dt="2023-08-28T05:50:51.264" v="100" actId="2711"/>
          <ac:spMkLst>
            <pc:docMk/>
            <pc:sldMk cId="0" sldId="284"/>
            <ac:spMk id="373" creationId="{00000000-0000-0000-0000-000000000000}"/>
          </ac:spMkLst>
        </pc:spChg>
      </pc:sldChg>
      <pc:sldChg chg="modSp mod">
        <pc:chgData name="dan khan" userId="97a1adc99d90aa4b" providerId="LiveId" clId="{9949A91A-63A0-4769-A1D4-D8EF3CF6825F}" dt="2023-08-28T05:51:06.300" v="102" actId="2711"/>
        <pc:sldMkLst>
          <pc:docMk/>
          <pc:sldMk cId="0" sldId="285"/>
        </pc:sldMkLst>
        <pc:spChg chg="mod">
          <ac:chgData name="dan khan" userId="97a1adc99d90aa4b" providerId="LiveId" clId="{9949A91A-63A0-4769-A1D4-D8EF3CF6825F}" dt="2023-08-28T05:51:00.674" v="101" actId="2711"/>
          <ac:spMkLst>
            <pc:docMk/>
            <pc:sldMk cId="0" sldId="285"/>
            <ac:spMk id="380" creationId="{00000000-0000-0000-0000-000000000000}"/>
          </ac:spMkLst>
        </pc:spChg>
        <pc:spChg chg="mod">
          <ac:chgData name="dan khan" userId="97a1adc99d90aa4b" providerId="LiveId" clId="{9949A91A-63A0-4769-A1D4-D8EF3CF6825F}" dt="2023-08-28T05:51:06.300" v="102" actId="2711"/>
          <ac:spMkLst>
            <pc:docMk/>
            <pc:sldMk cId="0" sldId="285"/>
            <ac:spMk id="382" creationId="{00000000-0000-0000-0000-000000000000}"/>
          </ac:spMkLst>
        </pc:spChg>
      </pc:sldChg>
      <pc:sldChg chg="modSp mod">
        <pc:chgData name="dan khan" userId="97a1adc99d90aa4b" providerId="LiveId" clId="{9949A91A-63A0-4769-A1D4-D8EF3CF6825F}" dt="2023-08-28T05:51:18.745" v="104" actId="2711"/>
        <pc:sldMkLst>
          <pc:docMk/>
          <pc:sldMk cId="0" sldId="286"/>
        </pc:sldMkLst>
        <pc:spChg chg="mod">
          <ac:chgData name="dan khan" userId="97a1adc99d90aa4b" providerId="LiveId" clId="{9949A91A-63A0-4769-A1D4-D8EF3CF6825F}" dt="2023-08-28T05:51:13.229" v="103" actId="2711"/>
          <ac:spMkLst>
            <pc:docMk/>
            <pc:sldMk cId="0" sldId="286"/>
            <ac:spMk id="409" creationId="{00000000-0000-0000-0000-000000000000}"/>
          </ac:spMkLst>
        </pc:spChg>
        <pc:spChg chg="mod">
          <ac:chgData name="dan khan" userId="97a1adc99d90aa4b" providerId="LiveId" clId="{9949A91A-63A0-4769-A1D4-D8EF3CF6825F}" dt="2023-08-28T05:51:18.745" v="104" actId="2711"/>
          <ac:spMkLst>
            <pc:docMk/>
            <pc:sldMk cId="0" sldId="286"/>
            <ac:spMk id="411" creationId="{00000000-0000-0000-0000-000000000000}"/>
          </ac:spMkLst>
        </pc:spChg>
      </pc:sldChg>
      <pc:sldChg chg="modSp mod">
        <pc:chgData name="dan khan" userId="97a1adc99d90aa4b" providerId="LiveId" clId="{9949A91A-63A0-4769-A1D4-D8EF3CF6825F}" dt="2023-08-28T05:54:19.117" v="123" actId="2711"/>
        <pc:sldMkLst>
          <pc:docMk/>
          <pc:sldMk cId="0" sldId="297"/>
        </pc:sldMkLst>
        <pc:spChg chg="mod">
          <ac:chgData name="dan khan" userId="97a1adc99d90aa4b" providerId="LiveId" clId="{9949A91A-63A0-4769-A1D4-D8EF3CF6825F}" dt="2023-08-28T05:54:12.177" v="122" actId="2711"/>
          <ac:spMkLst>
            <pc:docMk/>
            <pc:sldMk cId="0" sldId="297"/>
            <ac:spMk id="493" creationId="{00000000-0000-0000-0000-000000000000}"/>
          </ac:spMkLst>
        </pc:spChg>
        <pc:spChg chg="mod">
          <ac:chgData name="dan khan" userId="97a1adc99d90aa4b" providerId="LiveId" clId="{9949A91A-63A0-4769-A1D4-D8EF3CF6825F}" dt="2023-08-28T05:54:19.117" v="123" actId="2711"/>
          <ac:spMkLst>
            <pc:docMk/>
            <pc:sldMk cId="0" sldId="297"/>
            <ac:spMk id="495" creationId="{00000000-0000-0000-0000-000000000000}"/>
          </ac:spMkLst>
        </pc:spChg>
      </pc:sldChg>
      <pc:sldChg chg="modSp mod">
        <pc:chgData name="dan khan" userId="97a1adc99d90aa4b" providerId="LiveId" clId="{9949A91A-63A0-4769-A1D4-D8EF3CF6825F}" dt="2023-08-28T05:54:45.029" v="126" actId="2711"/>
        <pc:sldMkLst>
          <pc:docMk/>
          <pc:sldMk cId="0" sldId="299"/>
        </pc:sldMkLst>
        <pc:spChg chg="mod">
          <ac:chgData name="dan khan" userId="97a1adc99d90aa4b" providerId="LiveId" clId="{9949A91A-63A0-4769-A1D4-D8EF3CF6825F}" dt="2023-08-28T05:54:45.029" v="126" actId="2711"/>
          <ac:spMkLst>
            <pc:docMk/>
            <pc:sldMk cId="0" sldId="299"/>
            <ac:spMk id="507" creationId="{00000000-0000-0000-0000-000000000000}"/>
          </ac:spMkLst>
        </pc:spChg>
      </pc:sldChg>
      <pc:sldChg chg="modSp mod">
        <pc:chgData name="dan khan" userId="97a1adc99d90aa4b" providerId="LiveId" clId="{9949A91A-63A0-4769-A1D4-D8EF3CF6825F}" dt="2023-08-28T05:54:36.755" v="125" actId="2711"/>
        <pc:sldMkLst>
          <pc:docMk/>
          <pc:sldMk cId="0" sldId="300"/>
        </pc:sldMkLst>
        <pc:spChg chg="mod">
          <ac:chgData name="dan khan" userId="97a1adc99d90aa4b" providerId="LiveId" clId="{9949A91A-63A0-4769-A1D4-D8EF3CF6825F}" dt="2023-08-28T05:54:36.755" v="125" actId="2711"/>
          <ac:spMkLst>
            <pc:docMk/>
            <pc:sldMk cId="0" sldId="300"/>
            <ac:spMk id="500" creationId="{00000000-0000-0000-0000-000000000000}"/>
          </ac:spMkLst>
        </pc:spChg>
        <pc:spChg chg="mod">
          <ac:chgData name="dan khan" userId="97a1adc99d90aa4b" providerId="LiveId" clId="{9949A91A-63A0-4769-A1D4-D8EF3CF6825F}" dt="2023-08-28T05:54:29.443" v="124" actId="2711"/>
          <ac:spMkLst>
            <pc:docMk/>
            <pc:sldMk cId="0" sldId="300"/>
            <ac:spMk id="501" creationId="{00000000-0000-0000-0000-000000000000}"/>
          </ac:spMkLst>
        </pc:spChg>
      </pc:sldChg>
      <pc:sldChg chg="modSp mod">
        <pc:chgData name="dan khan" userId="97a1adc99d90aa4b" providerId="LiveId" clId="{9949A91A-63A0-4769-A1D4-D8EF3CF6825F}" dt="2023-08-28T11:06:03.722" v="146" actId="14100"/>
        <pc:sldMkLst>
          <pc:docMk/>
          <pc:sldMk cId="1705244857" sldId="307"/>
        </pc:sldMkLst>
        <pc:spChg chg="mod">
          <ac:chgData name="dan khan" userId="97a1adc99d90aa4b" providerId="LiveId" clId="{9949A91A-63A0-4769-A1D4-D8EF3CF6825F}" dt="2023-08-28T11:06:03.722" v="146" actId="14100"/>
          <ac:spMkLst>
            <pc:docMk/>
            <pc:sldMk cId="1705244857" sldId="307"/>
            <ac:spMk id="68" creationId="{00000000-0000-0000-0000-000000000000}"/>
          </ac:spMkLst>
        </pc:spChg>
      </pc:sldChg>
      <pc:sldChg chg="modSp mod">
        <pc:chgData name="dan khan" userId="97a1adc99d90aa4b" providerId="LiveId" clId="{9949A91A-63A0-4769-A1D4-D8EF3CF6825F}" dt="2023-08-28T05:53:36.229" v="119" actId="2711"/>
        <pc:sldMkLst>
          <pc:docMk/>
          <pc:sldMk cId="1516148104" sldId="312"/>
        </pc:sldMkLst>
        <pc:spChg chg="mod">
          <ac:chgData name="dan khan" userId="97a1adc99d90aa4b" providerId="LiveId" clId="{9949A91A-63A0-4769-A1D4-D8EF3CF6825F}" dt="2023-08-28T05:53:36.229" v="119" actId="2711"/>
          <ac:spMkLst>
            <pc:docMk/>
            <pc:sldMk cId="1516148104" sldId="312"/>
            <ac:spMk id="68" creationId="{00000000-0000-0000-0000-000000000000}"/>
          </ac:spMkLst>
        </pc:spChg>
      </pc:sldChg>
      <pc:sldChg chg="modSp mod">
        <pc:chgData name="dan khan" userId="97a1adc99d90aa4b" providerId="LiveId" clId="{9949A91A-63A0-4769-A1D4-D8EF3CF6825F}" dt="2023-08-28T05:53:46.079" v="120" actId="2711"/>
        <pc:sldMkLst>
          <pc:docMk/>
          <pc:sldMk cId="1427896522" sldId="313"/>
        </pc:sldMkLst>
        <pc:spChg chg="mod">
          <ac:chgData name="dan khan" userId="97a1adc99d90aa4b" providerId="LiveId" clId="{9949A91A-63A0-4769-A1D4-D8EF3CF6825F}" dt="2023-08-28T05:53:46.079" v="120" actId="2711"/>
          <ac:spMkLst>
            <pc:docMk/>
            <pc:sldMk cId="1427896522" sldId="313"/>
            <ac:spMk id="68" creationId="{00000000-0000-0000-0000-000000000000}"/>
          </ac:spMkLst>
        </pc:spChg>
      </pc:sldChg>
      <pc:sldChg chg="modSp mod">
        <pc:chgData name="dan khan" userId="97a1adc99d90aa4b" providerId="LiveId" clId="{9949A91A-63A0-4769-A1D4-D8EF3CF6825F}" dt="2023-08-28T08:55:30.291" v="138" actId="14100"/>
        <pc:sldMkLst>
          <pc:docMk/>
          <pc:sldMk cId="1905492058" sldId="315"/>
        </pc:sldMkLst>
        <pc:spChg chg="mod">
          <ac:chgData name="dan khan" userId="97a1adc99d90aa4b" providerId="LiveId" clId="{9949A91A-63A0-4769-A1D4-D8EF3CF6825F}" dt="2023-08-28T08:55:26.469" v="137" actId="14100"/>
          <ac:spMkLst>
            <pc:docMk/>
            <pc:sldMk cId="1905492058" sldId="315"/>
            <ac:spMk id="109" creationId="{00000000-0000-0000-0000-000000000000}"/>
          </ac:spMkLst>
        </pc:spChg>
        <pc:spChg chg="mod">
          <ac:chgData name="dan khan" userId="97a1adc99d90aa4b" providerId="LiveId" clId="{9949A91A-63A0-4769-A1D4-D8EF3CF6825F}" dt="2023-08-28T08:55:30.291" v="138" actId="14100"/>
          <ac:spMkLst>
            <pc:docMk/>
            <pc:sldMk cId="1905492058" sldId="315"/>
            <ac:spMk id="110" creationId="{00000000-0000-0000-0000-000000000000}"/>
          </ac:spMkLst>
        </pc:spChg>
      </pc:sldChg>
      <pc:sldChg chg="modSp mod">
        <pc:chgData name="dan khan" userId="97a1adc99d90aa4b" providerId="LiveId" clId="{9949A91A-63A0-4769-A1D4-D8EF3CF6825F}" dt="2023-08-28T08:55:09.046" v="133" actId="14100"/>
        <pc:sldMkLst>
          <pc:docMk/>
          <pc:sldMk cId="2058947159" sldId="316"/>
        </pc:sldMkLst>
        <pc:spChg chg="mod">
          <ac:chgData name="dan khan" userId="97a1adc99d90aa4b" providerId="LiveId" clId="{9949A91A-63A0-4769-A1D4-D8EF3CF6825F}" dt="2023-08-28T05:52:29.297" v="113" actId="2711"/>
          <ac:spMkLst>
            <pc:docMk/>
            <pc:sldMk cId="2058947159" sldId="316"/>
            <ac:spMk id="109" creationId="{00000000-0000-0000-0000-000000000000}"/>
          </ac:spMkLst>
        </pc:spChg>
        <pc:spChg chg="mod">
          <ac:chgData name="dan khan" userId="97a1adc99d90aa4b" providerId="LiveId" clId="{9949A91A-63A0-4769-A1D4-D8EF3CF6825F}" dt="2023-08-28T08:55:09.046" v="133" actId="14100"/>
          <ac:spMkLst>
            <pc:docMk/>
            <pc:sldMk cId="2058947159" sldId="316"/>
            <ac:spMk id="110" creationId="{00000000-0000-0000-0000-000000000000}"/>
          </ac:spMkLst>
        </pc:spChg>
      </pc:sldChg>
      <pc:sldChg chg="modSp mod">
        <pc:chgData name="dan khan" userId="97a1adc99d90aa4b" providerId="LiveId" clId="{9949A91A-63A0-4769-A1D4-D8EF3CF6825F}" dt="2023-08-28T08:55:39.500" v="139" actId="14100"/>
        <pc:sldMkLst>
          <pc:docMk/>
          <pc:sldMk cId="1712395009" sldId="317"/>
        </pc:sldMkLst>
        <pc:spChg chg="mod">
          <ac:chgData name="dan khan" userId="97a1adc99d90aa4b" providerId="LiveId" clId="{9949A91A-63A0-4769-A1D4-D8EF3CF6825F}" dt="2023-08-28T05:52:51.662" v="116" actId="2711"/>
          <ac:spMkLst>
            <pc:docMk/>
            <pc:sldMk cId="1712395009" sldId="317"/>
            <ac:spMk id="109" creationId="{00000000-0000-0000-0000-000000000000}"/>
          </ac:spMkLst>
        </pc:spChg>
        <pc:spChg chg="mod">
          <ac:chgData name="dan khan" userId="97a1adc99d90aa4b" providerId="LiveId" clId="{9949A91A-63A0-4769-A1D4-D8EF3CF6825F}" dt="2023-08-28T08:55:39.500" v="139" actId="14100"/>
          <ac:spMkLst>
            <pc:docMk/>
            <pc:sldMk cId="1712395009" sldId="317"/>
            <ac:spMk id="110" creationId="{00000000-0000-0000-0000-000000000000}"/>
          </ac:spMkLst>
        </pc:spChg>
      </pc:sldChg>
      <pc:sldChg chg="modSp mod">
        <pc:chgData name="dan khan" userId="97a1adc99d90aa4b" providerId="LiveId" clId="{9949A91A-63A0-4769-A1D4-D8EF3CF6825F}" dt="2023-08-28T05:51:35.646" v="106" actId="2711"/>
        <pc:sldMkLst>
          <pc:docMk/>
          <pc:sldMk cId="3391337125" sldId="321"/>
        </pc:sldMkLst>
        <pc:spChg chg="mod">
          <ac:chgData name="dan khan" userId="97a1adc99d90aa4b" providerId="LiveId" clId="{9949A91A-63A0-4769-A1D4-D8EF3CF6825F}" dt="2023-08-28T05:51:27.723" v="105" actId="2711"/>
          <ac:spMkLst>
            <pc:docMk/>
            <pc:sldMk cId="3391337125" sldId="321"/>
            <ac:spMk id="116" creationId="{00000000-0000-0000-0000-000000000000}"/>
          </ac:spMkLst>
        </pc:spChg>
        <pc:spChg chg="mod">
          <ac:chgData name="dan khan" userId="97a1adc99d90aa4b" providerId="LiveId" clId="{9949A91A-63A0-4769-A1D4-D8EF3CF6825F}" dt="2023-08-28T05:51:35.646" v="106" actId="2711"/>
          <ac:spMkLst>
            <pc:docMk/>
            <pc:sldMk cId="3391337125" sldId="321"/>
            <ac:spMk id="117" creationId="{00000000-0000-0000-0000-000000000000}"/>
          </ac:spMkLst>
        </pc:spChg>
      </pc:sldChg>
      <pc:sldChg chg="modSp mod">
        <pc:chgData name="dan khan" userId="97a1adc99d90aa4b" providerId="LiveId" clId="{9949A91A-63A0-4769-A1D4-D8EF3CF6825F}" dt="2023-08-28T05:51:50.893" v="108" actId="2711"/>
        <pc:sldMkLst>
          <pc:docMk/>
          <pc:sldMk cId="677230981" sldId="322"/>
        </pc:sldMkLst>
        <pc:spChg chg="mod">
          <ac:chgData name="dan khan" userId="97a1adc99d90aa4b" providerId="LiveId" clId="{9949A91A-63A0-4769-A1D4-D8EF3CF6825F}" dt="2023-08-28T05:51:45.375" v="107" actId="2711"/>
          <ac:spMkLst>
            <pc:docMk/>
            <pc:sldMk cId="677230981" sldId="322"/>
            <ac:spMk id="116" creationId="{00000000-0000-0000-0000-000000000000}"/>
          </ac:spMkLst>
        </pc:spChg>
        <pc:spChg chg="mod">
          <ac:chgData name="dan khan" userId="97a1adc99d90aa4b" providerId="LiveId" clId="{9949A91A-63A0-4769-A1D4-D8EF3CF6825F}" dt="2023-08-28T05:51:50.893" v="108" actId="2711"/>
          <ac:spMkLst>
            <pc:docMk/>
            <pc:sldMk cId="677230981" sldId="322"/>
            <ac:spMk id="117" creationId="{00000000-0000-0000-0000-000000000000}"/>
          </ac:spMkLst>
        </pc:spChg>
      </pc:sldChg>
      <pc:sldChg chg="modSp mod">
        <pc:chgData name="dan khan" userId="97a1adc99d90aa4b" providerId="LiveId" clId="{9949A91A-63A0-4769-A1D4-D8EF3CF6825F}" dt="2023-08-28T05:52:07.196" v="110" actId="2711"/>
        <pc:sldMkLst>
          <pc:docMk/>
          <pc:sldMk cId="97547616" sldId="323"/>
        </pc:sldMkLst>
        <pc:spChg chg="mod">
          <ac:chgData name="dan khan" userId="97a1adc99d90aa4b" providerId="LiveId" clId="{9949A91A-63A0-4769-A1D4-D8EF3CF6825F}" dt="2023-08-28T05:52:01.441" v="109" actId="2711"/>
          <ac:spMkLst>
            <pc:docMk/>
            <pc:sldMk cId="97547616" sldId="323"/>
            <ac:spMk id="116" creationId="{00000000-0000-0000-0000-000000000000}"/>
          </ac:spMkLst>
        </pc:spChg>
        <pc:spChg chg="mod">
          <ac:chgData name="dan khan" userId="97a1adc99d90aa4b" providerId="LiveId" clId="{9949A91A-63A0-4769-A1D4-D8EF3CF6825F}" dt="2023-08-28T05:52:07.196" v="110" actId="2711"/>
          <ac:spMkLst>
            <pc:docMk/>
            <pc:sldMk cId="97547616" sldId="323"/>
            <ac:spMk id="117" creationId="{00000000-0000-0000-0000-000000000000}"/>
          </ac:spMkLst>
        </pc:spChg>
      </pc:sldChg>
      <pc:sldChg chg="modSp mod">
        <pc:chgData name="dan khan" userId="97a1adc99d90aa4b" providerId="LiveId" clId="{9949A91A-63A0-4769-A1D4-D8EF3CF6825F}" dt="2023-08-28T05:53:53.914" v="121" actId="2711"/>
        <pc:sldMkLst>
          <pc:docMk/>
          <pc:sldMk cId="143178148" sldId="324"/>
        </pc:sldMkLst>
        <pc:spChg chg="mod">
          <ac:chgData name="dan khan" userId="97a1adc99d90aa4b" providerId="LiveId" clId="{9949A91A-63A0-4769-A1D4-D8EF3CF6825F}" dt="2023-08-28T05:53:53.914" v="121" actId="2711"/>
          <ac:spMkLst>
            <pc:docMk/>
            <pc:sldMk cId="143178148" sldId="324"/>
            <ac:spMk id="6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7" name="Google Shape;147;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4" name="Google Shape;174;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1" name="Google Shape;191;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9" name="Google Shape;199;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6" name="Google Shape;206;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3" name="Google Shape;213;p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0" name="Google Shape;220;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10200f5789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10200f5789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4" name="Google Shape;234;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1" name="Google Shape;241;p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8" name="Google Shape;248;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101cb4bda0e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 name="Google Shape;255;g101cb4bda0e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2" name="Google Shape;262;p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6" name="Google Shape;276;p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3" name="Google Shape;283;p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Google Shape;317;gfbd0246fcf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 name="Google Shape;318;gfbd0246fcf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gfbd0246fcf_0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5" name="Google Shape;325;gfbd0246fcf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fbd0246fcf_0_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4" name="Google Shape;334;gfbd0246fcf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2" name="Google Shape;342;p5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p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2" name="Google Shape;352;p5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p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9" name="Google Shape;359;p5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p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9" name="Google Shape;369;p5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p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6" name="Google Shape;376;p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5"/>
        <p:cNvGrpSpPr/>
        <p:nvPr/>
      </p:nvGrpSpPr>
      <p:grpSpPr>
        <a:xfrm>
          <a:off x="0" y="0"/>
          <a:ext cx="0" cy="0"/>
          <a:chOff x="0" y="0"/>
          <a:chExt cx="0" cy="0"/>
        </a:xfrm>
      </p:grpSpPr>
      <p:sp>
        <p:nvSpPr>
          <p:cNvPr id="406" name="Google Shape;406;p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7" name="Google Shape;407;p5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ac26e5774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ac26e5774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xmlns="" val="6493637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ac26e5774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ac26e5774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xmlns="" val="25534326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ac26e5774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ac26e5774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xmlns="" val="15447085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a129403b0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a129403b0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xmlns="" val="284178036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a129403b0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a129403b0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xmlns="" val="41299097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a129403b0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a129403b0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xmlns="" val="370600552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 name="Google Shape;6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xmlns="" val="425224833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 name="Google Shape;6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xmlns="" val="95319746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 name="Google Shape;6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xmlns="" val="160357512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 name="Google Shape;6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xmlns="" val="18074924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 name="Google Shape;6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xmlns="" val="102553863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 name="Google Shape;6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xmlns="" val="280715692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9"/>
        <p:cNvGrpSpPr/>
        <p:nvPr/>
      </p:nvGrpSpPr>
      <p:grpSpPr>
        <a:xfrm>
          <a:off x="0" y="0"/>
          <a:ext cx="0" cy="0"/>
          <a:chOff x="0" y="0"/>
          <a:chExt cx="0" cy="0"/>
        </a:xfrm>
      </p:grpSpPr>
      <p:sp>
        <p:nvSpPr>
          <p:cNvPr id="490" name="Google Shape;490;p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1" name="Google Shape;491;p6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p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8" name="Google Shape;498;p6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3"/>
        <p:cNvGrpSpPr/>
        <p:nvPr/>
      </p:nvGrpSpPr>
      <p:grpSpPr>
        <a:xfrm>
          <a:off x="0" y="0"/>
          <a:ext cx="0" cy="0"/>
          <a:chOff x="0" y="0"/>
          <a:chExt cx="0" cy="0"/>
        </a:xfrm>
      </p:grpSpPr>
      <p:sp>
        <p:nvSpPr>
          <p:cNvPr id="504" name="Google Shape;504;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05" name="Google Shape;505;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7E73974-53FB-B441-7EC2-0F72D1864885}"/>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223427FC-5265-4785-5834-EB350FCAA317}"/>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58D640AE-AA5E-7B3B-C2D2-3337FF4CC419}"/>
              </a:ext>
            </a:extLst>
          </p:cNvPr>
          <p:cNvSpPr>
            <a:spLocks noGrp="1"/>
          </p:cNvSpPr>
          <p:nvPr>
            <p:ph type="dt" sz="half" idx="10"/>
          </p:nvPr>
        </p:nvSpPr>
        <p:spPr/>
        <p:txBody>
          <a:bodyPr/>
          <a:lstStyle/>
          <a:p>
            <a:fld id="{D267904B-EA0A-45F6-8A09-F123DBBD786A}" type="datetimeFigureOut">
              <a:rPr lang="en-IN" smtClean="0"/>
              <a:pPr/>
              <a:t>18-09-2024</a:t>
            </a:fld>
            <a:endParaRPr lang="en-IN"/>
          </a:p>
        </p:txBody>
      </p:sp>
      <p:sp>
        <p:nvSpPr>
          <p:cNvPr id="5" name="Footer Placeholder 4">
            <a:extLst>
              <a:ext uri="{FF2B5EF4-FFF2-40B4-BE49-F238E27FC236}">
                <a16:creationId xmlns:a16="http://schemas.microsoft.com/office/drawing/2014/main" xmlns="" id="{2B4557BF-5E8C-20A8-633F-674F4F09B86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BAECD2A5-5D36-F24A-58FB-F578455F759D}"/>
              </a:ext>
            </a:extLst>
          </p:cNvPr>
          <p:cNvSpPr>
            <a:spLocks noGrp="1"/>
          </p:cNvSpPr>
          <p:nvPr>
            <p:ph type="sldNum" sz="quarter" idx="12"/>
          </p:nvPr>
        </p:nvSpPr>
        <p:spPr/>
        <p:txBody>
          <a:bodyPr/>
          <a:lstStyle/>
          <a:p>
            <a:pPr marL="0" lvl="0" indent="0" algn="l" rtl="0">
              <a:spcBef>
                <a:spcPts val="0"/>
              </a:spcBef>
              <a:spcAft>
                <a:spcPts val="0"/>
              </a:spcAft>
              <a:buNone/>
            </a:pPr>
            <a:fld id="{00000000-1234-1234-1234-123412341234}" type="slidenum">
              <a:rPr lang="en" smtClean="0"/>
              <a:pPr marL="0" lvl="0" indent="0" algn="l" rtl="0">
                <a:spcBef>
                  <a:spcPts val="0"/>
                </a:spcBef>
                <a:spcAft>
                  <a:spcPts val="0"/>
                </a:spcAft>
                <a:buNone/>
              </a:pPr>
              <a:t>‹#›</a:t>
            </a:fld>
            <a:endParaRPr lang="en"/>
          </a:p>
        </p:txBody>
      </p:sp>
    </p:spTree>
    <p:extLst>
      <p:ext uri="{BB962C8B-B14F-4D97-AF65-F5344CB8AC3E}">
        <p14:creationId xmlns:p14="http://schemas.microsoft.com/office/powerpoint/2010/main" xmlns="" val="1750668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7278589-E71D-AEB6-90D1-83728A079C4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97AF6F57-653F-548C-1396-7BE6E8B5867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FD7B4B07-1599-E192-13CB-808E35D1A12D}"/>
              </a:ext>
            </a:extLst>
          </p:cNvPr>
          <p:cNvSpPr>
            <a:spLocks noGrp="1"/>
          </p:cNvSpPr>
          <p:nvPr>
            <p:ph type="dt" sz="half" idx="10"/>
          </p:nvPr>
        </p:nvSpPr>
        <p:spPr/>
        <p:txBody>
          <a:bodyPr/>
          <a:lstStyle/>
          <a:p>
            <a:endParaRPr lang="en-IN"/>
          </a:p>
        </p:txBody>
      </p:sp>
      <p:sp>
        <p:nvSpPr>
          <p:cNvPr id="5" name="Footer Placeholder 4">
            <a:extLst>
              <a:ext uri="{FF2B5EF4-FFF2-40B4-BE49-F238E27FC236}">
                <a16:creationId xmlns:a16="http://schemas.microsoft.com/office/drawing/2014/main" xmlns="" id="{1DE536DB-C32B-1FFA-6638-E910D4A6B08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7F06326A-D2D4-6CDF-F7E3-636BFBC1A18A}"/>
              </a:ext>
            </a:extLst>
          </p:cNvPr>
          <p:cNvSpPr>
            <a:spLocks noGrp="1"/>
          </p:cNvSpPr>
          <p:nvPr>
            <p:ph type="sldNum" sz="quarter" idx="12"/>
          </p:nvPr>
        </p:nvSpPr>
        <p:spPr/>
        <p:txBody>
          <a:bodyPr/>
          <a:lstStyle/>
          <a:p>
            <a:pPr marL="0" lvl="0" indent="0" algn="l" rtl="0">
              <a:spcBef>
                <a:spcPts val="0"/>
              </a:spcBef>
              <a:spcAft>
                <a:spcPts val="0"/>
              </a:spcAft>
              <a:buNone/>
            </a:pPr>
            <a:fld id="{00000000-1234-1234-1234-123412341234}" type="slidenum">
              <a:rPr lang="en" smtClean="0"/>
              <a:pPr marL="0" lvl="0" indent="0" algn="l" rtl="0">
                <a:spcBef>
                  <a:spcPts val="0"/>
                </a:spcBef>
                <a:spcAft>
                  <a:spcPts val="0"/>
                </a:spcAft>
                <a:buNone/>
              </a:pPr>
              <a:t>‹#›</a:t>
            </a:fld>
            <a:endParaRPr lang="en"/>
          </a:p>
        </p:txBody>
      </p:sp>
    </p:spTree>
    <p:extLst>
      <p:ext uri="{BB962C8B-B14F-4D97-AF65-F5344CB8AC3E}">
        <p14:creationId xmlns:p14="http://schemas.microsoft.com/office/powerpoint/2010/main" xmlns="" val="30492883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0750326-DF9E-E363-F83B-65B07D6E3A41}"/>
              </a:ext>
            </a:extLst>
          </p:cNvPr>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xmlns="" id="{2B58075B-C307-1123-EB34-7369B0C677F4}"/>
              </a:ext>
            </a:extLst>
          </p:cNvPr>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851876A1-BA5D-3FC0-2496-DC0CA8DC7338}"/>
              </a:ext>
            </a:extLst>
          </p:cNvPr>
          <p:cNvSpPr>
            <a:spLocks noGrp="1"/>
          </p:cNvSpPr>
          <p:nvPr>
            <p:ph type="dt" sz="half" idx="10"/>
          </p:nvPr>
        </p:nvSpPr>
        <p:spPr/>
        <p:txBody>
          <a:bodyPr/>
          <a:lstStyle/>
          <a:p>
            <a:endParaRPr lang="en-IN"/>
          </a:p>
        </p:txBody>
      </p:sp>
      <p:sp>
        <p:nvSpPr>
          <p:cNvPr id="5" name="Footer Placeholder 4">
            <a:extLst>
              <a:ext uri="{FF2B5EF4-FFF2-40B4-BE49-F238E27FC236}">
                <a16:creationId xmlns:a16="http://schemas.microsoft.com/office/drawing/2014/main" xmlns="" id="{6E2E1394-74F0-31C9-609E-CC0D24611F1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24F50386-380E-27EF-D6C9-238E2E94310E}"/>
              </a:ext>
            </a:extLst>
          </p:cNvPr>
          <p:cNvSpPr>
            <a:spLocks noGrp="1"/>
          </p:cNvSpPr>
          <p:nvPr>
            <p:ph type="sldNum" sz="quarter" idx="12"/>
          </p:nvPr>
        </p:nvSpPr>
        <p:spPr/>
        <p:txBody>
          <a:bodyPr/>
          <a:lstStyle/>
          <a:p>
            <a:pPr marL="0" lvl="0" indent="0" algn="l" rtl="0">
              <a:spcBef>
                <a:spcPts val="0"/>
              </a:spcBef>
              <a:spcAft>
                <a:spcPts val="0"/>
              </a:spcAft>
              <a:buNone/>
            </a:pPr>
            <a:fld id="{00000000-1234-1234-1234-123412341234}" type="slidenum">
              <a:rPr lang="en" smtClean="0"/>
              <a:pPr marL="0" lvl="0" indent="0" algn="l" rtl="0">
                <a:spcBef>
                  <a:spcPts val="0"/>
                </a:spcBef>
                <a:spcAft>
                  <a:spcPts val="0"/>
                </a:spcAft>
                <a:buNone/>
              </a:pPr>
              <a:t>‹#›</a:t>
            </a:fld>
            <a:endParaRPr lang="en"/>
          </a:p>
        </p:txBody>
      </p:sp>
    </p:spTree>
    <p:extLst>
      <p:ext uri="{BB962C8B-B14F-4D97-AF65-F5344CB8AC3E}">
        <p14:creationId xmlns:p14="http://schemas.microsoft.com/office/powerpoint/2010/main" xmlns="" val="20776030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8F05100-1A28-2E82-FBE8-00F6657C657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26282E50-1E11-FF07-D347-8EDE0C295107}"/>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xmlns="" id="{A1BC971A-9687-0F28-E657-4A10AC02B532}"/>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xmlns="" id="{55C2A32F-44B1-451A-28D3-D43B933F5A4F}"/>
              </a:ext>
            </a:extLst>
          </p:cNvPr>
          <p:cNvSpPr>
            <a:spLocks noGrp="1"/>
          </p:cNvSpPr>
          <p:nvPr>
            <p:ph type="dt" sz="half" idx="10"/>
          </p:nvPr>
        </p:nvSpPr>
        <p:spPr/>
        <p:txBody>
          <a:bodyPr/>
          <a:lstStyle/>
          <a:p>
            <a:endParaRPr lang="en-IN"/>
          </a:p>
        </p:txBody>
      </p:sp>
      <p:sp>
        <p:nvSpPr>
          <p:cNvPr id="6" name="Footer Placeholder 5">
            <a:extLst>
              <a:ext uri="{FF2B5EF4-FFF2-40B4-BE49-F238E27FC236}">
                <a16:creationId xmlns:a16="http://schemas.microsoft.com/office/drawing/2014/main" xmlns="" id="{07C672A8-3B8C-2D0D-2207-ED08DEB5823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xmlns="" id="{5F93EEDA-42B9-D271-7957-E47C20D53777}"/>
              </a:ext>
            </a:extLst>
          </p:cNvPr>
          <p:cNvSpPr>
            <a:spLocks noGrp="1"/>
          </p:cNvSpPr>
          <p:nvPr>
            <p:ph type="sldNum" sz="quarter" idx="12"/>
          </p:nvPr>
        </p:nvSpPr>
        <p:spPr/>
        <p:txBody>
          <a:bodyPr/>
          <a:lstStyle/>
          <a:p>
            <a:pPr marL="0" lvl="0" indent="0" algn="l" rtl="0">
              <a:spcBef>
                <a:spcPts val="0"/>
              </a:spcBef>
              <a:spcAft>
                <a:spcPts val="0"/>
              </a:spcAft>
              <a:buNone/>
            </a:pPr>
            <a:fld id="{00000000-1234-1234-1234-123412341234}" type="slidenum">
              <a:rPr lang="en" smtClean="0"/>
              <a:pPr marL="0" lvl="0" indent="0" algn="l" rtl="0">
                <a:spcBef>
                  <a:spcPts val="0"/>
                </a:spcBef>
                <a:spcAft>
                  <a:spcPts val="0"/>
                </a:spcAft>
                <a:buNone/>
              </a:pPr>
              <a:t>‹#›</a:t>
            </a:fld>
            <a:endParaRPr lang="en"/>
          </a:p>
        </p:txBody>
      </p:sp>
    </p:spTree>
    <p:extLst>
      <p:ext uri="{BB962C8B-B14F-4D97-AF65-F5344CB8AC3E}">
        <p14:creationId xmlns:p14="http://schemas.microsoft.com/office/powerpoint/2010/main" xmlns="" val="33993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A1C3BEE-6EAE-3A70-38AF-03289B617199}"/>
              </a:ext>
            </a:extLst>
          </p:cNvPr>
          <p:cNvSpPr>
            <a:spLocks noGrp="1"/>
          </p:cNvSpPr>
          <p:nvPr>
            <p:ph type="title"/>
          </p:nvPr>
        </p:nvSpPr>
        <p:spPr>
          <a:xfrm>
            <a:off x="629841" y="273844"/>
            <a:ext cx="7886700" cy="994172"/>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DFA3DB8B-CFD2-A5AE-AB84-B8C49F1E1751}"/>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DDAE332E-66BC-0ED5-DA7C-33C02433A1A8}"/>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xmlns="" id="{501045D2-DAB9-A188-F64D-0EAD515C6669}"/>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22233ABA-DA30-34B7-3D5A-4C7E46FBAA78}"/>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xmlns="" id="{D5982372-D0F2-7EE4-4E37-8BBE99A9D3FD}"/>
              </a:ext>
            </a:extLst>
          </p:cNvPr>
          <p:cNvSpPr>
            <a:spLocks noGrp="1"/>
          </p:cNvSpPr>
          <p:nvPr>
            <p:ph type="dt" sz="half" idx="10"/>
          </p:nvPr>
        </p:nvSpPr>
        <p:spPr/>
        <p:txBody>
          <a:bodyPr/>
          <a:lstStyle/>
          <a:p>
            <a:endParaRPr lang="en-IN"/>
          </a:p>
        </p:txBody>
      </p:sp>
      <p:sp>
        <p:nvSpPr>
          <p:cNvPr id="8" name="Footer Placeholder 7">
            <a:extLst>
              <a:ext uri="{FF2B5EF4-FFF2-40B4-BE49-F238E27FC236}">
                <a16:creationId xmlns:a16="http://schemas.microsoft.com/office/drawing/2014/main" xmlns="" id="{20314175-5CCC-EC4C-9824-A9EE1B596BF3}"/>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xmlns="" id="{819E56AE-721C-4D25-9946-09ADDE211613}"/>
              </a:ext>
            </a:extLst>
          </p:cNvPr>
          <p:cNvSpPr>
            <a:spLocks noGrp="1"/>
          </p:cNvSpPr>
          <p:nvPr>
            <p:ph type="sldNum" sz="quarter" idx="12"/>
          </p:nvPr>
        </p:nvSpPr>
        <p:spPr/>
        <p:txBody>
          <a:bodyPr/>
          <a:lstStyle/>
          <a:p>
            <a:pPr marL="0" lvl="0" indent="0" algn="l" rtl="0">
              <a:spcBef>
                <a:spcPts val="0"/>
              </a:spcBef>
              <a:spcAft>
                <a:spcPts val="0"/>
              </a:spcAft>
              <a:buNone/>
            </a:pPr>
            <a:fld id="{00000000-1234-1234-1234-123412341234}" type="slidenum">
              <a:rPr lang="en" smtClean="0"/>
              <a:pPr marL="0" lvl="0" indent="0" algn="l" rtl="0">
                <a:spcBef>
                  <a:spcPts val="0"/>
                </a:spcBef>
                <a:spcAft>
                  <a:spcPts val="0"/>
                </a:spcAft>
                <a:buNone/>
              </a:pPr>
              <a:t>‹#›</a:t>
            </a:fld>
            <a:endParaRPr lang="en"/>
          </a:p>
        </p:txBody>
      </p:sp>
    </p:spTree>
    <p:extLst>
      <p:ext uri="{BB962C8B-B14F-4D97-AF65-F5344CB8AC3E}">
        <p14:creationId xmlns:p14="http://schemas.microsoft.com/office/powerpoint/2010/main" xmlns="" val="30519649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CD54158-7FBC-232C-F006-F8D18C7CCA66}"/>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xmlns="" id="{E7017E85-05AE-AD75-1FBE-DB335BC68D24}"/>
              </a:ext>
            </a:extLst>
          </p:cNvPr>
          <p:cNvSpPr>
            <a:spLocks noGrp="1"/>
          </p:cNvSpPr>
          <p:nvPr>
            <p:ph type="dt" sz="half" idx="10"/>
          </p:nvPr>
        </p:nvSpPr>
        <p:spPr/>
        <p:txBody>
          <a:bodyPr/>
          <a:lstStyle/>
          <a:p>
            <a:endParaRPr lang="en-IN"/>
          </a:p>
        </p:txBody>
      </p:sp>
      <p:sp>
        <p:nvSpPr>
          <p:cNvPr id="4" name="Footer Placeholder 3">
            <a:extLst>
              <a:ext uri="{FF2B5EF4-FFF2-40B4-BE49-F238E27FC236}">
                <a16:creationId xmlns:a16="http://schemas.microsoft.com/office/drawing/2014/main" xmlns="" id="{323B2AD3-673A-9FDA-7976-5E0E5DE4619A}"/>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xmlns="" id="{34D3E6EE-59F0-9022-5FA5-B32BCDCA2B08}"/>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Tree>
    <p:extLst>
      <p:ext uri="{BB962C8B-B14F-4D97-AF65-F5344CB8AC3E}">
        <p14:creationId xmlns:p14="http://schemas.microsoft.com/office/powerpoint/2010/main" xmlns="" val="4240316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6E0DAAFC-1FD5-6BF5-E1C9-2473A687D072}"/>
              </a:ext>
            </a:extLst>
          </p:cNvPr>
          <p:cNvSpPr>
            <a:spLocks noGrp="1"/>
          </p:cNvSpPr>
          <p:nvPr>
            <p:ph type="dt" sz="half" idx="10"/>
          </p:nvPr>
        </p:nvSpPr>
        <p:spPr/>
        <p:txBody>
          <a:bodyPr/>
          <a:lstStyle/>
          <a:p>
            <a:endParaRPr lang="en-IN"/>
          </a:p>
        </p:txBody>
      </p:sp>
      <p:sp>
        <p:nvSpPr>
          <p:cNvPr id="3" name="Footer Placeholder 2">
            <a:extLst>
              <a:ext uri="{FF2B5EF4-FFF2-40B4-BE49-F238E27FC236}">
                <a16:creationId xmlns:a16="http://schemas.microsoft.com/office/drawing/2014/main" xmlns="" id="{557F8DD4-A7D3-9321-1706-1FC6EA64C32B}"/>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xmlns="" id="{6AC70D43-CBFE-BBAF-F614-7D5E520FCD7E}"/>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Tree>
    <p:extLst>
      <p:ext uri="{BB962C8B-B14F-4D97-AF65-F5344CB8AC3E}">
        <p14:creationId xmlns:p14="http://schemas.microsoft.com/office/powerpoint/2010/main" xmlns="" val="274747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741CA7C-E6AA-3DB3-7BAA-393B702CFC35}"/>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FFB26BF7-EC04-E3A1-8CCE-9FC06D347E60}"/>
              </a:ext>
            </a:extLst>
          </p:cNvPr>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xmlns="" id="{3DC4A588-CFFA-A4BA-7933-41733B04DD84}"/>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xmlns="" id="{B370CB1E-80F5-8FA4-9E89-684B84679385}"/>
              </a:ext>
            </a:extLst>
          </p:cNvPr>
          <p:cNvSpPr>
            <a:spLocks noGrp="1"/>
          </p:cNvSpPr>
          <p:nvPr>
            <p:ph type="dt" sz="half" idx="10"/>
          </p:nvPr>
        </p:nvSpPr>
        <p:spPr/>
        <p:txBody>
          <a:bodyPr/>
          <a:lstStyle/>
          <a:p>
            <a:endParaRPr lang="en-IN"/>
          </a:p>
        </p:txBody>
      </p:sp>
      <p:sp>
        <p:nvSpPr>
          <p:cNvPr id="6" name="Footer Placeholder 5">
            <a:extLst>
              <a:ext uri="{FF2B5EF4-FFF2-40B4-BE49-F238E27FC236}">
                <a16:creationId xmlns:a16="http://schemas.microsoft.com/office/drawing/2014/main" xmlns="" id="{C0ACC49E-8CB7-85C6-90A6-FBA3F707FA4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xmlns="" id="{174A45C9-E4C6-DDCB-DF6F-5BB8B0F9BAFB}"/>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Tree>
    <p:extLst>
      <p:ext uri="{BB962C8B-B14F-4D97-AF65-F5344CB8AC3E}">
        <p14:creationId xmlns:p14="http://schemas.microsoft.com/office/powerpoint/2010/main" xmlns="" val="29341680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18B852D-E48F-C8D4-72E2-4B1EE85D763F}"/>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xmlns="" id="{0AB9A0D3-171E-EC19-666F-E789984B8EF5}"/>
              </a:ext>
            </a:extLst>
          </p:cNvPr>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IN"/>
          </a:p>
        </p:txBody>
      </p:sp>
      <p:sp>
        <p:nvSpPr>
          <p:cNvPr id="4" name="Text Placeholder 3">
            <a:extLst>
              <a:ext uri="{FF2B5EF4-FFF2-40B4-BE49-F238E27FC236}">
                <a16:creationId xmlns:a16="http://schemas.microsoft.com/office/drawing/2014/main" xmlns="" id="{6C8AC4C5-DDBE-4600-76B6-09D7A3CF12B8}"/>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xmlns="" id="{943EA53C-8B32-B029-A254-885961D45C15}"/>
              </a:ext>
            </a:extLst>
          </p:cNvPr>
          <p:cNvSpPr>
            <a:spLocks noGrp="1"/>
          </p:cNvSpPr>
          <p:nvPr>
            <p:ph type="dt" sz="half" idx="10"/>
          </p:nvPr>
        </p:nvSpPr>
        <p:spPr/>
        <p:txBody>
          <a:bodyPr/>
          <a:lstStyle/>
          <a:p>
            <a:fld id="{D267904B-EA0A-45F6-8A09-F123DBBD786A}" type="datetimeFigureOut">
              <a:rPr lang="en-IN" smtClean="0"/>
              <a:pPr/>
              <a:t>18-09-2024</a:t>
            </a:fld>
            <a:endParaRPr lang="en-IN"/>
          </a:p>
        </p:txBody>
      </p:sp>
      <p:sp>
        <p:nvSpPr>
          <p:cNvPr id="6" name="Footer Placeholder 5">
            <a:extLst>
              <a:ext uri="{FF2B5EF4-FFF2-40B4-BE49-F238E27FC236}">
                <a16:creationId xmlns:a16="http://schemas.microsoft.com/office/drawing/2014/main" xmlns="" id="{C9908E54-CBBE-1C86-C9DC-0E047E5B8FD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xmlns="" id="{3A4CB206-DC5C-A832-EF5C-E2E36E9CCA00}"/>
              </a:ext>
            </a:extLst>
          </p:cNvPr>
          <p:cNvSpPr>
            <a:spLocks noGrp="1"/>
          </p:cNvSpPr>
          <p:nvPr>
            <p:ph type="sldNum" sz="quarter" idx="12"/>
          </p:nvPr>
        </p:nvSpPr>
        <p:spPr/>
        <p:txBody>
          <a:bodyPr/>
          <a:lstStyle/>
          <a:p>
            <a:pPr marL="0" lvl="0" indent="0" algn="l" rtl="0">
              <a:spcBef>
                <a:spcPts val="0"/>
              </a:spcBef>
              <a:spcAft>
                <a:spcPts val="0"/>
              </a:spcAft>
              <a:buNone/>
            </a:pPr>
            <a:fld id="{00000000-1234-1234-1234-123412341234}" type="slidenum">
              <a:rPr lang="en" smtClean="0"/>
              <a:pPr marL="0" lvl="0" indent="0" algn="l" rtl="0">
                <a:spcBef>
                  <a:spcPts val="0"/>
                </a:spcBef>
                <a:spcAft>
                  <a:spcPts val="0"/>
                </a:spcAft>
                <a:buNone/>
              </a:pPr>
              <a:t>‹#›</a:t>
            </a:fld>
            <a:endParaRPr lang="en"/>
          </a:p>
        </p:txBody>
      </p:sp>
    </p:spTree>
    <p:extLst>
      <p:ext uri="{BB962C8B-B14F-4D97-AF65-F5344CB8AC3E}">
        <p14:creationId xmlns:p14="http://schemas.microsoft.com/office/powerpoint/2010/main" xmlns="" val="344229168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43FF8D7-53A8-7E24-801D-27C365ACB9C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C4EDFB64-4DA4-691B-DE37-0699FFBC1D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F251DF13-EB76-8DE7-61CB-A3AA972B1F5A}"/>
              </a:ext>
            </a:extLst>
          </p:cNvPr>
          <p:cNvSpPr>
            <a:spLocks noGrp="1"/>
          </p:cNvSpPr>
          <p:nvPr>
            <p:ph type="dt" sz="half" idx="10"/>
          </p:nvPr>
        </p:nvSpPr>
        <p:spPr/>
        <p:txBody>
          <a:bodyPr/>
          <a:lstStyle/>
          <a:p>
            <a:endParaRPr lang="en-IN"/>
          </a:p>
        </p:txBody>
      </p:sp>
      <p:sp>
        <p:nvSpPr>
          <p:cNvPr id="5" name="Footer Placeholder 4">
            <a:extLst>
              <a:ext uri="{FF2B5EF4-FFF2-40B4-BE49-F238E27FC236}">
                <a16:creationId xmlns:a16="http://schemas.microsoft.com/office/drawing/2014/main" xmlns="" id="{2C49166C-8F59-B649-AD5D-F09785841DF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7CE6668C-761E-24D9-38E3-60BA33797DFB}"/>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Tree>
    <p:extLst>
      <p:ext uri="{BB962C8B-B14F-4D97-AF65-F5344CB8AC3E}">
        <p14:creationId xmlns:p14="http://schemas.microsoft.com/office/powerpoint/2010/main" xmlns="" val="19460073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F168B3C5-748A-F3C8-65B4-877541ABBE5C}"/>
              </a:ext>
            </a:extLst>
          </p:cNvPr>
          <p:cNvSpPr>
            <a:spLocks noGrp="1"/>
          </p:cNvSpPr>
          <p:nvPr>
            <p:ph type="title" orient="vert"/>
          </p:nvPr>
        </p:nvSpPr>
        <p:spPr>
          <a:xfrm>
            <a:off x="6543675" y="273844"/>
            <a:ext cx="1971675" cy="4358879"/>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1901612E-1E34-26EE-83E3-09CB2AD9D359}"/>
              </a:ext>
            </a:extLst>
          </p:cNvPr>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551FA900-F335-BB42-5715-F56625E8FD1B}"/>
              </a:ext>
            </a:extLst>
          </p:cNvPr>
          <p:cNvSpPr>
            <a:spLocks noGrp="1"/>
          </p:cNvSpPr>
          <p:nvPr>
            <p:ph type="dt" sz="half" idx="10"/>
          </p:nvPr>
        </p:nvSpPr>
        <p:spPr/>
        <p:txBody>
          <a:bodyPr/>
          <a:lstStyle/>
          <a:p>
            <a:endParaRPr lang="en-IN"/>
          </a:p>
        </p:txBody>
      </p:sp>
      <p:sp>
        <p:nvSpPr>
          <p:cNvPr id="5" name="Footer Placeholder 4">
            <a:extLst>
              <a:ext uri="{FF2B5EF4-FFF2-40B4-BE49-F238E27FC236}">
                <a16:creationId xmlns:a16="http://schemas.microsoft.com/office/drawing/2014/main" xmlns="" id="{E92E2BFF-4777-C121-3E0A-9A05861709C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54EC7595-55EE-E375-FCBC-B4BF74B4A682}"/>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Tree>
    <p:extLst>
      <p:ext uri="{BB962C8B-B14F-4D97-AF65-F5344CB8AC3E}">
        <p14:creationId xmlns:p14="http://schemas.microsoft.com/office/powerpoint/2010/main" xmlns="" val="33123649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content" type="tx">
  <p:cSld name="Main content">
    <p:spTree>
      <p:nvGrpSpPr>
        <p:cNvPr id="1" name="Shape 16"/>
        <p:cNvGrpSpPr/>
        <p:nvPr/>
      </p:nvGrpSpPr>
      <p:grpSpPr>
        <a:xfrm>
          <a:off x="0" y="0"/>
          <a:ext cx="0" cy="0"/>
          <a:chOff x="0" y="0"/>
          <a:chExt cx="0" cy="0"/>
        </a:xfrm>
      </p:grpSpPr>
      <p:sp>
        <p:nvSpPr>
          <p:cNvPr id="17" name="Google Shape;17;g101cb4bda0e_0_11"/>
          <p:cNvSpPr txBox="1">
            <a:spLocks noGrp="1"/>
          </p:cNvSpPr>
          <p:nvPr>
            <p:ph type="title"/>
          </p:nvPr>
        </p:nvSpPr>
        <p:spPr>
          <a:xfrm>
            <a:off x="623400" y="485425"/>
            <a:ext cx="8520600" cy="572700"/>
          </a:xfrm>
          <a:prstGeom prst="rect">
            <a:avLst/>
          </a:prstGeom>
          <a:noFill/>
          <a:ln>
            <a:noFill/>
          </a:ln>
        </p:spPr>
        <p:txBody>
          <a:bodyPr spcFirstLastPara="1" wrap="square" lIns="68575" tIns="34275" rIns="68575" bIns="34275" anchor="ctr" anchorCtr="0">
            <a:noAutofit/>
          </a:bodyPr>
          <a:lstStyle>
            <a:lvl1pPr lvl="0" algn="l">
              <a:lnSpc>
                <a:spcPct val="90000"/>
              </a:lnSpc>
              <a:spcBef>
                <a:spcPts val="0"/>
              </a:spcBef>
              <a:spcAft>
                <a:spcPts val="0"/>
              </a:spcAft>
              <a:buClr>
                <a:schemeClr val="dk1"/>
              </a:buClr>
              <a:buSzPts val="3200"/>
              <a:buFont typeface="Helvetica Neue"/>
              <a:buNone/>
              <a:defRPr sz="3200" u="sng">
                <a:solidFill>
                  <a:schemeClr val="dk1"/>
                </a:solidFill>
                <a:latin typeface="Helvetica Neue"/>
                <a:ea typeface="Helvetica Neue"/>
                <a:cs typeface="Helvetica Neue"/>
                <a:sym typeface="Helvetica Neue"/>
              </a:defRPr>
            </a:lvl1pPr>
            <a:lvl2pPr lvl="1" algn="l">
              <a:lnSpc>
                <a:spcPct val="100000"/>
              </a:lnSpc>
              <a:spcBef>
                <a:spcPts val="0"/>
              </a:spcBef>
              <a:spcAft>
                <a:spcPts val="0"/>
              </a:spcAft>
              <a:buClr>
                <a:schemeClr val="dk1"/>
              </a:buClr>
              <a:buSzPts val="1100"/>
              <a:buNone/>
              <a:defRPr>
                <a:solidFill>
                  <a:schemeClr val="dk1"/>
                </a:solidFill>
              </a:defRPr>
            </a:lvl2pPr>
            <a:lvl3pPr lvl="2" algn="l">
              <a:lnSpc>
                <a:spcPct val="100000"/>
              </a:lnSpc>
              <a:spcBef>
                <a:spcPts val="0"/>
              </a:spcBef>
              <a:spcAft>
                <a:spcPts val="0"/>
              </a:spcAft>
              <a:buClr>
                <a:schemeClr val="dk1"/>
              </a:buClr>
              <a:buSzPts val="1100"/>
              <a:buNone/>
              <a:defRPr>
                <a:solidFill>
                  <a:schemeClr val="dk1"/>
                </a:solidFill>
              </a:defRPr>
            </a:lvl3pPr>
            <a:lvl4pPr lvl="3" algn="l">
              <a:lnSpc>
                <a:spcPct val="100000"/>
              </a:lnSpc>
              <a:spcBef>
                <a:spcPts val="0"/>
              </a:spcBef>
              <a:spcAft>
                <a:spcPts val="0"/>
              </a:spcAft>
              <a:buClr>
                <a:schemeClr val="dk1"/>
              </a:buClr>
              <a:buSzPts val="1100"/>
              <a:buNone/>
              <a:defRPr>
                <a:solidFill>
                  <a:schemeClr val="dk1"/>
                </a:solidFill>
              </a:defRPr>
            </a:lvl4pPr>
            <a:lvl5pPr lvl="4" algn="l">
              <a:lnSpc>
                <a:spcPct val="100000"/>
              </a:lnSpc>
              <a:spcBef>
                <a:spcPts val="0"/>
              </a:spcBef>
              <a:spcAft>
                <a:spcPts val="0"/>
              </a:spcAft>
              <a:buClr>
                <a:schemeClr val="dk1"/>
              </a:buClr>
              <a:buSzPts val="1100"/>
              <a:buNone/>
              <a:defRPr>
                <a:solidFill>
                  <a:schemeClr val="dk1"/>
                </a:solidFill>
              </a:defRPr>
            </a:lvl5pPr>
            <a:lvl6pPr lvl="5" algn="l">
              <a:lnSpc>
                <a:spcPct val="100000"/>
              </a:lnSpc>
              <a:spcBef>
                <a:spcPts val="0"/>
              </a:spcBef>
              <a:spcAft>
                <a:spcPts val="0"/>
              </a:spcAft>
              <a:buClr>
                <a:schemeClr val="dk1"/>
              </a:buClr>
              <a:buSzPts val="1100"/>
              <a:buNone/>
              <a:defRPr>
                <a:solidFill>
                  <a:schemeClr val="dk1"/>
                </a:solidFill>
              </a:defRPr>
            </a:lvl6pPr>
            <a:lvl7pPr lvl="6" algn="l">
              <a:lnSpc>
                <a:spcPct val="100000"/>
              </a:lnSpc>
              <a:spcBef>
                <a:spcPts val="0"/>
              </a:spcBef>
              <a:spcAft>
                <a:spcPts val="0"/>
              </a:spcAft>
              <a:buClr>
                <a:schemeClr val="dk1"/>
              </a:buClr>
              <a:buSzPts val="1100"/>
              <a:buNone/>
              <a:defRPr>
                <a:solidFill>
                  <a:schemeClr val="dk1"/>
                </a:solidFill>
              </a:defRPr>
            </a:lvl7pPr>
            <a:lvl8pPr lvl="7" algn="l">
              <a:lnSpc>
                <a:spcPct val="100000"/>
              </a:lnSpc>
              <a:spcBef>
                <a:spcPts val="0"/>
              </a:spcBef>
              <a:spcAft>
                <a:spcPts val="0"/>
              </a:spcAft>
              <a:buClr>
                <a:schemeClr val="dk1"/>
              </a:buClr>
              <a:buSzPts val="1100"/>
              <a:buNone/>
              <a:defRPr>
                <a:solidFill>
                  <a:schemeClr val="dk1"/>
                </a:solidFill>
              </a:defRPr>
            </a:lvl8pPr>
            <a:lvl9pPr lvl="8" algn="l">
              <a:lnSpc>
                <a:spcPct val="100000"/>
              </a:lnSpc>
              <a:spcBef>
                <a:spcPts val="0"/>
              </a:spcBef>
              <a:spcAft>
                <a:spcPts val="0"/>
              </a:spcAft>
              <a:buClr>
                <a:schemeClr val="dk1"/>
              </a:buClr>
              <a:buSzPts val="1100"/>
              <a:buNone/>
              <a:defRPr>
                <a:solidFill>
                  <a:schemeClr val="dk1"/>
                </a:solidFill>
              </a:defRPr>
            </a:lvl9pPr>
          </a:lstStyle>
          <a:p>
            <a:endParaRPr/>
          </a:p>
        </p:txBody>
      </p:sp>
      <p:sp>
        <p:nvSpPr>
          <p:cNvPr id="18" name="Google Shape;18;g101cb4bda0e_0_11"/>
          <p:cNvSpPr txBox="1">
            <a:spLocks noGrp="1"/>
          </p:cNvSpPr>
          <p:nvPr>
            <p:ph type="body" idx="1"/>
          </p:nvPr>
        </p:nvSpPr>
        <p:spPr>
          <a:xfrm>
            <a:off x="623400" y="1152475"/>
            <a:ext cx="8520600" cy="3416400"/>
          </a:xfrm>
          <a:prstGeom prst="rect">
            <a:avLst/>
          </a:prstGeom>
          <a:noFill/>
          <a:ln>
            <a:noFill/>
          </a:ln>
        </p:spPr>
        <p:txBody>
          <a:bodyPr spcFirstLastPara="1" wrap="square" lIns="68575" tIns="34275" rIns="68575" bIns="34275" anchor="t" anchorCtr="0">
            <a:noAutofit/>
          </a:bodyPr>
          <a:lstStyle>
            <a:lvl1pPr marL="457200" lvl="0" indent="-381000" algn="l">
              <a:lnSpc>
                <a:spcPct val="115000"/>
              </a:lnSpc>
              <a:spcBef>
                <a:spcPts val="800"/>
              </a:spcBef>
              <a:spcAft>
                <a:spcPts val="0"/>
              </a:spcAft>
              <a:buClr>
                <a:schemeClr val="dk1"/>
              </a:buClr>
              <a:buSzPts val="2400"/>
              <a:buFont typeface="Gill Sans"/>
              <a:buChar char="•"/>
              <a:defRPr sz="2400">
                <a:solidFill>
                  <a:schemeClr val="dk1"/>
                </a:solidFill>
                <a:latin typeface="Gill Sans"/>
                <a:ea typeface="Gill Sans"/>
                <a:cs typeface="Gill Sans"/>
                <a:sym typeface="Gill Sans"/>
              </a:defRPr>
            </a:lvl1pPr>
            <a:lvl2pPr marL="914400" lvl="1" indent="-355600" algn="l">
              <a:lnSpc>
                <a:spcPct val="115000"/>
              </a:lnSpc>
              <a:spcBef>
                <a:spcPts val="400"/>
              </a:spcBef>
              <a:spcAft>
                <a:spcPts val="0"/>
              </a:spcAft>
              <a:buClr>
                <a:schemeClr val="dk1"/>
              </a:buClr>
              <a:buSzPts val="2000"/>
              <a:buFont typeface="Gill Sans"/>
              <a:buChar char="•"/>
              <a:defRPr sz="2000">
                <a:solidFill>
                  <a:schemeClr val="dk1"/>
                </a:solidFill>
                <a:latin typeface="Gill Sans"/>
                <a:ea typeface="Gill Sans"/>
                <a:cs typeface="Gill Sans"/>
                <a:sym typeface="Gill Sans"/>
              </a:defRPr>
            </a:lvl2pPr>
            <a:lvl3pPr marL="1371600" lvl="2" indent="-323850" algn="l">
              <a:lnSpc>
                <a:spcPct val="115000"/>
              </a:lnSpc>
              <a:spcBef>
                <a:spcPts val="400"/>
              </a:spcBef>
              <a:spcAft>
                <a:spcPts val="0"/>
              </a:spcAft>
              <a:buClr>
                <a:schemeClr val="dk1"/>
              </a:buClr>
              <a:buSzPts val="1500"/>
              <a:buFont typeface="Gill Sans"/>
              <a:buChar char="•"/>
              <a:defRPr>
                <a:solidFill>
                  <a:schemeClr val="dk1"/>
                </a:solidFill>
                <a:latin typeface="Gill Sans"/>
                <a:ea typeface="Gill Sans"/>
                <a:cs typeface="Gill Sans"/>
                <a:sym typeface="Gill Sans"/>
              </a:defRPr>
            </a:lvl3pPr>
            <a:lvl4pPr marL="1828800" lvl="3" indent="-317500" algn="l">
              <a:lnSpc>
                <a:spcPct val="115000"/>
              </a:lnSpc>
              <a:spcBef>
                <a:spcPts val="400"/>
              </a:spcBef>
              <a:spcAft>
                <a:spcPts val="0"/>
              </a:spcAft>
              <a:buClr>
                <a:schemeClr val="dk1"/>
              </a:buClr>
              <a:buSzPts val="1400"/>
              <a:buFont typeface="Gill Sans"/>
              <a:buChar char="•"/>
              <a:defRPr>
                <a:solidFill>
                  <a:schemeClr val="dk1"/>
                </a:solidFill>
                <a:latin typeface="Gill Sans"/>
                <a:ea typeface="Gill Sans"/>
                <a:cs typeface="Gill Sans"/>
                <a:sym typeface="Gill Sans"/>
              </a:defRPr>
            </a:lvl4pPr>
            <a:lvl5pPr marL="2286000" lvl="4" indent="-317500" algn="l">
              <a:lnSpc>
                <a:spcPct val="115000"/>
              </a:lnSpc>
              <a:spcBef>
                <a:spcPts val="400"/>
              </a:spcBef>
              <a:spcAft>
                <a:spcPts val="0"/>
              </a:spcAft>
              <a:buClr>
                <a:schemeClr val="dk1"/>
              </a:buClr>
              <a:buSzPts val="1400"/>
              <a:buFont typeface="Gill Sans"/>
              <a:buChar char="•"/>
              <a:defRPr>
                <a:solidFill>
                  <a:schemeClr val="dk1"/>
                </a:solidFill>
                <a:latin typeface="Gill Sans"/>
                <a:ea typeface="Gill Sans"/>
                <a:cs typeface="Gill Sans"/>
                <a:sym typeface="Gill Sans"/>
              </a:defRPr>
            </a:lvl5pPr>
            <a:lvl6pPr marL="2743200" lvl="5" indent="-317500" algn="l">
              <a:lnSpc>
                <a:spcPct val="115000"/>
              </a:lnSpc>
              <a:spcBef>
                <a:spcPts val="400"/>
              </a:spcBef>
              <a:spcAft>
                <a:spcPts val="0"/>
              </a:spcAft>
              <a:buSzPts val="1400"/>
              <a:buFont typeface="Gill Sans"/>
              <a:buChar char="•"/>
              <a:defRPr>
                <a:latin typeface="Gill Sans"/>
                <a:ea typeface="Gill Sans"/>
                <a:cs typeface="Gill Sans"/>
                <a:sym typeface="Gill Sans"/>
              </a:defRPr>
            </a:lvl6pPr>
            <a:lvl7pPr marL="3200400" lvl="6" indent="-317500" algn="l">
              <a:lnSpc>
                <a:spcPct val="115000"/>
              </a:lnSpc>
              <a:spcBef>
                <a:spcPts val="400"/>
              </a:spcBef>
              <a:spcAft>
                <a:spcPts val="0"/>
              </a:spcAft>
              <a:buSzPts val="1400"/>
              <a:buFont typeface="Gill Sans"/>
              <a:buChar char="•"/>
              <a:defRPr>
                <a:latin typeface="Gill Sans"/>
                <a:ea typeface="Gill Sans"/>
                <a:cs typeface="Gill Sans"/>
                <a:sym typeface="Gill Sans"/>
              </a:defRPr>
            </a:lvl7pPr>
            <a:lvl8pPr marL="3657600" lvl="7" indent="-317500" algn="l">
              <a:lnSpc>
                <a:spcPct val="115000"/>
              </a:lnSpc>
              <a:spcBef>
                <a:spcPts val="400"/>
              </a:spcBef>
              <a:spcAft>
                <a:spcPts val="0"/>
              </a:spcAft>
              <a:buSzPts val="1400"/>
              <a:buFont typeface="Gill Sans"/>
              <a:buChar char="•"/>
              <a:defRPr>
                <a:latin typeface="Gill Sans"/>
                <a:ea typeface="Gill Sans"/>
                <a:cs typeface="Gill Sans"/>
                <a:sym typeface="Gill Sans"/>
              </a:defRPr>
            </a:lvl8pPr>
            <a:lvl9pPr marL="4114800" lvl="8" indent="-317500" algn="l">
              <a:lnSpc>
                <a:spcPct val="115000"/>
              </a:lnSpc>
              <a:spcBef>
                <a:spcPts val="400"/>
              </a:spcBef>
              <a:spcAft>
                <a:spcPts val="0"/>
              </a:spcAft>
              <a:buSzPts val="1400"/>
              <a:buFont typeface="Gill Sans"/>
              <a:buChar char="•"/>
              <a:defRPr>
                <a:latin typeface="Gill Sans"/>
                <a:ea typeface="Gill Sans"/>
                <a:cs typeface="Gill Sans"/>
                <a:sym typeface="Gill Sans"/>
              </a:defRPr>
            </a:lvl9pPr>
          </a:lstStyle>
          <a:p>
            <a:endParaRPr/>
          </a:p>
        </p:txBody>
      </p:sp>
      <p:sp>
        <p:nvSpPr>
          <p:cNvPr id="19" name="Google Shape;19;g101cb4bda0e_0_11"/>
          <p:cNvSpPr txBox="1">
            <a:spLocks noGrp="1"/>
          </p:cNvSpPr>
          <p:nvPr>
            <p:ph type="sldNum" idx="12"/>
          </p:nvPr>
        </p:nvSpPr>
        <p:spPr>
          <a:xfrm>
            <a:off x="8" y="4749892"/>
            <a:ext cx="548700" cy="3936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3F3F3F"/>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3F3F3F"/>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3F3F3F"/>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3F3F3F"/>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3F3F3F"/>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3F3F3F"/>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3F3F3F"/>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3F3F3F"/>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3F3F3F"/>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Tree>
    <p:extLst>
      <p:ext uri="{BB962C8B-B14F-4D97-AF65-F5344CB8AC3E}">
        <p14:creationId xmlns:p14="http://schemas.microsoft.com/office/powerpoint/2010/main" xmlns="" val="30000825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ank you Slide">
  <p:cSld name="Thank you Slide">
    <p:spTree>
      <p:nvGrpSpPr>
        <p:cNvPr id="1" name="Shape 142"/>
        <p:cNvGrpSpPr/>
        <p:nvPr/>
      </p:nvGrpSpPr>
      <p:grpSpPr>
        <a:xfrm>
          <a:off x="0" y="0"/>
          <a:ext cx="0" cy="0"/>
          <a:chOff x="0" y="0"/>
          <a:chExt cx="0" cy="0"/>
        </a:xfrm>
      </p:grpSpPr>
      <p:sp>
        <p:nvSpPr>
          <p:cNvPr id="143" name="Google Shape;143;g101cb4bda0e_0_138"/>
          <p:cNvSpPr txBox="1">
            <a:spLocks noGrp="1"/>
          </p:cNvSpPr>
          <p:nvPr>
            <p:ph type="title"/>
          </p:nvPr>
        </p:nvSpPr>
        <p:spPr>
          <a:xfrm>
            <a:off x="0" y="1948700"/>
            <a:ext cx="9144000" cy="21015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3200"/>
              <a:buNone/>
              <a:defRPr sz="4800" b="1">
                <a:latin typeface="Garamond"/>
                <a:ea typeface="Garamond"/>
                <a:cs typeface="Garamond"/>
                <a:sym typeface="Garamond"/>
              </a:defRPr>
            </a:lvl1pPr>
            <a:lvl2pPr lvl="1" algn="l" rtl="0">
              <a:lnSpc>
                <a:spcPct val="100000"/>
              </a:lnSpc>
              <a:spcBef>
                <a:spcPts val="0"/>
              </a:spcBef>
              <a:spcAft>
                <a:spcPts val="0"/>
              </a:spcAft>
              <a:buSzPts val="2800"/>
              <a:buNone/>
              <a:defRPr>
                <a:latin typeface="Arial"/>
                <a:ea typeface="Arial"/>
                <a:cs typeface="Arial"/>
                <a:sym typeface="Arial"/>
              </a:defRPr>
            </a:lvl2pPr>
            <a:lvl3pPr lvl="2" algn="l" rtl="0">
              <a:lnSpc>
                <a:spcPct val="100000"/>
              </a:lnSpc>
              <a:spcBef>
                <a:spcPts val="0"/>
              </a:spcBef>
              <a:spcAft>
                <a:spcPts val="0"/>
              </a:spcAft>
              <a:buSzPts val="2800"/>
              <a:buNone/>
              <a:defRPr>
                <a:latin typeface="Arial"/>
                <a:ea typeface="Arial"/>
                <a:cs typeface="Arial"/>
                <a:sym typeface="Arial"/>
              </a:defRPr>
            </a:lvl3pPr>
            <a:lvl4pPr lvl="3" algn="l" rtl="0">
              <a:lnSpc>
                <a:spcPct val="100000"/>
              </a:lnSpc>
              <a:spcBef>
                <a:spcPts val="0"/>
              </a:spcBef>
              <a:spcAft>
                <a:spcPts val="0"/>
              </a:spcAft>
              <a:buSzPts val="2800"/>
              <a:buNone/>
              <a:defRPr>
                <a:latin typeface="Arial"/>
                <a:ea typeface="Arial"/>
                <a:cs typeface="Arial"/>
                <a:sym typeface="Arial"/>
              </a:defRPr>
            </a:lvl4pPr>
            <a:lvl5pPr lvl="4" algn="l" rtl="0">
              <a:lnSpc>
                <a:spcPct val="100000"/>
              </a:lnSpc>
              <a:spcBef>
                <a:spcPts val="0"/>
              </a:spcBef>
              <a:spcAft>
                <a:spcPts val="0"/>
              </a:spcAft>
              <a:buSzPts val="2800"/>
              <a:buNone/>
              <a:defRPr>
                <a:latin typeface="Arial"/>
                <a:ea typeface="Arial"/>
                <a:cs typeface="Arial"/>
                <a:sym typeface="Arial"/>
              </a:defRPr>
            </a:lvl5pPr>
            <a:lvl6pPr lvl="5" algn="l" rtl="0">
              <a:lnSpc>
                <a:spcPct val="100000"/>
              </a:lnSpc>
              <a:spcBef>
                <a:spcPts val="0"/>
              </a:spcBef>
              <a:spcAft>
                <a:spcPts val="0"/>
              </a:spcAft>
              <a:buSzPts val="2800"/>
              <a:buNone/>
              <a:defRPr>
                <a:latin typeface="Arial"/>
                <a:ea typeface="Arial"/>
                <a:cs typeface="Arial"/>
                <a:sym typeface="Arial"/>
              </a:defRPr>
            </a:lvl6pPr>
            <a:lvl7pPr lvl="6" algn="l" rtl="0">
              <a:lnSpc>
                <a:spcPct val="100000"/>
              </a:lnSpc>
              <a:spcBef>
                <a:spcPts val="0"/>
              </a:spcBef>
              <a:spcAft>
                <a:spcPts val="0"/>
              </a:spcAft>
              <a:buSzPts val="2800"/>
              <a:buNone/>
              <a:defRPr>
                <a:latin typeface="Arial"/>
                <a:ea typeface="Arial"/>
                <a:cs typeface="Arial"/>
                <a:sym typeface="Arial"/>
              </a:defRPr>
            </a:lvl7pPr>
            <a:lvl8pPr lvl="7" algn="l" rtl="0">
              <a:lnSpc>
                <a:spcPct val="100000"/>
              </a:lnSpc>
              <a:spcBef>
                <a:spcPts val="0"/>
              </a:spcBef>
              <a:spcAft>
                <a:spcPts val="0"/>
              </a:spcAft>
              <a:buSzPts val="2800"/>
              <a:buNone/>
              <a:defRPr>
                <a:latin typeface="Arial"/>
                <a:ea typeface="Arial"/>
                <a:cs typeface="Arial"/>
                <a:sym typeface="Arial"/>
              </a:defRPr>
            </a:lvl8pPr>
            <a:lvl9pPr lvl="8" algn="l" rtl="0">
              <a:lnSpc>
                <a:spcPct val="100000"/>
              </a:lnSpc>
              <a:spcBef>
                <a:spcPts val="0"/>
              </a:spcBef>
              <a:spcAft>
                <a:spcPts val="0"/>
              </a:spcAft>
              <a:buSzPts val="2800"/>
              <a:buNone/>
              <a:defRPr>
                <a:latin typeface="Arial"/>
                <a:ea typeface="Arial"/>
                <a:cs typeface="Arial"/>
                <a:sym typeface="Arial"/>
              </a:defRPr>
            </a:lvl9pPr>
          </a:lstStyle>
          <a:p>
            <a:endParaRPr/>
          </a:p>
        </p:txBody>
      </p:sp>
      <p:sp>
        <p:nvSpPr>
          <p:cNvPr id="144" name="Google Shape;144;g101cb4bda0e_0_138"/>
          <p:cNvSpPr txBox="1">
            <a:spLocks noGrp="1"/>
          </p:cNvSpPr>
          <p:nvPr>
            <p:ph type="sldNum" idx="12"/>
          </p:nvPr>
        </p:nvSpPr>
        <p:spPr>
          <a:xfrm>
            <a:off x="9" y="4749901"/>
            <a:ext cx="548700" cy="393600"/>
          </a:xfrm>
          <a:prstGeom prst="rect">
            <a:avLst/>
          </a:prstGeom>
          <a:noFill/>
          <a:ln>
            <a:noFill/>
          </a:ln>
        </p:spPr>
        <p:txBody>
          <a:bodyPr spcFirstLastPara="1" wrap="square" lIns="91425" tIns="91425" rIns="91425" bIns="91425" anchor="t" anchorCtr="0">
            <a:noAutofit/>
          </a:bodyPr>
          <a:lstStyle>
            <a:lvl1pPr marL="0" marR="0" lvl="0" indent="0" algn="r" rtl="0">
              <a:lnSpc>
                <a:spcPct val="100000"/>
              </a:lnSpc>
              <a:spcBef>
                <a:spcPts val="0"/>
              </a:spcBef>
              <a:spcAft>
                <a:spcPts val="0"/>
              </a:spcAft>
              <a:buClr>
                <a:srgbClr val="000000"/>
              </a:buClr>
              <a:buSzPts val="1800"/>
              <a:buFont typeface="Arial"/>
              <a:buNone/>
              <a:defRPr sz="18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800"/>
              <a:buFont typeface="Arial"/>
              <a:buNone/>
              <a:defRPr sz="18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800"/>
              <a:buFont typeface="Arial"/>
              <a:buNone/>
              <a:defRPr sz="18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800"/>
              <a:buFont typeface="Arial"/>
              <a:buNone/>
              <a:defRPr sz="18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800"/>
              <a:buFont typeface="Arial"/>
              <a:buNone/>
              <a:defRPr sz="18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800"/>
              <a:buFont typeface="Arial"/>
              <a:buNone/>
              <a:defRPr sz="18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800"/>
              <a:buFont typeface="Arial"/>
              <a:buNone/>
              <a:defRPr sz="18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800"/>
              <a:buFont typeface="Arial"/>
              <a:buNone/>
              <a:defRPr sz="18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800"/>
              <a:buFont typeface="Arial"/>
              <a:buNone/>
              <a:defRPr sz="18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Tree>
    <p:extLst>
      <p:ext uri="{BB962C8B-B14F-4D97-AF65-F5344CB8AC3E}">
        <p14:creationId xmlns:p14="http://schemas.microsoft.com/office/powerpoint/2010/main" xmlns="" val="12913136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8EBE1A2C-54C4-450C-9715-E37B7287D5D3}"/>
              </a:ext>
            </a:extLst>
          </p:cNvPr>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3DB83555-4405-A1B6-E61B-3EC09315E780}"/>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C26BF19E-1E65-CD55-750D-F8C1F0820E89}"/>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D267904B-EA0A-45F6-8A09-F123DBBD786A}" type="datetimeFigureOut">
              <a:rPr lang="en-IN" smtClean="0"/>
              <a:pPr/>
              <a:t>18-09-2024</a:t>
            </a:fld>
            <a:endParaRPr lang="en-IN"/>
          </a:p>
        </p:txBody>
      </p:sp>
      <p:sp>
        <p:nvSpPr>
          <p:cNvPr id="5" name="Footer Placeholder 4">
            <a:extLst>
              <a:ext uri="{FF2B5EF4-FFF2-40B4-BE49-F238E27FC236}">
                <a16:creationId xmlns:a16="http://schemas.microsoft.com/office/drawing/2014/main" xmlns="" id="{DFF0D7FB-9BB0-E0E1-C88B-31EE18BA91A3}"/>
              </a:ext>
            </a:extLst>
          </p:cNvPr>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xmlns="" id="{0EE35D36-93CF-3751-BCE6-62C3782B4BC0}"/>
              </a:ext>
            </a:extLst>
          </p:cNvPr>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pPr marL="0" lvl="0" indent="0" algn="l" rtl="0">
              <a:spcBef>
                <a:spcPts val="0"/>
              </a:spcBef>
              <a:spcAft>
                <a:spcPts val="0"/>
              </a:spcAft>
              <a:buNone/>
            </a:pPr>
            <a:fld id="{00000000-1234-1234-1234-123412341234}" type="slidenum">
              <a:rPr lang="en" smtClean="0"/>
              <a:pPr marL="0" lvl="0" indent="0" algn="l" rtl="0">
                <a:spcBef>
                  <a:spcPts val="0"/>
                </a:spcBef>
                <a:spcAft>
                  <a:spcPts val="0"/>
                </a:spcAft>
                <a:buNone/>
              </a:pPr>
              <a:t>‹#›</a:t>
            </a:fld>
            <a:endParaRPr lang="en"/>
          </a:p>
        </p:txBody>
      </p:sp>
    </p:spTree>
    <p:extLst>
      <p:ext uri="{BB962C8B-B14F-4D97-AF65-F5344CB8AC3E}">
        <p14:creationId xmlns:p14="http://schemas.microsoft.com/office/powerpoint/2010/main" xmlns="" val="2692058493"/>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3" r:id="rId13"/>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hyperlink" Target="http://www.cs.cornell.edu/people/pabo/movie-review-data/" TargetMode="External"/><Relationship Id="rId2" Type="http://schemas.openxmlformats.org/officeDocument/2006/relationships/notesSlide" Target="../notesSlides/notesSlide16.xml"/><Relationship Id="rId1" Type="http://schemas.openxmlformats.org/officeDocument/2006/relationships/slideLayout" Target="../slideLayouts/slideLayout12.xml"/><Relationship Id="rId4" Type="http://schemas.openxmlformats.org/officeDocument/2006/relationships/hyperlink" Target="http://www.cs.jhu.edu/~mdredze/datasets/sentiment/" TargetMode="Externa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8.xml"/><Relationship Id="rId1" Type="http://schemas.openxmlformats.org/officeDocument/2006/relationships/slideLayout" Target="../slideLayouts/slideLayout12.xml"/><Relationship Id="rId4" Type="http://schemas.openxmlformats.org/officeDocument/2006/relationships/hyperlink" Target="https://thinkinfi.com/how-to-download-nltk-corpus-manually/"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thinkinfi.com/how-to-download-nltk-corpus-manually/" TargetMode="External"/><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3" Type="http://schemas.openxmlformats.org/officeDocument/2006/relationships/hyperlink" Target="http://www.example.com/index.html" TargetMode="External"/><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5"/>
          <p:cNvSpPr txBox="1">
            <a:spLocks noGrp="1"/>
          </p:cNvSpPr>
          <p:nvPr>
            <p:ph type="ctrTitle"/>
          </p:nvPr>
        </p:nvSpPr>
        <p:spPr>
          <a:xfrm>
            <a:off x="579025" y="1162050"/>
            <a:ext cx="8376900" cy="1790700"/>
          </a:xfrm>
          <a:prstGeom prst="rect">
            <a:avLst/>
          </a:prstGeom>
          <a:noFill/>
          <a:ln>
            <a:noFill/>
          </a:ln>
        </p:spPr>
        <p:txBody>
          <a:bodyPr spcFirstLastPara="1" wrap="square" lIns="91425" tIns="91425" rIns="91425" bIns="91425" anchor="b" anchorCtr="0">
            <a:noAutofit/>
          </a:bodyPr>
          <a:lstStyle/>
          <a:p>
            <a:pPr marL="0" lvl="0" indent="0" algn="ctr" rtl="0">
              <a:lnSpc>
                <a:spcPct val="100000"/>
              </a:lnSpc>
              <a:spcBef>
                <a:spcPts val="0"/>
              </a:spcBef>
              <a:spcAft>
                <a:spcPts val="0"/>
              </a:spcAft>
              <a:buSzPts val="5200"/>
              <a:buNone/>
            </a:pPr>
            <a:r>
              <a:rPr lang="en" dirty="0">
                <a:solidFill>
                  <a:schemeClr val="dk1"/>
                </a:solidFill>
                <a:latin typeface="Times New Roman" panose="02020603050405020304" pitchFamily="18" charset="0"/>
                <a:cs typeface="Times New Roman" panose="02020603050405020304" pitchFamily="18" charset="0"/>
              </a:rPr>
              <a:t>Natural Language Processing</a:t>
            </a:r>
            <a:endParaRPr dirty="0">
              <a:solidFill>
                <a:schemeClr val="dk1"/>
              </a:solidFill>
              <a:latin typeface="Times New Roman" panose="02020603050405020304" pitchFamily="18" charset="0"/>
              <a:cs typeface="Times New Roman" panose="02020603050405020304" pitchFamily="18" charset="0"/>
            </a:endParaRPr>
          </a:p>
        </p:txBody>
      </p:sp>
      <p:sp>
        <p:nvSpPr>
          <p:cNvPr id="150" name="Google Shape;150;p5"/>
          <p:cNvSpPr txBox="1">
            <a:spLocks noGrp="1"/>
          </p:cNvSpPr>
          <p:nvPr>
            <p:ph type="subTitle" idx="1"/>
          </p:nvPr>
        </p:nvSpPr>
        <p:spPr>
          <a:xfrm>
            <a:off x="311700" y="3215125"/>
            <a:ext cx="8520600" cy="1535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200"/>
              <a:buNone/>
            </a:pPr>
            <a:r>
              <a:rPr lang="en-IN" dirty="0"/>
              <a:t>UNIT 1</a:t>
            </a:r>
            <a:endParaRPr dirty="0"/>
          </a:p>
        </p:txBody>
      </p:sp>
      <p:sp>
        <p:nvSpPr>
          <p:cNvPr id="151" name="Google Shape;151;p5"/>
          <p:cNvSpPr txBox="1">
            <a:spLocks noGrp="1"/>
          </p:cNvSpPr>
          <p:nvPr>
            <p:ph type="sldNum" sz="quarter"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Arial"/>
                <a:ea typeface="Arial"/>
                <a:cs typeface="Arial"/>
                <a:sym typeface="Arial"/>
              </a:rPr>
              <a:pPr marL="0" lvl="0" indent="0" algn="l" rtl="0">
                <a:spcBef>
                  <a:spcPts val="0"/>
                </a:spcBef>
                <a:spcAft>
                  <a:spcPts val="0"/>
                </a:spcAft>
                <a:buClr>
                  <a:srgbClr val="000000"/>
                </a:buClr>
                <a:buSzPts val="1800"/>
                <a:buFont typeface="Arial"/>
                <a:buNone/>
              </a:pPr>
              <a:t>1</a:t>
            </a:fld>
            <a:endParaRPr>
              <a:solidFill>
                <a:srgbClr val="3F3F3F"/>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5" name="Picture 4"/>
          <p:cNvPicPr>
            <a:picLocks noChangeAspect="1"/>
          </p:cNvPicPr>
          <p:nvPr/>
        </p:nvPicPr>
        <p:blipFill>
          <a:blip r:embed="rId2"/>
          <a:stretch>
            <a:fillRect/>
          </a:stretch>
        </p:blipFill>
        <p:spPr>
          <a:xfrm>
            <a:off x="0" y="247426"/>
            <a:ext cx="8927432" cy="7411484"/>
          </a:xfrm>
          <a:prstGeom prst="rect">
            <a:avLst/>
          </a:prstGeom>
        </p:spPr>
      </p:pic>
      <p:sp>
        <p:nvSpPr>
          <p:cNvPr id="4" name="Slide Number Placeholder 3"/>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2</a:t>
            </a:fld>
            <a:endParaRPr lang="en"/>
          </a:p>
        </p:txBody>
      </p:sp>
    </p:spTree>
    <p:extLst>
      <p:ext uri="{BB962C8B-B14F-4D97-AF65-F5344CB8AC3E}">
        <p14:creationId xmlns:p14="http://schemas.microsoft.com/office/powerpoint/2010/main" xmlns="" val="4182170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7"/>
          <p:cNvSpPr txBox="1">
            <a:spLocks noGrp="1"/>
          </p:cNvSpPr>
          <p:nvPr>
            <p:ph type="title"/>
          </p:nvPr>
        </p:nvSpPr>
        <p:spPr>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Learning Objectives</a:t>
            </a:r>
            <a:endParaRPr dirty="0">
              <a:latin typeface="Times New Roman" panose="02020603050405020304" pitchFamily="18" charset="0"/>
              <a:cs typeface="Times New Roman" panose="02020603050405020304" pitchFamily="18" charset="0"/>
            </a:endParaRPr>
          </a:p>
        </p:txBody>
      </p:sp>
      <p:sp>
        <p:nvSpPr>
          <p:cNvPr id="164" name="Google Shape;164;p7"/>
          <p:cNvSpPr txBox="1">
            <a:spLocks noGrp="1"/>
          </p:cNvSpPr>
          <p:nvPr>
            <p:ph type="body" idx="1"/>
          </p:nvPr>
        </p:nvSpPr>
        <p:spPr>
          <a:prstGeom prst="rect">
            <a:avLst/>
          </a:prstGeom>
          <a:noFill/>
          <a:ln>
            <a:noFill/>
          </a:ln>
        </p:spPr>
        <p:txBody>
          <a:bodyPr spcFirstLastPara="1" wrap="square" lIns="91425" tIns="91425" rIns="91425" bIns="91425" anchor="t" anchorCtr="0">
            <a:noAutofit/>
          </a:bodyPr>
          <a:lstStyle/>
          <a:p>
            <a:pPr marL="457200" lvl="0" indent="-381000" algn="l" rtl="0">
              <a:lnSpc>
                <a:spcPct val="115000"/>
              </a:lnSpc>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By the end of this week, you will be able to understand</a:t>
            </a:r>
            <a:endParaRPr dirty="0">
              <a:latin typeface="Times New Roman" panose="02020603050405020304" pitchFamily="18" charset="0"/>
              <a:cs typeface="Times New Roman" panose="02020603050405020304" pitchFamily="18" charset="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0"/>
                </a:ext>
              </a:extLst>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What NLP is</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The applications and emerging trends in NLP</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The basic concepts of NLP</a:t>
            </a: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Using NLTK for implementing various NLP concepts in practice</a:t>
            </a:r>
            <a:endParaRPr dirty="0">
              <a:latin typeface="Times New Roman" panose="02020603050405020304" pitchFamily="18" charset="0"/>
              <a:cs typeface="Times New Roman" panose="02020603050405020304" pitchFamily="18" charset="0"/>
            </a:endParaRPr>
          </a:p>
        </p:txBody>
      </p:sp>
      <p:sp>
        <p:nvSpPr>
          <p:cNvPr id="165" name="Google Shape;165;p7"/>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3</a:t>
            </a:fld>
            <a:endParaRPr>
              <a:solidFill>
                <a:srgbClr val="3F3F3F"/>
              </a:solidFill>
              <a:latin typeface="Roboto"/>
              <a:ea typeface="Roboto"/>
              <a:cs typeface="Roboto"/>
              <a:sym typeface="Robot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cxnSp>
        <p:nvCxnSpPr>
          <p:cNvPr id="176" name="Google Shape;176;p8"/>
          <p:cNvCxnSpPr>
            <a:endCxn id="177" idx="3"/>
          </p:cNvCxnSpPr>
          <p:nvPr/>
        </p:nvCxnSpPr>
        <p:spPr>
          <a:xfrm rot="5400000" flipH="1">
            <a:off x="7749175" y="2454100"/>
            <a:ext cx="407400" cy="166500"/>
          </a:xfrm>
          <a:prstGeom prst="bentConnector2">
            <a:avLst/>
          </a:prstGeom>
          <a:noFill/>
          <a:ln w="19050" cap="flat" cmpd="sng">
            <a:solidFill>
              <a:schemeClr val="dk1"/>
            </a:solidFill>
            <a:prstDash val="solid"/>
            <a:round/>
            <a:headEnd type="none" w="med" len="med"/>
            <a:tailEnd type="none" w="med" len="med"/>
          </a:ln>
        </p:spPr>
      </p:cxnSp>
      <p:sp>
        <p:nvSpPr>
          <p:cNvPr id="178" name="Google Shape;178;p8"/>
          <p:cNvSpPr txBox="1">
            <a:spLocks noGrp="1"/>
          </p:cNvSpPr>
          <p:nvPr>
            <p:ph type="title"/>
          </p:nvPr>
        </p:nvSpPr>
        <p:spPr>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What is NLP?</a:t>
            </a:r>
            <a:endParaRPr dirty="0">
              <a:latin typeface="Times New Roman" panose="02020603050405020304" pitchFamily="18" charset="0"/>
              <a:cs typeface="Times New Roman" panose="02020603050405020304" pitchFamily="18" charset="0"/>
            </a:endParaRPr>
          </a:p>
        </p:txBody>
      </p:sp>
      <p:sp>
        <p:nvSpPr>
          <p:cNvPr id="179" name="Google Shape;179;p8"/>
          <p:cNvSpPr txBox="1">
            <a:spLocks noGrp="1"/>
          </p:cNvSpPr>
          <p:nvPr>
            <p:ph type="body" idx="1"/>
          </p:nvPr>
        </p:nvSpPr>
        <p:spPr>
          <a:xfrm>
            <a:off x="623399" y="1152475"/>
            <a:ext cx="8047071" cy="3737932"/>
          </a:xfrm>
          <a:prstGeom prst="rect">
            <a:avLst/>
          </a:prstGeom>
          <a:noFill/>
          <a:ln>
            <a:noFill/>
          </a:ln>
        </p:spPr>
        <p:txBody>
          <a:bodyPr spcFirstLastPara="1" wrap="square" lIns="91425" tIns="91425" rIns="91425" bIns="91425" anchor="t" anchorCtr="0">
            <a:noAutofit/>
          </a:bodyPr>
          <a:lstStyle/>
          <a:p>
            <a:pPr marL="457200" lvl="0" indent="-381000" algn="l" rtl="0">
              <a:lnSpc>
                <a:spcPct val="115000"/>
              </a:lnSpc>
              <a:spcBef>
                <a:spcPts val="0"/>
              </a:spcBef>
              <a:spcAft>
                <a:spcPts val="0"/>
              </a:spcAft>
              <a:buSzPts val="2400"/>
              <a:buChar char="●"/>
            </a:pPr>
            <a:r>
              <a:rPr lang="en" sz="2000" dirty="0">
                <a:latin typeface="Times New Roman" panose="02020603050405020304" pitchFamily="18" charset="0"/>
                <a:cs typeface="Times New Roman" panose="02020603050405020304" pitchFamily="18" charset="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
                  </a:ext>
                </a:extLst>
              </a:rPr>
              <a:t>Natural Language Processing</a:t>
            </a:r>
            <a:r>
              <a:rPr lang="en" sz="2000" dirty="0">
                <a:latin typeface="Times New Roman" panose="02020603050405020304" pitchFamily="18" charset="0"/>
                <a:cs typeface="Times New Roman" panose="02020603050405020304" pitchFamily="18" charset="0"/>
              </a:rPr>
              <a:t> refers to a technology that allows computers to understand human language.</a:t>
            </a:r>
          </a:p>
          <a:p>
            <a:pPr marL="457200" lvl="0" indent="-381000" algn="l" rtl="0">
              <a:lnSpc>
                <a:spcPct val="115000"/>
              </a:lnSpc>
              <a:spcBef>
                <a:spcPts val="0"/>
              </a:spcBef>
              <a:spcAft>
                <a:spcPts val="0"/>
              </a:spcAft>
              <a:buSzPts val="2400"/>
              <a:buChar char="●"/>
            </a:pPr>
            <a:r>
              <a:rPr lang="en" sz="2000"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NLP is a branch of artificial intelligence (AI) that focuses on the interaction between computers and human language. It involves the development of algorithms and models that enable computers to understand, interpret, and generate human language.</a:t>
            </a:r>
            <a:endParaRPr sz="2000"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SzPts val="2400"/>
              <a:buChar char="●"/>
            </a:pPr>
            <a:r>
              <a:rPr lang="en" sz="2000" dirty="0">
                <a:latin typeface="Times New Roman" panose="02020603050405020304" pitchFamily="18" charset="0"/>
                <a:cs typeface="Times New Roman" panose="02020603050405020304" pitchFamily="18" charset="0"/>
              </a:rPr>
              <a:t>Helps computers to</a:t>
            </a:r>
            <a:endParaRPr sz="2000"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Clr>
                <a:srgbClr val="000000"/>
              </a:buClr>
              <a:buSzPts val="2000"/>
              <a:buChar char="○"/>
            </a:pPr>
            <a:r>
              <a:rPr lang="en" dirty="0">
                <a:solidFill>
                  <a:srgbClr val="000000"/>
                </a:solidFill>
                <a:latin typeface="Times New Roman" panose="02020603050405020304" pitchFamily="18" charset="0"/>
                <a:cs typeface="Times New Roman" panose="02020603050405020304" pitchFamily="18" charset="0"/>
              </a:rPr>
              <a:t>Understand the text</a:t>
            </a:r>
            <a:endParaRPr dirty="0">
              <a:solidFill>
                <a:srgbClr val="000000"/>
              </a:solidFill>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Clr>
                <a:srgbClr val="000000"/>
              </a:buClr>
              <a:buSzPts val="2000"/>
              <a:buChar char="○"/>
            </a:pPr>
            <a:r>
              <a:rPr lang="en" dirty="0">
                <a:solidFill>
                  <a:srgbClr val="000000"/>
                </a:solidFill>
                <a:latin typeface="Times New Roman" panose="02020603050405020304" pitchFamily="18" charset="0"/>
                <a:cs typeface="Times New Roman" panose="02020603050405020304" pitchFamily="18" charset="0"/>
              </a:rPr>
              <a:t>Hear speech</a:t>
            </a:r>
            <a:endParaRPr dirty="0">
              <a:solidFill>
                <a:srgbClr val="000000"/>
              </a:solidFill>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Clr>
                <a:srgbClr val="000000"/>
              </a:buClr>
              <a:buSzPts val="2000"/>
              <a:buChar char="○"/>
            </a:pPr>
            <a:r>
              <a:rPr lang="en" dirty="0">
                <a:solidFill>
                  <a:srgbClr val="000000"/>
                </a:solidFill>
                <a:latin typeface="Times New Roman" panose="02020603050405020304" pitchFamily="18" charset="0"/>
                <a:cs typeface="Times New Roman" panose="02020603050405020304" pitchFamily="18" charset="0"/>
              </a:rPr>
              <a:t>Interpret it to get the</a:t>
            </a:r>
            <a:r>
              <a:rPr lang="en" dirty="0">
                <a:solidFill>
                  <a:srgbClr val="000000"/>
                </a:solidFill>
                <a:latin typeface="Times New Roman" panose="02020603050405020304" pitchFamily="18" charset="0"/>
                <a:cs typeface="Times New Roman" panose="02020603050405020304" pitchFamily="18" charset="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2"/>
                  </a:ext>
                </a:extLst>
              </a:rPr>
              <a:t> </a:t>
            </a:r>
            <a:r>
              <a:rPr lang="en" dirty="0">
                <a:solidFill>
                  <a:srgbClr val="000000"/>
                </a:solidFill>
                <a:latin typeface="Times New Roman" panose="02020603050405020304" pitchFamily="18" charset="0"/>
                <a:cs typeface="Times New Roman" panose="02020603050405020304" pitchFamily="18" charset="0"/>
              </a:rPr>
              <a:t>required information</a:t>
            </a:r>
            <a:endParaRPr dirty="0">
              <a:solidFill>
                <a:srgbClr val="000000"/>
              </a:solidFill>
              <a:latin typeface="Times New Roman" panose="02020603050405020304" pitchFamily="18" charset="0"/>
              <a:cs typeface="Times New Roman" panose="02020603050405020304" pitchFamily="18" charset="0"/>
            </a:endParaRPr>
          </a:p>
        </p:txBody>
      </p:sp>
      <p:sp>
        <p:nvSpPr>
          <p:cNvPr id="180" name="Google Shape;180;p8"/>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4</a:t>
            </a:fld>
            <a:endParaRPr>
              <a:solidFill>
                <a:srgbClr val="3F3F3F"/>
              </a:solidFill>
              <a:latin typeface="Roboto"/>
              <a:ea typeface="Roboto"/>
              <a:cs typeface="Roboto"/>
              <a:sym typeface="Roboto"/>
            </a:endParaRPr>
          </a:p>
        </p:txBody>
      </p:sp>
      <p:sp>
        <p:nvSpPr>
          <p:cNvPr id="181" name="Google Shape;181;p8"/>
          <p:cNvSpPr/>
          <p:nvPr/>
        </p:nvSpPr>
        <p:spPr>
          <a:xfrm>
            <a:off x="6063925" y="2641425"/>
            <a:ext cx="1654200" cy="1586700"/>
          </a:xfrm>
          <a:prstGeom prst="ellipse">
            <a:avLst/>
          </a:prstGeom>
          <a:solidFill>
            <a:srgbClr val="CC4125"/>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a:latin typeface="Gill Sans"/>
                <a:ea typeface="Gill Sans"/>
                <a:cs typeface="Gill Sans"/>
                <a:sym typeface="Gill Sans"/>
              </a:rPr>
              <a:t>Computer Science</a:t>
            </a:r>
            <a:endParaRPr sz="1200">
              <a:latin typeface="Gill Sans"/>
              <a:ea typeface="Gill Sans"/>
              <a:cs typeface="Gill Sans"/>
              <a:sym typeface="Gill Sans"/>
            </a:endParaRPr>
          </a:p>
        </p:txBody>
      </p:sp>
      <p:sp>
        <p:nvSpPr>
          <p:cNvPr id="182" name="Google Shape;182;p8"/>
          <p:cNvSpPr/>
          <p:nvPr/>
        </p:nvSpPr>
        <p:spPr>
          <a:xfrm>
            <a:off x="7208925" y="2641425"/>
            <a:ext cx="1654200" cy="1586700"/>
          </a:xfrm>
          <a:prstGeom prst="ellipse">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r" rtl="0">
              <a:spcBef>
                <a:spcPts val="0"/>
              </a:spcBef>
              <a:spcAft>
                <a:spcPts val="0"/>
              </a:spcAft>
              <a:buNone/>
            </a:pPr>
            <a:r>
              <a:rPr lang="en" sz="1200">
                <a:latin typeface="Gill Sans"/>
                <a:ea typeface="Gill Sans"/>
                <a:cs typeface="Gill Sans"/>
                <a:sym typeface="Gill Sans"/>
              </a:rPr>
              <a:t>Linguistics</a:t>
            </a:r>
            <a:endParaRPr sz="1200">
              <a:latin typeface="Gill Sans"/>
              <a:ea typeface="Gill Sans"/>
              <a:cs typeface="Gill Sans"/>
              <a:sym typeface="Gill Sans"/>
            </a:endParaRPr>
          </a:p>
        </p:txBody>
      </p:sp>
      <p:sp>
        <p:nvSpPr>
          <p:cNvPr id="183" name="Google Shape;183;p8"/>
          <p:cNvSpPr/>
          <p:nvPr/>
        </p:nvSpPr>
        <p:spPr>
          <a:xfrm>
            <a:off x="7189225" y="2870775"/>
            <a:ext cx="548700" cy="1128000"/>
          </a:xfrm>
          <a:prstGeom prst="ellipse">
            <a:avLst/>
          </a:prstGeom>
          <a:solidFill>
            <a:srgbClr val="B4A7D6"/>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900">
                <a:latin typeface="Gill Sans"/>
                <a:ea typeface="Gill Sans"/>
                <a:cs typeface="Gill Sans"/>
                <a:sym typeface="Gill Sans"/>
              </a:rPr>
              <a:t>NLP</a:t>
            </a:r>
            <a:endParaRPr sz="900">
              <a:latin typeface="Gill Sans"/>
              <a:ea typeface="Gill Sans"/>
              <a:cs typeface="Gill Sans"/>
              <a:sym typeface="Gill Sans"/>
            </a:endParaRPr>
          </a:p>
        </p:txBody>
      </p:sp>
      <p:sp>
        <p:nvSpPr>
          <p:cNvPr id="177" name="Google Shape;177;p8"/>
          <p:cNvSpPr txBox="1"/>
          <p:nvPr/>
        </p:nvSpPr>
        <p:spPr>
          <a:xfrm>
            <a:off x="7057525" y="2164300"/>
            <a:ext cx="8121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Gill Sans"/>
                <a:ea typeface="Gill Sans"/>
                <a:cs typeface="Gill Sans"/>
                <a:sym typeface="Gill Sans"/>
              </a:rPr>
              <a:t>AI</a:t>
            </a:r>
            <a:endParaRPr sz="1000">
              <a:latin typeface="Gill Sans"/>
              <a:ea typeface="Gill Sans"/>
              <a:cs typeface="Gill Sans"/>
              <a:sym typeface="Gill Sans"/>
            </a:endParaRPr>
          </a:p>
        </p:txBody>
      </p:sp>
      <p:sp>
        <p:nvSpPr>
          <p:cNvPr id="184" name="Google Shape;184;p8"/>
          <p:cNvSpPr txBox="1"/>
          <p:nvPr/>
        </p:nvSpPr>
        <p:spPr>
          <a:xfrm>
            <a:off x="7115675" y="4227525"/>
            <a:ext cx="8121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Gill Sans"/>
                <a:ea typeface="Gill Sans"/>
                <a:cs typeface="Gill Sans"/>
                <a:sym typeface="Gill Sans"/>
              </a:rPr>
              <a:t>Machine Learning</a:t>
            </a:r>
            <a:endParaRPr sz="1000">
              <a:latin typeface="Gill Sans"/>
              <a:ea typeface="Gill Sans"/>
              <a:cs typeface="Gill Sans"/>
              <a:sym typeface="Gill Sans"/>
            </a:endParaRPr>
          </a:p>
        </p:txBody>
      </p:sp>
      <p:pic>
        <p:nvPicPr>
          <p:cNvPr id="185" name="Google Shape;185;p8"/>
          <p:cNvPicPr preferRelativeResize="0"/>
          <p:nvPr/>
        </p:nvPicPr>
        <p:blipFill>
          <a:blip r:embed="rId3">
            <a:alphaModFix/>
          </a:blip>
          <a:stretch>
            <a:fillRect/>
          </a:stretch>
        </p:blipFill>
        <p:spPr>
          <a:xfrm>
            <a:off x="7150763" y="3373150"/>
            <a:ext cx="625623" cy="625623"/>
          </a:xfrm>
          <a:prstGeom prst="rect">
            <a:avLst/>
          </a:prstGeom>
          <a:noFill/>
          <a:ln>
            <a:noFill/>
          </a:ln>
        </p:spPr>
      </p:pic>
      <p:cxnSp>
        <p:nvCxnSpPr>
          <p:cNvPr id="186" name="Google Shape;186;p8"/>
          <p:cNvCxnSpPr>
            <a:stCxn id="181" idx="0"/>
            <a:endCxn id="177" idx="1"/>
          </p:cNvCxnSpPr>
          <p:nvPr/>
        </p:nvCxnSpPr>
        <p:spPr>
          <a:xfrm rot="-5400000">
            <a:off x="6820375" y="2404275"/>
            <a:ext cx="307800" cy="166500"/>
          </a:xfrm>
          <a:prstGeom prst="bentConnector2">
            <a:avLst/>
          </a:prstGeom>
          <a:noFill/>
          <a:ln w="19050" cap="flat" cmpd="sng">
            <a:solidFill>
              <a:schemeClr val="dk1"/>
            </a:solidFill>
            <a:prstDash val="solid"/>
            <a:round/>
            <a:headEnd type="none" w="med" len="med"/>
            <a:tailEnd type="none" w="med" len="med"/>
          </a:ln>
        </p:spPr>
      </p:cxnSp>
      <p:cxnSp>
        <p:nvCxnSpPr>
          <p:cNvPr id="187" name="Google Shape;187;p8"/>
          <p:cNvCxnSpPr>
            <a:stCxn id="181" idx="4"/>
            <a:endCxn id="184" idx="1"/>
          </p:cNvCxnSpPr>
          <p:nvPr/>
        </p:nvCxnSpPr>
        <p:spPr>
          <a:xfrm rot="-5400000" flipH="1">
            <a:off x="6880525" y="4238625"/>
            <a:ext cx="245700" cy="224700"/>
          </a:xfrm>
          <a:prstGeom prst="bentConnector2">
            <a:avLst/>
          </a:prstGeom>
          <a:noFill/>
          <a:ln w="19050" cap="flat" cmpd="sng">
            <a:solidFill>
              <a:schemeClr val="dk1"/>
            </a:solidFill>
            <a:prstDash val="solid"/>
            <a:round/>
            <a:headEnd type="none" w="med" len="med"/>
            <a:tailEnd type="none" w="med" len="med"/>
          </a:ln>
        </p:spPr>
      </p:cxnSp>
      <p:cxnSp>
        <p:nvCxnSpPr>
          <p:cNvPr id="188" name="Google Shape;188;p8"/>
          <p:cNvCxnSpPr>
            <a:stCxn id="182" idx="4"/>
            <a:endCxn id="184" idx="3"/>
          </p:cNvCxnSpPr>
          <p:nvPr/>
        </p:nvCxnSpPr>
        <p:spPr>
          <a:xfrm rot="5400000">
            <a:off x="7859025" y="4296825"/>
            <a:ext cx="245700" cy="108300"/>
          </a:xfrm>
          <a:prstGeom prst="bentConnector2">
            <a:avLst/>
          </a:prstGeom>
          <a:noFill/>
          <a:ln w="19050" cap="flat" cmpd="sng">
            <a:solidFill>
              <a:schemeClr val="dk1"/>
            </a:solidFill>
            <a:prstDash val="solid"/>
            <a:round/>
            <a:headEnd type="none" w="med" len="med"/>
            <a:tailEnd type="none" w="med" len="med"/>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9"/>
          <p:cNvSpPr txBox="1">
            <a:spLocks noGrp="1"/>
          </p:cNvSpPr>
          <p:nvPr>
            <p:ph type="title"/>
          </p:nvPr>
        </p:nvSpPr>
        <p:spPr>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Why NLP is important</a:t>
            </a:r>
            <a:endParaRPr dirty="0">
              <a:latin typeface="Times New Roman" panose="02020603050405020304" pitchFamily="18" charset="0"/>
              <a:cs typeface="Times New Roman" panose="02020603050405020304" pitchFamily="18" charset="0"/>
            </a:endParaRPr>
          </a:p>
        </p:txBody>
      </p:sp>
      <p:sp>
        <p:nvSpPr>
          <p:cNvPr id="194" name="Google Shape;194;p9"/>
          <p:cNvSpPr txBox="1">
            <a:spLocks noGrp="1"/>
          </p:cNvSpPr>
          <p:nvPr>
            <p:ph type="body" idx="1"/>
          </p:nvPr>
        </p:nvSpPr>
        <p:spPr>
          <a:prstGeom prst="rect">
            <a:avLst/>
          </a:prstGeom>
          <a:noFill/>
          <a:ln>
            <a:noFill/>
          </a:ln>
        </p:spPr>
        <p:txBody>
          <a:bodyPr spcFirstLastPara="1" wrap="square" lIns="91425" tIns="91425" rIns="91425" bIns="91425" anchor="t" anchorCtr="0">
            <a:noAutofit/>
          </a:bodyPr>
          <a:lstStyle/>
          <a:p>
            <a:pPr marL="457200" lvl="0" indent="-381000" algn="l" rtl="0">
              <a:lnSpc>
                <a:spcPct val="115000"/>
              </a:lnSpc>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Most information is in human language- </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Ambiguous </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Unstructured</a:t>
            </a:r>
            <a:endParaRPr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SzPts val="2400"/>
              <a:buFont typeface="Gill Sans"/>
              <a:buChar char="●"/>
            </a:pPr>
            <a:r>
              <a:rPr lang="en" dirty="0">
                <a:latin typeface="Times New Roman" panose="02020603050405020304" pitchFamily="18" charset="0"/>
                <a:cs typeface="Times New Roman" panose="02020603050405020304" pitchFamily="18" charset="0"/>
              </a:rPr>
              <a:t>Information is found in</a:t>
            </a:r>
            <a:endParaRPr dirty="0">
              <a:latin typeface="Times New Roman" panose="02020603050405020304" pitchFamily="18" charset="0"/>
              <a:cs typeface="Times New Roman" panose="02020603050405020304" pitchFamily="18" charset="0"/>
            </a:endParaRPr>
          </a:p>
          <a:p>
            <a:pPr marL="76200" lvl="0" indent="0" algn="l" rtl="0">
              <a:lnSpc>
                <a:spcPct val="115000"/>
              </a:lnSpc>
              <a:spcBef>
                <a:spcPts val="0"/>
              </a:spcBef>
              <a:spcAft>
                <a:spcPts val="0"/>
              </a:spcAft>
              <a:buSzPts val="2400"/>
              <a:buNone/>
            </a:pPr>
            <a:endParaRPr dirty="0">
              <a:latin typeface="Times New Roman" panose="02020603050405020304" pitchFamily="18" charset="0"/>
              <a:cs typeface="Times New Roman" panose="02020603050405020304" pitchFamily="18" charset="0"/>
            </a:endParaRPr>
          </a:p>
          <a:p>
            <a:pPr marL="76200" lvl="0" indent="0" algn="l" rtl="0">
              <a:lnSpc>
                <a:spcPct val="115000"/>
              </a:lnSpc>
              <a:spcBef>
                <a:spcPts val="0"/>
              </a:spcBef>
              <a:spcAft>
                <a:spcPts val="0"/>
              </a:spcAft>
              <a:buSzPts val="2400"/>
              <a:buNone/>
            </a:pPr>
            <a:endParaRPr dirty="0">
              <a:latin typeface="Times New Roman" panose="02020603050405020304" pitchFamily="18" charset="0"/>
              <a:cs typeface="Times New Roman" panose="02020603050405020304" pitchFamily="18" charset="0"/>
            </a:endParaRPr>
          </a:p>
          <a:p>
            <a:pPr marL="0" lvl="0" indent="0" algn="l" rtl="0">
              <a:lnSpc>
                <a:spcPct val="115000"/>
              </a:lnSpc>
              <a:spcBef>
                <a:spcPts val="0"/>
              </a:spcBef>
              <a:spcAft>
                <a:spcPts val="0"/>
              </a:spcAft>
              <a:buSzPts val="2400"/>
              <a:buNone/>
            </a:pPr>
            <a:endParaRPr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Helps extract information and meaning </a:t>
            </a:r>
            <a:endParaRPr dirty="0">
              <a:latin typeface="Times New Roman" panose="02020603050405020304" pitchFamily="18" charset="0"/>
              <a:cs typeface="Times New Roman" panose="02020603050405020304" pitchFamily="18" charset="0"/>
            </a:endParaRPr>
          </a:p>
        </p:txBody>
      </p:sp>
      <p:sp>
        <p:nvSpPr>
          <p:cNvPr id="195" name="Google Shape;195;p9"/>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5</a:t>
            </a:fld>
            <a:endParaRPr>
              <a:solidFill>
                <a:srgbClr val="3F3F3F"/>
              </a:solidFill>
              <a:latin typeface="Roboto"/>
              <a:ea typeface="Roboto"/>
              <a:cs typeface="Roboto"/>
              <a:sym typeface="Roboto"/>
            </a:endParaRPr>
          </a:p>
        </p:txBody>
      </p:sp>
      <p:graphicFrame>
        <p:nvGraphicFramePr>
          <p:cNvPr id="196" name="Google Shape;196;p9"/>
          <p:cNvGraphicFramePr/>
          <p:nvPr/>
        </p:nvGraphicFramePr>
        <p:xfrm>
          <a:off x="1219200" y="2886885"/>
          <a:ext cx="6479500" cy="919850"/>
        </p:xfrm>
        <a:graphic>
          <a:graphicData uri="http://schemas.openxmlformats.org/drawingml/2006/table">
            <a:tbl>
              <a:tblPr firstRow="1" bandRow="1">
                <a:noFill/>
                <a:tableStyleId>{48C2FF66-303F-440E-8BC4-E5BC6C42531B}</a:tableStyleId>
              </a:tblPr>
              <a:tblGrid>
                <a:gridCol w="2004050">
                  <a:extLst>
                    <a:ext uri="{9D8B030D-6E8A-4147-A177-3AD203B41FA5}">
                      <a16:colId xmlns:a16="http://schemas.microsoft.com/office/drawing/2014/main" xmlns="" val="20000"/>
                    </a:ext>
                  </a:extLst>
                </a:gridCol>
                <a:gridCol w="2240275">
                  <a:extLst>
                    <a:ext uri="{9D8B030D-6E8A-4147-A177-3AD203B41FA5}">
                      <a16:colId xmlns:a16="http://schemas.microsoft.com/office/drawing/2014/main" xmlns="" val="20001"/>
                    </a:ext>
                  </a:extLst>
                </a:gridCol>
                <a:gridCol w="2235175">
                  <a:extLst>
                    <a:ext uri="{9D8B030D-6E8A-4147-A177-3AD203B41FA5}">
                      <a16:colId xmlns:a16="http://schemas.microsoft.com/office/drawing/2014/main" xmlns="" val="20002"/>
                    </a:ext>
                  </a:extLst>
                </a:gridCol>
              </a:tblGrid>
              <a:tr h="467150">
                <a:tc>
                  <a:txBody>
                    <a:bodyPr/>
                    <a:lstStyle/>
                    <a:p>
                      <a:pPr marL="0" marR="0" lvl="0" indent="0" algn="l" rtl="0">
                        <a:lnSpc>
                          <a:spcPct val="100000"/>
                        </a:lnSpc>
                        <a:spcBef>
                          <a:spcPts val="0"/>
                        </a:spcBef>
                        <a:spcAft>
                          <a:spcPts val="0"/>
                        </a:spcAft>
                        <a:buClr>
                          <a:srgbClr val="000000"/>
                        </a:buClr>
                        <a:buSzPts val="1800"/>
                        <a:buFont typeface="Arial"/>
                        <a:buNone/>
                      </a:pPr>
                      <a:r>
                        <a:rPr lang="en" sz="1800" b="0">
                          <a:solidFill>
                            <a:srgbClr val="000000"/>
                          </a:solidFill>
                          <a:latin typeface="Gill Sans"/>
                          <a:ea typeface="Gill Sans"/>
                          <a:cs typeface="Gill Sans"/>
                          <a:sym typeface="Gill Sans"/>
                        </a:rPr>
                        <a:t>E</a:t>
                      </a:r>
                      <a:r>
                        <a:rPr lang="en" sz="1800" b="0" i="0" u="none" strike="noStrike" cap="none">
                          <a:solidFill>
                            <a:srgbClr val="000000"/>
                          </a:solidFill>
                          <a:latin typeface="Gill Sans"/>
                          <a:ea typeface="Gill Sans"/>
                          <a:cs typeface="Gill Sans"/>
                          <a:sym typeface="Gill Sans"/>
                        </a:rPr>
                        <a:t>mails</a:t>
                      </a:r>
                      <a:endParaRPr sz="1800" b="0" i="0" u="none" strike="noStrike" cap="none">
                        <a:solidFill>
                          <a:srgbClr val="000000"/>
                        </a:solidFill>
                        <a:latin typeface="Gill Sans"/>
                        <a:ea typeface="Gill Sans"/>
                        <a:cs typeface="Gill Sans"/>
                        <a:sym typeface="Gill Sans"/>
                      </a:endParaRPr>
                    </a:p>
                  </a:txBody>
                  <a:tcPr marL="91450" marR="91450" marT="45725" marB="45725"/>
                </a:tc>
                <a:tc>
                  <a:txBody>
                    <a:bodyPr/>
                    <a:lstStyle/>
                    <a:p>
                      <a:pPr marL="0" marR="0" lvl="0" indent="0" algn="l" rtl="0">
                        <a:lnSpc>
                          <a:spcPct val="100000"/>
                        </a:lnSpc>
                        <a:spcBef>
                          <a:spcPts val="0"/>
                        </a:spcBef>
                        <a:spcAft>
                          <a:spcPts val="0"/>
                        </a:spcAft>
                        <a:buNone/>
                      </a:pPr>
                      <a:r>
                        <a:rPr lang="en" sz="1800" b="0" i="0" u="none" strike="noStrike" cap="none">
                          <a:solidFill>
                            <a:srgbClr val="000000"/>
                          </a:solidFill>
                          <a:latin typeface="Gill Sans"/>
                          <a:ea typeface="Gill Sans"/>
                          <a:cs typeface="Gill Sans"/>
                          <a:sym typeface="Gill Sans"/>
                        </a:rPr>
                        <a:t>WhatsApp messages</a:t>
                      </a:r>
                      <a:endParaRPr sz="1800" b="0" i="0" u="none" strike="noStrike" cap="none">
                        <a:solidFill>
                          <a:srgbClr val="000000"/>
                        </a:solidFill>
                        <a:latin typeface="Gill Sans"/>
                        <a:ea typeface="Gill Sans"/>
                        <a:cs typeface="Gill Sans"/>
                        <a:sym typeface="Gill Sans"/>
                      </a:endParaRPr>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 sz="1800" b="0">
                          <a:solidFill>
                            <a:srgbClr val="000000"/>
                          </a:solidFill>
                          <a:latin typeface="Gill Sans"/>
                          <a:ea typeface="Gill Sans"/>
                          <a:cs typeface="Gill Sans"/>
                          <a:sym typeface="Gill Sans"/>
                        </a:rPr>
                        <a:t>S</a:t>
                      </a:r>
                      <a:r>
                        <a:rPr lang="en" sz="1800" b="0" i="0" u="none" strike="noStrike" cap="none">
                          <a:solidFill>
                            <a:srgbClr val="000000"/>
                          </a:solidFill>
                          <a:latin typeface="Gill Sans"/>
                          <a:ea typeface="Gill Sans"/>
                          <a:cs typeface="Gill Sans"/>
                          <a:sym typeface="Gill Sans"/>
                        </a:rPr>
                        <a:t>poken conversations</a:t>
                      </a:r>
                      <a:endParaRPr sz="1800" b="0" i="0" u="none" strike="noStrike" cap="none">
                        <a:solidFill>
                          <a:srgbClr val="000000"/>
                        </a:solidFill>
                        <a:latin typeface="Gill Sans"/>
                        <a:ea typeface="Gill Sans"/>
                        <a:cs typeface="Gill Sans"/>
                        <a:sym typeface="Gill Sans"/>
                      </a:endParaRPr>
                    </a:p>
                  </a:txBody>
                  <a:tcPr marL="91450" marR="91450" marT="45725" marB="45725"/>
                </a:tc>
                <a:extLst>
                  <a:ext uri="{0D108BD9-81ED-4DB2-BD59-A6C34878D82A}">
                    <a16:rowId xmlns:a16="http://schemas.microsoft.com/office/drawing/2014/main" xmlns="" val="10000"/>
                  </a:ext>
                </a:extLst>
              </a:tr>
              <a:tr h="452700">
                <a:tc>
                  <a:txBody>
                    <a:bodyPr/>
                    <a:lstStyle/>
                    <a:p>
                      <a:pPr marL="0" marR="0" lvl="0" indent="0" algn="l" rtl="0">
                        <a:lnSpc>
                          <a:spcPct val="100000"/>
                        </a:lnSpc>
                        <a:spcBef>
                          <a:spcPts val="0"/>
                        </a:spcBef>
                        <a:spcAft>
                          <a:spcPts val="0"/>
                        </a:spcAft>
                        <a:buClr>
                          <a:srgbClr val="000000"/>
                        </a:buClr>
                        <a:buSzPts val="1800"/>
                        <a:buFont typeface="Arial"/>
                        <a:buNone/>
                      </a:pPr>
                      <a:r>
                        <a:rPr lang="en" sz="1800">
                          <a:solidFill>
                            <a:srgbClr val="000000"/>
                          </a:solidFill>
                          <a:latin typeface="Gill Sans"/>
                          <a:ea typeface="Gill Sans"/>
                          <a:cs typeface="Gill Sans"/>
                          <a:sym typeface="Gill Sans"/>
                        </a:rPr>
                        <a:t>N</a:t>
                      </a:r>
                      <a:r>
                        <a:rPr lang="en" sz="1800" i="0" u="none" strike="noStrike" cap="none">
                          <a:solidFill>
                            <a:srgbClr val="000000"/>
                          </a:solidFill>
                          <a:latin typeface="Gill Sans"/>
                          <a:ea typeface="Gill Sans"/>
                          <a:cs typeface="Gill Sans"/>
                          <a:sym typeface="Gill Sans"/>
                        </a:rPr>
                        <a:t>ews articles</a:t>
                      </a:r>
                      <a:endParaRPr>
                        <a:solidFill>
                          <a:srgbClr val="000000"/>
                        </a:solidFill>
                        <a:latin typeface="Gill Sans"/>
                        <a:ea typeface="Gill Sans"/>
                        <a:cs typeface="Gill Sans"/>
                        <a:sym typeface="Gill Sans"/>
                      </a:endParaRPr>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 sz="1800">
                          <a:solidFill>
                            <a:srgbClr val="000000"/>
                          </a:solidFill>
                          <a:latin typeface="Gill Sans"/>
                          <a:ea typeface="Gill Sans"/>
                          <a:cs typeface="Gill Sans"/>
                          <a:sym typeface="Gill Sans"/>
                        </a:rPr>
                        <a:t>M</a:t>
                      </a:r>
                      <a:r>
                        <a:rPr lang="en" sz="1800" i="0" u="none" strike="noStrike" cap="none">
                          <a:solidFill>
                            <a:srgbClr val="000000"/>
                          </a:solidFill>
                          <a:latin typeface="Gill Sans"/>
                          <a:ea typeface="Gill Sans"/>
                          <a:cs typeface="Gill Sans"/>
                          <a:sym typeface="Gill Sans"/>
                        </a:rPr>
                        <a:t>ovie reviews </a:t>
                      </a:r>
                      <a:endParaRPr>
                        <a:solidFill>
                          <a:srgbClr val="000000"/>
                        </a:solidFill>
                        <a:latin typeface="Gill Sans"/>
                        <a:ea typeface="Gill Sans"/>
                        <a:cs typeface="Gill Sans"/>
                        <a:sym typeface="Gill Sans"/>
                      </a:endParaRPr>
                    </a:p>
                  </a:txBody>
                  <a:tcPr marL="91450" marR="91450" marT="45725" marB="45725"/>
                </a:tc>
                <a:tc>
                  <a:txBody>
                    <a:bodyPr/>
                    <a:lstStyle/>
                    <a:p>
                      <a:pPr marL="0" marR="0" lvl="0" indent="0" algn="l" rtl="0">
                        <a:lnSpc>
                          <a:spcPct val="100000"/>
                        </a:lnSpc>
                        <a:spcBef>
                          <a:spcPts val="0"/>
                        </a:spcBef>
                        <a:spcAft>
                          <a:spcPts val="0"/>
                        </a:spcAft>
                        <a:buNone/>
                      </a:pPr>
                      <a:r>
                        <a:rPr lang="en" sz="1800" i="0" u="none" strike="noStrike" cap="none">
                          <a:solidFill>
                            <a:srgbClr val="000000"/>
                          </a:solidFill>
                          <a:latin typeface="Gill Sans"/>
                          <a:ea typeface="Gill Sans"/>
                          <a:cs typeface="Gill Sans"/>
                          <a:sym typeface="Gill Sans"/>
                        </a:rPr>
                        <a:t>Twitter updates</a:t>
                      </a:r>
                      <a:endParaRPr sz="1800" i="0" u="none" strike="noStrike" cap="none">
                        <a:solidFill>
                          <a:srgbClr val="000000"/>
                        </a:solidFill>
                        <a:latin typeface="Gill Sans"/>
                        <a:ea typeface="Gill Sans"/>
                        <a:cs typeface="Gill Sans"/>
                        <a:sym typeface="Gill Sans"/>
                      </a:endParaRPr>
                    </a:p>
                  </a:txBody>
                  <a:tcPr marL="91450" marR="91450" marT="45725" marB="45725"/>
                </a:tc>
                <a:extLst>
                  <a:ext uri="{0D108BD9-81ED-4DB2-BD59-A6C34878D82A}">
                    <a16:rowId xmlns:a16="http://schemas.microsoft.com/office/drawing/2014/main" xmlns="" val="10001"/>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01" name="Google Shape;201;p36"/>
          <p:cNvSpPr txBox="1">
            <a:spLocks noGrp="1"/>
          </p:cNvSpPr>
          <p:nvPr>
            <p:ph type="title"/>
          </p:nvPr>
        </p:nvSpPr>
        <p:spPr>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sz="2800" dirty="0">
                <a:latin typeface="Times New Roman" panose="02020603050405020304" pitchFamily="18" charset="0"/>
                <a:cs typeface="Times New Roman" panose="02020603050405020304" pitchFamily="18" charset="0"/>
              </a:rPr>
              <a:t>Applications and emerging trends in NLP</a:t>
            </a:r>
            <a:endParaRPr sz="2800" dirty="0">
              <a:latin typeface="Times New Roman" panose="02020603050405020304" pitchFamily="18" charset="0"/>
              <a:cs typeface="Times New Roman" panose="02020603050405020304" pitchFamily="18" charset="0"/>
            </a:endParaRPr>
          </a:p>
        </p:txBody>
      </p:sp>
      <p:sp>
        <p:nvSpPr>
          <p:cNvPr id="202" name="Google Shape;202;p36"/>
          <p:cNvSpPr txBox="1">
            <a:spLocks noGrp="1"/>
          </p:cNvSpPr>
          <p:nvPr>
            <p:ph type="body" idx="1"/>
          </p:nvPr>
        </p:nvSpPr>
        <p:spPr>
          <a:xfrm>
            <a:off x="623400" y="1152475"/>
            <a:ext cx="8520600" cy="3930900"/>
          </a:xfrm>
          <a:prstGeom prst="rect">
            <a:avLst/>
          </a:prstGeom>
          <a:noFill/>
          <a:ln>
            <a:noFill/>
          </a:ln>
        </p:spPr>
        <p:txBody>
          <a:bodyPr spcFirstLastPara="1" wrap="square" lIns="91425" tIns="91425" rIns="91425" bIns="91425" anchor="t" anchorCtr="0">
            <a:noAutofit/>
          </a:bodyPr>
          <a:lstStyle/>
          <a:p>
            <a:pPr marL="457200" lvl="0" indent="-381000" algn="l" rtl="0">
              <a:lnSpc>
                <a:spcPct val="115000"/>
              </a:lnSpc>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Smart Assistants</a:t>
            </a:r>
            <a:endParaRPr dirty="0">
              <a:solidFill>
                <a:srgbClr val="737373"/>
              </a:solidFill>
              <a:latin typeface="Times New Roman" panose="02020603050405020304" pitchFamily="18" charset="0"/>
              <a:ea typeface="Open Sans"/>
              <a:cs typeface="Times New Roman" panose="02020603050405020304" pitchFamily="18" charset="0"/>
              <a:sym typeface="Open Sans"/>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Alexa, Siri, Google assistant etc,. </a:t>
            </a:r>
            <a:endParaRPr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Voice to text </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Writing emails using voice typing</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Automatic subtitling in YouTube </a:t>
            </a:r>
            <a:endParaRPr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SzPts val="2400"/>
              <a:buFont typeface="Gill Sans"/>
              <a:buChar char="●"/>
            </a:pPr>
            <a:r>
              <a:rPr lang="en" dirty="0">
                <a:latin typeface="Times New Roman" panose="02020603050405020304" pitchFamily="18" charset="0"/>
                <a:cs typeface="Times New Roman" panose="02020603050405020304" pitchFamily="18" charset="0"/>
              </a:rPr>
              <a:t>Automatic summarization</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Summarize long documents into short/accurate summaries</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Extracting key information</a:t>
            </a:r>
            <a:endParaRPr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SzPts val="2400"/>
              <a:buFont typeface="Gill Sans"/>
              <a:buChar char="●"/>
            </a:pPr>
            <a:r>
              <a:rPr lang="en" dirty="0">
                <a:latin typeface="Times New Roman" panose="02020603050405020304" pitchFamily="18" charset="0"/>
                <a:cs typeface="Times New Roman" panose="02020603050405020304" pitchFamily="18" charset="0"/>
              </a:rPr>
              <a:t>Predictive text</a:t>
            </a:r>
            <a:endParaRPr sz="2000" dirty="0">
              <a:solidFill>
                <a:srgbClr val="737373"/>
              </a:solidFill>
              <a:latin typeface="Times New Roman" panose="02020603050405020304" pitchFamily="18" charset="0"/>
              <a:ea typeface="Open Sans"/>
              <a:cs typeface="Times New Roman" panose="02020603050405020304" pitchFamily="18" charset="0"/>
              <a:sym typeface="Open Sans"/>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Autocorrect, Autocomplete</a:t>
            </a:r>
            <a:endParaRPr dirty="0">
              <a:latin typeface="Times New Roman" panose="02020603050405020304" pitchFamily="18" charset="0"/>
              <a:cs typeface="Times New Roman" panose="02020603050405020304" pitchFamily="18" charset="0"/>
            </a:endParaRPr>
          </a:p>
        </p:txBody>
      </p:sp>
      <p:sp>
        <p:nvSpPr>
          <p:cNvPr id="203" name="Google Shape;203;p36"/>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6</a:t>
            </a:fld>
            <a:endParaRPr>
              <a:solidFill>
                <a:srgbClr val="3F3F3F"/>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37"/>
          <p:cNvSpPr txBox="1">
            <a:spLocks noGrp="1"/>
          </p:cNvSpPr>
          <p:nvPr>
            <p:ph type="title"/>
          </p:nvPr>
        </p:nvSpPr>
        <p:spPr>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sz="3200" dirty="0">
                <a:latin typeface="Times New Roman" panose="02020603050405020304" pitchFamily="18" charset="0"/>
                <a:cs typeface="Times New Roman" panose="02020603050405020304" pitchFamily="18" charset="0"/>
              </a:rPr>
              <a:t>Applications and emerging trends in NLP</a:t>
            </a:r>
            <a:endParaRPr dirty="0">
              <a:latin typeface="Times New Roman" panose="02020603050405020304" pitchFamily="18" charset="0"/>
              <a:cs typeface="Times New Roman" panose="02020603050405020304" pitchFamily="18" charset="0"/>
            </a:endParaRPr>
          </a:p>
        </p:txBody>
      </p:sp>
      <p:sp>
        <p:nvSpPr>
          <p:cNvPr id="209" name="Google Shape;209;p37"/>
          <p:cNvSpPr txBox="1">
            <a:spLocks noGrp="1"/>
          </p:cNvSpPr>
          <p:nvPr>
            <p:ph type="body" idx="1"/>
          </p:nvPr>
        </p:nvSpPr>
        <p:spPr>
          <a:xfrm>
            <a:off x="623400" y="1152475"/>
            <a:ext cx="8520600" cy="3732600"/>
          </a:xfrm>
          <a:prstGeom prst="rect">
            <a:avLst/>
          </a:prstGeom>
          <a:noFill/>
          <a:ln>
            <a:noFill/>
          </a:ln>
        </p:spPr>
        <p:txBody>
          <a:bodyPr spcFirstLastPara="1" wrap="square" lIns="91425" tIns="91425" rIns="91425" bIns="91425" anchor="t" anchorCtr="0">
            <a:noAutofit/>
          </a:bodyPr>
          <a:lstStyle/>
          <a:p>
            <a:pPr marL="457200" lvl="0" indent="-381000" algn="l" rtl="0">
              <a:lnSpc>
                <a:spcPct val="115000"/>
              </a:lnSpc>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Filter out resumes during recruitment</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Required skills, certifications and qualifications before any person spends any time</a:t>
            </a:r>
            <a:endParaRPr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SzPts val="2400"/>
              <a:buFont typeface="Gill Sans"/>
              <a:buChar char="●"/>
            </a:pPr>
            <a:r>
              <a:rPr lang="en" dirty="0">
                <a:latin typeface="Times New Roman" panose="02020603050405020304" pitchFamily="18" charset="0"/>
                <a:cs typeface="Times New Roman" panose="02020603050405020304" pitchFamily="18" charset="0"/>
              </a:rPr>
              <a:t>Language translations</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Useful in globalization (Improve communication in multiple languages, removes the language obstruction) </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Faster and less costly than human translation</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Google Translate – most used</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Babylon Translate – translate office documents in their original format</a:t>
            </a:r>
            <a:endParaRPr sz="1800" dirty="0">
              <a:latin typeface="Times New Roman" panose="02020603050405020304" pitchFamily="18" charset="0"/>
              <a:ea typeface="Calibri"/>
              <a:cs typeface="Times New Roman" panose="02020603050405020304" pitchFamily="18" charset="0"/>
              <a:sym typeface="Calibri"/>
            </a:endParaRPr>
          </a:p>
        </p:txBody>
      </p:sp>
      <p:sp>
        <p:nvSpPr>
          <p:cNvPr id="210" name="Google Shape;210;p37"/>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7</a:t>
            </a:fld>
            <a:endParaRPr>
              <a:solidFill>
                <a:srgbClr val="3F3F3F"/>
              </a:solidFill>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38"/>
          <p:cNvSpPr txBox="1">
            <a:spLocks noGrp="1"/>
          </p:cNvSpPr>
          <p:nvPr>
            <p:ph type="title"/>
          </p:nvPr>
        </p:nvSpPr>
        <p:spPr>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sz="3200" dirty="0">
                <a:latin typeface="Times New Roman" panose="02020603050405020304" pitchFamily="18" charset="0"/>
                <a:cs typeface="Times New Roman" panose="02020603050405020304" pitchFamily="18" charset="0"/>
              </a:rPr>
              <a:t>Applications and emerging trends in NLP</a:t>
            </a:r>
            <a:endParaRPr dirty="0">
              <a:latin typeface="Times New Roman" panose="02020603050405020304" pitchFamily="18" charset="0"/>
              <a:cs typeface="Times New Roman" panose="02020603050405020304" pitchFamily="18" charset="0"/>
            </a:endParaRPr>
          </a:p>
        </p:txBody>
      </p:sp>
      <p:sp>
        <p:nvSpPr>
          <p:cNvPr id="216" name="Google Shape;216;p38"/>
          <p:cNvSpPr txBox="1">
            <a:spLocks noGrp="1"/>
          </p:cNvSpPr>
          <p:nvPr>
            <p:ph type="body" idx="1"/>
          </p:nvPr>
        </p:nvSpPr>
        <p:spPr>
          <a:xfrm>
            <a:off x="623400" y="1152475"/>
            <a:ext cx="8520600" cy="4649100"/>
          </a:xfrm>
          <a:prstGeom prst="rect">
            <a:avLst/>
          </a:prstGeom>
          <a:noFill/>
          <a:ln>
            <a:noFill/>
          </a:ln>
        </p:spPr>
        <p:txBody>
          <a:bodyPr spcFirstLastPara="1" wrap="square" lIns="91425" tIns="91425" rIns="91425" bIns="91425" anchor="t" anchorCtr="0">
            <a:noAutofit/>
          </a:bodyPr>
          <a:lstStyle/>
          <a:p>
            <a:pPr marL="457200" lvl="0" indent="-381000" algn="l" rtl="0">
              <a:lnSpc>
                <a:spcPct val="100000"/>
              </a:lnSpc>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Sentiment Analysis</a:t>
            </a:r>
            <a:endParaRPr dirty="0">
              <a:latin typeface="Times New Roman" panose="02020603050405020304" pitchFamily="18" charset="0"/>
              <a:cs typeface="Times New Roman" panose="02020603050405020304" pitchFamily="18" charset="0"/>
            </a:endParaRPr>
          </a:p>
          <a:p>
            <a:pPr marL="914400" lvl="1" indent="-355600" algn="l" rtl="0">
              <a:lnSpc>
                <a:spcPct val="100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S</a:t>
            </a:r>
            <a:r>
              <a:rPr lang="en" sz="2000" dirty="0">
                <a:latin typeface="Times New Roman" panose="02020603050405020304" pitchFamily="18" charset="0"/>
                <a:cs typeface="Times New Roman" panose="02020603050405020304" pitchFamily="18" charset="0"/>
              </a:rPr>
              <a:t>entiment </a:t>
            </a:r>
            <a:endParaRPr sz="2000" dirty="0">
              <a:latin typeface="Times New Roman" panose="02020603050405020304" pitchFamily="18" charset="0"/>
              <a:cs typeface="Times New Roman" panose="02020603050405020304" pitchFamily="18" charset="0"/>
            </a:endParaRPr>
          </a:p>
          <a:p>
            <a:pPr marL="1371600" lvl="2" indent="-342900" algn="l" rtl="0">
              <a:lnSpc>
                <a:spcPct val="100000"/>
              </a:lnSpc>
              <a:spcBef>
                <a:spcPts val="0"/>
              </a:spcBef>
              <a:spcAft>
                <a:spcPts val="0"/>
              </a:spcAft>
              <a:buSzPts val="1800"/>
              <a:buChar char="■"/>
            </a:pPr>
            <a:r>
              <a:rPr lang="en" sz="2000" dirty="0">
                <a:latin typeface="Times New Roman" panose="02020603050405020304" pitchFamily="18" charset="0"/>
                <a:cs typeface="Times New Roman" panose="02020603050405020304" pitchFamily="18" charset="0"/>
              </a:rPr>
              <a:t>What people feel about a certain topic?</a:t>
            </a:r>
            <a:r>
              <a:rPr lang="en" dirty="0">
                <a:latin typeface="Times New Roman" panose="02020603050405020304" pitchFamily="18" charset="0"/>
                <a:cs typeface="Times New Roman" panose="02020603050405020304" pitchFamily="18" charset="0"/>
              </a:rPr>
              <a:t>  </a:t>
            </a:r>
            <a:endParaRPr dirty="0">
              <a:latin typeface="Times New Roman" panose="02020603050405020304" pitchFamily="18" charset="0"/>
              <a:cs typeface="Times New Roman" panose="02020603050405020304" pitchFamily="18" charset="0"/>
            </a:endParaRPr>
          </a:p>
          <a:p>
            <a:pPr marL="2286000" lvl="0" indent="457200" algn="l" rtl="0">
              <a:lnSpc>
                <a:spcPct val="100000"/>
              </a:lnSpc>
              <a:spcBef>
                <a:spcPts val="0"/>
              </a:spcBef>
              <a:spcAft>
                <a:spcPts val="0"/>
              </a:spcAft>
              <a:buNone/>
            </a:pPr>
            <a:r>
              <a:rPr lang="en" sz="2000" dirty="0">
                <a:latin typeface="Times New Roman" panose="02020603050405020304" pitchFamily="18" charset="0"/>
                <a:cs typeface="Times New Roman" panose="02020603050405020304" pitchFamily="18" charset="0"/>
              </a:rPr>
              <a:t>(Like/dislike, good/bad, for/against….)</a:t>
            </a:r>
            <a:endParaRPr dirty="0">
              <a:latin typeface="Times New Roman" panose="02020603050405020304" pitchFamily="18" charset="0"/>
              <a:cs typeface="Times New Roman" panose="02020603050405020304" pitchFamily="18" charset="0"/>
            </a:endParaRPr>
          </a:p>
          <a:p>
            <a:pPr marL="457200" lvl="0" indent="-381000" algn="l" rtl="0">
              <a:lnSpc>
                <a:spcPct val="100000"/>
              </a:lnSpc>
              <a:spcBef>
                <a:spcPts val="0"/>
              </a:spcBef>
              <a:spcAft>
                <a:spcPts val="0"/>
              </a:spcAft>
              <a:buSzPts val="2400"/>
              <a:buChar char="●"/>
            </a:pPr>
            <a:r>
              <a:rPr lang="en" dirty="0">
                <a:latin typeface="Times New Roman" panose="02020603050405020304" pitchFamily="18" charset="0"/>
                <a:cs typeface="Times New Roman" panose="02020603050405020304" pitchFamily="18" charset="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3"/>
                  </a:ext>
                </a:extLst>
              </a:rPr>
              <a:t>Sentiment Analysis</a:t>
            </a:r>
            <a:r>
              <a:rPr lang="en" dirty="0">
                <a:latin typeface="Times New Roman" panose="02020603050405020304" pitchFamily="18" charset="0"/>
                <a:cs typeface="Times New Roman" panose="02020603050405020304" pitchFamily="18" charset="0"/>
              </a:rPr>
              <a:t> </a:t>
            </a:r>
            <a:endParaRPr dirty="0">
              <a:latin typeface="Times New Roman" panose="02020603050405020304" pitchFamily="18" charset="0"/>
              <a:cs typeface="Times New Roman" panose="02020603050405020304" pitchFamily="18" charset="0"/>
            </a:endParaRPr>
          </a:p>
          <a:p>
            <a:pPr marL="914400" lvl="1" indent="-355600" algn="l" rtl="0">
              <a:lnSpc>
                <a:spcPct val="100000"/>
              </a:lnSpc>
              <a:spcBef>
                <a:spcPts val="0"/>
              </a:spcBef>
              <a:spcAft>
                <a:spcPts val="0"/>
              </a:spcAft>
              <a:buSzPts val="2000"/>
              <a:buChar char="○"/>
            </a:pPr>
            <a:r>
              <a:rPr lang="en" sz="2000" dirty="0">
                <a:latin typeface="Times New Roman" panose="02020603050405020304" pitchFamily="18" charset="0"/>
                <a:cs typeface="Times New Roman" panose="02020603050405020304" pitchFamily="18" charset="0"/>
              </a:rPr>
              <a:t>Characterize the sentiment content of a text unit (</a:t>
            </a:r>
            <a:r>
              <a:rPr lang="en" sz="2000" dirty="0">
                <a:latin typeface="Times New Roman" panose="02020603050405020304" pitchFamily="18" charset="0"/>
                <a:cs typeface="Times New Roman" panose="02020603050405020304" pitchFamily="18" charset="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4"/>
                  </a:ext>
                </a:extLst>
              </a:rPr>
              <a:t>e.g. product review, movie reviews</a:t>
            </a:r>
            <a:r>
              <a:rPr lang="en" dirty="0">
                <a:latin typeface="Times New Roman" panose="02020603050405020304" pitchFamily="18" charset="0"/>
                <a:cs typeface="Times New Roman" panose="02020603050405020304" pitchFamily="18" charset="0"/>
              </a:rPr>
              <a:t>)</a:t>
            </a:r>
            <a:r>
              <a:rPr lang="en" sz="2000" dirty="0">
                <a:latin typeface="Times New Roman" panose="02020603050405020304" pitchFamily="18" charset="0"/>
                <a:cs typeface="Times New Roman" panose="02020603050405020304" pitchFamily="18" charset="0"/>
              </a:rPr>
              <a:t> </a:t>
            </a:r>
            <a:endParaRPr dirty="0">
              <a:latin typeface="Times New Roman" panose="02020603050405020304" pitchFamily="18" charset="0"/>
              <a:cs typeface="Times New Roman" panose="02020603050405020304" pitchFamily="18" charset="0"/>
            </a:endParaRPr>
          </a:p>
          <a:p>
            <a:pPr marL="1371600" lvl="2" indent="-342900" algn="l" rtl="0">
              <a:lnSpc>
                <a:spcPct val="100000"/>
              </a:lnSpc>
              <a:spcBef>
                <a:spcPts val="0"/>
              </a:spcBef>
              <a:spcAft>
                <a:spcPts val="0"/>
              </a:spcAft>
              <a:buSzPts val="1800"/>
              <a:buChar char="■"/>
            </a:pPr>
            <a:r>
              <a:rPr lang="en" sz="2000" dirty="0">
                <a:latin typeface="Times New Roman" panose="02020603050405020304" pitchFamily="18" charset="0"/>
                <a:cs typeface="Times New Roman" panose="02020603050405020304" pitchFamily="18" charset="0"/>
              </a:rPr>
              <a:t>Is this product review positive or negative?</a:t>
            </a:r>
            <a:endParaRPr dirty="0">
              <a:latin typeface="Times New Roman" panose="02020603050405020304" pitchFamily="18" charset="0"/>
              <a:cs typeface="Times New Roman" panose="02020603050405020304" pitchFamily="18" charset="0"/>
            </a:endParaRPr>
          </a:p>
          <a:p>
            <a:pPr marL="1371600" lvl="2" indent="-342900" algn="l" rtl="0">
              <a:lnSpc>
                <a:spcPct val="100000"/>
              </a:lnSpc>
              <a:spcBef>
                <a:spcPts val="0"/>
              </a:spcBef>
              <a:spcAft>
                <a:spcPts val="0"/>
              </a:spcAft>
              <a:buSzPts val="1800"/>
              <a:buChar char="■"/>
            </a:pPr>
            <a:r>
              <a:rPr lang="en" sz="2000" dirty="0">
                <a:latin typeface="Times New Roman" panose="02020603050405020304" pitchFamily="18" charset="0"/>
                <a:cs typeface="Times New Roman" panose="02020603050405020304" pitchFamily="18" charset="0"/>
              </a:rPr>
              <a:t>Based on a sample of tweets, how are people responding to this product release?</a:t>
            </a:r>
            <a:endParaRPr dirty="0">
              <a:latin typeface="Times New Roman" panose="02020603050405020304" pitchFamily="18" charset="0"/>
              <a:cs typeface="Times New Roman" panose="02020603050405020304" pitchFamily="18" charset="0"/>
            </a:endParaRPr>
          </a:p>
          <a:p>
            <a:pPr marL="1371600" lvl="2" indent="-342900" algn="l" rtl="0">
              <a:lnSpc>
                <a:spcPct val="100000"/>
              </a:lnSpc>
              <a:spcBef>
                <a:spcPts val="0"/>
              </a:spcBef>
              <a:spcAft>
                <a:spcPts val="0"/>
              </a:spcAft>
              <a:buSzPts val="1800"/>
              <a:buChar char="■"/>
            </a:pPr>
            <a:r>
              <a:rPr lang="en" sz="2000" i="1" dirty="0">
                <a:latin typeface="Times New Roman" panose="02020603050405020304" pitchFamily="18" charset="0"/>
                <a:cs typeface="Times New Roman" panose="02020603050405020304" pitchFamily="18" charset="0"/>
              </a:rPr>
              <a:t>Used for </a:t>
            </a:r>
            <a:r>
              <a:rPr lang="en" sz="2000" dirty="0">
                <a:latin typeface="Times New Roman" panose="02020603050405020304" pitchFamily="18" charset="0"/>
                <a:cs typeface="Times New Roman" panose="02020603050405020304" pitchFamily="18" charset="0"/>
              </a:rPr>
              <a:t>– Brand tracking, Social Media monitoring</a:t>
            </a:r>
            <a:endParaRPr sz="1800" dirty="0">
              <a:latin typeface="Times New Roman" panose="02020603050405020304" pitchFamily="18" charset="0"/>
              <a:cs typeface="Times New Roman" panose="02020603050405020304" pitchFamily="18" charset="0"/>
            </a:endParaRPr>
          </a:p>
        </p:txBody>
      </p:sp>
      <p:sp>
        <p:nvSpPr>
          <p:cNvPr id="217" name="Google Shape;217;p38"/>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8</a:t>
            </a:fld>
            <a:endParaRPr>
              <a:solidFill>
                <a:srgbClr val="3F3F3F"/>
              </a:solidFill>
              <a:latin typeface="Roboto"/>
              <a:ea typeface="Roboto"/>
              <a:cs typeface="Roboto"/>
              <a:sym typeface="Robot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Challenges in NLP</a:t>
            </a:r>
            <a:endParaRPr lang="en-IN" dirty="0"/>
          </a:p>
        </p:txBody>
      </p:sp>
      <p:sp>
        <p:nvSpPr>
          <p:cNvPr id="3" name="Text Placeholder 2"/>
          <p:cNvSpPr>
            <a:spLocks noGrp="1"/>
          </p:cNvSpPr>
          <p:nvPr>
            <p:ph type="body" idx="1"/>
          </p:nvPr>
        </p:nvSpPr>
        <p:spPr/>
        <p:txBody>
          <a:bodyPr/>
          <a:lstStyle/>
          <a:p>
            <a:r>
              <a:rPr lang="en-IN" b="1" dirty="0"/>
              <a:t>Misspellings</a:t>
            </a:r>
          </a:p>
          <a:p>
            <a:r>
              <a:rPr lang="en-IN" b="1" dirty="0"/>
              <a:t>Words with Multiple Meanings</a:t>
            </a:r>
          </a:p>
          <a:p>
            <a:r>
              <a:rPr lang="en-IN" b="1" dirty="0"/>
              <a:t>Uncertainty and False Positives</a:t>
            </a:r>
          </a:p>
          <a:p>
            <a:r>
              <a:rPr lang="en-IN" b="1" dirty="0"/>
              <a:t>Training </a:t>
            </a:r>
            <a:r>
              <a:rPr lang="en-IN" b="1" dirty="0" smtClean="0"/>
              <a:t>Data</a:t>
            </a:r>
          </a:p>
          <a:p>
            <a:r>
              <a:rPr lang="en-IN" b="1" dirty="0"/>
              <a:t>Language </a:t>
            </a:r>
            <a:r>
              <a:rPr lang="en-IN" b="1" dirty="0" smtClean="0"/>
              <a:t>Differences</a:t>
            </a:r>
            <a:endParaRPr lang="en-IN" b="1" dirty="0"/>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9</a:t>
            </a:fld>
            <a:endParaRPr lang="en"/>
          </a:p>
        </p:txBody>
      </p:sp>
    </p:spTree>
    <p:extLst>
      <p:ext uri="{BB962C8B-B14F-4D97-AF65-F5344CB8AC3E}">
        <p14:creationId xmlns:p14="http://schemas.microsoft.com/office/powerpoint/2010/main" xmlns="" val="33392810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39"/>
          <p:cNvSpPr txBox="1">
            <a:spLocks noGrp="1"/>
          </p:cNvSpPr>
          <p:nvPr>
            <p:ph type="title"/>
          </p:nvPr>
        </p:nvSpPr>
        <p:spPr>
          <a:xfrm>
            <a:off x="623400" y="51769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Challenges in NLP - Ambiguity</a:t>
            </a:r>
            <a:endParaRPr dirty="0">
              <a:latin typeface="Times New Roman" panose="02020603050405020304" pitchFamily="18" charset="0"/>
              <a:cs typeface="Times New Roman" panose="02020603050405020304" pitchFamily="18" charset="0"/>
            </a:endParaRPr>
          </a:p>
        </p:txBody>
      </p:sp>
      <p:sp>
        <p:nvSpPr>
          <p:cNvPr id="223" name="Google Shape;223;p39"/>
          <p:cNvSpPr txBox="1">
            <a:spLocks noGrp="1"/>
          </p:cNvSpPr>
          <p:nvPr>
            <p:ph type="body" idx="1"/>
          </p:nvPr>
        </p:nvSpPr>
        <p:spPr>
          <a:xfrm>
            <a:off x="623400" y="1152475"/>
            <a:ext cx="8520600" cy="4313700"/>
          </a:xfrm>
          <a:prstGeom prst="rect">
            <a:avLst/>
          </a:prstGeom>
          <a:noFill/>
          <a:ln>
            <a:noFill/>
          </a:ln>
        </p:spPr>
        <p:txBody>
          <a:bodyPr spcFirstLastPara="1" wrap="square" lIns="91425" tIns="91425" rIns="91425" bIns="91425" anchor="t" anchorCtr="0">
            <a:noAutofit/>
          </a:bodyPr>
          <a:lstStyle/>
          <a:p>
            <a:pPr marL="457200" lvl="0" indent="-381000" algn="l" rtl="0">
              <a:lnSpc>
                <a:spcPct val="115000"/>
              </a:lnSpc>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Polysemy</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One word has </a:t>
            </a:r>
            <a:r>
              <a:rPr lang="en" dirty="0">
                <a:solidFill>
                  <a:srgbClr val="FF0000"/>
                </a:solidFill>
                <a:latin typeface="Times New Roman" panose="02020603050405020304" pitchFamily="18" charset="0"/>
                <a:cs typeface="Times New Roman" panose="02020603050405020304" pitchFamily="18" charset="0"/>
              </a:rPr>
              <a:t>many meanings</a:t>
            </a:r>
            <a:endParaRPr dirty="0">
              <a:solidFill>
                <a:srgbClr val="FF0000"/>
              </a:solidFill>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sz="2000" dirty="0">
                <a:solidFill>
                  <a:srgbClr val="000000"/>
                </a:solidFill>
                <a:latin typeface="Times New Roman" panose="02020603050405020304" pitchFamily="18" charset="0"/>
                <a:cs typeface="Times New Roman" panose="02020603050405020304" pitchFamily="18" charset="0"/>
              </a:rPr>
              <a:t>Determining the sense of a word in a particular context</a:t>
            </a:r>
            <a:endParaRPr sz="2000" dirty="0">
              <a:latin typeface="Times New Roman" panose="02020603050405020304" pitchFamily="18" charset="0"/>
              <a:cs typeface="Times New Roman" panose="02020603050405020304" pitchFamily="18" charset="0"/>
            </a:endParaRPr>
          </a:p>
          <a:p>
            <a:pPr marL="1371600" lvl="2" indent="-342900" algn="l" rtl="0">
              <a:lnSpc>
                <a:spcPct val="115000"/>
              </a:lnSpc>
              <a:spcBef>
                <a:spcPts val="0"/>
              </a:spcBef>
              <a:spcAft>
                <a:spcPts val="0"/>
              </a:spcAft>
              <a:buSzPts val="1800"/>
              <a:buChar char="■"/>
            </a:pPr>
            <a:r>
              <a:rPr lang="en" sz="1800" dirty="0">
                <a:latin typeface="Times New Roman" panose="02020603050405020304" pitchFamily="18" charset="0"/>
                <a:cs typeface="Times New Roman" panose="02020603050405020304" pitchFamily="18" charset="0"/>
              </a:rPr>
              <a:t>He sat on the bank of a river</a:t>
            </a:r>
            <a:r>
              <a:rPr lang="en" sz="1800" dirty="0">
                <a:latin typeface="Times New Roman" panose="02020603050405020304" pitchFamily="18" charset="0"/>
                <a:cs typeface="Times New Roman" panose="02020603050405020304" pitchFamily="18" charset="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5"/>
                  </a:ext>
                </a:extLst>
              </a:rPr>
              <a:t>/</a:t>
            </a:r>
            <a:r>
              <a:rPr lang="en" sz="1800" dirty="0">
                <a:latin typeface="Times New Roman" panose="02020603050405020304" pitchFamily="18" charset="0"/>
                <a:cs typeface="Times New Roman" panose="02020603050405020304" pitchFamily="18" charset="0"/>
              </a:rPr>
              <a:t>Withdraw money from the bank</a:t>
            </a:r>
            <a:endParaRPr sz="1800" dirty="0">
              <a:latin typeface="Times New Roman" panose="02020603050405020304" pitchFamily="18" charset="0"/>
              <a:cs typeface="Times New Roman" panose="02020603050405020304" pitchFamily="18" charset="0"/>
            </a:endParaRPr>
          </a:p>
          <a:p>
            <a:pPr marL="1371600" lvl="2" indent="-342900" algn="l" rtl="0">
              <a:lnSpc>
                <a:spcPct val="115000"/>
              </a:lnSpc>
              <a:spcBef>
                <a:spcPts val="0"/>
              </a:spcBef>
              <a:spcAft>
                <a:spcPts val="0"/>
              </a:spcAft>
              <a:buSzPts val="1800"/>
              <a:buChar char="■"/>
            </a:pPr>
            <a:r>
              <a:rPr lang="en" sz="1800" dirty="0">
                <a:latin typeface="Times New Roman" panose="02020603050405020304" pitchFamily="18" charset="0"/>
                <a:cs typeface="Times New Roman" panose="02020603050405020304" pitchFamily="18" charset="0"/>
              </a:rPr>
              <a:t>Maruti has built a plant to manufacture cars</a:t>
            </a:r>
            <a:r>
              <a:rPr lang="en" sz="1800" dirty="0">
                <a:latin typeface="Times New Roman" panose="02020603050405020304" pitchFamily="18" charset="0"/>
                <a:cs typeface="Times New Roman" panose="02020603050405020304" pitchFamily="18" charset="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6"/>
                  </a:ext>
                </a:extLst>
              </a:rPr>
              <a:t>/</a:t>
            </a:r>
            <a:r>
              <a:rPr lang="en" sz="1800" dirty="0">
                <a:latin typeface="Times New Roman" panose="02020603050405020304" pitchFamily="18" charset="0"/>
                <a:cs typeface="Times New Roman" panose="02020603050405020304" pitchFamily="18" charset="0"/>
              </a:rPr>
              <a:t>A man was planted in the audience to raise </a:t>
            </a:r>
            <a:r>
              <a:rPr lang="en" sz="1800" dirty="0">
                <a:latin typeface="Times New Roman" panose="02020603050405020304" pitchFamily="18" charset="0"/>
                <a:cs typeface="Times New Roman" panose="02020603050405020304" pitchFamily="18" charset="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7"/>
                  </a:ext>
                </a:extLst>
              </a:rPr>
              <a:t>anti-political</a:t>
            </a:r>
            <a:r>
              <a:rPr lang="en" sz="1800" dirty="0">
                <a:latin typeface="Times New Roman" panose="02020603050405020304" pitchFamily="18" charset="0"/>
                <a:cs typeface="Times New Roman" panose="02020603050405020304" pitchFamily="18" charset="0"/>
              </a:rPr>
              <a:t> slogans</a:t>
            </a:r>
            <a:endParaRPr sz="1800" dirty="0">
              <a:latin typeface="Times New Roman" panose="02020603050405020304" pitchFamily="18" charset="0"/>
              <a:cs typeface="Times New Roman" panose="02020603050405020304" pitchFamily="18" charset="0"/>
            </a:endParaRPr>
          </a:p>
          <a:p>
            <a:pPr marL="457200" lvl="0" indent="0" algn="l" rtl="0">
              <a:lnSpc>
                <a:spcPct val="115000"/>
              </a:lnSpc>
              <a:spcBef>
                <a:spcPts val="0"/>
              </a:spcBef>
              <a:spcAft>
                <a:spcPts val="0"/>
              </a:spcAft>
              <a:buNone/>
            </a:pPr>
            <a:endParaRPr dirty="0">
              <a:solidFill>
                <a:srgbClr val="737373"/>
              </a:solidFill>
              <a:latin typeface="Times New Roman" panose="02020603050405020304" pitchFamily="18" charset="0"/>
              <a:cs typeface="Times New Roman" panose="02020603050405020304" pitchFamily="18" charset="0"/>
            </a:endParaRPr>
          </a:p>
        </p:txBody>
      </p:sp>
      <p:sp>
        <p:nvSpPr>
          <p:cNvPr id="224" name="Google Shape;224;p39"/>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10</a:t>
            </a:fld>
            <a:endParaRPr>
              <a:solidFill>
                <a:srgbClr val="3F3F3F"/>
              </a:solidFill>
              <a:latin typeface="Roboto"/>
              <a:ea typeface="Roboto"/>
              <a:cs typeface="Roboto"/>
              <a:sym typeface="Robot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g10200f57893_0_0"/>
          <p:cNvSpPr txBox="1">
            <a:spLocks noGrp="1"/>
          </p:cNvSpPr>
          <p:nvPr>
            <p:ph type="title"/>
          </p:nvPr>
        </p:nvSpPr>
        <p:spPr>
          <a:prstGeom prst="rect">
            <a:avLst/>
          </a:prstGeom>
        </p:spPr>
        <p:txBody>
          <a:bodyPr spcFirstLastPara="1" wrap="square" lIns="68575" tIns="34275" rIns="68575" bIns="34275" anchor="ctr" anchorCtr="0">
            <a:noAutofit/>
          </a:bodyPr>
          <a:lstStyle/>
          <a:p>
            <a:pPr marL="0" lvl="0" indent="0" algn="l" rtl="0">
              <a:spcBef>
                <a:spcPts val="0"/>
              </a:spcBef>
              <a:spcAft>
                <a:spcPts val="0"/>
              </a:spcAft>
              <a:buNone/>
            </a:pPr>
            <a:r>
              <a:rPr lang="en" dirty="0">
                <a:latin typeface="Times New Roman" panose="02020603050405020304" pitchFamily="18" charset="0"/>
                <a:cs typeface="Times New Roman" panose="02020603050405020304" pitchFamily="18" charset="0"/>
              </a:rPr>
              <a:t>Challenges in NLP - Ambiguity</a:t>
            </a:r>
            <a:endParaRPr dirty="0">
              <a:latin typeface="Times New Roman" panose="02020603050405020304" pitchFamily="18" charset="0"/>
              <a:cs typeface="Times New Roman" panose="02020603050405020304" pitchFamily="18" charset="0"/>
            </a:endParaRPr>
          </a:p>
        </p:txBody>
      </p:sp>
      <p:sp>
        <p:nvSpPr>
          <p:cNvPr id="230" name="Google Shape;230;g10200f57893_0_0"/>
          <p:cNvSpPr txBox="1">
            <a:spLocks noGrp="1"/>
          </p:cNvSpPr>
          <p:nvPr>
            <p:ph type="body" idx="1"/>
          </p:nvPr>
        </p:nvSpPr>
        <p:spPr>
          <a:prstGeom prst="rect">
            <a:avLst/>
          </a:prstGeom>
        </p:spPr>
        <p:txBody>
          <a:bodyPr spcFirstLastPara="1" wrap="square" lIns="68575" tIns="34275" rIns="68575" bIns="34275" anchor="t" anchorCtr="0">
            <a:noAutofit/>
          </a:bodyPr>
          <a:lstStyle/>
          <a:p>
            <a:pPr marL="457200" lvl="0" indent="-381000" algn="l" rtl="0">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Ambiguity in Speech </a:t>
            </a:r>
            <a:endParaRPr dirty="0">
              <a:latin typeface="Times New Roman" panose="02020603050405020304" pitchFamily="18" charset="0"/>
              <a:cs typeface="Times New Roman" panose="02020603050405020304" pitchFamily="18" charset="0"/>
            </a:endParaRPr>
          </a:p>
          <a:p>
            <a:pPr marL="914400" lvl="1" indent="-355600" algn="l" rtl="0">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“recognize speech” vs. “wreck a nice beach” </a:t>
            </a:r>
            <a:endParaRPr dirty="0">
              <a:latin typeface="Times New Roman" panose="02020603050405020304" pitchFamily="18" charset="0"/>
              <a:cs typeface="Times New Roman" panose="02020603050405020304" pitchFamily="18" charset="0"/>
            </a:endParaRPr>
          </a:p>
          <a:p>
            <a:pPr marL="914400" lvl="1" indent="-355600" algn="l" rtl="0">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“youth in Asia” vs. “euthanasia”</a:t>
            </a:r>
            <a:endParaRPr dirty="0">
              <a:latin typeface="Times New Roman" panose="02020603050405020304" pitchFamily="18" charset="0"/>
              <a:cs typeface="Times New Roman" panose="02020603050405020304" pitchFamily="18" charset="0"/>
            </a:endParaRPr>
          </a:p>
          <a:p>
            <a:pPr marL="457200" lvl="0" indent="-381000" algn="l" rtl="0">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Humor (some jokes rely on the ambiguity of language)</a:t>
            </a:r>
            <a:endParaRPr dirty="0">
              <a:latin typeface="Times New Roman" panose="02020603050405020304" pitchFamily="18" charset="0"/>
              <a:cs typeface="Times New Roman" panose="02020603050405020304" pitchFamily="18" charset="0"/>
            </a:endParaRPr>
          </a:p>
          <a:p>
            <a:pPr marL="914400" lvl="1" indent="-355600" algn="l" rtl="0">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“She criticized my apartment, so I knocked her flat”</a:t>
            </a:r>
          </a:p>
          <a:p>
            <a:pPr marL="558800" lvl="1" indent="0" algn="l" rtl="0">
              <a:spcBef>
                <a:spcPts val="0"/>
              </a:spcBef>
              <a:spcAft>
                <a:spcPts val="0"/>
              </a:spcAft>
              <a:buSzPts val="2000"/>
              <a:buNone/>
            </a:pPr>
            <a:endParaRPr lang="en" dirty="0">
              <a:latin typeface="Times New Roman" panose="02020603050405020304" pitchFamily="18" charset="0"/>
              <a:cs typeface="Times New Roman" panose="02020603050405020304" pitchFamily="18" charset="0"/>
            </a:endParaRPr>
          </a:p>
          <a:p>
            <a:pPr marL="558800" lvl="1" indent="0" algn="l" rtl="0">
              <a:spcBef>
                <a:spcPts val="0"/>
              </a:spcBef>
              <a:spcAft>
                <a:spcPts val="0"/>
              </a:spcAft>
              <a:buSzPts val="2000"/>
              <a:buNone/>
            </a:pPr>
            <a:endParaRPr dirty="0">
              <a:solidFill>
                <a:srgbClr val="737373"/>
              </a:solidFill>
              <a:latin typeface="Times New Roman" panose="02020603050405020304" pitchFamily="18" charset="0"/>
              <a:cs typeface="Times New Roman" panose="02020603050405020304" pitchFamily="18" charset="0"/>
            </a:endParaRPr>
          </a:p>
          <a:p>
            <a:pPr marL="0" lvl="0" indent="0" algn="l" rtl="0">
              <a:spcBef>
                <a:spcPts val="800"/>
              </a:spcBef>
              <a:spcAft>
                <a:spcPts val="0"/>
              </a:spcAft>
              <a:buNone/>
            </a:pPr>
            <a:r>
              <a:rPr lang="en-US" dirty="0">
                <a:latin typeface="Times New Roman" panose="02020603050405020304" pitchFamily="18" charset="0"/>
                <a:cs typeface="Times New Roman" panose="02020603050405020304" pitchFamily="18" charset="0"/>
              </a:rPr>
              <a:t>  </a:t>
            </a:r>
            <a:endParaRPr dirty="0">
              <a:latin typeface="Times New Roman" panose="02020603050405020304" pitchFamily="18" charset="0"/>
              <a:cs typeface="Times New Roman" panose="02020603050405020304" pitchFamily="18" charset="0"/>
            </a:endParaRPr>
          </a:p>
        </p:txBody>
      </p:sp>
      <p:sp>
        <p:nvSpPr>
          <p:cNvPr id="231" name="Google Shape;231;g10200f57893_0_0"/>
          <p:cNvSpPr txBox="1">
            <a:spLocks noGrp="1"/>
          </p:cNvSpPr>
          <p:nvPr>
            <p:ph type="sldNum" idx="12"/>
          </p:nvPr>
        </p:nvSpPr>
        <p:spPr>
          <a:prstGeom prst="rect">
            <a:avLst/>
          </a:prstGeom>
        </p:spPr>
        <p:txBody>
          <a:bodyPr spcFirstLastPara="1" wrap="square" lIns="68575" tIns="34275" rIns="68575" bIns="34275" anchor="ctr" anchorCtr="0">
            <a:noAutofit/>
          </a:bodyPr>
          <a:lstStyle/>
          <a:p>
            <a:pPr marL="0" lvl="0" indent="0" algn="r" rtl="0">
              <a:spcBef>
                <a:spcPts val="0"/>
              </a:spcBef>
              <a:spcAft>
                <a:spcPts val="0"/>
              </a:spcAft>
              <a:buClr>
                <a:srgbClr val="000000"/>
              </a:buClr>
              <a:buSzPts val="1800"/>
              <a:buFont typeface="Arial"/>
              <a:buNone/>
            </a:pPr>
            <a:fld id="{00000000-1234-1234-1234-123412341234}" type="slidenum">
              <a:rPr lang="en"/>
              <a:pPr marL="0" lvl="0" indent="0" algn="r" rtl="0">
                <a:spcBef>
                  <a:spcPts val="0"/>
                </a:spcBef>
                <a:spcAft>
                  <a:spcPts val="0"/>
                </a:spcAft>
                <a:buClr>
                  <a:srgbClr val="000000"/>
                </a:buClr>
                <a:buSzPts val="1800"/>
                <a:buFont typeface="Arial"/>
                <a:buNone/>
              </a:pPr>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40"/>
          <p:cNvSpPr txBox="1">
            <a:spLocks noGrp="1"/>
          </p:cNvSpPr>
          <p:nvPr>
            <p:ph type="title"/>
          </p:nvPr>
        </p:nvSpPr>
        <p:spPr>
          <a:xfrm>
            <a:off x="623400" y="317750"/>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Challenges in NLP - Ambiguity in Preposition Attachment</a:t>
            </a:r>
            <a:endParaRPr dirty="0">
              <a:latin typeface="Times New Roman" panose="02020603050405020304" pitchFamily="18" charset="0"/>
              <a:cs typeface="Times New Roman" panose="02020603050405020304" pitchFamily="18" charset="0"/>
            </a:endParaRPr>
          </a:p>
        </p:txBody>
      </p:sp>
      <p:sp>
        <p:nvSpPr>
          <p:cNvPr id="237" name="Google Shape;237;p40"/>
          <p:cNvSpPr txBox="1">
            <a:spLocks noGrp="1"/>
          </p:cNvSpPr>
          <p:nvPr>
            <p:ph type="body" idx="1"/>
          </p:nvPr>
        </p:nvSpPr>
        <p:spPr>
          <a:xfrm>
            <a:off x="609600" y="1430850"/>
            <a:ext cx="7138500" cy="3138000"/>
          </a:xfrm>
          <a:prstGeom prst="rect">
            <a:avLst/>
          </a:prstGeom>
          <a:noFill/>
          <a:ln>
            <a:noFill/>
          </a:ln>
        </p:spPr>
        <p:txBody>
          <a:bodyPr spcFirstLastPara="1" wrap="square" lIns="91425" tIns="91425" rIns="91425" bIns="91425" anchor="t" anchorCtr="0">
            <a:noAutofit/>
          </a:bodyPr>
          <a:lstStyle/>
          <a:p>
            <a:pPr marL="457200" lvl="0" indent="-381000" algn="l" rtl="0">
              <a:lnSpc>
                <a:spcPct val="115000"/>
              </a:lnSpc>
              <a:spcBef>
                <a:spcPts val="0"/>
              </a:spcBef>
              <a:spcAft>
                <a:spcPts val="0"/>
              </a:spcAft>
              <a:buClr>
                <a:srgbClr val="2C2D30"/>
              </a:buClr>
              <a:buSzPts val="2400"/>
              <a:buChar char="●"/>
            </a:pPr>
            <a:r>
              <a:rPr lang="en" dirty="0">
                <a:solidFill>
                  <a:srgbClr val="2C2D30"/>
                </a:solidFill>
                <a:latin typeface="Times New Roman" panose="02020603050405020304" pitchFamily="18" charset="0"/>
                <a:cs typeface="Times New Roman" panose="02020603050405020304" pitchFamily="18" charset="0"/>
              </a:rPr>
              <a:t>I knew that you went to the school on Monday.</a:t>
            </a:r>
            <a:endParaRPr dirty="0">
              <a:solidFill>
                <a:srgbClr val="2C2D30"/>
              </a:solidFill>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Clr>
                <a:srgbClr val="2C2D30"/>
              </a:buClr>
              <a:buSzPts val="2000"/>
              <a:buChar char="○"/>
            </a:pPr>
            <a:r>
              <a:rPr lang="en" dirty="0">
                <a:solidFill>
                  <a:srgbClr val="2C2D30"/>
                </a:solidFill>
                <a:latin typeface="Times New Roman" panose="02020603050405020304" pitchFamily="18" charset="0"/>
                <a:cs typeface="Times New Roman" panose="02020603050405020304" pitchFamily="18" charset="0"/>
              </a:rPr>
              <a:t>“You went to the school, and I knew it on Monday.”</a:t>
            </a:r>
            <a:endParaRPr dirty="0">
              <a:solidFill>
                <a:srgbClr val="2C2D30"/>
              </a:solidFill>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Clr>
                <a:srgbClr val="2C2D30"/>
              </a:buClr>
              <a:buSzPts val="2000"/>
              <a:buChar char="○"/>
            </a:pPr>
            <a:r>
              <a:rPr lang="en" dirty="0">
                <a:solidFill>
                  <a:srgbClr val="2C2D30"/>
                </a:solidFill>
                <a:latin typeface="Times New Roman" panose="02020603050405020304" pitchFamily="18" charset="0"/>
                <a:cs typeface="Times New Roman" panose="02020603050405020304" pitchFamily="18" charset="0"/>
              </a:rPr>
              <a:t>“You went to the school on Monday, and I knew it.”</a:t>
            </a:r>
            <a:r>
              <a:rPr lang="en" dirty="0">
                <a:latin typeface="Times New Roman" panose="02020603050405020304" pitchFamily="18" charset="0"/>
                <a:cs typeface="Times New Roman" panose="02020603050405020304" pitchFamily="18" charset="0"/>
              </a:rPr>
              <a:t> </a:t>
            </a:r>
          </a:p>
          <a:p>
            <a:pPr marL="914400" lvl="1" indent="-355600" algn="l" rtl="0">
              <a:lnSpc>
                <a:spcPct val="115000"/>
              </a:lnSpc>
              <a:spcBef>
                <a:spcPts val="0"/>
              </a:spcBef>
              <a:spcAft>
                <a:spcPts val="0"/>
              </a:spcAft>
              <a:buClr>
                <a:srgbClr val="2C2D30"/>
              </a:buClr>
              <a:buSzPts val="2000"/>
              <a:buChar char="○"/>
            </a:pPr>
            <a:endParaRPr lang="en" dirty="0">
              <a:latin typeface="Times New Roman" panose="02020603050405020304" pitchFamily="18" charset="0"/>
              <a:cs typeface="Times New Roman" panose="02020603050405020304" pitchFamily="18" charset="0"/>
            </a:endParaRPr>
          </a:p>
          <a:p>
            <a:pPr lvl="1" algn="l" rtl="0">
              <a:lnSpc>
                <a:spcPct val="115000"/>
              </a:lnSpc>
              <a:spcBef>
                <a:spcPts val="0"/>
              </a:spcBef>
              <a:spcAft>
                <a:spcPts val="0"/>
              </a:spcAft>
              <a:buClr>
                <a:srgbClr val="2C2D30"/>
              </a:buClr>
              <a:buSzPts val="2000"/>
              <a:buFont typeface="Arial" panose="020B0604020202020204" pitchFamily="34" charset="0"/>
              <a:buChar char="•"/>
            </a:pPr>
            <a:r>
              <a:rPr lang="en" dirty="0">
                <a:latin typeface="Times New Roman" panose="02020603050405020304" pitchFamily="18" charset="0"/>
                <a:cs typeface="Times New Roman" panose="02020603050405020304" pitchFamily="18" charset="0"/>
              </a:rPr>
              <a:t>Privacy and ethical concerns</a:t>
            </a:r>
          </a:p>
          <a:p>
            <a:pPr lvl="1" algn="l" rtl="0">
              <a:lnSpc>
                <a:spcPct val="115000"/>
              </a:lnSpc>
              <a:spcBef>
                <a:spcPts val="0"/>
              </a:spcBef>
              <a:spcAft>
                <a:spcPts val="0"/>
              </a:spcAft>
              <a:buClr>
                <a:srgbClr val="2C2D30"/>
              </a:buClr>
              <a:buSzPts val="2000"/>
              <a:buFont typeface="Arial" panose="020B0604020202020204" pitchFamily="34" charset="0"/>
              <a:buChar char="•"/>
            </a:pPr>
            <a:r>
              <a:rPr lang="en" dirty="0">
                <a:latin typeface="Times New Roman" panose="02020603050405020304" pitchFamily="18" charset="0"/>
                <a:cs typeface="Times New Roman" panose="02020603050405020304" pitchFamily="18" charset="0"/>
              </a:rPr>
              <a:t> Sarcasm</a:t>
            </a:r>
          </a:p>
          <a:p>
            <a:pPr marL="914400" lvl="1" indent="-355600" algn="l" rtl="0">
              <a:lnSpc>
                <a:spcPct val="115000"/>
              </a:lnSpc>
              <a:spcBef>
                <a:spcPts val="0"/>
              </a:spcBef>
              <a:spcAft>
                <a:spcPts val="0"/>
              </a:spcAft>
              <a:buClr>
                <a:srgbClr val="2C2D30"/>
              </a:buClr>
              <a:buSzPts val="2000"/>
              <a:buChar char="○"/>
            </a:pPr>
            <a:endParaRPr lang="en" dirty="0">
              <a:latin typeface="Times New Roman" panose="02020603050405020304" pitchFamily="18" charset="0"/>
              <a:cs typeface="Times New Roman" panose="02020603050405020304" pitchFamily="18" charset="0"/>
            </a:endParaRPr>
          </a:p>
          <a:p>
            <a:pPr marL="558800" lvl="1" indent="0" algn="l" rtl="0">
              <a:lnSpc>
                <a:spcPct val="115000"/>
              </a:lnSpc>
              <a:spcBef>
                <a:spcPts val="0"/>
              </a:spcBef>
              <a:spcAft>
                <a:spcPts val="0"/>
              </a:spcAft>
              <a:buClr>
                <a:srgbClr val="2C2D30"/>
              </a:buClr>
              <a:buSzPts val="2000"/>
              <a:buNone/>
            </a:pPr>
            <a:endParaRPr lang="en"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Clr>
                <a:srgbClr val="2C2D30"/>
              </a:buClr>
              <a:buSzPts val="2000"/>
              <a:buChar char="○"/>
            </a:pPr>
            <a:endParaRPr lang="en"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Clr>
                <a:srgbClr val="2C2D30"/>
              </a:buClr>
              <a:buSzPts val="2000"/>
              <a:buChar char="○"/>
            </a:pPr>
            <a:endParaRPr lang="en" dirty="0">
              <a:latin typeface="Times New Roman" panose="02020603050405020304" pitchFamily="18" charset="0"/>
              <a:cs typeface="Times New Roman" panose="02020603050405020304" pitchFamily="18" charset="0"/>
            </a:endParaRPr>
          </a:p>
          <a:p>
            <a:pPr marL="558800" lvl="1" indent="0" algn="l" rtl="0">
              <a:lnSpc>
                <a:spcPct val="115000"/>
              </a:lnSpc>
              <a:spcBef>
                <a:spcPts val="0"/>
              </a:spcBef>
              <a:spcAft>
                <a:spcPts val="0"/>
              </a:spcAft>
              <a:buClr>
                <a:srgbClr val="2C2D30"/>
              </a:buClr>
              <a:buSzPts val="2000"/>
              <a:buNone/>
            </a:pPr>
            <a:endParaRPr dirty="0">
              <a:solidFill>
                <a:srgbClr val="737373"/>
              </a:solidFill>
              <a:latin typeface="Times New Roman" panose="02020603050405020304" pitchFamily="18" charset="0"/>
              <a:ea typeface="Open Sans"/>
              <a:cs typeface="Times New Roman" panose="02020603050405020304" pitchFamily="18" charset="0"/>
              <a:sym typeface="Open Sans"/>
            </a:endParaRPr>
          </a:p>
        </p:txBody>
      </p:sp>
      <p:sp>
        <p:nvSpPr>
          <p:cNvPr id="238" name="Google Shape;238;p40"/>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12</a:t>
            </a:fld>
            <a:endParaRPr>
              <a:solidFill>
                <a:srgbClr val="3F3F3F"/>
              </a:solidFill>
              <a:latin typeface="Roboto"/>
              <a:ea typeface="Roboto"/>
              <a:cs typeface="Roboto"/>
              <a:sym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41"/>
          <p:cNvSpPr txBox="1">
            <a:spLocks noGrp="1"/>
          </p:cNvSpPr>
          <p:nvPr>
            <p:ph type="title"/>
          </p:nvPr>
        </p:nvSpPr>
        <p:spPr>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Concepts in NLP</a:t>
            </a:r>
            <a:endParaRPr dirty="0">
              <a:latin typeface="Times New Roman" panose="02020603050405020304" pitchFamily="18" charset="0"/>
              <a:cs typeface="Times New Roman" panose="02020603050405020304" pitchFamily="18" charset="0"/>
            </a:endParaRPr>
          </a:p>
        </p:txBody>
      </p:sp>
      <p:sp>
        <p:nvSpPr>
          <p:cNvPr id="244" name="Google Shape;244;p41"/>
          <p:cNvSpPr txBox="1">
            <a:spLocks noGrp="1"/>
          </p:cNvSpPr>
          <p:nvPr>
            <p:ph type="body" idx="1"/>
          </p:nvPr>
        </p:nvSpPr>
        <p:spPr>
          <a:prstGeom prst="rect">
            <a:avLst/>
          </a:prstGeom>
          <a:noFill/>
          <a:ln>
            <a:noFill/>
          </a:ln>
        </p:spPr>
        <p:txBody>
          <a:bodyPr spcFirstLastPara="1" wrap="square" lIns="91425" tIns="91425" rIns="91425" bIns="91425" anchor="t" anchorCtr="0">
            <a:noAutofit/>
          </a:bodyPr>
          <a:lstStyle/>
          <a:p>
            <a:pPr marL="457200" lvl="0" indent="-381000" algn="l" rtl="0">
              <a:lnSpc>
                <a:spcPct val="115000"/>
              </a:lnSpc>
              <a:spcBef>
                <a:spcPts val="0"/>
              </a:spcBef>
              <a:spcAft>
                <a:spcPts val="0"/>
              </a:spcAft>
              <a:buClr>
                <a:srgbClr val="000000"/>
              </a:buClr>
              <a:buSzPts val="2400"/>
              <a:buChar char="●"/>
            </a:pPr>
            <a:r>
              <a:rPr lang="en-US" dirty="0">
                <a:solidFill>
                  <a:srgbClr val="000000"/>
                </a:solidFill>
                <a:latin typeface="Times New Roman" panose="02020603050405020304" pitchFamily="18" charset="0"/>
                <a:cs typeface="Times New Roman" panose="02020603050405020304" pitchFamily="18" charset="0"/>
              </a:rPr>
              <a:t>Tokenization </a:t>
            </a:r>
            <a:endParaRPr lang="en-US"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Clr>
                <a:srgbClr val="000000"/>
              </a:buClr>
              <a:buSzPts val="2400"/>
              <a:buChar char="●"/>
            </a:pPr>
            <a:r>
              <a:rPr lang="en-US" dirty="0">
                <a:solidFill>
                  <a:srgbClr val="000000"/>
                </a:solidFill>
                <a:latin typeface="Times New Roman" panose="02020603050405020304" pitchFamily="18" charset="0"/>
                <a:cs typeface="Times New Roman" panose="02020603050405020304" pitchFamily="18" charset="0"/>
              </a:rPr>
              <a:t>Sentence Segmentation</a:t>
            </a:r>
            <a:endParaRPr lang="en-US"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Clr>
                <a:srgbClr val="000000"/>
              </a:buClr>
              <a:buSzPts val="2400"/>
              <a:buChar char="●"/>
            </a:pPr>
            <a:r>
              <a:rPr lang="en-US" dirty="0">
                <a:solidFill>
                  <a:srgbClr val="000000"/>
                </a:solidFill>
                <a:latin typeface="Times New Roman" panose="02020603050405020304" pitchFamily="18" charset="0"/>
                <a:cs typeface="Times New Roman" panose="02020603050405020304" pitchFamily="18" charset="0"/>
              </a:rPr>
              <a:t>Corpus and Vocabulary</a:t>
            </a:r>
            <a:endParaRPr lang="en-US"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Clr>
                <a:srgbClr val="000000"/>
              </a:buClr>
              <a:buSzPts val="2400"/>
              <a:buChar char="●"/>
            </a:pPr>
            <a:r>
              <a:rPr lang="en-US" dirty="0">
                <a:solidFill>
                  <a:srgbClr val="000000"/>
                </a:solidFill>
                <a:latin typeface="Times New Roman" panose="02020603050405020304" pitchFamily="18" charset="0"/>
                <a:cs typeface="Times New Roman" panose="02020603050405020304" pitchFamily="18" charset="0"/>
              </a:rPr>
              <a:t>Stop words</a:t>
            </a:r>
            <a:endParaRPr lang="en-US"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Clr>
                <a:srgbClr val="000000"/>
              </a:buClr>
              <a:buSzPts val="2400"/>
              <a:buChar char="●"/>
            </a:pPr>
            <a:r>
              <a:rPr lang="en-US" dirty="0">
                <a:solidFill>
                  <a:srgbClr val="000000"/>
                </a:solidFill>
                <a:latin typeface="Times New Roman" panose="02020603050405020304" pitchFamily="18" charset="0"/>
                <a:cs typeface="Times New Roman" panose="02020603050405020304" pitchFamily="18" charset="0"/>
              </a:rPr>
              <a:t>Stemming and Lemmatization </a:t>
            </a:r>
            <a:endParaRPr lang="en-US"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Clr>
                <a:srgbClr val="000000"/>
              </a:buClr>
              <a:buSzPts val="2400"/>
              <a:buChar char="●"/>
            </a:pPr>
            <a:r>
              <a:rPr lang="en-US" dirty="0">
                <a:solidFill>
                  <a:srgbClr val="000000"/>
                </a:solidFill>
                <a:latin typeface="Times New Roman" panose="02020603050405020304" pitchFamily="18" charset="0"/>
                <a:cs typeface="Times New Roman" panose="02020603050405020304" pitchFamily="18" charset="0"/>
              </a:rPr>
              <a:t>Named Entity Recognition</a:t>
            </a:r>
            <a:endParaRPr lang="en-US"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Clr>
                <a:srgbClr val="000000"/>
              </a:buClr>
              <a:buSzPts val="2400"/>
              <a:buChar char="●"/>
            </a:pPr>
            <a:r>
              <a:rPr lang="en-US" dirty="0">
                <a:solidFill>
                  <a:srgbClr val="000000"/>
                </a:solidFill>
                <a:latin typeface="Times New Roman" panose="02020603050405020304" pitchFamily="18" charset="0"/>
                <a:cs typeface="Times New Roman" panose="02020603050405020304" pitchFamily="18" charset="0"/>
              </a:rPr>
              <a:t>Co-referencing Resolution</a:t>
            </a:r>
            <a:endParaRPr lang="en-US"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Clr>
                <a:srgbClr val="000000"/>
              </a:buClr>
              <a:buSzPts val="2400"/>
              <a:buChar char="●"/>
            </a:pPr>
            <a:r>
              <a:rPr lang="en-US" dirty="0">
                <a:solidFill>
                  <a:srgbClr val="000000"/>
                </a:solidFill>
                <a:latin typeface="Times New Roman" panose="02020603050405020304" pitchFamily="18" charset="0"/>
                <a:cs typeface="Times New Roman" panose="02020603050405020304" pitchFamily="18" charset="0"/>
              </a:rPr>
              <a:t>POS tagging</a:t>
            </a:r>
            <a:endParaRPr lang="en-US"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Clr>
                <a:srgbClr val="000000"/>
              </a:buClr>
              <a:buSzPts val="2400"/>
              <a:buChar char="●"/>
            </a:pPr>
            <a:r>
              <a:rPr lang="en" dirty="0">
                <a:solidFill>
                  <a:srgbClr val="000000"/>
                </a:solidFill>
                <a:latin typeface="Times New Roman" panose="02020603050405020304" pitchFamily="18" charset="0"/>
                <a:cs typeface="Times New Roman" panose="02020603050405020304" pitchFamily="18" charset="0"/>
              </a:rPr>
              <a:t> Parsing</a:t>
            </a:r>
            <a:endParaRPr dirty="0">
              <a:latin typeface="Times New Roman" panose="02020603050405020304" pitchFamily="18" charset="0"/>
              <a:cs typeface="Times New Roman" panose="02020603050405020304" pitchFamily="18" charset="0"/>
            </a:endParaRPr>
          </a:p>
        </p:txBody>
      </p:sp>
      <p:sp>
        <p:nvSpPr>
          <p:cNvPr id="245" name="Google Shape;245;p41"/>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13</a:t>
            </a:fld>
            <a:endParaRPr>
              <a:solidFill>
                <a:srgbClr val="3F3F3F"/>
              </a:solidFill>
              <a:latin typeface="Roboto"/>
              <a:ea typeface="Roboto"/>
              <a:cs typeface="Roboto"/>
              <a:sym typeface="Robo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42"/>
          <p:cNvSpPr txBox="1">
            <a:spLocks noGrp="1"/>
          </p:cNvSpPr>
          <p:nvPr>
            <p:ph type="title"/>
          </p:nvPr>
        </p:nvSpPr>
        <p:spPr>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Tokenization</a:t>
            </a:r>
            <a:endParaRPr dirty="0">
              <a:latin typeface="Times New Roman" panose="02020603050405020304" pitchFamily="18" charset="0"/>
              <a:cs typeface="Times New Roman" panose="02020603050405020304" pitchFamily="18" charset="0"/>
            </a:endParaRPr>
          </a:p>
        </p:txBody>
      </p:sp>
      <p:sp>
        <p:nvSpPr>
          <p:cNvPr id="251" name="Google Shape;251;p42"/>
          <p:cNvSpPr txBox="1">
            <a:spLocks noGrp="1"/>
          </p:cNvSpPr>
          <p:nvPr>
            <p:ph type="body" idx="1"/>
          </p:nvPr>
        </p:nvSpPr>
        <p:spPr>
          <a:prstGeom prst="rect">
            <a:avLst/>
          </a:prstGeom>
          <a:noFill/>
          <a:ln>
            <a:noFill/>
          </a:ln>
        </p:spPr>
        <p:txBody>
          <a:bodyPr spcFirstLastPara="1" wrap="square" lIns="91425" tIns="91425" rIns="91425" bIns="91425" anchor="t" anchorCtr="0">
            <a:noAutofit/>
          </a:bodyPr>
          <a:lstStyle/>
          <a:p>
            <a:pPr marL="457200" lvl="0" indent="-381000" algn="l" rtl="0">
              <a:lnSpc>
                <a:spcPct val="115000"/>
              </a:lnSpc>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Tokenization method is used to split a sentence, paragraph, or </a:t>
            </a:r>
            <a:r>
              <a:rPr lang="en" dirty="0">
                <a:latin typeface="Times New Roman" panose="02020603050405020304" pitchFamily="18" charset="0"/>
                <a:cs typeface="Times New Roman" panose="02020603050405020304" pitchFamily="18" charset="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8"/>
                  </a:ext>
                </a:extLst>
              </a:rPr>
              <a:t>full-text</a:t>
            </a:r>
            <a:r>
              <a:rPr lang="en" dirty="0">
                <a:latin typeface="Times New Roman" panose="02020603050405020304" pitchFamily="18" charset="0"/>
                <a:cs typeface="Times New Roman" panose="02020603050405020304" pitchFamily="18" charset="0"/>
              </a:rPr>
              <a:t> document into smaller units - tokens</a:t>
            </a:r>
          </a:p>
          <a:p>
            <a:pPr marL="76200" lvl="0" indent="0" algn="ctr" rtl="0">
              <a:lnSpc>
                <a:spcPct val="115000"/>
              </a:lnSpc>
              <a:spcBef>
                <a:spcPts val="0"/>
              </a:spcBef>
              <a:spcAft>
                <a:spcPts val="0"/>
              </a:spcAft>
              <a:buSzPts val="2400"/>
              <a:buNone/>
            </a:pPr>
            <a:r>
              <a:rPr lang="en-US" b="1" dirty="0">
                <a:latin typeface="Times New Roman" panose="02020603050405020304" pitchFamily="18" charset="0"/>
                <a:cs typeface="Times New Roman" panose="02020603050405020304" pitchFamily="18" charset="0"/>
              </a:rPr>
              <a:t>I Love NLP.</a:t>
            </a:r>
          </a:p>
          <a:p>
            <a:pPr marL="76200" lvl="0" indent="0" algn="ctr" rtl="0">
              <a:lnSpc>
                <a:spcPct val="115000"/>
              </a:lnSpc>
              <a:spcBef>
                <a:spcPts val="0"/>
              </a:spcBef>
              <a:spcAft>
                <a:spcPts val="0"/>
              </a:spcAft>
              <a:buSzPts val="2400"/>
              <a:buNone/>
            </a:pPr>
            <a:r>
              <a:rPr lang="en" b="1" dirty="0">
                <a:latin typeface="Times New Roman" panose="02020603050405020304" pitchFamily="18" charset="0"/>
                <a:cs typeface="Times New Roman" panose="02020603050405020304" pitchFamily="18" charset="0"/>
              </a:rPr>
              <a:t>[‘I’, ‘love’, ‘NLP’,‘.’]</a:t>
            </a:r>
            <a:endParaRPr b="1"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The basic unit of a language</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It helps to interpret the meaning of the text by analysing the words present in the text</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Count the number and frequency of words in the text</a:t>
            </a:r>
            <a:endParaRPr dirty="0">
              <a:latin typeface="Times New Roman" panose="02020603050405020304" pitchFamily="18" charset="0"/>
              <a:cs typeface="Times New Roman" panose="02020603050405020304" pitchFamily="18" charset="0"/>
            </a:endParaRPr>
          </a:p>
          <a:p>
            <a:pPr marL="0" lvl="0" indent="0" algn="l" rtl="0">
              <a:lnSpc>
                <a:spcPct val="107000"/>
              </a:lnSpc>
              <a:spcBef>
                <a:spcPts val="0"/>
              </a:spcBef>
              <a:spcAft>
                <a:spcPts val="0"/>
              </a:spcAft>
              <a:buNone/>
            </a:pPr>
            <a:endParaRPr sz="1800" dirty="0">
              <a:latin typeface="Times New Roman" panose="02020603050405020304" pitchFamily="18" charset="0"/>
              <a:cs typeface="Times New Roman" panose="02020603050405020304" pitchFamily="18" charset="0"/>
            </a:endParaRPr>
          </a:p>
        </p:txBody>
      </p:sp>
      <p:sp>
        <p:nvSpPr>
          <p:cNvPr id="252" name="Google Shape;252;p42"/>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14</a:t>
            </a:fld>
            <a:endParaRPr>
              <a:solidFill>
                <a:srgbClr val="3F3F3F"/>
              </a:solidFill>
              <a:latin typeface="Roboto"/>
              <a:ea typeface="Roboto"/>
              <a:cs typeface="Roboto"/>
              <a:sym typeface="Robot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g101cb4bda0e_0_154"/>
          <p:cNvSpPr txBox="1">
            <a:spLocks noGrp="1"/>
          </p:cNvSpPr>
          <p:nvPr>
            <p:ph type="title"/>
          </p:nvPr>
        </p:nvSpPr>
        <p:spPr>
          <a:prstGeom prst="rect">
            <a:avLst/>
          </a:prstGeom>
        </p:spPr>
        <p:txBody>
          <a:bodyPr spcFirstLastPara="1" wrap="square" lIns="68575" tIns="34275" rIns="68575" bIns="34275" anchor="ctr" anchorCtr="0">
            <a:noAutofit/>
          </a:bodyPr>
          <a:lstStyle/>
          <a:p>
            <a:pPr marL="0" lvl="0" indent="0" algn="l" rtl="0">
              <a:lnSpc>
                <a:spcPct val="100000"/>
              </a:lnSpc>
              <a:spcBef>
                <a:spcPts val="0"/>
              </a:spcBef>
              <a:spcAft>
                <a:spcPts val="0"/>
              </a:spcAft>
              <a:buClr>
                <a:schemeClr val="dk1"/>
              </a:buClr>
              <a:buSzPts val="3200"/>
              <a:buFont typeface="Arial"/>
              <a:buNone/>
            </a:pPr>
            <a:r>
              <a:rPr lang="en" dirty="0">
                <a:latin typeface="Times New Roman" panose="02020603050405020304" pitchFamily="18" charset="0"/>
                <a:cs typeface="Times New Roman" panose="02020603050405020304" pitchFamily="18" charset="0"/>
              </a:rPr>
              <a:t>Tokenization</a:t>
            </a:r>
            <a:endParaRPr dirty="0">
              <a:latin typeface="Times New Roman" panose="02020603050405020304" pitchFamily="18" charset="0"/>
              <a:cs typeface="Times New Roman" panose="02020603050405020304" pitchFamily="18" charset="0"/>
            </a:endParaRPr>
          </a:p>
        </p:txBody>
      </p:sp>
      <p:sp>
        <p:nvSpPr>
          <p:cNvPr id="258" name="Google Shape;258;g101cb4bda0e_0_154"/>
          <p:cNvSpPr txBox="1">
            <a:spLocks noGrp="1"/>
          </p:cNvSpPr>
          <p:nvPr>
            <p:ph type="body" idx="1"/>
          </p:nvPr>
        </p:nvSpPr>
        <p:spPr>
          <a:prstGeom prst="rect">
            <a:avLst/>
          </a:prstGeom>
        </p:spPr>
        <p:txBody>
          <a:bodyPr spcFirstLastPara="1" wrap="square" lIns="68575" tIns="34275" rIns="68575" bIns="34275" anchor="t" anchorCtr="0">
            <a:noAutofit/>
          </a:bodyPr>
          <a:lstStyle/>
          <a:p>
            <a:pPr marL="457200" lvl="0" indent="-381000" algn="l" rtl="0">
              <a:lnSpc>
                <a:spcPct val="107000"/>
              </a:lnSpc>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Once tokenized we can perform other functions to the text like</a:t>
            </a:r>
            <a:endParaRPr dirty="0">
              <a:latin typeface="Times New Roman" panose="02020603050405020304" pitchFamily="18" charset="0"/>
              <a:cs typeface="Times New Roman" panose="02020603050405020304" pitchFamily="18" charset="0"/>
            </a:endParaRPr>
          </a:p>
          <a:p>
            <a:pPr marL="914400" lvl="1" indent="-355600" algn="l" rtl="0">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Find parts of speech for each token</a:t>
            </a:r>
            <a:endParaRPr dirty="0">
              <a:latin typeface="Times New Roman" panose="02020603050405020304" pitchFamily="18" charset="0"/>
              <a:cs typeface="Times New Roman" panose="02020603050405020304" pitchFamily="18" charset="0"/>
            </a:endParaRPr>
          </a:p>
          <a:p>
            <a:pPr marL="914400" lvl="1" indent="-355600" algn="l" rtl="0">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Lemmatization </a:t>
            </a:r>
            <a:endParaRPr dirty="0">
              <a:latin typeface="Times New Roman" panose="02020603050405020304" pitchFamily="18" charset="0"/>
              <a:cs typeface="Times New Roman" panose="02020603050405020304" pitchFamily="18" charset="0"/>
            </a:endParaRPr>
          </a:p>
          <a:p>
            <a:pPr marL="914400" lvl="1" indent="-355600" algn="l" rtl="0">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Stop word removal</a:t>
            </a:r>
            <a:endParaRPr dirty="0">
              <a:latin typeface="Times New Roman" panose="02020603050405020304" pitchFamily="18" charset="0"/>
              <a:cs typeface="Times New Roman" panose="02020603050405020304" pitchFamily="18" charset="0"/>
            </a:endParaRPr>
          </a:p>
          <a:p>
            <a:pPr marL="457200" lvl="0" indent="0" algn="l" rtl="0">
              <a:spcBef>
                <a:spcPts val="800"/>
              </a:spcBef>
              <a:spcAft>
                <a:spcPts val="0"/>
              </a:spcAft>
              <a:buNone/>
            </a:pPr>
            <a:endParaRPr dirty="0">
              <a:latin typeface="Times New Roman" panose="02020603050405020304" pitchFamily="18" charset="0"/>
              <a:cs typeface="Times New Roman" panose="02020603050405020304" pitchFamily="18" charset="0"/>
            </a:endParaRPr>
          </a:p>
        </p:txBody>
      </p:sp>
      <p:sp>
        <p:nvSpPr>
          <p:cNvPr id="259" name="Google Shape;259;g101cb4bda0e_0_154"/>
          <p:cNvSpPr txBox="1">
            <a:spLocks noGrp="1"/>
          </p:cNvSpPr>
          <p:nvPr>
            <p:ph type="sldNum" idx="12"/>
          </p:nvPr>
        </p:nvSpPr>
        <p:spPr>
          <a:prstGeom prst="rect">
            <a:avLst/>
          </a:prstGeom>
        </p:spPr>
        <p:txBody>
          <a:bodyPr spcFirstLastPara="1" wrap="square" lIns="68575" tIns="34275" rIns="68575" bIns="34275" anchor="ctr" anchorCtr="0">
            <a:noAutofit/>
          </a:bodyPr>
          <a:lstStyle/>
          <a:p>
            <a:pPr marL="0" lvl="0" indent="0" algn="r" rtl="0">
              <a:spcBef>
                <a:spcPts val="0"/>
              </a:spcBef>
              <a:spcAft>
                <a:spcPts val="0"/>
              </a:spcAft>
              <a:buClr>
                <a:srgbClr val="000000"/>
              </a:buClr>
              <a:buSzPts val="1800"/>
              <a:buFont typeface="Arial"/>
              <a:buNone/>
            </a:pPr>
            <a:fld id="{00000000-1234-1234-1234-123412341234}" type="slidenum">
              <a:rPr lang="en"/>
              <a:pPr marL="0" lvl="0" indent="0" algn="r" rtl="0">
                <a:spcBef>
                  <a:spcPts val="0"/>
                </a:spcBef>
                <a:spcAft>
                  <a:spcPts val="0"/>
                </a:spcAft>
                <a:buClr>
                  <a:srgbClr val="000000"/>
                </a:buClr>
                <a:buSzPts val="1800"/>
                <a:buFont typeface="Arial"/>
                <a:buNone/>
              </a:pPr>
              <a:t>15</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sp>
        <p:nvSpPr>
          <p:cNvPr id="264" name="Google Shape;264;p43"/>
          <p:cNvSpPr txBox="1">
            <a:spLocks noGrp="1"/>
          </p:cNvSpPr>
          <p:nvPr>
            <p:ph type="title"/>
          </p:nvPr>
        </p:nvSpPr>
        <p:spPr>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Sentence Segmentation</a:t>
            </a:r>
            <a:endParaRPr dirty="0">
              <a:latin typeface="Times New Roman" panose="02020603050405020304" pitchFamily="18" charset="0"/>
              <a:cs typeface="Times New Roman" panose="02020603050405020304" pitchFamily="18" charset="0"/>
            </a:endParaRPr>
          </a:p>
        </p:txBody>
      </p:sp>
      <p:sp>
        <p:nvSpPr>
          <p:cNvPr id="265" name="Google Shape;265;p43"/>
          <p:cNvSpPr txBox="1">
            <a:spLocks noGrp="1"/>
          </p:cNvSpPr>
          <p:nvPr>
            <p:ph type="body" idx="1"/>
          </p:nvPr>
        </p:nvSpPr>
        <p:spPr>
          <a:xfrm>
            <a:off x="623400" y="1152475"/>
            <a:ext cx="7891950" cy="3669556"/>
          </a:xfrm>
          <a:prstGeom prst="rect">
            <a:avLst/>
          </a:prstGeom>
          <a:noFill/>
          <a:ln>
            <a:noFill/>
          </a:ln>
        </p:spPr>
        <p:txBody>
          <a:bodyPr spcFirstLastPara="1" wrap="square" lIns="91425" tIns="91425" rIns="91425" bIns="91425" anchor="t" anchorCtr="0">
            <a:noAutofit/>
          </a:bodyPr>
          <a:lstStyle/>
          <a:p>
            <a:pPr marL="457200" lvl="0" indent="-381000" algn="l" rtl="0">
              <a:lnSpc>
                <a:spcPct val="107000"/>
              </a:lnSpc>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 </a:t>
            </a:r>
            <a:r>
              <a:rPr lang="en-US" sz="1400" dirty="0">
                <a:latin typeface="Times New Roman" panose="02020603050405020304" pitchFamily="18" charset="0"/>
                <a:cs typeface="Times New Roman" panose="02020603050405020304" pitchFamily="18" charset="0"/>
              </a:rPr>
              <a:t>You first need to break the entire document down into its constituent sentences. You can do this by segmenting the article along with its punctuations like full stops and commas.</a:t>
            </a:r>
          </a:p>
          <a:p>
            <a:pPr marL="457200" lvl="0" indent="-381000" algn="l" rtl="0">
              <a:lnSpc>
                <a:spcPct val="107000"/>
              </a:lnSpc>
              <a:spcBef>
                <a:spcPts val="0"/>
              </a:spcBef>
              <a:spcAft>
                <a:spcPts val="0"/>
              </a:spcAft>
              <a:buSzPts val="2400"/>
              <a:buChar char="●"/>
            </a:pPr>
            <a:r>
              <a:rPr lang="en-US" sz="1400" dirty="0">
                <a:latin typeface="Times New Roman" panose="02020603050405020304" pitchFamily="18" charset="0"/>
                <a:cs typeface="Times New Roman" panose="02020603050405020304" pitchFamily="18" charset="0"/>
              </a:rPr>
              <a:t> </a:t>
            </a:r>
            <a:endParaRPr lang="en" sz="1400" dirty="0">
              <a:latin typeface="Times New Roman" panose="02020603050405020304" pitchFamily="18" charset="0"/>
              <a:cs typeface="Times New Roman" panose="02020603050405020304" pitchFamily="18" charset="0"/>
            </a:endParaRPr>
          </a:p>
          <a:p>
            <a:pPr marL="457200" lvl="0" indent="-381000" algn="l" rtl="0">
              <a:lnSpc>
                <a:spcPct val="107000"/>
              </a:lnSpc>
              <a:spcBef>
                <a:spcPts val="0"/>
              </a:spcBef>
              <a:spcAft>
                <a:spcPts val="0"/>
              </a:spcAft>
              <a:buSzPts val="2400"/>
              <a:buChar char="●"/>
            </a:pPr>
            <a:endParaRPr lang="en" sz="1400" dirty="0">
              <a:latin typeface="Times New Roman" panose="02020603050405020304" pitchFamily="18" charset="0"/>
              <a:cs typeface="Times New Roman" panose="02020603050405020304" pitchFamily="18" charset="0"/>
            </a:endParaRPr>
          </a:p>
          <a:p>
            <a:pPr marL="457200" lvl="0" indent="-381000" algn="l" rtl="0">
              <a:lnSpc>
                <a:spcPct val="107000"/>
              </a:lnSpc>
              <a:spcBef>
                <a:spcPts val="0"/>
              </a:spcBef>
              <a:spcAft>
                <a:spcPts val="0"/>
              </a:spcAft>
              <a:buSzPts val="2400"/>
              <a:buChar char="●"/>
            </a:pPr>
            <a:r>
              <a:rPr lang="en" sz="1400" dirty="0">
                <a:latin typeface="Times New Roman" panose="02020603050405020304" pitchFamily="18" charset="0"/>
                <a:cs typeface="Times New Roman" panose="02020603050405020304" pitchFamily="18" charset="0"/>
              </a:rPr>
              <a:t>Splitting the given input text into sentences </a:t>
            </a:r>
            <a:endParaRPr sz="1400" dirty="0">
              <a:latin typeface="Times New Roman" panose="02020603050405020304" pitchFamily="18" charset="0"/>
              <a:cs typeface="Times New Roman" panose="02020603050405020304" pitchFamily="18" charset="0"/>
            </a:endParaRPr>
          </a:p>
          <a:p>
            <a:pPr marL="457200" lvl="0" indent="-381000" algn="l" rtl="0">
              <a:lnSpc>
                <a:spcPct val="107000"/>
              </a:lnSpc>
              <a:spcBef>
                <a:spcPts val="0"/>
              </a:spcBef>
              <a:spcAft>
                <a:spcPts val="0"/>
              </a:spcAft>
              <a:buSzPts val="2400"/>
              <a:buChar char="●"/>
            </a:pPr>
            <a:r>
              <a:rPr lang="en" sz="1400" dirty="0">
                <a:latin typeface="Times New Roman" panose="02020603050405020304" pitchFamily="18" charset="0"/>
                <a:cs typeface="Times New Roman" panose="02020603050405020304" pitchFamily="18" charset="0"/>
              </a:rPr>
              <a:t>Characters used for defining sentence end -  ‘!’, ‘?’, ‘.’</a:t>
            </a:r>
            <a:endParaRPr sz="1400" dirty="0">
              <a:latin typeface="Times New Roman" panose="02020603050405020304" pitchFamily="18" charset="0"/>
              <a:cs typeface="Times New Roman" panose="02020603050405020304" pitchFamily="18" charset="0"/>
            </a:endParaRPr>
          </a:p>
          <a:p>
            <a:pPr marL="457200" lvl="0" indent="-381000" algn="l" rtl="0">
              <a:lnSpc>
                <a:spcPct val="107000"/>
              </a:lnSpc>
              <a:spcBef>
                <a:spcPts val="0"/>
              </a:spcBef>
              <a:spcAft>
                <a:spcPts val="0"/>
              </a:spcAft>
              <a:buSzPts val="2400"/>
              <a:buChar char="●"/>
            </a:pPr>
            <a:r>
              <a:rPr lang="en" sz="1400" dirty="0">
                <a:latin typeface="Times New Roman" panose="02020603050405020304" pitchFamily="18" charset="0"/>
                <a:cs typeface="Times New Roman" panose="02020603050405020304" pitchFamily="18" charset="0"/>
              </a:rPr>
              <a:t>Ambiguities: </a:t>
            </a:r>
            <a:endParaRPr sz="1400" dirty="0">
              <a:latin typeface="Times New Roman" panose="02020603050405020304" pitchFamily="18" charset="0"/>
              <a:cs typeface="Times New Roman" panose="02020603050405020304" pitchFamily="18" charset="0"/>
            </a:endParaRPr>
          </a:p>
          <a:p>
            <a:pPr marL="914400" lvl="1" indent="-342900" algn="l" rtl="0">
              <a:lnSpc>
                <a:spcPct val="107000"/>
              </a:lnSpc>
              <a:spcBef>
                <a:spcPts val="0"/>
              </a:spcBef>
              <a:spcAft>
                <a:spcPts val="0"/>
              </a:spcAft>
              <a:buSzPts val="1800"/>
              <a:buChar char="○"/>
            </a:pPr>
            <a:r>
              <a:rPr lang="en" sz="1400" dirty="0">
                <a:latin typeface="Times New Roman" panose="02020603050405020304" pitchFamily="18" charset="0"/>
                <a:cs typeface="Times New Roman" panose="02020603050405020304" pitchFamily="18" charset="0"/>
              </a:rPr>
              <a:t>The yearly results of Yahoo! are promising.</a:t>
            </a:r>
            <a:endParaRPr sz="1400" dirty="0">
              <a:latin typeface="Times New Roman" panose="02020603050405020304" pitchFamily="18" charset="0"/>
              <a:cs typeface="Times New Roman" panose="02020603050405020304" pitchFamily="18" charset="0"/>
            </a:endParaRPr>
          </a:p>
          <a:p>
            <a:pPr marL="914400" lvl="1" indent="-342900" algn="l" rtl="0">
              <a:lnSpc>
                <a:spcPct val="107000"/>
              </a:lnSpc>
              <a:spcBef>
                <a:spcPts val="0"/>
              </a:spcBef>
              <a:spcAft>
                <a:spcPts val="0"/>
              </a:spcAft>
              <a:buSzPts val="1800"/>
              <a:buChar char="○"/>
            </a:pPr>
            <a:r>
              <a:rPr lang="en" sz="1400" dirty="0">
                <a:latin typeface="Times New Roman" panose="02020603050405020304" pitchFamily="18" charset="0"/>
                <a:cs typeface="Times New Roman" panose="02020603050405020304" pitchFamily="18" charset="0"/>
              </a:rPr>
              <a:t>We are using</a:t>
            </a:r>
            <a:r>
              <a:rPr lang="en" sz="1400" dirty="0">
                <a:latin typeface="Times New Roman" panose="02020603050405020304" pitchFamily="18" charset="0"/>
                <a:cs typeface="Times New Roman" panose="02020603050405020304" pitchFamily="18" charset="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9"/>
                  </a:ext>
                </a:extLst>
              </a:rPr>
              <a:t> </a:t>
            </a:r>
            <a:r>
              <a:rPr lang="en" sz="1400" dirty="0">
                <a:latin typeface="Times New Roman" panose="02020603050405020304" pitchFamily="18" charset="0"/>
                <a:cs typeface="Times New Roman" panose="02020603050405020304" pitchFamily="18" charset="0"/>
              </a:rPr>
              <a:t>the .NET framework for our project.</a:t>
            </a:r>
            <a:endParaRPr sz="1400" dirty="0">
              <a:latin typeface="Times New Roman" panose="02020603050405020304" pitchFamily="18" charset="0"/>
              <a:cs typeface="Times New Roman" panose="02020603050405020304" pitchFamily="18" charset="0"/>
            </a:endParaRPr>
          </a:p>
          <a:p>
            <a:pPr marL="914400" lvl="1" indent="-342900" algn="l" rtl="0">
              <a:lnSpc>
                <a:spcPct val="107000"/>
              </a:lnSpc>
              <a:spcBef>
                <a:spcPts val="0"/>
              </a:spcBef>
              <a:spcAft>
                <a:spcPts val="0"/>
              </a:spcAft>
              <a:buSzPts val="1800"/>
              <a:buChar char="○"/>
            </a:pPr>
            <a:r>
              <a:rPr lang="en" sz="1400" dirty="0">
                <a:latin typeface="Times New Roman" panose="02020603050405020304" pitchFamily="18" charset="0"/>
                <a:cs typeface="Times New Roman" panose="02020603050405020304" pitchFamily="18" charset="0"/>
              </a:rPr>
              <a:t>Susan scored 78.5% marks in her exams</a:t>
            </a:r>
            <a:endParaRPr sz="1400" dirty="0">
              <a:latin typeface="Times New Roman" panose="02020603050405020304" pitchFamily="18" charset="0"/>
              <a:cs typeface="Times New Roman" panose="02020603050405020304" pitchFamily="18" charset="0"/>
            </a:endParaRPr>
          </a:p>
          <a:p>
            <a:pPr marL="914400" lvl="1" indent="-342900" algn="l" rtl="0">
              <a:lnSpc>
                <a:spcPct val="107000"/>
              </a:lnSpc>
              <a:spcBef>
                <a:spcPts val="0"/>
              </a:spcBef>
              <a:spcAft>
                <a:spcPts val="0"/>
              </a:spcAft>
              <a:buSzPts val="1800"/>
              <a:buChar char="○"/>
            </a:pPr>
            <a:r>
              <a:rPr lang="en" sz="1400" dirty="0">
                <a:latin typeface="Times New Roman" panose="02020603050405020304" pitchFamily="18" charset="0"/>
                <a:cs typeface="Times New Roman" panose="02020603050405020304" pitchFamily="18" charset="0"/>
              </a:rPr>
              <a:t>Mr. Mehta is doing a great job.</a:t>
            </a:r>
            <a:endParaRPr sz="1400" dirty="0">
              <a:latin typeface="Times New Roman" panose="02020603050405020304" pitchFamily="18" charset="0"/>
              <a:cs typeface="Times New Roman" panose="02020603050405020304" pitchFamily="18" charset="0"/>
            </a:endParaRPr>
          </a:p>
          <a:p>
            <a:pPr marL="457200" lvl="0" indent="-355600" algn="l" rtl="0">
              <a:lnSpc>
                <a:spcPct val="107000"/>
              </a:lnSpc>
              <a:spcBef>
                <a:spcPts val="0"/>
              </a:spcBef>
              <a:spcAft>
                <a:spcPts val="0"/>
              </a:spcAft>
              <a:buSzPts val="2000"/>
              <a:buChar char="●"/>
            </a:pPr>
            <a:r>
              <a:rPr lang="en" sz="1400" dirty="0">
                <a:latin typeface="Times New Roman" panose="02020603050405020304" pitchFamily="18" charset="0"/>
                <a:cs typeface="Times New Roman" panose="02020603050405020304" pitchFamily="18" charset="0"/>
              </a:rPr>
              <a:t>Rules like – Numbers around the ‘.’</a:t>
            </a:r>
            <a:endParaRPr sz="1400" dirty="0">
              <a:latin typeface="Times New Roman" panose="02020603050405020304" pitchFamily="18" charset="0"/>
              <a:cs typeface="Times New Roman" panose="02020603050405020304" pitchFamily="18" charset="0"/>
            </a:endParaRPr>
          </a:p>
        </p:txBody>
      </p:sp>
      <p:sp>
        <p:nvSpPr>
          <p:cNvPr id="266" name="Google Shape;266;p43"/>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16</a:t>
            </a:fld>
            <a:endParaRPr>
              <a:solidFill>
                <a:srgbClr val="3F3F3F"/>
              </a:solidFill>
              <a:latin typeface="Roboto"/>
              <a:ea typeface="Roboto"/>
              <a:cs typeface="Roboto"/>
              <a:sym typeface="Robot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44"/>
          <p:cNvSpPr txBox="1">
            <a:spLocks noGrp="1"/>
          </p:cNvSpPr>
          <p:nvPr>
            <p:ph type="title"/>
          </p:nvPr>
        </p:nvSpPr>
        <p:spPr>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Corpus and Vocabulary</a:t>
            </a:r>
            <a:endParaRPr dirty="0">
              <a:latin typeface="Times New Roman" panose="02020603050405020304" pitchFamily="18" charset="0"/>
              <a:cs typeface="Times New Roman" panose="02020603050405020304" pitchFamily="18" charset="0"/>
            </a:endParaRPr>
          </a:p>
        </p:txBody>
      </p:sp>
      <p:sp>
        <p:nvSpPr>
          <p:cNvPr id="272" name="Google Shape;272;p44"/>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17</a:t>
            </a:fld>
            <a:endParaRPr>
              <a:solidFill>
                <a:srgbClr val="3F3F3F"/>
              </a:solidFill>
              <a:latin typeface="Roboto"/>
              <a:ea typeface="Roboto"/>
              <a:cs typeface="Roboto"/>
              <a:sym typeface="Roboto"/>
            </a:endParaRPr>
          </a:p>
        </p:txBody>
      </p:sp>
      <p:sp>
        <p:nvSpPr>
          <p:cNvPr id="273" name="Google Shape;273;p44"/>
          <p:cNvSpPr txBox="1"/>
          <p:nvPr/>
        </p:nvSpPr>
        <p:spPr>
          <a:xfrm>
            <a:off x="623400" y="1152475"/>
            <a:ext cx="8452800" cy="4109400"/>
          </a:xfrm>
          <a:prstGeom prst="rect">
            <a:avLst/>
          </a:prstGeom>
          <a:noFill/>
          <a:ln>
            <a:noFill/>
          </a:ln>
        </p:spPr>
        <p:txBody>
          <a:bodyPr spcFirstLastPara="1" wrap="square" lIns="91425" tIns="91425" rIns="91425" bIns="91425" anchor="t" anchorCtr="0">
            <a:noAutofit/>
          </a:bodyPr>
          <a:lstStyle/>
          <a:p>
            <a:pPr marL="444500" marR="0" lvl="0" indent="-342900" algn="l" rtl="0">
              <a:lnSpc>
                <a:spcPct val="100000"/>
              </a:lnSpc>
              <a:spcBef>
                <a:spcPts val="0"/>
              </a:spcBef>
              <a:spcAft>
                <a:spcPts val="0"/>
              </a:spcAft>
              <a:buClr>
                <a:schemeClr val="dk1"/>
              </a:buClr>
              <a:buSzPts val="2400"/>
              <a:buFont typeface="Gill Sans"/>
              <a:buChar char="●"/>
            </a:pPr>
            <a:r>
              <a:rPr lang="en" sz="24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text corpus  </a:t>
            </a:r>
            <a:endParaRPr sz="24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01700" marR="0" lvl="1" indent="-342900" algn="l" rtl="0">
              <a:lnSpc>
                <a:spcPct val="100000"/>
              </a:lnSpc>
              <a:spcBef>
                <a:spcPts val="0"/>
              </a:spcBef>
              <a:spcAft>
                <a:spcPts val="0"/>
              </a:spcAft>
              <a:buClr>
                <a:schemeClr val="dk1"/>
              </a:buClr>
              <a:buSzPts val="2000"/>
              <a:buFont typeface="Gill Sans"/>
              <a:buChar char="○"/>
            </a:pP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The set of text documents</a:t>
            </a: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0"/>
                  </a:ext>
                </a:extLst>
              </a:rPr>
              <a:t> </a:t>
            </a: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used for the model.</a:t>
            </a:r>
            <a:endParaRPr sz="20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01700" marR="0" lvl="1" indent="-342900" algn="l" rtl="0">
              <a:lnSpc>
                <a:spcPct val="100000"/>
              </a:lnSpc>
              <a:spcBef>
                <a:spcPts val="0"/>
              </a:spcBef>
              <a:spcAft>
                <a:spcPts val="0"/>
              </a:spcAft>
              <a:buClr>
                <a:schemeClr val="dk1"/>
              </a:buClr>
              <a:buSzPts val="2000"/>
              <a:buFont typeface="Gill Sans"/>
              <a:buChar char="○"/>
            </a:pP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e.g. For model to analyze movie reviews, corpus is the set of  documents each containing a movie review. </a:t>
            </a:r>
            <a:endParaRPr sz="20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01700" marR="0" lvl="1" indent="-342900" algn="l" rtl="0">
              <a:lnSpc>
                <a:spcPct val="100000"/>
              </a:lnSpc>
              <a:spcBef>
                <a:spcPts val="0"/>
              </a:spcBef>
              <a:spcAft>
                <a:spcPts val="0"/>
              </a:spcAft>
              <a:buClr>
                <a:schemeClr val="dk1"/>
              </a:buClr>
              <a:buSzPts val="2000"/>
              <a:buFont typeface="Gill Sans"/>
              <a:buChar char="○"/>
            </a:pP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Documents set divided into training</a:t>
            </a: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1"/>
                  </a:ext>
                </a:extLst>
              </a:rPr>
              <a:t>/</a:t>
            </a: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testing for the model</a:t>
            </a:r>
            <a:endParaRPr sz="20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444500" marR="0" lvl="0" indent="-342900" algn="l" rtl="0">
              <a:lnSpc>
                <a:spcPct val="100000"/>
              </a:lnSpc>
              <a:spcBef>
                <a:spcPts val="0"/>
              </a:spcBef>
              <a:spcAft>
                <a:spcPts val="0"/>
              </a:spcAft>
              <a:buClr>
                <a:schemeClr val="dk1"/>
              </a:buClr>
              <a:buSzPts val="2400"/>
              <a:buFont typeface="Gill Sans"/>
              <a:buChar char="●"/>
            </a:pPr>
            <a:r>
              <a:rPr lang="en" sz="24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Vocabulary </a:t>
            </a:r>
            <a:endParaRPr sz="24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marR="0" lvl="1" indent="-355600" algn="l" rtl="0">
              <a:lnSpc>
                <a:spcPct val="100000"/>
              </a:lnSpc>
              <a:spcBef>
                <a:spcPts val="0"/>
              </a:spcBef>
              <a:spcAft>
                <a:spcPts val="0"/>
              </a:spcAft>
              <a:buClr>
                <a:schemeClr val="dk1"/>
              </a:buClr>
              <a:buSzPts val="2000"/>
              <a:buFont typeface="Gill Sans"/>
              <a:buChar char="○"/>
            </a:pP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The unique set of words in the entire corpus </a:t>
            </a:r>
            <a:endParaRPr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marR="0" lvl="1" indent="-355600" algn="l" rtl="0">
              <a:lnSpc>
                <a:spcPct val="100000"/>
              </a:lnSpc>
              <a:spcBef>
                <a:spcPts val="0"/>
              </a:spcBef>
              <a:spcAft>
                <a:spcPts val="0"/>
              </a:spcAft>
              <a:buClr>
                <a:schemeClr val="dk1"/>
              </a:buClr>
              <a:buSzPts val="2000"/>
              <a:buFont typeface="Gill Sans"/>
              <a:buChar char="○"/>
            </a:pP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Usually, the feature vector is based on the vocabulary of the corpus</a:t>
            </a:r>
            <a:endParaRPr sz="20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marR="0" lvl="1" indent="-355600" algn="l" rtl="0">
              <a:lnSpc>
                <a:spcPct val="100000"/>
              </a:lnSpc>
              <a:spcBef>
                <a:spcPts val="0"/>
              </a:spcBef>
              <a:spcAft>
                <a:spcPts val="0"/>
              </a:spcAft>
              <a:buClr>
                <a:schemeClr val="dk1"/>
              </a:buClr>
              <a:buSzPts val="2000"/>
              <a:buFont typeface="Gill Sans"/>
              <a:buChar char="○"/>
            </a:pP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Vocabulary size – number of words in the vocabulary</a:t>
            </a:r>
            <a:endParaRPr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endParaRPr>
          </a:p>
          <a:p>
            <a:pPr marL="444500" marR="0" lvl="0" indent="-342900" algn="l" rtl="0">
              <a:lnSpc>
                <a:spcPct val="100000"/>
              </a:lnSpc>
              <a:spcBef>
                <a:spcPts val="0"/>
              </a:spcBef>
              <a:spcAft>
                <a:spcPts val="0"/>
              </a:spcAft>
              <a:buClr>
                <a:schemeClr val="dk1"/>
              </a:buClr>
              <a:buSzPts val="2400"/>
              <a:buFont typeface="Gill Sans"/>
              <a:buChar char="●"/>
            </a:pPr>
            <a:r>
              <a:rPr lang="en" sz="24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Freely available corpus </a:t>
            </a:r>
            <a:endParaRPr sz="24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marR="0" lvl="1" indent="-355600" algn="l" rtl="0">
              <a:lnSpc>
                <a:spcPct val="100000"/>
              </a:lnSpc>
              <a:spcBef>
                <a:spcPts val="0"/>
              </a:spcBef>
              <a:spcAft>
                <a:spcPts val="0"/>
              </a:spcAft>
              <a:buClr>
                <a:schemeClr val="dk1"/>
              </a:buClr>
              <a:buSzPts val="2000"/>
              <a:buFont typeface="Gill Sans"/>
              <a:buChar char="○"/>
            </a:pP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Links to some freely available corpora - www.nltk.org</a:t>
            </a:r>
            <a:endParaRPr sz="2000" dirty="0">
              <a:solidFill>
                <a:schemeClr val="dk1"/>
              </a:solidFill>
              <a:latin typeface="Times New Roman" panose="02020603050405020304" pitchFamily="18" charset="0"/>
              <a:ea typeface="Gill Sans"/>
              <a:cs typeface="Times New Roman" panose="02020603050405020304" pitchFamily="18" charset="0"/>
              <a:sym typeface="Gill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45"/>
          <p:cNvSpPr txBox="1">
            <a:spLocks noGrp="1"/>
          </p:cNvSpPr>
          <p:nvPr>
            <p:ph type="title"/>
          </p:nvPr>
        </p:nvSpPr>
        <p:spPr>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Some popular Corpus Available </a:t>
            </a:r>
            <a:endParaRPr dirty="0">
              <a:latin typeface="Times New Roman" panose="02020603050405020304" pitchFamily="18" charset="0"/>
              <a:cs typeface="Times New Roman" panose="02020603050405020304" pitchFamily="18" charset="0"/>
            </a:endParaRPr>
          </a:p>
        </p:txBody>
      </p:sp>
      <p:sp>
        <p:nvSpPr>
          <p:cNvPr id="279" name="Google Shape;279;p45"/>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18</a:t>
            </a:fld>
            <a:endParaRPr>
              <a:solidFill>
                <a:srgbClr val="3F3F3F"/>
              </a:solidFill>
              <a:latin typeface="Roboto"/>
              <a:ea typeface="Roboto"/>
              <a:cs typeface="Roboto"/>
              <a:sym typeface="Roboto"/>
            </a:endParaRPr>
          </a:p>
        </p:txBody>
      </p:sp>
      <p:sp>
        <p:nvSpPr>
          <p:cNvPr id="280" name="Google Shape;280;p45"/>
          <p:cNvSpPr txBox="1"/>
          <p:nvPr/>
        </p:nvSpPr>
        <p:spPr>
          <a:xfrm>
            <a:off x="623401" y="1152475"/>
            <a:ext cx="7998900" cy="3702000"/>
          </a:xfrm>
          <a:prstGeom prst="rect">
            <a:avLst/>
          </a:prstGeom>
          <a:noFill/>
          <a:ln>
            <a:noFill/>
          </a:ln>
        </p:spPr>
        <p:txBody>
          <a:bodyPr spcFirstLastPara="1" wrap="square" lIns="91425" tIns="91425" rIns="91425" bIns="91425" anchor="t" anchorCtr="0">
            <a:noAutofit/>
          </a:bodyPr>
          <a:lstStyle/>
          <a:p>
            <a:pPr marL="457200" marR="0" lvl="0" indent="-381000" algn="l" rtl="0">
              <a:lnSpc>
                <a:spcPct val="100000"/>
              </a:lnSpc>
              <a:spcBef>
                <a:spcPts val="0"/>
              </a:spcBef>
              <a:spcAft>
                <a:spcPts val="0"/>
              </a:spcAft>
              <a:buClr>
                <a:schemeClr val="dk1"/>
              </a:buClr>
              <a:buSzPts val="2400"/>
              <a:buFont typeface="Gill Sans"/>
              <a:buChar char="●"/>
            </a:pPr>
            <a:r>
              <a:rPr lang="en" sz="24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Movie review</a:t>
            </a:r>
            <a:r>
              <a:rPr lang="en" sz="2400" dirty="0">
                <a:solidFill>
                  <a:schemeClr val="dk1"/>
                </a:solidFill>
                <a:latin typeface="Times New Roman" panose="02020603050405020304" pitchFamily="18" charset="0"/>
                <a:ea typeface="Gill Sans"/>
                <a:cs typeface="Times New Roman" panose="02020603050405020304" pitchFamily="18" charset="0"/>
                <a:sym typeface="Gill Sans"/>
              </a:rPr>
              <a:t> </a:t>
            </a:r>
            <a:r>
              <a:rPr lang="en" sz="24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dataset (IMDB dataset)</a:t>
            </a:r>
            <a:endParaRPr sz="24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marR="0" lvl="1" indent="-355600" algn="l" rtl="0">
              <a:lnSpc>
                <a:spcPct val="100000"/>
              </a:lnSpc>
              <a:spcBef>
                <a:spcPts val="0"/>
              </a:spcBef>
              <a:spcAft>
                <a:spcPts val="0"/>
              </a:spcAft>
              <a:buClr>
                <a:schemeClr val="dk1"/>
              </a:buClr>
              <a:buSzPts val="2000"/>
              <a:buFont typeface="Gill Sans"/>
              <a:buChar char="○"/>
            </a:pP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Consisting of 1000 negative and 1000 positive labeled movie reviews</a:t>
            </a:r>
            <a:endParaRPr sz="20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marR="0" lvl="1" indent="-355600" algn="l" rtl="0">
              <a:lnSpc>
                <a:spcPct val="100000"/>
              </a:lnSpc>
              <a:spcBef>
                <a:spcPts val="0"/>
              </a:spcBef>
              <a:spcAft>
                <a:spcPts val="0"/>
              </a:spcAft>
              <a:buClr>
                <a:schemeClr val="dk1"/>
              </a:buClr>
              <a:buSzPts val="2000"/>
              <a:buFont typeface="Gill Sans"/>
              <a:buChar char="○"/>
            </a:pPr>
            <a:r>
              <a:rPr lang="en" sz="2000" i="0" u="sng" strike="noStrike" cap="none" dirty="0">
                <a:solidFill>
                  <a:schemeClr val="hlink"/>
                </a:solidFill>
                <a:latin typeface="Times New Roman" panose="02020603050405020304" pitchFamily="18" charset="0"/>
                <a:ea typeface="Gill Sans"/>
                <a:cs typeface="Times New Roman" panose="02020603050405020304" pitchFamily="18" charset="0"/>
                <a:sym typeface="Gill Sans"/>
                <a:hlinkClick r:id="rId3"/>
              </a:rPr>
              <a:t>http://www.cs.cornell.edu/people/pabo/movie-review-data/</a:t>
            </a: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 </a:t>
            </a:r>
            <a:endParaRPr sz="20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457200" marR="0" lvl="0" indent="-381000" algn="l" rtl="0">
              <a:lnSpc>
                <a:spcPct val="100000"/>
              </a:lnSpc>
              <a:spcBef>
                <a:spcPts val="0"/>
              </a:spcBef>
              <a:spcAft>
                <a:spcPts val="0"/>
              </a:spcAft>
              <a:buClr>
                <a:schemeClr val="dk1"/>
              </a:buClr>
              <a:buSzPts val="2400"/>
              <a:buFont typeface="Gill Sans"/>
              <a:buChar char="●"/>
            </a:pPr>
            <a:r>
              <a:rPr lang="en" sz="24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Amazon product review datasets </a:t>
            </a:r>
            <a:endParaRPr sz="24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marR="0" lvl="1" indent="-355600" algn="l" rtl="0">
              <a:lnSpc>
                <a:spcPct val="100000"/>
              </a:lnSpc>
              <a:spcBef>
                <a:spcPts val="0"/>
              </a:spcBef>
              <a:spcAft>
                <a:spcPts val="0"/>
              </a:spcAft>
              <a:buClr>
                <a:schemeClr val="dk1"/>
              </a:buClr>
              <a:buSzPts val="2000"/>
              <a:buFont typeface="Gill Sans"/>
              <a:buChar char="○"/>
            </a:pP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DVD dataset, Sports and Outdoor datasets</a:t>
            </a:r>
            <a:endParaRPr sz="20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marR="0" lvl="1" indent="-355600" algn="l" rtl="0">
              <a:lnSpc>
                <a:spcPct val="100000"/>
              </a:lnSpc>
              <a:spcBef>
                <a:spcPts val="0"/>
              </a:spcBef>
              <a:spcAft>
                <a:spcPts val="0"/>
              </a:spcAft>
              <a:buClr>
                <a:schemeClr val="dk1"/>
              </a:buClr>
              <a:buSzPts val="2000"/>
              <a:buFont typeface="Gill Sans"/>
              <a:buChar char="○"/>
            </a:pP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Each consisting of </a:t>
            </a:r>
            <a:r>
              <a:rPr lang="en" sz="2000" i="0" u="none" strike="noStrike" cap="none" dirty="0">
                <a:solidFill>
                  <a:schemeClr val="dk1"/>
                </a:solidFill>
                <a:latin typeface="Times New Roman" panose="02020603050405020304" pitchFamily="18" charset="0"/>
                <a:cs typeface="Times New Roman" panose="02020603050405020304" pitchFamily="18" charset="0"/>
              </a:rPr>
              <a:t>1</a:t>
            </a: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000 negative and </a:t>
            </a:r>
            <a:r>
              <a:rPr lang="en" sz="2000" i="0" u="none" strike="noStrike" cap="none" dirty="0">
                <a:solidFill>
                  <a:schemeClr val="dk1"/>
                </a:solidFill>
                <a:latin typeface="Times New Roman" panose="02020603050405020304" pitchFamily="18" charset="0"/>
                <a:cs typeface="Times New Roman" panose="02020603050405020304" pitchFamily="18" charset="0"/>
              </a:rPr>
              <a:t>1</a:t>
            </a: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000 positive labeled product reviews.</a:t>
            </a:r>
            <a:endParaRPr sz="20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marR="0" lvl="1" indent="-355600" algn="l" rtl="0">
              <a:lnSpc>
                <a:spcPct val="100000"/>
              </a:lnSpc>
              <a:spcBef>
                <a:spcPts val="0"/>
              </a:spcBef>
              <a:spcAft>
                <a:spcPts val="0"/>
              </a:spcAft>
              <a:buClr>
                <a:srgbClr val="1155CC"/>
              </a:buClr>
              <a:buSzPts val="2000"/>
              <a:buFont typeface="Gill Sans"/>
              <a:buChar char="○"/>
            </a:pPr>
            <a:r>
              <a:rPr lang="en" sz="2000" i="0" u="sng" strike="noStrike" cap="none" dirty="0">
                <a:solidFill>
                  <a:srgbClr val="1155CC"/>
                </a:solidFill>
                <a:latin typeface="Times New Roman" panose="02020603050405020304" pitchFamily="18" charset="0"/>
                <a:ea typeface="Gill Sans"/>
                <a:cs typeface="Times New Roman" panose="02020603050405020304" pitchFamily="18" charset="0"/>
                <a:sym typeface="Gill Sans"/>
                <a:hlinkClick r:id="rId4">
                  <a:extLst>
                    <a:ext uri="{A12FA001-AC4F-418D-AE19-62706E023703}">
                      <ahyp:hlinkClr xmlns:ahyp="http://schemas.microsoft.com/office/drawing/2018/hyperlinkcolor" xmlns="" val="tx"/>
                    </a:ext>
                  </a:extLst>
                </a:hlinkClick>
              </a:rPr>
              <a:t>http://www.cs.jhu.edu/~mdredze/datasets/sentiment</a:t>
            </a:r>
            <a:r>
              <a:rPr lang="en" sz="2000" dirty="0">
                <a:solidFill>
                  <a:srgbClr val="1155CC"/>
                </a:solidFill>
                <a:latin typeface="Times New Roman" panose="02020603050405020304" pitchFamily="18" charset="0"/>
                <a:ea typeface="Gill Sans"/>
                <a:cs typeface="Times New Roman" panose="02020603050405020304" pitchFamily="18" charset="0"/>
                <a:sym typeface="Gill Sans"/>
              </a:rPr>
              <a:t>/ </a:t>
            </a:r>
            <a:endParaRPr sz="2000" i="0" u="none" strike="noStrike" cap="none" dirty="0">
              <a:solidFill>
                <a:srgbClr val="1155CC"/>
              </a:solidFill>
              <a:latin typeface="Times New Roman" panose="02020603050405020304" pitchFamily="18" charset="0"/>
              <a:ea typeface="Gill Sans"/>
              <a:cs typeface="Times New Roman" panose="02020603050405020304" pitchFamily="18" charset="0"/>
              <a:sym typeface="Gill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46"/>
          <p:cNvSpPr txBox="1">
            <a:spLocks noGrp="1"/>
          </p:cNvSpPr>
          <p:nvPr>
            <p:ph type="title"/>
          </p:nvPr>
        </p:nvSpPr>
        <p:spPr>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Stop words</a:t>
            </a:r>
            <a:endParaRPr dirty="0">
              <a:latin typeface="Times New Roman" panose="02020603050405020304" pitchFamily="18" charset="0"/>
              <a:cs typeface="Times New Roman" panose="02020603050405020304" pitchFamily="18" charset="0"/>
            </a:endParaRPr>
          </a:p>
        </p:txBody>
      </p:sp>
      <p:sp>
        <p:nvSpPr>
          <p:cNvPr id="286" name="Google Shape;286;p46"/>
          <p:cNvSpPr txBox="1">
            <a:spLocks noGrp="1"/>
          </p:cNvSpPr>
          <p:nvPr>
            <p:ph type="body" idx="1"/>
          </p:nvPr>
        </p:nvSpPr>
        <p:spPr>
          <a:xfrm>
            <a:off x="623400" y="1152475"/>
            <a:ext cx="8520600" cy="3878100"/>
          </a:xfrm>
          <a:prstGeom prst="rect">
            <a:avLst/>
          </a:prstGeom>
          <a:noFill/>
          <a:ln>
            <a:noFill/>
          </a:ln>
        </p:spPr>
        <p:txBody>
          <a:bodyPr spcFirstLastPara="1" wrap="square" lIns="91425" tIns="91425" rIns="91425" bIns="91425" anchor="t" anchorCtr="0">
            <a:noAutofit/>
          </a:bodyPr>
          <a:lstStyle/>
          <a:p>
            <a:pPr marL="457200" lvl="0" indent="-381000" algn="l" rtl="0">
              <a:lnSpc>
                <a:spcPct val="115000"/>
              </a:lnSpc>
              <a:spcBef>
                <a:spcPts val="0"/>
              </a:spcBef>
              <a:spcAft>
                <a:spcPts val="0"/>
              </a:spcAft>
              <a:buClr>
                <a:srgbClr val="000000"/>
              </a:buClr>
              <a:buSzPts val="2400"/>
              <a:buChar char="●"/>
            </a:pPr>
            <a:r>
              <a:rPr lang="en" dirty="0">
                <a:solidFill>
                  <a:srgbClr val="000000"/>
                </a:solidFill>
                <a:latin typeface="Times New Roman" panose="02020603050405020304" pitchFamily="18" charset="0"/>
                <a:cs typeface="Times New Roman" panose="02020603050405020304" pitchFamily="18" charset="0"/>
              </a:rPr>
              <a:t>Very common words in a language, no useful information</a:t>
            </a:r>
            <a:endParaRPr dirty="0">
              <a:solidFill>
                <a:srgbClr val="000000"/>
              </a:solidFill>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Clr>
                <a:srgbClr val="000000"/>
              </a:buClr>
              <a:buSzPts val="2400"/>
              <a:buChar char="●"/>
            </a:pPr>
            <a:r>
              <a:rPr lang="en" dirty="0">
                <a:solidFill>
                  <a:srgbClr val="000000"/>
                </a:solidFill>
                <a:latin typeface="Times New Roman" panose="02020603050405020304" pitchFamily="18" charset="0"/>
                <a:cs typeface="Times New Roman" panose="02020603050405020304" pitchFamily="18" charset="0"/>
              </a:rPr>
              <a:t>Articles, prepositions, pronouns, conjunctions, etc,.</a:t>
            </a:r>
            <a:endParaRPr dirty="0">
              <a:solidFill>
                <a:srgbClr val="000000"/>
              </a:solidFill>
              <a:latin typeface="Times New Roman" panose="02020603050405020304" pitchFamily="18" charset="0"/>
              <a:cs typeface="Times New Roman" panose="02020603050405020304" pitchFamily="18" charset="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2"/>
                </a:ext>
              </a:extLst>
            </a:endParaRPr>
          </a:p>
          <a:p>
            <a:pPr marL="914400" lvl="1" indent="-342900" algn="l" rtl="0">
              <a:lnSpc>
                <a:spcPct val="115000"/>
              </a:lnSpc>
              <a:spcBef>
                <a:spcPts val="0"/>
              </a:spcBef>
              <a:spcAft>
                <a:spcPts val="0"/>
              </a:spcAft>
              <a:buClr>
                <a:srgbClr val="000000"/>
              </a:buClr>
              <a:buSzPts val="1800"/>
              <a:buChar char="○"/>
            </a:pPr>
            <a:r>
              <a:rPr lang="en" sz="1800" i="1" dirty="0">
                <a:solidFill>
                  <a:srgbClr val="000000"/>
                </a:solidFill>
                <a:latin typeface="Times New Roman" panose="02020603050405020304" pitchFamily="18" charset="0"/>
                <a:cs typeface="Times New Roman" panose="02020603050405020304" pitchFamily="18" charset="0"/>
              </a:rPr>
              <a:t>e.g. - “the”, “in”, “of”, “his”, “and ,”etc”</a:t>
            </a:r>
            <a:r>
              <a:rPr lang="en" sz="1800" dirty="0">
                <a:solidFill>
                  <a:srgbClr val="000000"/>
                </a:solidFill>
                <a:latin typeface="Times New Roman" panose="02020603050405020304" pitchFamily="18" charset="0"/>
                <a:cs typeface="Times New Roman" panose="02020603050405020304" pitchFamily="18" charset="0"/>
              </a:rPr>
              <a:t>	</a:t>
            </a:r>
            <a:endParaRPr dirty="0">
              <a:solidFill>
                <a:srgbClr val="000000"/>
              </a:solidFill>
              <a:latin typeface="Times New Roman" panose="02020603050405020304" pitchFamily="18" charset="0"/>
              <a:cs typeface="Times New Roman" panose="02020603050405020304" pitchFamily="18" charset="0"/>
            </a:endParaRPr>
          </a:p>
          <a:p>
            <a:pPr marL="457200" lvl="0" indent="-355600" algn="l" rtl="0">
              <a:lnSpc>
                <a:spcPct val="107000"/>
              </a:lnSpc>
              <a:spcBef>
                <a:spcPts val="0"/>
              </a:spcBef>
              <a:spcAft>
                <a:spcPts val="0"/>
              </a:spcAft>
              <a:buClr>
                <a:srgbClr val="000000"/>
              </a:buClr>
              <a:buSzPts val="2000"/>
              <a:buChar char="●"/>
            </a:pPr>
            <a:r>
              <a:rPr lang="en" sz="2000" dirty="0">
                <a:solidFill>
                  <a:srgbClr val="000000"/>
                </a:solidFill>
                <a:latin typeface="Times New Roman" panose="02020603050405020304" pitchFamily="18" charset="0"/>
                <a:cs typeface="Times New Roman" panose="02020603050405020304" pitchFamily="18" charset="0"/>
              </a:rPr>
              <a:t>Removal of stopwords token</a:t>
            </a:r>
            <a:endParaRPr dirty="0">
              <a:solidFill>
                <a:srgbClr val="000000"/>
              </a:solidFill>
              <a:latin typeface="Times New Roman" panose="02020603050405020304" pitchFamily="18" charset="0"/>
              <a:cs typeface="Times New Roman" panose="02020603050405020304" pitchFamily="18" charset="0"/>
            </a:endParaRPr>
          </a:p>
          <a:p>
            <a:pPr marL="914400" lvl="1" indent="-342900" algn="l" rtl="0">
              <a:lnSpc>
                <a:spcPct val="115000"/>
              </a:lnSpc>
              <a:spcBef>
                <a:spcPts val="0"/>
              </a:spcBef>
              <a:spcAft>
                <a:spcPts val="0"/>
              </a:spcAft>
              <a:buClr>
                <a:srgbClr val="000000"/>
              </a:buClr>
              <a:buSzPts val="1800"/>
              <a:buChar char="○"/>
            </a:pPr>
            <a:r>
              <a:rPr lang="en" sz="1800" dirty="0">
                <a:solidFill>
                  <a:srgbClr val="000000"/>
                </a:solidFill>
                <a:latin typeface="Times New Roman" panose="02020603050405020304" pitchFamily="18" charset="0"/>
                <a:cs typeface="Times New Roman" panose="02020603050405020304" pitchFamily="18" charset="0"/>
              </a:rPr>
              <a:t>Focus to the important information</a:t>
            </a:r>
            <a:endParaRPr dirty="0">
              <a:solidFill>
                <a:srgbClr val="000000"/>
              </a:solidFill>
              <a:latin typeface="Times New Roman" panose="02020603050405020304" pitchFamily="18" charset="0"/>
              <a:cs typeface="Times New Roman" panose="02020603050405020304" pitchFamily="18" charset="0"/>
            </a:endParaRPr>
          </a:p>
          <a:p>
            <a:pPr marL="914400" lvl="1" indent="-342900" algn="l" rtl="0">
              <a:lnSpc>
                <a:spcPct val="115000"/>
              </a:lnSpc>
              <a:spcBef>
                <a:spcPts val="0"/>
              </a:spcBef>
              <a:spcAft>
                <a:spcPts val="0"/>
              </a:spcAft>
              <a:buClr>
                <a:srgbClr val="000000"/>
              </a:buClr>
              <a:buSzPts val="1800"/>
              <a:buChar char="○"/>
            </a:pPr>
            <a:r>
              <a:rPr lang="en" sz="1800" dirty="0">
                <a:solidFill>
                  <a:srgbClr val="000000"/>
                </a:solidFill>
                <a:latin typeface="Times New Roman" panose="02020603050405020304" pitchFamily="18" charset="0"/>
                <a:cs typeface="Times New Roman" panose="02020603050405020304" pitchFamily="18" charset="0"/>
              </a:rPr>
              <a:t>Reduces the dataset size and training time </a:t>
            </a:r>
            <a:endParaRPr sz="1800" dirty="0">
              <a:solidFill>
                <a:srgbClr val="000000"/>
              </a:solidFill>
              <a:latin typeface="Times New Roman" panose="02020603050405020304" pitchFamily="18" charset="0"/>
              <a:cs typeface="Times New Roman" panose="02020603050405020304" pitchFamily="18" charset="0"/>
            </a:endParaRPr>
          </a:p>
          <a:p>
            <a:pPr marL="457200" lvl="0" indent="-355600" algn="l" rtl="0">
              <a:lnSpc>
                <a:spcPct val="107000"/>
              </a:lnSpc>
              <a:spcBef>
                <a:spcPts val="0"/>
              </a:spcBef>
              <a:spcAft>
                <a:spcPts val="0"/>
              </a:spcAft>
              <a:buClr>
                <a:srgbClr val="000000"/>
              </a:buClr>
              <a:buSzPts val="2000"/>
              <a:buChar char="●"/>
            </a:pPr>
            <a:r>
              <a:rPr lang="en" sz="2000" dirty="0">
                <a:solidFill>
                  <a:srgbClr val="000000"/>
                </a:solidFill>
                <a:latin typeface="Times New Roman" panose="02020603050405020304" pitchFamily="18" charset="0"/>
                <a:cs typeface="Times New Roman" panose="02020603050405020304" pitchFamily="18" charset="0"/>
              </a:rPr>
              <a:t>May be needed for</a:t>
            </a:r>
            <a:endParaRPr sz="2000" dirty="0">
              <a:solidFill>
                <a:srgbClr val="000000"/>
              </a:solidFill>
              <a:latin typeface="Times New Roman" panose="02020603050405020304" pitchFamily="18" charset="0"/>
              <a:cs typeface="Times New Roman" panose="02020603050405020304" pitchFamily="18" charset="0"/>
            </a:endParaRPr>
          </a:p>
          <a:p>
            <a:pPr marL="914400" lvl="1" indent="-342900" algn="l" rtl="0">
              <a:lnSpc>
                <a:spcPct val="115000"/>
              </a:lnSpc>
              <a:spcBef>
                <a:spcPts val="0"/>
              </a:spcBef>
              <a:spcAft>
                <a:spcPts val="0"/>
              </a:spcAft>
              <a:buClr>
                <a:srgbClr val="000000"/>
              </a:buClr>
              <a:buSzPts val="1800"/>
              <a:buChar char="○"/>
            </a:pPr>
            <a:r>
              <a:rPr lang="en" sz="1800" dirty="0">
                <a:solidFill>
                  <a:srgbClr val="000000"/>
                </a:solidFill>
                <a:latin typeface="Times New Roman" panose="02020603050405020304" pitchFamily="18" charset="0"/>
                <a:cs typeface="Times New Roman" panose="02020603050405020304" pitchFamily="18" charset="0"/>
              </a:rPr>
              <a:t>Relational queries – “flights to Tokyo”</a:t>
            </a:r>
            <a:endParaRPr dirty="0">
              <a:solidFill>
                <a:srgbClr val="000000"/>
              </a:solidFill>
              <a:latin typeface="Times New Roman" panose="02020603050405020304" pitchFamily="18" charset="0"/>
              <a:cs typeface="Times New Roman" panose="02020603050405020304" pitchFamily="18" charset="0"/>
            </a:endParaRPr>
          </a:p>
          <a:p>
            <a:pPr marL="914400" lvl="1" indent="-342900" algn="l" rtl="0">
              <a:lnSpc>
                <a:spcPct val="115000"/>
              </a:lnSpc>
              <a:spcBef>
                <a:spcPts val="0"/>
              </a:spcBef>
              <a:spcAft>
                <a:spcPts val="0"/>
              </a:spcAft>
              <a:buClr>
                <a:srgbClr val="000000"/>
              </a:buClr>
              <a:buSzPts val="1800"/>
              <a:buChar char="○"/>
            </a:pPr>
            <a:r>
              <a:rPr lang="en" sz="1800" dirty="0">
                <a:solidFill>
                  <a:srgbClr val="000000"/>
                </a:solidFill>
                <a:latin typeface="Times New Roman" panose="02020603050405020304" pitchFamily="18" charset="0"/>
                <a:cs typeface="Times New Roman" panose="02020603050405020304" pitchFamily="18" charset="0"/>
              </a:rPr>
              <a:t>Phrases like - “To be or not to be”</a:t>
            </a:r>
            <a:endParaRPr dirty="0">
              <a:solidFill>
                <a:srgbClr val="000000"/>
              </a:solidFill>
              <a:latin typeface="Times New Roman" panose="02020603050405020304" pitchFamily="18" charset="0"/>
              <a:cs typeface="Times New Roman" panose="02020603050405020304" pitchFamily="18" charset="0"/>
            </a:endParaRPr>
          </a:p>
          <a:p>
            <a:pPr marL="914400" lvl="1" indent="-342900" algn="l" rtl="0">
              <a:lnSpc>
                <a:spcPct val="115000"/>
              </a:lnSpc>
              <a:spcBef>
                <a:spcPts val="0"/>
              </a:spcBef>
              <a:spcAft>
                <a:spcPts val="0"/>
              </a:spcAft>
              <a:buClr>
                <a:srgbClr val="000000"/>
              </a:buClr>
              <a:buSzPts val="1800"/>
              <a:buChar char="○"/>
            </a:pPr>
            <a:r>
              <a:rPr lang="en" sz="1800" dirty="0">
                <a:solidFill>
                  <a:srgbClr val="000000"/>
                </a:solidFill>
                <a:latin typeface="Times New Roman" panose="02020603050405020304" pitchFamily="18" charset="0"/>
                <a:cs typeface="Times New Roman" panose="02020603050405020304" pitchFamily="18" charset="0"/>
              </a:rPr>
              <a:t>Prediction of sentiment  - “I told you that she was not happy” → “told, happy”</a:t>
            </a:r>
            <a:endParaRPr sz="1800" dirty="0">
              <a:solidFill>
                <a:srgbClr val="000000"/>
              </a:solidFill>
              <a:latin typeface="Times New Roman" panose="02020603050405020304" pitchFamily="18" charset="0"/>
              <a:cs typeface="Times New Roman" panose="02020603050405020304" pitchFamily="18" charset="0"/>
            </a:endParaRPr>
          </a:p>
        </p:txBody>
      </p:sp>
      <p:sp>
        <p:nvSpPr>
          <p:cNvPr id="287" name="Google Shape;287;p46"/>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19</a:t>
            </a:fld>
            <a:endParaRPr>
              <a:solidFill>
                <a:srgbClr val="3F3F3F"/>
              </a:solidFill>
              <a:latin typeface="Roboto"/>
              <a:ea typeface="Roboto"/>
              <a:cs typeface="Roboto"/>
              <a:sym typeface="Robot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9"/>
        <p:cNvGrpSpPr/>
        <p:nvPr/>
      </p:nvGrpSpPr>
      <p:grpSpPr>
        <a:xfrm>
          <a:off x="0" y="0"/>
          <a:ext cx="0" cy="0"/>
          <a:chOff x="0" y="0"/>
          <a:chExt cx="0" cy="0"/>
        </a:xfrm>
      </p:grpSpPr>
      <p:sp>
        <p:nvSpPr>
          <p:cNvPr id="320" name="Google Shape;320;gfbd0246fcf_0_33"/>
          <p:cNvSpPr txBox="1">
            <a:spLocks noGrp="1"/>
          </p:cNvSpPr>
          <p:nvPr>
            <p:ph type="title"/>
          </p:nvPr>
        </p:nvSpPr>
        <p:spPr>
          <a:prstGeom prst="rect">
            <a:avLst/>
          </a:prstGeom>
        </p:spPr>
        <p:txBody>
          <a:bodyPr spcFirstLastPara="1" wrap="square" lIns="68575" tIns="34275" rIns="68575" bIns="34275" anchor="ctr" anchorCtr="0">
            <a:noAutofit/>
          </a:bodyPr>
          <a:lstStyle/>
          <a:p>
            <a:pPr marL="0" lvl="0" indent="0" algn="l" rtl="0">
              <a:spcBef>
                <a:spcPts val="0"/>
              </a:spcBef>
              <a:spcAft>
                <a:spcPts val="0"/>
              </a:spcAft>
              <a:buNone/>
            </a:pPr>
            <a:r>
              <a:rPr lang="en" dirty="0">
                <a:latin typeface="Times New Roman" panose="02020603050405020304" pitchFamily="18" charset="0"/>
                <a:cs typeface="Times New Roman" panose="02020603050405020304" pitchFamily="18" charset="0"/>
              </a:rPr>
              <a:t>Stemming and Lemmatization</a:t>
            </a:r>
            <a:endParaRPr dirty="0">
              <a:latin typeface="Times New Roman" panose="02020603050405020304" pitchFamily="18" charset="0"/>
              <a:cs typeface="Times New Roman" panose="02020603050405020304" pitchFamily="18" charset="0"/>
            </a:endParaRPr>
          </a:p>
        </p:txBody>
      </p:sp>
      <p:sp>
        <p:nvSpPr>
          <p:cNvPr id="321" name="Google Shape;321;gfbd0246fcf_0_33"/>
          <p:cNvSpPr txBox="1">
            <a:spLocks noGrp="1"/>
          </p:cNvSpPr>
          <p:nvPr>
            <p:ph type="body" idx="1"/>
          </p:nvPr>
        </p:nvSpPr>
        <p:spPr>
          <a:xfrm>
            <a:off x="623400" y="1152475"/>
            <a:ext cx="8520600" cy="3990900"/>
          </a:xfrm>
          <a:prstGeom prst="rect">
            <a:avLst/>
          </a:prstGeom>
        </p:spPr>
        <p:txBody>
          <a:bodyPr spcFirstLastPara="1" wrap="square" lIns="68575" tIns="34275" rIns="68575" bIns="34275" anchor="t" anchorCtr="0">
            <a:noAutofit/>
          </a:bodyPr>
          <a:lstStyle/>
          <a:p>
            <a:pPr marL="457200" lvl="0" indent="-381000" algn="l" rtl="0">
              <a:spcBef>
                <a:spcPts val="800"/>
              </a:spcBef>
              <a:spcAft>
                <a:spcPts val="0"/>
              </a:spcAft>
              <a:buSzPts val="2400"/>
              <a:buChar char="●"/>
            </a:pPr>
            <a:r>
              <a:rPr lang="en" dirty="0">
                <a:latin typeface="Times New Roman" panose="02020603050405020304" pitchFamily="18" charset="0"/>
                <a:cs typeface="Times New Roman" panose="02020603050405020304" pitchFamily="18" charset="0"/>
              </a:rPr>
              <a:t>Reduces the form of a word to</a:t>
            </a:r>
            <a:r>
              <a:rPr lang="en" dirty="0">
                <a:latin typeface="Times New Roman" panose="02020603050405020304" pitchFamily="18" charset="0"/>
                <a:cs typeface="Times New Roman" panose="02020603050405020304" pitchFamily="18" charset="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5"/>
                  </a:ext>
                </a:extLst>
              </a:rPr>
              <a:t> </a:t>
            </a:r>
            <a:r>
              <a:rPr lang="en" dirty="0">
                <a:latin typeface="Times New Roman" panose="02020603050405020304" pitchFamily="18" charset="0"/>
                <a:cs typeface="Times New Roman" panose="02020603050405020304" pitchFamily="18" charset="0"/>
              </a:rPr>
              <a:t>the common base form.</a:t>
            </a:r>
          </a:p>
          <a:p>
            <a:pPr marL="76200" lvl="0" indent="0" algn="l" rtl="0">
              <a:lnSpc>
                <a:spcPct val="100000"/>
              </a:lnSpc>
              <a:spcBef>
                <a:spcPts val="800"/>
              </a:spcBef>
              <a:spcAft>
                <a:spcPts val="0"/>
              </a:spcAft>
              <a:buSzPts val="2400"/>
              <a:buNone/>
            </a:pPr>
            <a:r>
              <a:rPr lang="en" dirty="0">
                <a:latin typeface="Times New Roman" panose="02020603050405020304" pitchFamily="18" charset="0"/>
                <a:cs typeface="Times New Roman" panose="02020603050405020304" pitchFamily="18" charset="0"/>
              </a:rPr>
              <a:t>     </a:t>
            </a:r>
            <a:r>
              <a:rPr lang="en" sz="1800" dirty="0">
                <a:latin typeface="Times New Roman" panose="02020603050405020304" pitchFamily="18" charset="0"/>
                <a:cs typeface="Times New Roman" panose="02020603050405020304" pitchFamily="18" charset="0"/>
              </a:rPr>
              <a:t>e.g. - (go, going, gone) </a:t>
            </a:r>
            <a:r>
              <a:rPr lang="en" sz="1800" b="1" dirty="0">
                <a:latin typeface="Times New Roman" panose="02020603050405020304" pitchFamily="18" charset="0"/>
                <a:cs typeface="Times New Roman" panose="02020603050405020304" pitchFamily="18" charset="0"/>
              </a:rPr>
              <a:t>-&gt; go                     </a:t>
            </a:r>
            <a:r>
              <a:rPr lang="en-US" sz="1800" dirty="0">
                <a:latin typeface="Times New Roman" panose="02020603050405020304" pitchFamily="18" charset="0"/>
                <a:cs typeface="Times New Roman" panose="02020603050405020304" pitchFamily="18" charset="0"/>
              </a:rPr>
              <a:t>(running, ran, runs, run) -&gt; </a:t>
            </a:r>
            <a:r>
              <a:rPr lang="en-US" sz="1800" b="1" i="1" dirty="0">
                <a:latin typeface="Times New Roman" panose="02020603050405020304" pitchFamily="18" charset="0"/>
                <a:cs typeface="Times New Roman" panose="02020603050405020304" pitchFamily="18" charset="0"/>
              </a:rPr>
              <a:t>run</a:t>
            </a:r>
            <a:endParaRPr sz="1800" dirty="0">
              <a:latin typeface="Times New Roman" panose="02020603050405020304" pitchFamily="18" charset="0"/>
              <a:cs typeface="Times New Roman" panose="02020603050405020304" pitchFamily="18" charset="0"/>
            </a:endParaRPr>
          </a:p>
          <a:p>
            <a:pPr marL="457200" lvl="0" indent="-381000" algn="l" rtl="0">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To prepare text, words, and documents for further processing.</a:t>
            </a:r>
            <a:endParaRPr dirty="0">
              <a:latin typeface="Times New Roman" panose="02020603050405020304" pitchFamily="18" charset="0"/>
              <a:cs typeface="Times New Roman" panose="02020603050405020304" pitchFamily="18" charset="0"/>
            </a:endParaRPr>
          </a:p>
          <a:p>
            <a:pPr marL="457200" lvl="0" indent="-381000" algn="l" rtl="0">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When we search for a word on</a:t>
            </a:r>
            <a:r>
              <a:rPr lang="en" dirty="0">
                <a:latin typeface="Times New Roman" panose="02020603050405020304" pitchFamily="18" charset="0"/>
                <a:cs typeface="Times New Roman" panose="02020603050405020304" pitchFamily="18" charset="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6"/>
                  </a:ext>
                </a:extLst>
              </a:rPr>
              <a:t> </a:t>
            </a:r>
            <a:r>
              <a:rPr lang="en" dirty="0">
                <a:latin typeface="Times New Roman" panose="02020603050405020304" pitchFamily="18" charset="0"/>
                <a:cs typeface="Times New Roman" panose="02020603050405020304" pitchFamily="18" charset="0"/>
              </a:rPr>
              <a:t>the web it also retrieves variations of the word. If we search for say ‘kill’, it may also return words like killer, killing, killed, kills.</a:t>
            </a:r>
            <a:endParaRPr dirty="0">
              <a:latin typeface="Times New Roman" panose="02020603050405020304" pitchFamily="18" charset="0"/>
              <a:cs typeface="Times New Roman" panose="02020603050405020304" pitchFamily="18" charset="0"/>
            </a:endParaRPr>
          </a:p>
          <a:p>
            <a:pPr marL="457200" lvl="0" indent="-381000" algn="l" rtl="0">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Here kill is the stem for killer, killed, killing, kills. It conveys that each of these has the idea of</a:t>
            </a:r>
            <a:r>
              <a:rPr lang="en" dirty="0">
                <a:latin typeface="Times New Roman" panose="02020603050405020304" pitchFamily="18" charset="0"/>
                <a:cs typeface="Times New Roman" panose="02020603050405020304" pitchFamily="18" charset="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7"/>
                  </a:ext>
                </a:extLst>
              </a:rPr>
              <a:t> </a:t>
            </a:r>
            <a:r>
              <a:rPr lang="en" dirty="0">
                <a:latin typeface="Times New Roman" panose="02020603050405020304" pitchFamily="18" charset="0"/>
                <a:cs typeface="Times New Roman" panose="02020603050405020304" pitchFamily="18" charset="0"/>
              </a:rPr>
              <a:t>‘kill’.</a:t>
            </a:r>
            <a:endParaRPr dirty="0">
              <a:latin typeface="Times New Roman" panose="02020603050405020304" pitchFamily="18" charset="0"/>
              <a:cs typeface="Times New Roman" panose="02020603050405020304" pitchFamily="18" charset="0"/>
            </a:endParaRPr>
          </a:p>
        </p:txBody>
      </p:sp>
      <p:sp>
        <p:nvSpPr>
          <p:cNvPr id="322" name="Google Shape;322;gfbd0246fcf_0_33"/>
          <p:cNvSpPr txBox="1">
            <a:spLocks noGrp="1"/>
          </p:cNvSpPr>
          <p:nvPr>
            <p:ph type="sldNum" idx="12"/>
          </p:nvPr>
        </p:nvSpPr>
        <p:spPr>
          <a:prstGeom prst="rect">
            <a:avLst/>
          </a:prstGeom>
        </p:spPr>
        <p:txBody>
          <a:bodyPr spcFirstLastPara="1" wrap="square" lIns="68575" tIns="34275" rIns="68575" bIns="34275" anchor="ctr" anchorCtr="0">
            <a:noAutofit/>
          </a:bodyPr>
          <a:lstStyle/>
          <a:p>
            <a:pPr marL="0" lvl="0" indent="0" algn="r" rtl="0">
              <a:spcBef>
                <a:spcPts val="0"/>
              </a:spcBef>
              <a:spcAft>
                <a:spcPts val="0"/>
              </a:spcAft>
              <a:buClr>
                <a:srgbClr val="000000"/>
              </a:buClr>
              <a:buSzPts val="1800"/>
              <a:buFont typeface="Arial"/>
              <a:buNone/>
            </a:pPr>
            <a:fld id="{00000000-1234-1234-1234-123412341234}" type="slidenum">
              <a:rPr lang="en"/>
              <a:pPr marL="0" lvl="0" indent="0" algn="r" rtl="0">
                <a:spcBef>
                  <a:spcPts val="0"/>
                </a:spcBef>
                <a:spcAft>
                  <a:spcPts val="0"/>
                </a:spcAft>
                <a:buClr>
                  <a:srgbClr val="000000"/>
                </a:buClr>
                <a:buSzPts val="1800"/>
                <a:buFont typeface="Arial"/>
                <a:buNone/>
              </a:pPr>
              <a:t>20</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6"/>
        <p:cNvGrpSpPr/>
        <p:nvPr/>
      </p:nvGrpSpPr>
      <p:grpSpPr>
        <a:xfrm>
          <a:off x="0" y="0"/>
          <a:ext cx="0" cy="0"/>
          <a:chOff x="0" y="0"/>
          <a:chExt cx="0" cy="0"/>
        </a:xfrm>
      </p:grpSpPr>
      <p:sp>
        <p:nvSpPr>
          <p:cNvPr id="327" name="Google Shape;327;gfbd0246fcf_0_41"/>
          <p:cNvSpPr txBox="1">
            <a:spLocks noGrp="1"/>
          </p:cNvSpPr>
          <p:nvPr>
            <p:ph type="title"/>
          </p:nvPr>
        </p:nvSpPr>
        <p:spPr>
          <a:prstGeom prst="rect">
            <a:avLst/>
          </a:prstGeom>
        </p:spPr>
        <p:txBody>
          <a:bodyPr spcFirstLastPara="1" wrap="square" lIns="68575" tIns="34275" rIns="68575" bIns="34275" anchor="ctr" anchorCtr="0">
            <a:noAutofit/>
          </a:bodyPr>
          <a:lstStyle/>
          <a:p>
            <a:pPr marL="0" lvl="0" indent="0" algn="l" rtl="0">
              <a:spcBef>
                <a:spcPts val="0"/>
              </a:spcBef>
              <a:spcAft>
                <a:spcPts val="0"/>
              </a:spcAft>
              <a:buNone/>
            </a:pPr>
            <a:r>
              <a:rPr lang="en" dirty="0">
                <a:latin typeface="Times New Roman" panose="02020603050405020304" pitchFamily="18" charset="0"/>
                <a:cs typeface="Times New Roman" panose="02020603050405020304" pitchFamily="18" charset="0"/>
              </a:rPr>
              <a:t>Stemming and Lemmatization</a:t>
            </a:r>
            <a:endParaRPr dirty="0">
              <a:latin typeface="Times New Roman" panose="02020603050405020304" pitchFamily="18" charset="0"/>
              <a:cs typeface="Times New Roman" panose="02020603050405020304" pitchFamily="18" charset="0"/>
            </a:endParaRPr>
          </a:p>
        </p:txBody>
      </p:sp>
      <p:sp>
        <p:nvSpPr>
          <p:cNvPr id="328" name="Google Shape;328;gfbd0246fcf_0_41"/>
          <p:cNvSpPr txBox="1">
            <a:spLocks noGrp="1"/>
          </p:cNvSpPr>
          <p:nvPr>
            <p:ph type="body" idx="1"/>
          </p:nvPr>
        </p:nvSpPr>
        <p:spPr>
          <a:xfrm>
            <a:off x="623400" y="1152475"/>
            <a:ext cx="5692800" cy="3416400"/>
          </a:xfrm>
          <a:prstGeom prst="rect">
            <a:avLst/>
          </a:prstGeom>
        </p:spPr>
        <p:txBody>
          <a:bodyPr spcFirstLastPara="1" wrap="square" lIns="68575" tIns="34275" rIns="68575" bIns="34275" anchor="t" anchorCtr="0">
            <a:noAutofit/>
          </a:bodyPr>
          <a:lstStyle/>
          <a:p>
            <a:pPr marL="457200" lvl="0" indent="-381000" algn="l" rtl="0">
              <a:spcBef>
                <a:spcPts val="800"/>
              </a:spcBef>
              <a:spcAft>
                <a:spcPts val="0"/>
              </a:spcAft>
              <a:buSzPts val="2400"/>
              <a:buChar char="●"/>
            </a:pPr>
            <a:r>
              <a:rPr lang="en" b="1" i="1" dirty="0">
                <a:latin typeface="Times New Roman" panose="02020603050405020304" pitchFamily="18" charset="0"/>
                <a:cs typeface="Times New Roman" panose="02020603050405020304" pitchFamily="18" charset="0"/>
              </a:rPr>
              <a:t>Stemming</a:t>
            </a:r>
            <a:r>
              <a:rPr lang="en" dirty="0">
                <a:latin typeface="Times New Roman" panose="02020603050405020304" pitchFamily="18" charset="0"/>
                <a:cs typeface="Times New Roman" panose="02020603050405020304" pitchFamily="18" charset="0"/>
              </a:rPr>
              <a:t> use heuristics that</a:t>
            </a:r>
            <a:endParaRPr dirty="0">
              <a:latin typeface="Times New Roman" panose="02020603050405020304" pitchFamily="18" charset="0"/>
              <a:cs typeface="Times New Roman" panose="02020603050405020304" pitchFamily="18" charset="0"/>
            </a:endParaRPr>
          </a:p>
          <a:p>
            <a:pPr marL="914400" lvl="1" indent="-355600" algn="l" rtl="0">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Chops off letters from  the end of the  word</a:t>
            </a:r>
            <a:endParaRPr dirty="0">
              <a:latin typeface="Times New Roman" panose="02020603050405020304" pitchFamily="18" charset="0"/>
              <a:cs typeface="Times New Roman" panose="02020603050405020304" pitchFamily="18" charset="0"/>
            </a:endParaRPr>
          </a:p>
          <a:p>
            <a:pPr marL="914400" lvl="1" indent="-355600" algn="l" rtl="0">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Transforms the end letters</a:t>
            </a:r>
            <a:endParaRPr dirty="0">
              <a:latin typeface="Times New Roman" panose="02020603050405020304" pitchFamily="18" charset="0"/>
              <a:cs typeface="Times New Roman" panose="02020603050405020304" pitchFamily="18" charset="0"/>
            </a:endParaRPr>
          </a:p>
          <a:p>
            <a:pPr marL="457200" lvl="0" indent="-381000" algn="l" rtl="0">
              <a:spcBef>
                <a:spcPts val="0"/>
              </a:spcBef>
              <a:spcAft>
                <a:spcPts val="0"/>
              </a:spcAft>
              <a:buSzPts val="2400"/>
              <a:buChar char="●"/>
            </a:pPr>
            <a:r>
              <a:rPr lang="en" b="1" i="1" dirty="0">
                <a:latin typeface="Times New Roman" panose="02020603050405020304" pitchFamily="18" charset="0"/>
                <a:cs typeface="Times New Roman" panose="02020603050405020304" pitchFamily="18" charset="0"/>
              </a:rPr>
              <a:t>Lemmatization </a:t>
            </a:r>
            <a:r>
              <a:rPr lang="en" dirty="0">
                <a:latin typeface="Times New Roman" panose="02020603050405020304" pitchFamily="18" charset="0"/>
                <a:cs typeface="Times New Roman" panose="02020603050405020304" pitchFamily="18" charset="0"/>
              </a:rPr>
              <a:t>groups together similar inflected forms of a words, called lemma</a:t>
            </a:r>
            <a:endParaRPr dirty="0">
              <a:latin typeface="Times New Roman" panose="02020603050405020304" pitchFamily="18" charset="0"/>
              <a:cs typeface="Times New Roman" panose="02020603050405020304" pitchFamily="18" charset="0"/>
            </a:endParaRPr>
          </a:p>
        </p:txBody>
      </p:sp>
      <p:sp>
        <p:nvSpPr>
          <p:cNvPr id="329" name="Google Shape;329;gfbd0246fcf_0_41"/>
          <p:cNvSpPr txBox="1">
            <a:spLocks noGrp="1"/>
          </p:cNvSpPr>
          <p:nvPr>
            <p:ph type="sldNum" idx="12"/>
          </p:nvPr>
        </p:nvSpPr>
        <p:spPr>
          <a:prstGeom prst="rect">
            <a:avLst/>
          </a:prstGeom>
        </p:spPr>
        <p:txBody>
          <a:bodyPr spcFirstLastPara="1" wrap="square" lIns="68575" tIns="34275" rIns="68575" bIns="34275" anchor="ctr" anchorCtr="0">
            <a:noAutofit/>
          </a:bodyPr>
          <a:lstStyle/>
          <a:p>
            <a:pPr marL="0" lvl="0" indent="0" algn="r" rtl="0">
              <a:spcBef>
                <a:spcPts val="0"/>
              </a:spcBef>
              <a:spcAft>
                <a:spcPts val="0"/>
              </a:spcAft>
              <a:buClr>
                <a:srgbClr val="000000"/>
              </a:buClr>
              <a:buSzPts val="1800"/>
              <a:buFont typeface="Arial"/>
              <a:buNone/>
            </a:pPr>
            <a:fld id="{00000000-1234-1234-1234-123412341234}" type="slidenum">
              <a:rPr lang="en"/>
              <a:pPr marL="0" lvl="0" indent="0" algn="r" rtl="0">
                <a:spcBef>
                  <a:spcPts val="0"/>
                </a:spcBef>
                <a:spcAft>
                  <a:spcPts val="0"/>
                </a:spcAft>
                <a:buClr>
                  <a:srgbClr val="000000"/>
                </a:buClr>
                <a:buSzPts val="1800"/>
                <a:buFont typeface="Arial"/>
                <a:buNone/>
              </a:pPr>
              <a:t>21</a:t>
            </a:fld>
            <a:endParaRPr/>
          </a:p>
        </p:txBody>
      </p:sp>
      <p:graphicFrame>
        <p:nvGraphicFramePr>
          <p:cNvPr id="330" name="Google Shape;330;gfbd0246fcf_0_41"/>
          <p:cNvGraphicFramePr/>
          <p:nvPr/>
        </p:nvGraphicFramePr>
        <p:xfrm>
          <a:off x="6127376" y="3301668"/>
          <a:ext cx="2927075" cy="1051875"/>
        </p:xfrm>
        <a:graphic>
          <a:graphicData uri="http://schemas.openxmlformats.org/drawingml/2006/table">
            <a:tbl>
              <a:tblPr firstRow="1" firstCol="1" bandRow="1">
                <a:noFill/>
                <a:tableStyleId>{58192ABB-AACF-4A80-8505-00060CBD578E}</a:tableStyleId>
              </a:tblPr>
              <a:tblGrid>
                <a:gridCol w="2125425">
                  <a:extLst>
                    <a:ext uri="{9D8B030D-6E8A-4147-A177-3AD203B41FA5}">
                      <a16:colId xmlns:a16="http://schemas.microsoft.com/office/drawing/2014/main" xmlns="" val="20000"/>
                    </a:ext>
                  </a:extLst>
                </a:gridCol>
                <a:gridCol w="801650">
                  <a:extLst>
                    <a:ext uri="{9D8B030D-6E8A-4147-A177-3AD203B41FA5}">
                      <a16:colId xmlns:a16="http://schemas.microsoft.com/office/drawing/2014/main" xmlns="" val="20001"/>
                    </a:ext>
                  </a:extLst>
                </a:gridCol>
              </a:tblGrid>
              <a:tr h="210375">
                <a:tc>
                  <a:txBody>
                    <a:bodyPr/>
                    <a:lstStyle/>
                    <a:p>
                      <a:pPr marL="0" marR="0" lvl="0" indent="0" algn="l" rtl="0">
                        <a:lnSpc>
                          <a:spcPct val="107000"/>
                        </a:lnSpc>
                        <a:spcBef>
                          <a:spcPts val="0"/>
                        </a:spcBef>
                        <a:spcAft>
                          <a:spcPts val="0"/>
                        </a:spcAft>
                        <a:buNone/>
                      </a:pPr>
                      <a:r>
                        <a:rPr lang="en" sz="1150" u="none" strike="noStrike" cap="none">
                          <a:solidFill>
                            <a:srgbClr val="000000"/>
                          </a:solidFill>
                          <a:latin typeface="Gill Sans"/>
                          <a:ea typeface="Gill Sans"/>
                          <a:cs typeface="Gill Sans"/>
                          <a:sym typeface="Gill Sans"/>
                        </a:rPr>
                        <a:t>Word</a:t>
                      </a:r>
                      <a:endParaRPr sz="1100" u="none" strike="noStrike" cap="none">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150" u="none" strike="noStrike" cap="none">
                          <a:solidFill>
                            <a:srgbClr val="000000"/>
                          </a:solidFill>
                          <a:latin typeface="Gill Sans"/>
                          <a:ea typeface="Gill Sans"/>
                          <a:cs typeface="Gill Sans"/>
                          <a:sym typeface="Gill Sans"/>
                        </a:rPr>
                        <a:t>Lemma</a:t>
                      </a:r>
                      <a:endParaRPr sz="1100" u="none" strike="noStrike" cap="none">
                        <a:latin typeface="Gill Sans"/>
                        <a:ea typeface="Gill Sans"/>
                        <a:cs typeface="Gill Sans"/>
                        <a:sym typeface="Gill Sans"/>
                      </a:endParaRPr>
                    </a:p>
                  </a:txBody>
                  <a:tcPr marL="68575" marR="68575" marT="0" marB="0"/>
                </a:tc>
                <a:extLst>
                  <a:ext uri="{0D108BD9-81ED-4DB2-BD59-A6C34878D82A}">
                    <a16:rowId xmlns:a16="http://schemas.microsoft.com/office/drawing/2014/main" xmlns="" val="10000"/>
                  </a:ext>
                </a:extLst>
              </a:tr>
              <a:tr h="210375">
                <a:tc>
                  <a:txBody>
                    <a:bodyPr/>
                    <a:lstStyle/>
                    <a:p>
                      <a:pPr marL="0" marR="0" lvl="0" indent="0" algn="l" rtl="0">
                        <a:lnSpc>
                          <a:spcPct val="107000"/>
                        </a:lnSpc>
                        <a:spcBef>
                          <a:spcPts val="0"/>
                        </a:spcBef>
                        <a:spcAft>
                          <a:spcPts val="0"/>
                        </a:spcAft>
                        <a:buNone/>
                      </a:pPr>
                      <a:r>
                        <a:rPr lang="en" sz="1150" u="none" strike="noStrike" cap="none">
                          <a:solidFill>
                            <a:srgbClr val="000000"/>
                          </a:solidFill>
                          <a:latin typeface="Gill Sans"/>
                          <a:ea typeface="Gill Sans"/>
                          <a:cs typeface="Gill Sans"/>
                          <a:sym typeface="Gill Sans"/>
                        </a:rPr>
                        <a:t>Is, was, were</a:t>
                      </a:r>
                      <a:endParaRPr sz="1100" u="none" strike="noStrike" cap="none">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150" b="1" u="none" strike="noStrike" cap="none">
                          <a:solidFill>
                            <a:srgbClr val="000000"/>
                          </a:solidFill>
                          <a:latin typeface="Gill Sans"/>
                          <a:ea typeface="Gill Sans"/>
                          <a:cs typeface="Gill Sans"/>
                          <a:sym typeface="Gill Sans"/>
                        </a:rPr>
                        <a:t>Be</a:t>
                      </a:r>
                      <a:endParaRPr sz="1100" u="none" strike="noStrike" cap="none">
                        <a:latin typeface="Gill Sans"/>
                        <a:ea typeface="Gill Sans"/>
                        <a:cs typeface="Gill Sans"/>
                        <a:sym typeface="Gill Sans"/>
                      </a:endParaRPr>
                    </a:p>
                  </a:txBody>
                  <a:tcPr marL="68575" marR="68575" marT="0" marB="0"/>
                </a:tc>
                <a:extLst>
                  <a:ext uri="{0D108BD9-81ED-4DB2-BD59-A6C34878D82A}">
                    <a16:rowId xmlns:a16="http://schemas.microsoft.com/office/drawing/2014/main" xmlns="" val="10001"/>
                  </a:ext>
                </a:extLst>
              </a:tr>
              <a:tr h="210375">
                <a:tc>
                  <a:txBody>
                    <a:bodyPr/>
                    <a:lstStyle/>
                    <a:p>
                      <a:pPr marL="0" marR="0" lvl="0" indent="0" algn="l" rtl="0">
                        <a:lnSpc>
                          <a:spcPct val="107000"/>
                        </a:lnSpc>
                        <a:spcBef>
                          <a:spcPts val="0"/>
                        </a:spcBef>
                        <a:spcAft>
                          <a:spcPts val="0"/>
                        </a:spcAft>
                        <a:buNone/>
                      </a:pPr>
                      <a:r>
                        <a:rPr lang="en" sz="1150" u="none" strike="noStrike" cap="none">
                          <a:solidFill>
                            <a:srgbClr val="000000"/>
                          </a:solidFill>
                          <a:latin typeface="Gill Sans"/>
                          <a:ea typeface="Gill Sans"/>
                          <a:cs typeface="Gill Sans"/>
                          <a:sym typeface="Gill Sans"/>
                        </a:rPr>
                        <a:t>Cats</a:t>
                      </a:r>
                      <a:endParaRPr sz="1100" u="none" strike="noStrike" cap="none">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150" b="1" u="none" strike="noStrike" cap="none">
                          <a:solidFill>
                            <a:srgbClr val="000000"/>
                          </a:solidFill>
                          <a:latin typeface="Gill Sans"/>
                          <a:ea typeface="Gill Sans"/>
                          <a:cs typeface="Gill Sans"/>
                          <a:sym typeface="Gill Sans"/>
                        </a:rPr>
                        <a:t>Cat</a:t>
                      </a:r>
                      <a:endParaRPr sz="1100" u="none" strike="noStrike" cap="none">
                        <a:latin typeface="Gill Sans"/>
                        <a:ea typeface="Gill Sans"/>
                        <a:cs typeface="Gill Sans"/>
                        <a:sym typeface="Gill Sans"/>
                      </a:endParaRPr>
                    </a:p>
                  </a:txBody>
                  <a:tcPr marL="68575" marR="68575" marT="0" marB="0"/>
                </a:tc>
                <a:extLst>
                  <a:ext uri="{0D108BD9-81ED-4DB2-BD59-A6C34878D82A}">
                    <a16:rowId xmlns:a16="http://schemas.microsoft.com/office/drawing/2014/main" xmlns="" val="10002"/>
                  </a:ext>
                </a:extLst>
              </a:tr>
              <a:tr h="210375">
                <a:tc>
                  <a:txBody>
                    <a:bodyPr/>
                    <a:lstStyle/>
                    <a:p>
                      <a:pPr marL="0" marR="0" lvl="0" indent="0" algn="l" rtl="0">
                        <a:lnSpc>
                          <a:spcPct val="107000"/>
                        </a:lnSpc>
                        <a:spcBef>
                          <a:spcPts val="0"/>
                        </a:spcBef>
                        <a:spcAft>
                          <a:spcPts val="0"/>
                        </a:spcAft>
                        <a:buNone/>
                      </a:pPr>
                      <a:r>
                        <a:rPr lang="en" sz="1150" u="none" strike="noStrike" cap="none">
                          <a:solidFill>
                            <a:srgbClr val="000000"/>
                          </a:solidFill>
                          <a:latin typeface="Gill Sans"/>
                          <a:ea typeface="Gill Sans"/>
                          <a:cs typeface="Gill Sans"/>
                          <a:sym typeface="Gill Sans"/>
                        </a:rPr>
                        <a:t>Changing, changed, change</a:t>
                      </a:r>
                      <a:endParaRPr sz="1100" u="none" strike="noStrike" cap="none">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150" b="1" u="none" strike="noStrike" cap="none">
                          <a:solidFill>
                            <a:srgbClr val="000000"/>
                          </a:solidFill>
                          <a:latin typeface="Gill Sans"/>
                          <a:ea typeface="Gill Sans"/>
                          <a:cs typeface="Gill Sans"/>
                          <a:sym typeface="Gill Sans"/>
                        </a:rPr>
                        <a:t>change</a:t>
                      </a:r>
                      <a:endParaRPr sz="1100" u="none" strike="noStrike" cap="none">
                        <a:latin typeface="Gill Sans"/>
                        <a:ea typeface="Gill Sans"/>
                        <a:cs typeface="Gill Sans"/>
                        <a:sym typeface="Gill Sans"/>
                      </a:endParaRPr>
                    </a:p>
                  </a:txBody>
                  <a:tcPr marL="68575" marR="68575" marT="0" marB="0"/>
                </a:tc>
                <a:extLst>
                  <a:ext uri="{0D108BD9-81ED-4DB2-BD59-A6C34878D82A}">
                    <a16:rowId xmlns:a16="http://schemas.microsoft.com/office/drawing/2014/main" xmlns="" val="10003"/>
                  </a:ext>
                </a:extLst>
              </a:tr>
              <a:tr h="210375">
                <a:tc>
                  <a:txBody>
                    <a:bodyPr/>
                    <a:lstStyle/>
                    <a:p>
                      <a:pPr marL="0" marR="0" lvl="0" indent="0" algn="l" rtl="0">
                        <a:lnSpc>
                          <a:spcPct val="107000"/>
                        </a:lnSpc>
                        <a:spcBef>
                          <a:spcPts val="0"/>
                        </a:spcBef>
                        <a:spcAft>
                          <a:spcPts val="0"/>
                        </a:spcAft>
                        <a:buNone/>
                      </a:pPr>
                      <a:r>
                        <a:rPr lang="en" sz="1150" u="none" strike="noStrike" cap="none">
                          <a:solidFill>
                            <a:srgbClr val="000000"/>
                          </a:solidFill>
                          <a:latin typeface="Gill Sans"/>
                          <a:ea typeface="Gill Sans"/>
                          <a:cs typeface="Gill Sans"/>
                          <a:sym typeface="Gill Sans"/>
                        </a:rPr>
                        <a:t>Studies, studying</a:t>
                      </a:r>
                      <a:endParaRPr sz="1100" u="none" strike="noStrike" cap="none">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150" b="1" u="none" strike="noStrike" cap="none">
                          <a:solidFill>
                            <a:srgbClr val="000000"/>
                          </a:solidFill>
                          <a:latin typeface="Gill Sans"/>
                          <a:ea typeface="Gill Sans"/>
                          <a:cs typeface="Gill Sans"/>
                          <a:sym typeface="Gill Sans"/>
                        </a:rPr>
                        <a:t>Study</a:t>
                      </a:r>
                      <a:endParaRPr sz="1100" u="none" strike="noStrike" cap="none">
                        <a:latin typeface="Gill Sans"/>
                        <a:ea typeface="Gill Sans"/>
                        <a:cs typeface="Gill Sans"/>
                        <a:sym typeface="Gill Sans"/>
                      </a:endParaRPr>
                    </a:p>
                  </a:txBody>
                  <a:tcPr marL="68575" marR="68575" marT="0" marB="0"/>
                </a:tc>
                <a:extLst>
                  <a:ext uri="{0D108BD9-81ED-4DB2-BD59-A6C34878D82A}">
                    <a16:rowId xmlns:a16="http://schemas.microsoft.com/office/drawing/2014/main" xmlns="" val="10004"/>
                  </a:ext>
                </a:extLst>
              </a:tr>
            </a:tbl>
          </a:graphicData>
        </a:graphic>
      </p:graphicFrame>
      <p:graphicFrame>
        <p:nvGraphicFramePr>
          <p:cNvPr id="331" name="Google Shape;331;gfbd0246fcf_0_41"/>
          <p:cNvGraphicFramePr/>
          <p:nvPr/>
        </p:nvGraphicFramePr>
        <p:xfrm>
          <a:off x="6350747" y="1463904"/>
          <a:ext cx="2703675" cy="1565532"/>
        </p:xfrm>
        <a:graphic>
          <a:graphicData uri="http://schemas.openxmlformats.org/drawingml/2006/table">
            <a:tbl>
              <a:tblPr firstRow="1" firstCol="1" bandRow="1">
                <a:noFill/>
                <a:tableStyleId>{58192ABB-AACF-4A80-8505-00060CBD578E}</a:tableStyleId>
              </a:tblPr>
              <a:tblGrid>
                <a:gridCol w="1079725">
                  <a:extLst>
                    <a:ext uri="{9D8B030D-6E8A-4147-A177-3AD203B41FA5}">
                      <a16:colId xmlns:a16="http://schemas.microsoft.com/office/drawing/2014/main" xmlns="" val="20000"/>
                    </a:ext>
                  </a:extLst>
                </a:gridCol>
                <a:gridCol w="841075">
                  <a:extLst>
                    <a:ext uri="{9D8B030D-6E8A-4147-A177-3AD203B41FA5}">
                      <a16:colId xmlns:a16="http://schemas.microsoft.com/office/drawing/2014/main" xmlns="" val="20001"/>
                    </a:ext>
                  </a:extLst>
                </a:gridCol>
                <a:gridCol w="782875">
                  <a:extLst>
                    <a:ext uri="{9D8B030D-6E8A-4147-A177-3AD203B41FA5}">
                      <a16:colId xmlns:a16="http://schemas.microsoft.com/office/drawing/2014/main" xmlns="" val="20002"/>
                    </a:ext>
                  </a:extLst>
                </a:gridCol>
              </a:tblGrid>
              <a:tr h="210375">
                <a:tc>
                  <a:txBody>
                    <a:bodyPr/>
                    <a:lstStyle/>
                    <a:p>
                      <a:pPr marL="0" marR="0" lvl="0" indent="0" algn="l" rtl="0">
                        <a:lnSpc>
                          <a:spcPct val="107000"/>
                        </a:lnSpc>
                        <a:spcBef>
                          <a:spcPts val="0"/>
                        </a:spcBef>
                        <a:spcAft>
                          <a:spcPts val="0"/>
                        </a:spcAft>
                        <a:buNone/>
                      </a:pPr>
                      <a:r>
                        <a:rPr lang="en" sz="1600" b="1" u="none" strike="noStrike" cap="none">
                          <a:solidFill>
                            <a:srgbClr val="000000"/>
                          </a:solidFill>
                          <a:latin typeface="Gill Sans"/>
                          <a:ea typeface="Gill Sans"/>
                          <a:cs typeface="Gill Sans"/>
                          <a:sym typeface="Gill Sans"/>
                        </a:rPr>
                        <a:t>Word</a:t>
                      </a:r>
                      <a:endParaRPr sz="1600" b="1"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b="1" u="none" strike="noStrike" cap="none">
                          <a:solidFill>
                            <a:srgbClr val="000000"/>
                          </a:solidFill>
                          <a:latin typeface="Gill Sans"/>
                          <a:ea typeface="Gill Sans"/>
                          <a:cs typeface="Gill Sans"/>
                          <a:sym typeface="Gill Sans"/>
                        </a:rPr>
                        <a:t>Suffix</a:t>
                      </a:r>
                      <a:endParaRPr sz="1600" b="1"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Stem</a:t>
                      </a:r>
                      <a:endParaRPr sz="1600" b="0" u="none" strike="noStrike" cap="none">
                        <a:solidFill>
                          <a:srgbClr val="000000"/>
                        </a:solidFill>
                        <a:latin typeface="Gill Sans"/>
                        <a:ea typeface="Gill Sans"/>
                        <a:cs typeface="Gill Sans"/>
                        <a:sym typeface="Gill Sans"/>
                      </a:endParaRPr>
                    </a:p>
                  </a:txBody>
                  <a:tcPr marL="68575" marR="68575" marT="0" marB="0"/>
                </a:tc>
                <a:extLst>
                  <a:ext uri="{0D108BD9-81ED-4DB2-BD59-A6C34878D82A}">
                    <a16:rowId xmlns:a16="http://schemas.microsoft.com/office/drawing/2014/main" xmlns="" val="10000"/>
                  </a:ext>
                </a:extLst>
              </a:tr>
              <a:tr h="210375">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Was</a:t>
                      </a:r>
                      <a:endParaRPr sz="1600" b="0"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 </a:t>
                      </a:r>
                      <a:endParaRPr sz="1600" b="0"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was</a:t>
                      </a:r>
                      <a:endParaRPr sz="1600" b="0" u="none" strike="noStrike" cap="none">
                        <a:solidFill>
                          <a:srgbClr val="000000"/>
                        </a:solidFill>
                        <a:latin typeface="Gill Sans"/>
                        <a:ea typeface="Gill Sans"/>
                        <a:cs typeface="Gill Sans"/>
                        <a:sym typeface="Gill Sans"/>
                      </a:endParaRPr>
                    </a:p>
                  </a:txBody>
                  <a:tcPr marL="68575" marR="68575" marT="0" marB="0"/>
                </a:tc>
                <a:extLst>
                  <a:ext uri="{0D108BD9-81ED-4DB2-BD59-A6C34878D82A}">
                    <a16:rowId xmlns:a16="http://schemas.microsoft.com/office/drawing/2014/main" xmlns="" val="10001"/>
                  </a:ext>
                </a:extLst>
              </a:tr>
              <a:tr h="210375">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Cats</a:t>
                      </a:r>
                      <a:endParaRPr sz="1600" b="0"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s</a:t>
                      </a:r>
                      <a:endParaRPr sz="1600" b="0"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cat</a:t>
                      </a:r>
                      <a:endParaRPr sz="1600" b="0" u="none" strike="noStrike" cap="none">
                        <a:solidFill>
                          <a:srgbClr val="000000"/>
                        </a:solidFill>
                        <a:latin typeface="Gill Sans"/>
                        <a:ea typeface="Gill Sans"/>
                        <a:cs typeface="Gill Sans"/>
                        <a:sym typeface="Gill Sans"/>
                      </a:endParaRPr>
                    </a:p>
                  </a:txBody>
                  <a:tcPr marL="68575" marR="68575" marT="0" marB="0"/>
                </a:tc>
                <a:extLst>
                  <a:ext uri="{0D108BD9-81ED-4DB2-BD59-A6C34878D82A}">
                    <a16:rowId xmlns:a16="http://schemas.microsoft.com/office/drawing/2014/main" xmlns="" val="10002"/>
                  </a:ext>
                </a:extLst>
              </a:tr>
              <a:tr h="210375">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Changing</a:t>
                      </a:r>
                      <a:endParaRPr sz="1600" b="0"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ing</a:t>
                      </a:r>
                      <a:endParaRPr sz="1600" b="0"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chang</a:t>
                      </a:r>
                      <a:endParaRPr sz="1600" b="0" u="none" strike="noStrike" cap="none">
                        <a:solidFill>
                          <a:srgbClr val="000000"/>
                        </a:solidFill>
                        <a:latin typeface="Gill Sans"/>
                        <a:ea typeface="Gill Sans"/>
                        <a:cs typeface="Gill Sans"/>
                        <a:sym typeface="Gill Sans"/>
                      </a:endParaRPr>
                    </a:p>
                  </a:txBody>
                  <a:tcPr marL="68575" marR="68575" marT="0" marB="0"/>
                </a:tc>
                <a:extLst>
                  <a:ext uri="{0D108BD9-81ED-4DB2-BD59-A6C34878D82A}">
                    <a16:rowId xmlns:a16="http://schemas.microsoft.com/office/drawing/2014/main" xmlns="" val="10003"/>
                  </a:ext>
                </a:extLst>
              </a:tr>
              <a:tr h="210375">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Studies</a:t>
                      </a:r>
                      <a:endParaRPr sz="1600" b="0"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es</a:t>
                      </a:r>
                      <a:endParaRPr sz="1600" b="0"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studi</a:t>
                      </a:r>
                      <a:endParaRPr sz="1600" b="0" u="none" strike="noStrike" cap="none">
                        <a:solidFill>
                          <a:srgbClr val="000000"/>
                        </a:solidFill>
                        <a:latin typeface="Gill Sans"/>
                        <a:ea typeface="Gill Sans"/>
                        <a:cs typeface="Gill Sans"/>
                        <a:sym typeface="Gill Sans"/>
                      </a:endParaRPr>
                    </a:p>
                  </a:txBody>
                  <a:tcPr marL="68575" marR="68575" marT="0" marB="0"/>
                </a:tc>
                <a:extLst>
                  <a:ext uri="{0D108BD9-81ED-4DB2-BD59-A6C34878D82A}">
                    <a16:rowId xmlns:a16="http://schemas.microsoft.com/office/drawing/2014/main" xmlns="" val="10004"/>
                  </a:ext>
                </a:extLst>
              </a:tr>
              <a:tr h="210375">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Studying</a:t>
                      </a:r>
                      <a:endParaRPr sz="1600" b="0"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ing</a:t>
                      </a:r>
                      <a:endParaRPr sz="1600" b="0"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study</a:t>
                      </a:r>
                      <a:endParaRPr sz="1600" b="0" u="none" strike="noStrike" cap="none">
                        <a:solidFill>
                          <a:srgbClr val="000000"/>
                        </a:solidFill>
                        <a:latin typeface="Gill Sans"/>
                        <a:ea typeface="Gill Sans"/>
                        <a:cs typeface="Gill Sans"/>
                        <a:sym typeface="Gill Sans"/>
                      </a:endParaRPr>
                    </a:p>
                  </a:txBody>
                  <a:tcPr marL="68575" marR="68575" marT="0" marB="0"/>
                </a:tc>
                <a:extLst>
                  <a:ext uri="{0D108BD9-81ED-4DB2-BD59-A6C34878D82A}">
                    <a16:rowId xmlns:a16="http://schemas.microsoft.com/office/drawing/2014/main" xmlns="" val="10005"/>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gfbd0246fcf_0_52"/>
          <p:cNvSpPr txBox="1">
            <a:spLocks noGrp="1"/>
          </p:cNvSpPr>
          <p:nvPr>
            <p:ph type="title"/>
          </p:nvPr>
        </p:nvSpPr>
        <p:spPr>
          <a:prstGeom prst="rect">
            <a:avLst/>
          </a:prstGeom>
        </p:spPr>
        <p:txBody>
          <a:bodyPr spcFirstLastPara="1" wrap="square" lIns="68575" tIns="34275" rIns="68575" bIns="34275" anchor="ctr" anchorCtr="0">
            <a:noAutofit/>
          </a:bodyPr>
          <a:lstStyle/>
          <a:p>
            <a:pPr marL="0" lvl="0" indent="0" algn="l" rtl="0">
              <a:spcBef>
                <a:spcPts val="0"/>
              </a:spcBef>
              <a:spcAft>
                <a:spcPts val="0"/>
              </a:spcAft>
              <a:buNone/>
            </a:pPr>
            <a:r>
              <a:rPr lang="en" dirty="0">
                <a:latin typeface="Times New Roman" panose="02020603050405020304" pitchFamily="18" charset="0"/>
                <a:cs typeface="Times New Roman" panose="02020603050405020304" pitchFamily="18" charset="0"/>
              </a:rPr>
              <a:t>Stemming and Lemmatization</a:t>
            </a:r>
            <a:endParaRPr dirty="0">
              <a:latin typeface="Times New Roman" panose="02020603050405020304" pitchFamily="18" charset="0"/>
              <a:cs typeface="Times New Roman" panose="02020603050405020304" pitchFamily="18" charset="0"/>
            </a:endParaRPr>
          </a:p>
        </p:txBody>
      </p:sp>
      <p:sp>
        <p:nvSpPr>
          <p:cNvPr id="337" name="Google Shape;337;gfbd0246fcf_0_52"/>
          <p:cNvSpPr txBox="1">
            <a:spLocks noGrp="1"/>
          </p:cNvSpPr>
          <p:nvPr>
            <p:ph type="body" idx="1"/>
          </p:nvPr>
        </p:nvSpPr>
        <p:spPr>
          <a:xfrm>
            <a:off x="623400" y="1152475"/>
            <a:ext cx="8520600" cy="3914700"/>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endParaRPr dirty="0">
              <a:latin typeface="Times New Roman" panose="02020603050405020304" pitchFamily="18" charset="0"/>
              <a:cs typeface="Times New Roman" panose="02020603050405020304" pitchFamily="18" charset="0"/>
            </a:endParaRPr>
          </a:p>
          <a:p>
            <a:pPr marL="0" lvl="0" indent="0" algn="l" rtl="0">
              <a:spcBef>
                <a:spcPts val="800"/>
              </a:spcBef>
              <a:spcAft>
                <a:spcPts val="0"/>
              </a:spcAft>
              <a:buNone/>
            </a:pPr>
            <a:endParaRPr dirty="0">
              <a:latin typeface="Times New Roman" panose="02020603050405020304" pitchFamily="18" charset="0"/>
              <a:cs typeface="Times New Roman" panose="02020603050405020304" pitchFamily="18" charset="0"/>
            </a:endParaRPr>
          </a:p>
          <a:p>
            <a:pPr marL="0" lvl="0" indent="0" algn="l" rtl="0">
              <a:spcBef>
                <a:spcPts val="800"/>
              </a:spcBef>
              <a:spcAft>
                <a:spcPts val="0"/>
              </a:spcAft>
              <a:buNone/>
            </a:pPr>
            <a:endParaRPr dirty="0">
              <a:latin typeface="Times New Roman" panose="02020603050405020304" pitchFamily="18" charset="0"/>
              <a:cs typeface="Times New Roman" panose="02020603050405020304" pitchFamily="18" charset="0"/>
            </a:endParaRPr>
          </a:p>
          <a:p>
            <a:pPr marL="0" lvl="0" indent="0" algn="l" rtl="0">
              <a:spcBef>
                <a:spcPts val="800"/>
              </a:spcBef>
              <a:spcAft>
                <a:spcPts val="0"/>
              </a:spcAft>
              <a:buNone/>
            </a:pPr>
            <a:endParaRPr dirty="0">
              <a:latin typeface="Times New Roman" panose="02020603050405020304" pitchFamily="18" charset="0"/>
              <a:cs typeface="Times New Roman" panose="02020603050405020304" pitchFamily="18" charset="0"/>
            </a:endParaRPr>
          </a:p>
          <a:p>
            <a:pPr marL="457200" lvl="0" indent="-381000" algn="l" rtl="0">
              <a:spcBef>
                <a:spcPts val="800"/>
              </a:spcBef>
              <a:spcAft>
                <a:spcPts val="0"/>
              </a:spcAft>
              <a:buSzPts val="2400"/>
              <a:buChar char="●"/>
            </a:pPr>
            <a:r>
              <a:rPr lang="en" dirty="0">
                <a:latin typeface="Times New Roman" panose="02020603050405020304" pitchFamily="18" charset="0"/>
                <a:cs typeface="Times New Roman" panose="02020603050405020304" pitchFamily="18" charset="0"/>
              </a:rPr>
              <a:t>Stemming and lemmatization are methods used by search engines and chatbots to analyze the meaning behind a word.</a:t>
            </a:r>
            <a:endParaRPr dirty="0">
              <a:latin typeface="Times New Roman" panose="02020603050405020304" pitchFamily="18" charset="0"/>
              <a:cs typeface="Times New Roman" panose="02020603050405020304" pitchFamily="18" charset="0"/>
            </a:endParaRPr>
          </a:p>
          <a:p>
            <a:pPr marL="457200" lvl="0" indent="-381000" algn="l" rtl="0">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Stemming uses the stem of the word, while lemmatization uses the context in which the word is being used.</a:t>
            </a:r>
            <a:endParaRPr dirty="0">
              <a:latin typeface="Times New Roman" panose="02020603050405020304" pitchFamily="18" charset="0"/>
              <a:cs typeface="Times New Roman" panose="02020603050405020304" pitchFamily="18" charset="0"/>
            </a:endParaRPr>
          </a:p>
        </p:txBody>
      </p:sp>
      <p:sp>
        <p:nvSpPr>
          <p:cNvPr id="338" name="Google Shape;338;gfbd0246fcf_0_52"/>
          <p:cNvSpPr txBox="1">
            <a:spLocks noGrp="1"/>
          </p:cNvSpPr>
          <p:nvPr>
            <p:ph type="sldNum" idx="12"/>
          </p:nvPr>
        </p:nvSpPr>
        <p:spPr>
          <a:prstGeom prst="rect">
            <a:avLst/>
          </a:prstGeom>
        </p:spPr>
        <p:txBody>
          <a:bodyPr spcFirstLastPara="1" wrap="square" lIns="68575" tIns="34275" rIns="68575" bIns="34275" anchor="ctr" anchorCtr="0">
            <a:noAutofit/>
          </a:bodyPr>
          <a:lstStyle/>
          <a:p>
            <a:pPr marL="0" lvl="0" indent="0" algn="r" rtl="0">
              <a:spcBef>
                <a:spcPts val="0"/>
              </a:spcBef>
              <a:spcAft>
                <a:spcPts val="0"/>
              </a:spcAft>
              <a:buClr>
                <a:srgbClr val="000000"/>
              </a:buClr>
              <a:buSzPts val="1800"/>
              <a:buFont typeface="Arial"/>
              <a:buNone/>
            </a:pPr>
            <a:fld id="{00000000-1234-1234-1234-123412341234}" type="slidenum">
              <a:rPr lang="en"/>
              <a:pPr marL="0" lvl="0" indent="0" algn="r" rtl="0">
                <a:spcBef>
                  <a:spcPts val="0"/>
                </a:spcBef>
                <a:spcAft>
                  <a:spcPts val="0"/>
                </a:spcAft>
                <a:buClr>
                  <a:srgbClr val="000000"/>
                </a:buClr>
                <a:buSzPts val="1800"/>
                <a:buFont typeface="Arial"/>
                <a:buNone/>
              </a:pPr>
              <a:t>22</a:t>
            </a:fld>
            <a:endParaRPr/>
          </a:p>
        </p:txBody>
      </p:sp>
      <p:graphicFrame>
        <p:nvGraphicFramePr>
          <p:cNvPr id="339" name="Google Shape;339;gfbd0246fcf_0_52"/>
          <p:cNvGraphicFramePr/>
          <p:nvPr/>
        </p:nvGraphicFramePr>
        <p:xfrm>
          <a:off x="1216958" y="1448273"/>
          <a:ext cx="6414250" cy="1565531"/>
        </p:xfrm>
        <a:graphic>
          <a:graphicData uri="http://schemas.openxmlformats.org/drawingml/2006/table">
            <a:tbl>
              <a:tblPr firstRow="1" firstCol="1" bandRow="1">
                <a:noFill/>
                <a:tableStyleId>{58192ABB-AACF-4A80-8505-00060CBD578E}</a:tableStyleId>
              </a:tblPr>
              <a:tblGrid>
                <a:gridCol w="3207125">
                  <a:extLst>
                    <a:ext uri="{9D8B030D-6E8A-4147-A177-3AD203B41FA5}">
                      <a16:colId xmlns:a16="http://schemas.microsoft.com/office/drawing/2014/main" xmlns="" val="20000"/>
                    </a:ext>
                  </a:extLst>
                </a:gridCol>
                <a:gridCol w="3207125">
                  <a:extLst>
                    <a:ext uri="{9D8B030D-6E8A-4147-A177-3AD203B41FA5}">
                      <a16:colId xmlns:a16="http://schemas.microsoft.com/office/drawing/2014/main" xmlns="" val="20001"/>
                    </a:ext>
                  </a:extLst>
                </a:gridCol>
              </a:tblGrid>
              <a:tr h="217675">
                <a:tc>
                  <a:txBody>
                    <a:bodyPr/>
                    <a:lstStyle/>
                    <a:p>
                      <a:pPr marL="0" marR="0" lvl="0" indent="0" algn="l" rtl="0">
                        <a:lnSpc>
                          <a:spcPct val="107000"/>
                        </a:lnSpc>
                        <a:spcBef>
                          <a:spcPts val="0"/>
                        </a:spcBef>
                        <a:spcAft>
                          <a:spcPts val="0"/>
                        </a:spcAft>
                        <a:buNone/>
                      </a:pPr>
                      <a:r>
                        <a:rPr lang="en" sz="1600" u="none" strike="noStrike" cap="none">
                          <a:solidFill>
                            <a:srgbClr val="000000"/>
                          </a:solidFill>
                          <a:latin typeface="Gill Sans"/>
                          <a:ea typeface="Gill Sans"/>
                          <a:cs typeface="Gill Sans"/>
                          <a:sym typeface="Gill Sans"/>
                        </a:rPr>
                        <a:t>Stemming</a:t>
                      </a:r>
                      <a:endParaRPr sz="1600"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u="none" strike="noStrike" cap="none">
                          <a:solidFill>
                            <a:srgbClr val="000000"/>
                          </a:solidFill>
                          <a:latin typeface="Gill Sans"/>
                          <a:ea typeface="Gill Sans"/>
                          <a:cs typeface="Gill Sans"/>
                          <a:sym typeface="Gill Sans"/>
                        </a:rPr>
                        <a:t>Lemmatization</a:t>
                      </a:r>
                      <a:endParaRPr sz="1600" u="none" strike="noStrike" cap="none">
                        <a:solidFill>
                          <a:srgbClr val="000000"/>
                        </a:solidFill>
                        <a:latin typeface="Gill Sans"/>
                        <a:ea typeface="Gill Sans"/>
                        <a:cs typeface="Gill Sans"/>
                        <a:sym typeface="Gill Sans"/>
                      </a:endParaRPr>
                    </a:p>
                  </a:txBody>
                  <a:tcPr marL="68575" marR="68575" marT="0" marB="0"/>
                </a:tc>
                <a:extLst>
                  <a:ext uri="{0D108BD9-81ED-4DB2-BD59-A6C34878D82A}">
                    <a16:rowId xmlns:a16="http://schemas.microsoft.com/office/drawing/2014/main" xmlns="" val="10000"/>
                  </a:ext>
                </a:extLst>
              </a:tr>
              <a:tr h="217675">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Fast and simple- Pattern based</a:t>
                      </a:r>
                      <a:endParaRPr sz="1600" b="0"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u="none" strike="noStrike" cap="none">
                          <a:solidFill>
                            <a:srgbClr val="000000"/>
                          </a:solidFill>
                          <a:latin typeface="Gill Sans"/>
                          <a:ea typeface="Gill Sans"/>
                          <a:cs typeface="Gill Sans"/>
                          <a:sym typeface="Gill Sans"/>
                        </a:rPr>
                        <a:t>Needs POS tagging, dictionaries</a:t>
                      </a:r>
                      <a:endParaRPr sz="1600" u="none" strike="noStrike" cap="none">
                        <a:solidFill>
                          <a:srgbClr val="000000"/>
                        </a:solidFill>
                        <a:latin typeface="Gill Sans"/>
                        <a:ea typeface="Gill Sans"/>
                        <a:cs typeface="Gill Sans"/>
                        <a:sym typeface="Gill Sans"/>
                      </a:endParaRPr>
                    </a:p>
                  </a:txBody>
                  <a:tcPr marL="68575" marR="68575" marT="0" marB="0"/>
                </a:tc>
                <a:extLst>
                  <a:ext uri="{0D108BD9-81ED-4DB2-BD59-A6C34878D82A}">
                    <a16:rowId xmlns:a16="http://schemas.microsoft.com/office/drawing/2014/main" xmlns="" val="10001"/>
                  </a:ext>
                </a:extLst>
              </a:tr>
              <a:tr h="217675">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Snowball, Porters</a:t>
                      </a:r>
                      <a:endParaRPr sz="1600" b="0"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u="none" strike="noStrike" cap="none">
                          <a:solidFill>
                            <a:srgbClr val="000000"/>
                          </a:solidFill>
                          <a:latin typeface="Gill Sans"/>
                          <a:ea typeface="Gill Sans"/>
                          <a:cs typeface="Gill Sans"/>
                          <a:sym typeface="Gill Sans"/>
                        </a:rPr>
                        <a:t>LemmaGen, Morpha</a:t>
                      </a:r>
                      <a:endParaRPr sz="1600" u="none" strike="noStrike" cap="none">
                        <a:solidFill>
                          <a:srgbClr val="000000"/>
                        </a:solidFill>
                        <a:latin typeface="Gill Sans"/>
                        <a:ea typeface="Gill Sans"/>
                        <a:cs typeface="Gill Sans"/>
                        <a:sym typeface="Gill Sans"/>
                      </a:endParaRPr>
                    </a:p>
                  </a:txBody>
                  <a:tcPr marL="68575" marR="68575" marT="0" marB="0"/>
                </a:tc>
                <a:extLst>
                  <a:ext uri="{0D108BD9-81ED-4DB2-BD59-A6C34878D82A}">
                    <a16:rowId xmlns:a16="http://schemas.microsoft.com/office/drawing/2014/main" xmlns="" val="10002"/>
                  </a:ext>
                </a:extLst>
              </a:tr>
              <a:tr h="446925">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Returns the stem of a word – may not be in vocabulary</a:t>
                      </a:r>
                      <a:endParaRPr sz="1600" b="0"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u="none" strike="noStrike" cap="none">
                          <a:solidFill>
                            <a:srgbClr val="000000"/>
                          </a:solidFill>
                          <a:latin typeface="Gill Sans"/>
                          <a:ea typeface="Gill Sans"/>
                          <a:cs typeface="Gill Sans"/>
                          <a:sym typeface="Gill Sans"/>
                        </a:rPr>
                        <a:t>Returns a proper word - lemma</a:t>
                      </a:r>
                      <a:endParaRPr sz="1600" u="none" strike="noStrike" cap="none">
                        <a:solidFill>
                          <a:srgbClr val="000000"/>
                        </a:solidFill>
                        <a:latin typeface="Gill Sans"/>
                        <a:ea typeface="Gill Sans"/>
                        <a:cs typeface="Gill Sans"/>
                        <a:sym typeface="Gill Sans"/>
                      </a:endParaRPr>
                    </a:p>
                  </a:txBody>
                  <a:tcPr marL="68575" marR="68575" marT="0" marB="0"/>
                </a:tc>
                <a:extLst>
                  <a:ext uri="{0D108BD9-81ED-4DB2-BD59-A6C34878D82A}">
                    <a16:rowId xmlns:a16="http://schemas.microsoft.com/office/drawing/2014/main" xmlns="" val="10003"/>
                  </a:ext>
                </a:extLst>
              </a:tr>
              <a:tr h="217675">
                <a:tc>
                  <a:txBody>
                    <a:bodyPr/>
                    <a:lstStyle/>
                    <a:p>
                      <a:pPr marL="0" marR="0" lvl="0" indent="0" algn="l" rtl="0">
                        <a:lnSpc>
                          <a:spcPct val="107000"/>
                        </a:lnSpc>
                        <a:spcBef>
                          <a:spcPts val="0"/>
                        </a:spcBef>
                        <a:spcAft>
                          <a:spcPts val="0"/>
                        </a:spcAft>
                        <a:buNone/>
                      </a:pPr>
                      <a:r>
                        <a:rPr lang="en" sz="1600" b="0" u="none" strike="noStrike" cap="none">
                          <a:solidFill>
                            <a:srgbClr val="000000"/>
                          </a:solidFill>
                          <a:latin typeface="Gill Sans"/>
                          <a:ea typeface="Gill Sans"/>
                          <a:cs typeface="Gill Sans"/>
                          <a:sym typeface="Gill Sans"/>
                        </a:rPr>
                        <a:t>Crude, less useful</a:t>
                      </a:r>
                      <a:endParaRPr sz="1600" b="0" u="none" strike="noStrike" cap="none">
                        <a:solidFill>
                          <a:srgbClr val="000000"/>
                        </a:solidFill>
                        <a:latin typeface="Gill Sans"/>
                        <a:ea typeface="Gill Sans"/>
                        <a:cs typeface="Gill Sans"/>
                        <a:sym typeface="Gill Sans"/>
                      </a:endParaRPr>
                    </a:p>
                  </a:txBody>
                  <a:tcPr marL="68575" marR="68575" marT="0" marB="0"/>
                </a:tc>
                <a:tc>
                  <a:txBody>
                    <a:bodyPr/>
                    <a:lstStyle/>
                    <a:p>
                      <a:pPr marL="0" marR="0" lvl="0" indent="0" algn="l" rtl="0">
                        <a:lnSpc>
                          <a:spcPct val="107000"/>
                        </a:lnSpc>
                        <a:spcBef>
                          <a:spcPts val="0"/>
                        </a:spcBef>
                        <a:spcAft>
                          <a:spcPts val="0"/>
                        </a:spcAft>
                        <a:buNone/>
                      </a:pPr>
                      <a:r>
                        <a:rPr lang="en" sz="1600" u="none" strike="noStrike" cap="none" dirty="0">
                          <a:solidFill>
                            <a:srgbClr val="000000"/>
                          </a:solidFill>
                          <a:latin typeface="Gill Sans"/>
                          <a:ea typeface="Gill Sans"/>
                          <a:cs typeface="Gill Sans"/>
                          <a:sym typeface="Gill Sans"/>
                        </a:rPr>
                        <a:t>More informative</a:t>
                      </a:r>
                      <a:endParaRPr sz="1600" u="none" strike="noStrike" cap="none" dirty="0">
                        <a:solidFill>
                          <a:srgbClr val="000000"/>
                        </a:solidFill>
                        <a:latin typeface="Gill Sans"/>
                        <a:ea typeface="Gill Sans"/>
                        <a:cs typeface="Gill Sans"/>
                        <a:sym typeface="Gill Sans"/>
                      </a:endParaRPr>
                    </a:p>
                  </a:txBody>
                  <a:tcPr marL="68575" marR="68575" marT="0" marB="0"/>
                </a:tc>
                <a:extLst>
                  <a:ext uri="{0D108BD9-81ED-4DB2-BD59-A6C34878D82A}">
                    <a16:rowId xmlns:a16="http://schemas.microsoft.com/office/drawing/2014/main" xmlns=""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50"/>
          <p:cNvSpPr txBox="1">
            <a:spLocks noGrp="1"/>
          </p:cNvSpPr>
          <p:nvPr>
            <p:ph type="title"/>
          </p:nvPr>
        </p:nvSpPr>
        <p:spPr>
          <a:xfrm>
            <a:off x="623400" y="485425"/>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Name Entity Recognition</a:t>
            </a:r>
            <a:endParaRPr dirty="0">
              <a:latin typeface="Times New Roman" panose="02020603050405020304" pitchFamily="18" charset="0"/>
              <a:cs typeface="Times New Roman" panose="02020603050405020304" pitchFamily="18" charset="0"/>
            </a:endParaRPr>
          </a:p>
        </p:txBody>
      </p:sp>
      <p:sp>
        <p:nvSpPr>
          <p:cNvPr id="345" name="Google Shape;345;p50"/>
          <p:cNvSpPr txBox="1">
            <a:spLocks noGrp="1"/>
          </p:cNvSpPr>
          <p:nvPr>
            <p:ph type="body" idx="1"/>
          </p:nvPr>
        </p:nvSpPr>
        <p:spPr>
          <a:xfrm>
            <a:off x="623400" y="1152475"/>
            <a:ext cx="8435100" cy="3953400"/>
          </a:xfrm>
          <a:prstGeom prst="rect">
            <a:avLst/>
          </a:prstGeom>
          <a:noFill/>
          <a:ln>
            <a:noFill/>
          </a:ln>
        </p:spPr>
        <p:txBody>
          <a:bodyPr spcFirstLastPara="1" wrap="square" lIns="91425" tIns="91425" rIns="91425" bIns="91425" anchor="t" anchorCtr="0">
            <a:noAutofit/>
          </a:bodyPr>
          <a:lstStyle/>
          <a:p>
            <a:pPr marL="457200" lvl="0" indent="-381000" algn="l" rtl="0">
              <a:lnSpc>
                <a:spcPct val="115000"/>
              </a:lnSpc>
              <a:spcBef>
                <a:spcPts val="0"/>
              </a:spcBef>
              <a:spcAft>
                <a:spcPts val="0"/>
              </a:spcAft>
              <a:buSzPts val="2400"/>
              <a:buFont typeface="Gill Sans"/>
              <a:buChar char="●"/>
            </a:pPr>
            <a:r>
              <a:rPr lang="en" sz="2000" dirty="0">
                <a:latin typeface="Times New Roman" panose="02020603050405020304" pitchFamily="18" charset="0"/>
                <a:cs typeface="Times New Roman" panose="02020603050405020304" pitchFamily="18" charset="0"/>
              </a:rPr>
              <a:t>Named Entities (NEs) are proper names in texts, i.e. the names of people, organizations, locations, time and quantities</a:t>
            </a:r>
            <a:endParaRPr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SzPts val="2400"/>
              <a:buFont typeface="Gill Sans"/>
              <a:buChar char="●"/>
            </a:pPr>
            <a:r>
              <a:rPr lang="en" sz="2000" dirty="0">
                <a:latin typeface="Times New Roman" panose="02020603050405020304" pitchFamily="18" charset="0"/>
                <a:cs typeface="Times New Roman" panose="02020603050405020304" pitchFamily="18" charset="0"/>
              </a:rPr>
              <a:t>NER is to process a text and identify </a:t>
            </a:r>
            <a:endParaRPr sz="2000" dirty="0">
              <a:latin typeface="Times New Roman" panose="02020603050405020304" pitchFamily="18" charset="0"/>
              <a:cs typeface="Times New Roman" panose="02020603050405020304" pitchFamily="18" charset="0"/>
            </a:endParaRPr>
          </a:p>
          <a:p>
            <a:pPr marL="457200" lvl="0" indent="0" algn="l" rtl="0">
              <a:lnSpc>
                <a:spcPct val="115000"/>
              </a:lnSpc>
              <a:spcBef>
                <a:spcPts val="0"/>
              </a:spcBef>
              <a:spcAft>
                <a:spcPts val="0"/>
              </a:spcAft>
              <a:buNone/>
            </a:pPr>
            <a:r>
              <a:rPr lang="en" sz="2000" dirty="0">
                <a:latin typeface="Times New Roman" panose="02020603050405020304" pitchFamily="18" charset="0"/>
                <a:cs typeface="Times New Roman" panose="02020603050405020304" pitchFamily="18" charset="0"/>
              </a:rPr>
              <a:t>named entities</a:t>
            </a:r>
            <a:endParaRPr sz="2000"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SzPts val="2400"/>
              <a:buFont typeface="Gill Sans"/>
              <a:buChar char="●"/>
            </a:pPr>
            <a:r>
              <a:rPr lang="en" sz="2000" dirty="0">
                <a:latin typeface="Times New Roman" panose="02020603050405020304" pitchFamily="18" charset="0"/>
                <a:cs typeface="Times New Roman" panose="02020603050405020304" pitchFamily="18" charset="0"/>
              </a:rPr>
              <a:t>Applications:</a:t>
            </a:r>
            <a:endParaRPr sz="2000"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sz="2000" dirty="0">
                <a:latin typeface="Times New Roman" panose="02020603050405020304" pitchFamily="18" charset="0"/>
                <a:cs typeface="Times New Roman" panose="02020603050405020304" pitchFamily="18" charset="0"/>
              </a:rPr>
              <a:t>Helps identify the key elements in a text </a:t>
            </a:r>
            <a:endParaRPr sz="2000" dirty="0">
              <a:latin typeface="Times New Roman" panose="02020603050405020304" pitchFamily="18" charset="0"/>
              <a:cs typeface="Times New Roman" panose="02020603050405020304" pitchFamily="18" charset="0"/>
            </a:endParaRPr>
          </a:p>
          <a:p>
            <a:pPr marL="1371600" lvl="2" indent="-342900" algn="l" rtl="0">
              <a:lnSpc>
                <a:spcPct val="115000"/>
              </a:lnSpc>
              <a:spcBef>
                <a:spcPts val="0"/>
              </a:spcBef>
              <a:spcAft>
                <a:spcPts val="0"/>
              </a:spcAft>
              <a:buSzPts val="1800"/>
              <a:buChar char="■"/>
            </a:pPr>
            <a:r>
              <a:rPr lang="en" sz="2000" dirty="0">
                <a:latin typeface="Times New Roman" panose="02020603050405020304" pitchFamily="18" charset="0"/>
                <a:cs typeface="Times New Roman" panose="02020603050405020304" pitchFamily="18" charset="0"/>
              </a:rPr>
              <a:t>Helps sort unstructured data and detect important information.</a:t>
            </a:r>
            <a:endParaRPr sz="2000"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sz="2000" dirty="0">
                <a:latin typeface="Times New Roman" panose="02020603050405020304" pitchFamily="18" charset="0"/>
                <a:cs typeface="Times New Roman" panose="02020603050405020304" pitchFamily="18" charset="0"/>
              </a:rPr>
              <a:t>Useful in </a:t>
            </a:r>
            <a:r>
              <a:rPr lang="en" dirty="0">
                <a:latin typeface="Times New Roman" panose="02020603050405020304" pitchFamily="18" charset="0"/>
                <a:cs typeface="Times New Roman" panose="02020603050405020304" pitchFamily="18" charset="0"/>
              </a:rPr>
              <a:t>a</a:t>
            </a:r>
            <a:r>
              <a:rPr lang="en" sz="2000" dirty="0">
                <a:latin typeface="Times New Roman" panose="02020603050405020304" pitchFamily="18" charset="0"/>
                <a:cs typeface="Times New Roman" panose="02020603050405020304" pitchFamily="18" charset="0"/>
              </a:rPr>
              <a:t>nswering</a:t>
            </a:r>
            <a:r>
              <a:rPr lang="en" dirty="0">
                <a:latin typeface="Times New Roman" panose="02020603050405020304" pitchFamily="18" charset="0"/>
                <a:cs typeface="Times New Roman" panose="02020603050405020304" pitchFamily="18" charset="0"/>
              </a:rPr>
              <a:t>- question </a:t>
            </a:r>
            <a:r>
              <a:rPr lang="en" sz="2000" dirty="0">
                <a:latin typeface="Times New Roman" panose="02020603050405020304" pitchFamily="18" charset="0"/>
                <a:cs typeface="Times New Roman" panose="02020603050405020304" pitchFamily="18" charset="0"/>
              </a:rPr>
              <a:t>systems</a:t>
            </a:r>
            <a:endParaRPr sz="2000" dirty="0">
              <a:latin typeface="Times New Roman" panose="02020603050405020304" pitchFamily="18" charset="0"/>
              <a:cs typeface="Times New Roman" panose="02020603050405020304" pitchFamily="18" charset="0"/>
            </a:endParaRPr>
          </a:p>
          <a:p>
            <a:pPr marL="1371600" lvl="2" indent="-342900" algn="l" rtl="0">
              <a:lnSpc>
                <a:spcPct val="115000"/>
              </a:lnSpc>
              <a:spcBef>
                <a:spcPts val="0"/>
              </a:spcBef>
              <a:spcAft>
                <a:spcPts val="0"/>
              </a:spcAft>
              <a:buSzPts val="1800"/>
              <a:buChar char="■"/>
            </a:pPr>
            <a:r>
              <a:rPr lang="en" sz="2000" dirty="0">
                <a:latin typeface="Times New Roman" panose="02020603050405020304" pitchFamily="18" charset="0"/>
                <a:cs typeface="Times New Roman" panose="02020603050405020304" pitchFamily="18" charset="0"/>
              </a:rPr>
              <a:t>“Where was </a:t>
            </a:r>
            <a:r>
              <a:rPr lang="en" sz="2000" b="1" i="1" dirty="0">
                <a:latin typeface="Times New Roman" panose="02020603050405020304" pitchFamily="18" charset="0"/>
                <a:cs typeface="Times New Roman" panose="02020603050405020304" pitchFamily="18" charset="0"/>
              </a:rPr>
              <a:t>Mahatma Gandhi </a:t>
            </a:r>
            <a:r>
              <a:rPr lang="en" sz="2000" dirty="0">
                <a:latin typeface="Times New Roman" panose="02020603050405020304" pitchFamily="18" charset="0"/>
                <a:cs typeface="Times New Roman" panose="02020603050405020304" pitchFamily="18" charset="0"/>
              </a:rPr>
              <a:t>born?”</a:t>
            </a:r>
            <a:endParaRPr sz="2000" dirty="0">
              <a:latin typeface="Times New Roman" panose="02020603050405020304" pitchFamily="18" charset="0"/>
              <a:cs typeface="Times New Roman" panose="02020603050405020304" pitchFamily="18" charset="0"/>
            </a:endParaRPr>
          </a:p>
          <a:p>
            <a:pPr marL="76200" lvl="0" indent="0" algn="l" rtl="0">
              <a:lnSpc>
                <a:spcPct val="115000"/>
              </a:lnSpc>
              <a:spcBef>
                <a:spcPts val="0"/>
              </a:spcBef>
              <a:spcAft>
                <a:spcPts val="0"/>
              </a:spcAft>
              <a:buSzPts val="2400"/>
              <a:buNone/>
            </a:pPr>
            <a:endParaRPr sz="2000" dirty="0">
              <a:latin typeface="Times New Roman" panose="02020603050405020304" pitchFamily="18" charset="0"/>
              <a:cs typeface="Times New Roman" panose="02020603050405020304" pitchFamily="18" charset="0"/>
            </a:endParaRPr>
          </a:p>
          <a:p>
            <a:pPr marL="457200" lvl="0" indent="-228600" algn="l" rtl="0">
              <a:lnSpc>
                <a:spcPct val="115000"/>
              </a:lnSpc>
              <a:spcBef>
                <a:spcPts val="0"/>
              </a:spcBef>
              <a:spcAft>
                <a:spcPts val="0"/>
              </a:spcAft>
              <a:buSzPts val="2400"/>
              <a:buFont typeface="Gill Sans"/>
              <a:buNone/>
            </a:pPr>
            <a:endParaRPr sz="2000" dirty="0">
              <a:latin typeface="Times New Roman" panose="02020603050405020304" pitchFamily="18" charset="0"/>
              <a:cs typeface="Times New Roman" panose="02020603050405020304" pitchFamily="18" charset="0"/>
            </a:endParaRPr>
          </a:p>
          <a:p>
            <a:pPr marL="76200" lvl="0" indent="0" algn="l" rtl="0">
              <a:lnSpc>
                <a:spcPct val="115000"/>
              </a:lnSpc>
              <a:spcBef>
                <a:spcPts val="0"/>
              </a:spcBef>
              <a:spcAft>
                <a:spcPts val="0"/>
              </a:spcAft>
              <a:buSzPts val="2400"/>
              <a:buNone/>
            </a:pPr>
            <a:endParaRPr sz="1800" dirty="0">
              <a:latin typeface="Times New Roman" panose="02020603050405020304" pitchFamily="18" charset="0"/>
              <a:ea typeface="Calibri"/>
              <a:cs typeface="Times New Roman" panose="02020603050405020304" pitchFamily="18" charset="0"/>
              <a:sym typeface="Calibri"/>
            </a:endParaRPr>
          </a:p>
        </p:txBody>
      </p:sp>
      <p:sp>
        <p:nvSpPr>
          <p:cNvPr id="346" name="Google Shape;346;p50"/>
          <p:cNvSpPr txBox="1">
            <a:spLocks noGrp="1"/>
          </p:cNvSpPr>
          <p:nvPr>
            <p:ph type="sldNum" idx="12"/>
          </p:nvPr>
        </p:nvSpPr>
        <p:spPr>
          <a:xfrm>
            <a:off x="8" y="4749892"/>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23</a:t>
            </a:fld>
            <a:endParaRPr>
              <a:solidFill>
                <a:srgbClr val="3F3F3F"/>
              </a:solidFill>
              <a:latin typeface="Roboto"/>
              <a:ea typeface="Roboto"/>
              <a:cs typeface="Roboto"/>
              <a:sym typeface="Roboto"/>
            </a:endParaRPr>
          </a:p>
        </p:txBody>
      </p:sp>
      <p:sp>
        <p:nvSpPr>
          <p:cNvPr id="347" name="Google Shape;347;p50"/>
          <p:cNvSpPr/>
          <p:nvPr/>
        </p:nvSpPr>
        <p:spPr>
          <a:xfrm>
            <a:off x="6378900" y="1735300"/>
            <a:ext cx="2714100" cy="9699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000" dirty="0">
                <a:latin typeface="Gill Sans"/>
                <a:ea typeface="Gill Sans"/>
                <a:cs typeface="Gill Sans"/>
                <a:sym typeface="Gill Sans"/>
              </a:rPr>
              <a:t>Hi, My name is </a:t>
            </a:r>
            <a:r>
              <a:rPr lang="en" sz="1000" dirty="0">
                <a:highlight>
                  <a:srgbClr val="E69138"/>
                </a:highlight>
                <a:latin typeface="Gill Sans"/>
                <a:ea typeface="Gill Sans"/>
                <a:cs typeface="Gill Sans"/>
                <a:sym typeface="Gill Sans"/>
              </a:rPr>
              <a:t>Shubhangi Deb  </a:t>
            </a:r>
            <a:r>
              <a:rPr lang="en" sz="1000" b="1" dirty="0">
                <a:highlight>
                  <a:srgbClr val="E69138"/>
                </a:highlight>
                <a:latin typeface="Gill Sans"/>
                <a:ea typeface="Gill Sans"/>
                <a:cs typeface="Gill Sans"/>
                <a:sym typeface="Gill Sans"/>
              </a:rPr>
              <a:t>PERSON</a:t>
            </a:r>
            <a:endParaRPr sz="1000" b="1" dirty="0">
              <a:highlight>
                <a:srgbClr val="E69138"/>
              </a:highlight>
              <a:latin typeface="Gill Sans"/>
              <a:ea typeface="Gill Sans"/>
              <a:cs typeface="Gill Sans"/>
              <a:sym typeface="Gill Sans"/>
            </a:endParaRPr>
          </a:p>
          <a:p>
            <a:pPr marL="0" lvl="0" indent="0" algn="l" rtl="0">
              <a:lnSpc>
                <a:spcPct val="115000"/>
              </a:lnSpc>
              <a:spcBef>
                <a:spcPts val="0"/>
              </a:spcBef>
              <a:spcAft>
                <a:spcPts val="0"/>
              </a:spcAft>
              <a:buNone/>
            </a:pPr>
            <a:r>
              <a:rPr lang="en" sz="1000" dirty="0">
                <a:latin typeface="Gill Sans"/>
                <a:ea typeface="Gill Sans"/>
                <a:cs typeface="Gill Sans"/>
                <a:sym typeface="Gill Sans"/>
              </a:rPr>
              <a:t>I am from </a:t>
            </a:r>
            <a:r>
              <a:rPr lang="en" sz="1000" dirty="0">
                <a:highlight>
                  <a:srgbClr val="93C47D"/>
                </a:highlight>
                <a:latin typeface="Gill Sans"/>
                <a:ea typeface="Gill Sans"/>
                <a:cs typeface="Gill Sans"/>
                <a:sym typeface="Gill Sans"/>
              </a:rPr>
              <a:t>Australia </a:t>
            </a:r>
            <a:r>
              <a:rPr lang="en" sz="1000" b="1" dirty="0">
                <a:highlight>
                  <a:srgbClr val="93C47D"/>
                </a:highlight>
                <a:latin typeface="Gill Sans"/>
                <a:ea typeface="Gill Sans"/>
                <a:cs typeface="Gill Sans"/>
                <a:sym typeface="Gill Sans"/>
              </a:rPr>
              <a:t>GPE</a:t>
            </a:r>
            <a:endParaRPr sz="1000" b="1" dirty="0">
              <a:highlight>
                <a:srgbClr val="93C47D"/>
              </a:highlight>
              <a:latin typeface="Gill Sans"/>
              <a:ea typeface="Gill Sans"/>
              <a:cs typeface="Gill Sans"/>
              <a:sym typeface="Gill Sans"/>
            </a:endParaRPr>
          </a:p>
          <a:p>
            <a:pPr marL="0" lvl="0" indent="0" algn="l" rtl="0">
              <a:lnSpc>
                <a:spcPct val="115000"/>
              </a:lnSpc>
              <a:spcBef>
                <a:spcPts val="0"/>
              </a:spcBef>
              <a:spcAft>
                <a:spcPts val="0"/>
              </a:spcAft>
              <a:buNone/>
            </a:pPr>
            <a:r>
              <a:rPr lang="en" sz="1000" dirty="0">
                <a:latin typeface="Gill Sans"/>
                <a:ea typeface="Gill Sans"/>
                <a:cs typeface="Gill Sans"/>
                <a:sym typeface="Gill Sans"/>
              </a:rPr>
              <a:t>I want to work with </a:t>
            </a:r>
            <a:r>
              <a:rPr lang="en" sz="1000" dirty="0">
                <a:highlight>
                  <a:srgbClr val="8E7CC3"/>
                </a:highlight>
                <a:latin typeface="Gill Sans"/>
                <a:ea typeface="Gill Sans"/>
                <a:cs typeface="Gill Sans"/>
                <a:sym typeface="Gill Sans"/>
              </a:rPr>
              <a:t>Amazon </a:t>
            </a:r>
            <a:r>
              <a:rPr lang="en" sz="1000" b="1" dirty="0">
                <a:highlight>
                  <a:srgbClr val="8E7CC3"/>
                </a:highlight>
                <a:latin typeface="Gill Sans"/>
                <a:ea typeface="Gill Sans"/>
                <a:cs typeface="Gill Sans"/>
                <a:sym typeface="Gill Sans"/>
              </a:rPr>
              <a:t>ORG</a:t>
            </a:r>
            <a:endParaRPr sz="1000" b="1" dirty="0">
              <a:highlight>
                <a:srgbClr val="8E7CC3"/>
              </a:highlight>
              <a:latin typeface="Gill Sans"/>
              <a:ea typeface="Gill Sans"/>
              <a:cs typeface="Gill Sans"/>
              <a:sym typeface="Gill Sans"/>
            </a:endParaRPr>
          </a:p>
          <a:p>
            <a:pPr marL="0" lvl="0" indent="0" algn="l" rtl="0">
              <a:lnSpc>
                <a:spcPct val="115000"/>
              </a:lnSpc>
              <a:spcBef>
                <a:spcPts val="0"/>
              </a:spcBef>
              <a:spcAft>
                <a:spcPts val="0"/>
              </a:spcAft>
              <a:buNone/>
            </a:pPr>
            <a:r>
              <a:rPr lang="en" sz="1000" dirty="0">
                <a:highlight>
                  <a:srgbClr val="DD7E6B"/>
                </a:highlight>
                <a:latin typeface="Gill Sans"/>
                <a:ea typeface="Gill Sans"/>
                <a:cs typeface="Gill Sans"/>
                <a:sym typeface="Gill Sans"/>
              </a:rPr>
              <a:t>Jeff Bezos </a:t>
            </a:r>
            <a:r>
              <a:rPr lang="en" sz="1000" b="1" dirty="0">
                <a:highlight>
                  <a:srgbClr val="DD7E6B"/>
                </a:highlight>
                <a:latin typeface="Gill Sans"/>
                <a:ea typeface="Gill Sans"/>
                <a:cs typeface="Gill Sans"/>
                <a:sym typeface="Gill Sans"/>
              </a:rPr>
              <a:t>PERSON</a:t>
            </a:r>
            <a:r>
              <a:rPr lang="en" sz="1000" dirty="0">
                <a:latin typeface="Gill Sans"/>
                <a:ea typeface="Gill Sans"/>
                <a:cs typeface="Gill Sans"/>
                <a:sym typeface="Gill Sans"/>
              </a:rPr>
              <a:t> is my inspiration</a:t>
            </a:r>
            <a:endParaRPr sz="1000" dirty="0">
              <a:latin typeface="Gill Sans"/>
              <a:ea typeface="Gill Sans"/>
              <a:cs typeface="Gill Sans"/>
              <a:sym typeface="Gill Sans"/>
            </a:endParaRPr>
          </a:p>
        </p:txBody>
      </p:sp>
      <p:sp>
        <p:nvSpPr>
          <p:cNvPr id="348" name="Google Shape;348;p50"/>
          <p:cNvSpPr/>
          <p:nvPr/>
        </p:nvSpPr>
        <p:spPr>
          <a:xfrm>
            <a:off x="6378900" y="2714025"/>
            <a:ext cx="2714100" cy="393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Gill Sans"/>
                <a:ea typeface="Gill Sans"/>
                <a:cs typeface="Gill Sans"/>
                <a:sym typeface="Gill Sans"/>
              </a:rPr>
              <a:t>Named entity recognition with Machine Learning</a:t>
            </a:r>
            <a:endParaRPr sz="800">
              <a:latin typeface="Gill Sans"/>
              <a:ea typeface="Gill Sans"/>
              <a:cs typeface="Gill Sans"/>
              <a:sym typeface="Gill Sans"/>
            </a:endParaRPr>
          </a:p>
        </p:txBody>
      </p:sp>
      <p:pic>
        <p:nvPicPr>
          <p:cNvPr id="349" name="Google Shape;349;p50"/>
          <p:cNvPicPr preferRelativeResize="0"/>
          <p:nvPr/>
        </p:nvPicPr>
        <p:blipFill>
          <a:blip r:embed="rId3">
            <a:alphaModFix/>
          </a:blip>
          <a:stretch>
            <a:fillRect/>
          </a:stretch>
        </p:blipFill>
        <p:spPr>
          <a:xfrm>
            <a:off x="7882238" y="2339825"/>
            <a:ext cx="625623" cy="62562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Google Shape;354;p51"/>
          <p:cNvSpPr txBox="1">
            <a:spLocks noGrp="1"/>
          </p:cNvSpPr>
          <p:nvPr>
            <p:ph type="title"/>
          </p:nvPr>
        </p:nvSpPr>
        <p:spPr>
          <a:xfrm>
            <a:off x="623400" y="485425"/>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Name Entity Recognition</a:t>
            </a:r>
            <a:endParaRPr dirty="0">
              <a:latin typeface="Times New Roman" panose="02020603050405020304" pitchFamily="18" charset="0"/>
              <a:cs typeface="Times New Roman" panose="02020603050405020304" pitchFamily="18" charset="0"/>
            </a:endParaRPr>
          </a:p>
        </p:txBody>
      </p:sp>
      <p:sp>
        <p:nvSpPr>
          <p:cNvPr id="355" name="Google Shape;355;p51"/>
          <p:cNvSpPr txBox="1">
            <a:spLocks noGrp="1"/>
          </p:cNvSpPr>
          <p:nvPr>
            <p:ph type="sldNum" idx="12"/>
          </p:nvPr>
        </p:nvSpPr>
        <p:spPr>
          <a:xfrm>
            <a:off x="8" y="4749892"/>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24</a:t>
            </a:fld>
            <a:endParaRPr>
              <a:solidFill>
                <a:srgbClr val="3F3F3F"/>
              </a:solidFill>
              <a:latin typeface="Roboto"/>
              <a:ea typeface="Roboto"/>
              <a:cs typeface="Roboto"/>
              <a:sym typeface="Roboto"/>
            </a:endParaRPr>
          </a:p>
        </p:txBody>
      </p:sp>
      <p:sp>
        <p:nvSpPr>
          <p:cNvPr id="356" name="Google Shape;356;p51"/>
          <p:cNvSpPr txBox="1"/>
          <p:nvPr/>
        </p:nvSpPr>
        <p:spPr>
          <a:xfrm>
            <a:off x="623400" y="1152475"/>
            <a:ext cx="8520600" cy="3945900"/>
          </a:xfrm>
          <a:prstGeom prst="rect">
            <a:avLst/>
          </a:prstGeom>
          <a:noFill/>
          <a:ln>
            <a:noFill/>
          </a:ln>
        </p:spPr>
        <p:txBody>
          <a:bodyPr spcFirstLastPara="1" wrap="square" lIns="91425" tIns="91425" rIns="91425" bIns="91425" anchor="t" anchorCtr="0">
            <a:noAutofit/>
          </a:bodyPr>
          <a:lstStyle/>
          <a:p>
            <a:pPr marL="457200" marR="0" lvl="0" indent="-381000" algn="l" rtl="0">
              <a:lnSpc>
                <a:spcPct val="115000"/>
              </a:lnSpc>
              <a:spcBef>
                <a:spcPts val="0"/>
              </a:spcBef>
              <a:spcAft>
                <a:spcPts val="0"/>
              </a:spcAft>
              <a:buSzPts val="2400"/>
              <a:buFont typeface="Gill Sans"/>
              <a:buChar char="●"/>
            </a:pPr>
            <a:r>
              <a:rPr lang="en" sz="2400" dirty="0">
                <a:latin typeface="Times New Roman" panose="02020603050405020304" pitchFamily="18" charset="0"/>
                <a:ea typeface="Gill Sans"/>
                <a:cs typeface="Times New Roman" panose="02020603050405020304" pitchFamily="18" charset="0"/>
                <a:sym typeface="Gill Sans"/>
              </a:rPr>
              <a:t>Applications</a:t>
            </a:r>
            <a:endParaRPr sz="2400" dirty="0">
              <a:latin typeface="Times New Roman" panose="02020603050405020304" pitchFamily="18" charset="0"/>
              <a:ea typeface="Gill Sans"/>
              <a:cs typeface="Times New Roman" panose="02020603050405020304" pitchFamily="18" charset="0"/>
              <a:sym typeface="Gill Sans"/>
            </a:endParaRPr>
          </a:p>
          <a:p>
            <a:pPr marL="914400" marR="0" lvl="1" indent="-355600" algn="l" rtl="0">
              <a:lnSpc>
                <a:spcPct val="115000"/>
              </a:lnSpc>
              <a:spcBef>
                <a:spcPts val="0"/>
              </a:spcBef>
              <a:spcAft>
                <a:spcPts val="0"/>
              </a:spcAft>
              <a:buSzPts val="2000"/>
              <a:buFont typeface="Gill Sans"/>
              <a:buChar char="○"/>
            </a:pPr>
            <a:r>
              <a:rPr lang="en" sz="2000" i="0" u="none" strike="noStrike" cap="none" dirty="0">
                <a:latin typeface="Times New Roman" panose="02020603050405020304" pitchFamily="18" charset="0"/>
                <a:ea typeface="Gill Sans"/>
                <a:cs typeface="Times New Roman" panose="02020603050405020304" pitchFamily="18" charset="0"/>
                <a:sym typeface="Gill Sans"/>
              </a:rPr>
              <a:t>Processing Resumes</a:t>
            </a:r>
            <a:r>
              <a:rPr lang="en" sz="2400" i="0" u="none" strike="noStrike" cap="none" dirty="0">
                <a:latin typeface="Times New Roman" panose="02020603050405020304" pitchFamily="18" charset="0"/>
                <a:ea typeface="Gill Sans"/>
                <a:cs typeface="Times New Roman" panose="02020603050405020304" pitchFamily="18" charset="0"/>
                <a:sym typeface="Gill Sans"/>
              </a:rPr>
              <a:t> </a:t>
            </a:r>
            <a:endParaRPr dirty="0">
              <a:latin typeface="Times New Roman" panose="02020603050405020304" pitchFamily="18" charset="0"/>
              <a:ea typeface="Gill Sans"/>
              <a:cs typeface="Times New Roman" panose="02020603050405020304" pitchFamily="18" charset="0"/>
              <a:sym typeface="Gill Sans"/>
            </a:endParaRPr>
          </a:p>
          <a:p>
            <a:pPr marL="1371600" marR="0" lvl="2" indent="-342900" algn="l" rtl="0">
              <a:lnSpc>
                <a:spcPct val="115000"/>
              </a:lnSpc>
              <a:spcBef>
                <a:spcPts val="0"/>
              </a:spcBef>
              <a:spcAft>
                <a:spcPts val="0"/>
              </a:spcAft>
              <a:buSzPts val="1800"/>
              <a:buFont typeface="Gill Sans"/>
              <a:buChar char="■"/>
            </a:pPr>
            <a:r>
              <a:rPr lang="en" sz="1800" i="0" u="none" strike="noStrike" cap="none" dirty="0">
                <a:latin typeface="Times New Roman" panose="02020603050405020304" pitchFamily="18" charset="0"/>
                <a:ea typeface="Gill Sans"/>
                <a:cs typeface="Times New Roman" panose="02020603050405020304" pitchFamily="18" charset="0"/>
                <a:sym typeface="Gill Sans"/>
              </a:rPr>
              <a:t>Looking for information from resumes formatted differently. </a:t>
            </a:r>
            <a:endParaRPr sz="1800" dirty="0">
              <a:latin typeface="Times New Roman" panose="02020603050405020304" pitchFamily="18" charset="0"/>
              <a:ea typeface="Gill Sans"/>
              <a:cs typeface="Times New Roman" panose="02020603050405020304" pitchFamily="18" charset="0"/>
              <a:sym typeface="Gill Sans"/>
            </a:endParaRPr>
          </a:p>
          <a:p>
            <a:pPr marL="1371600" marR="0" lvl="2" indent="-342900" algn="l" rtl="0">
              <a:lnSpc>
                <a:spcPct val="115000"/>
              </a:lnSpc>
              <a:spcBef>
                <a:spcPts val="0"/>
              </a:spcBef>
              <a:spcAft>
                <a:spcPts val="0"/>
              </a:spcAft>
              <a:buSzPts val="1800"/>
              <a:buFont typeface="Gill Sans"/>
              <a:buChar char="■"/>
            </a:pPr>
            <a:r>
              <a:rPr lang="en" sz="1800" i="0" u="none" strike="noStrike" cap="none" dirty="0">
                <a:latin typeface="Times New Roman" panose="02020603050405020304" pitchFamily="18" charset="0"/>
                <a:ea typeface="Gill Sans"/>
                <a:cs typeface="Times New Roman" panose="02020603050405020304" pitchFamily="18" charset="0"/>
                <a:sym typeface="Gill Sans"/>
              </a:rPr>
              <a:t>Personal information, experience, skills, degree etc,.</a:t>
            </a:r>
            <a:endParaRPr sz="1800" i="0" u="none" strike="noStrike" cap="none" dirty="0">
              <a:latin typeface="Times New Roman" panose="02020603050405020304" pitchFamily="18" charset="0"/>
              <a:ea typeface="Gill Sans"/>
              <a:cs typeface="Times New Roman" panose="02020603050405020304" pitchFamily="18" charset="0"/>
              <a:sym typeface="Gill Sans"/>
            </a:endParaRPr>
          </a:p>
          <a:p>
            <a:pPr marL="914400" marR="0" lvl="1" indent="-355600" algn="l" rtl="0">
              <a:lnSpc>
                <a:spcPct val="115000"/>
              </a:lnSpc>
              <a:spcBef>
                <a:spcPts val="0"/>
              </a:spcBef>
              <a:spcAft>
                <a:spcPts val="0"/>
              </a:spcAft>
              <a:buSzPts val="2000"/>
              <a:buFont typeface="Gill Sans"/>
              <a:buChar char="○"/>
            </a:pPr>
            <a:r>
              <a:rPr lang="en" sz="2000" i="0" u="none" strike="noStrike" cap="none" dirty="0">
                <a:latin typeface="Times New Roman" panose="02020603050405020304" pitchFamily="18" charset="0"/>
                <a:ea typeface="Gill Sans"/>
                <a:cs typeface="Times New Roman" panose="02020603050405020304" pitchFamily="18" charset="0"/>
                <a:sym typeface="Gill Sans"/>
              </a:rPr>
              <a:t>Gain Insights from Customer Feedback</a:t>
            </a:r>
            <a:endParaRPr sz="2000" i="0" u="none" strike="noStrike" cap="none" dirty="0">
              <a:latin typeface="Times New Roman" panose="02020603050405020304" pitchFamily="18" charset="0"/>
              <a:ea typeface="Gill Sans"/>
              <a:cs typeface="Times New Roman" panose="02020603050405020304" pitchFamily="18" charset="0"/>
              <a:sym typeface="Gill Sans"/>
            </a:endParaRPr>
          </a:p>
          <a:p>
            <a:pPr marL="1371600" marR="0" lvl="2" indent="-342900" algn="l" rtl="0">
              <a:lnSpc>
                <a:spcPct val="115000"/>
              </a:lnSpc>
              <a:spcBef>
                <a:spcPts val="0"/>
              </a:spcBef>
              <a:spcAft>
                <a:spcPts val="0"/>
              </a:spcAft>
              <a:buSzPts val="1800"/>
              <a:buFont typeface="Gill Sans"/>
              <a:buChar char="■"/>
            </a:pPr>
            <a:r>
              <a:rPr lang="en" sz="1800" i="0" u="none" strike="noStrike" cap="none" dirty="0">
                <a:latin typeface="Times New Roman" panose="02020603050405020304" pitchFamily="18" charset="0"/>
                <a:ea typeface="Gill Sans"/>
                <a:cs typeface="Times New Roman" panose="02020603050405020304" pitchFamily="18" charset="0"/>
                <a:sym typeface="Gill Sans"/>
              </a:rPr>
              <a:t>Organize all this customer feedback and pinpoint repeating problem areas</a:t>
            </a:r>
            <a:endParaRPr sz="1800" dirty="0">
              <a:latin typeface="Times New Roman" panose="02020603050405020304" pitchFamily="18" charset="0"/>
              <a:ea typeface="Gill Sans"/>
              <a:cs typeface="Times New Roman" panose="02020603050405020304" pitchFamily="18" charset="0"/>
              <a:sym typeface="Gill Sans"/>
            </a:endParaRPr>
          </a:p>
          <a:p>
            <a:pPr marL="1371600" marR="0" lvl="2" indent="-342900" algn="l" rtl="0">
              <a:lnSpc>
                <a:spcPct val="115000"/>
              </a:lnSpc>
              <a:spcBef>
                <a:spcPts val="0"/>
              </a:spcBef>
              <a:spcAft>
                <a:spcPts val="0"/>
              </a:spcAft>
              <a:buSzPts val="1800"/>
              <a:buFont typeface="Gill Sans"/>
              <a:buChar char="■"/>
            </a:pPr>
            <a:r>
              <a:rPr lang="en" sz="1800" i="0" u="none" strike="noStrike" cap="none" dirty="0">
                <a:latin typeface="Times New Roman" panose="02020603050405020304" pitchFamily="18" charset="0"/>
                <a:ea typeface="Gill Sans"/>
                <a:cs typeface="Times New Roman" panose="02020603050405020304" pitchFamily="18" charset="0"/>
                <a:sym typeface="Gill Sans"/>
              </a:rPr>
              <a:t>Areas of customer likes/dislikes/improvement areas </a:t>
            </a:r>
            <a:endParaRPr sz="1800" i="0" u="none" strike="noStrike" cap="none" dirty="0">
              <a:latin typeface="Times New Roman" panose="02020603050405020304" pitchFamily="18" charset="0"/>
              <a:ea typeface="Gill Sans"/>
              <a:cs typeface="Times New Roman" panose="02020603050405020304" pitchFamily="18" charset="0"/>
              <a:sym typeface="Gill Sans"/>
            </a:endParaRPr>
          </a:p>
          <a:p>
            <a:pPr marL="914400" marR="0" lvl="1" indent="-355600" algn="l" rtl="0">
              <a:lnSpc>
                <a:spcPct val="115000"/>
              </a:lnSpc>
              <a:spcBef>
                <a:spcPts val="0"/>
              </a:spcBef>
              <a:spcAft>
                <a:spcPts val="0"/>
              </a:spcAft>
              <a:buSzPts val="2000"/>
              <a:buFont typeface="Gill Sans"/>
              <a:buChar char="○"/>
            </a:pPr>
            <a:r>
              <a:rPr lang="en" sz="2000" i="0" u="none" strike="noStrike" cap="none" dirty="0">
                <a:latin typeface="Times New Roman" panose="02020603050405020304" pitchFamily="18" charset="0"/>
                <a:ea typeface="Gill Sans"/>
                <a:cs typeface="Times New Roman" panose="02020603050405020304" pitchFamily="18" charset="0"/>
                <a:sym typeface="Gill Sans"/>
              </a:rPr>
              <a:t>Content Recommendation:</a:t>
            </a:r>
            <a:endParaRPr sz="2000" dirty="0">
              <a:latin typeface="Times New Roman" panose="02020603050405020304" pitchFamily="18" charset="0"/>
              <a:ea typeface="Gill Sans"/>
              <a:cs typeface="Times New Roman" panose="02020603050405020304" pitchFamily="18" charset="0"/>
              <a:sym typeface="Gill Sans"/>
            </a:endParaRPr>
          </a:p>
          <a:p>
            <a:pPr marL="1371600" marR="0" lvl="2" indent="-342900" algn="l" rtl="0">
              <a:lnSpc>
                <a:spcPct val="115000"/>
              </a:lnSpc>
              <a:spcBef>
                <a:spcPts val="0"/>
              </a:spcBef>
              <a:spcAft>
                <a:spcPts val="0"/>
              </a:spcAft>
              <a:buSzPts val="1800"/>
              <a:buFont typeface="Gill Sans"/>
              <a:buChar char="■"/>
            </a:pPr>
            <a:r>
              <a:rPr lang="en-US" sz="1800" dirty="0">
                <a:latin typeface="Times New Roman" panose="02020603050405020304" pitchFamily="18" charset="0"/>
                <a:ea typeface="Gill Sans"/>
                <a:cs typeface="Times New Roman" panose="02020603050405020304" pitchFamily="18" charset="0"/>
                <a:sym typeface="Gill Sans"/>
              </a:rPr>
              <a:t>I</a:t>
            </a:r>
            <a:r>
              <a:rPr lang="en-US" sz="1800" i="0" u="none" strike="noStrike" cap="none" dirty="0">
                <a:latin typeface="Times New Roman" panose="02020603050405020304" pitchFamily="18" charset="0"/>
                <a:ea typeface="Gill Sans"/>
                <a:cs typeface="Times New Roman" panose="02020603050405020304" pitchFamily="18" charset="0"/>
                <a:sym typeface="Gill Sans"/>
              </a:rPr>
              <a:t>f you watch a lot of comedies on Netflix, you’ll get more recommendations that have been classified as the entity ‘Comedy’.</a:t>
            </a:r>
            <a:endParaRPr lang="en-US" sz="1800" dirty="0">
              <a:latin typeface="Times New Roman" panose="02020603050405020304" pitchFamily="18" charset="0"/>
              <a:ea typeface="Gill Sans"/>
              <a:cs typeface="Times New Roman" panose="02020603050405020304" pitchFamily="18" charset="0"/>
              <a:sym typeface="Gill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1" name="Google Shape;361;p52"/>
          <p:cNvSpPr txBox="1">
            <a:spLocks noGrp="1"/>
          </p:cNvSpPr>
          <p:nvPr>
            <p:ph type="title"/>
          </p:nvPr>
        </p:nvSpPr>
        <p:spPr>
          <a:xfrm>
            <a:off x="623400" y="485425"/>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Coreference Resolution</a:t>
            </a:r>
            <a:endParaRPr dirty="0">
              <a:latin typeface="Times New Roman" panose="02020603050405020304" pitchFamily="18" charset="0"/>
              <a:cs typeface="Times New Roman" panose="02020603050405020304" pitchFamily="18" charset="0"/>
            </a:endParaRPr>
          </a:p>
        </p:txBody>
      </p:sp>
      <p:sp>
        <p:nvSpPr>
          <p:cNvPr id="362" name="Google Shape;362;p52"/>
          <p:cNvSpPr txBox="1">
            <a:spLocks noGrp="1"/>
          </p:cNvSpPr>
          <p:nvPr>
            <p:ph type="sldNum" idx="12"/>
          </p:nvPr>
        </p:nvSpPr>
        <p:spPr>
          <a:xfrm>
            <a:off x="8" y="4749892"/>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25</a:t>
            </a:fld>
            <a:endParaRPr>
              <a:solidFill>
                <a:srgbClr val="3F3F3F"/>
              </a:solidFill>
              <a:latin typeface="Roboto"/>
              <a:ea typeface="Roboto"/>
              <a:cs typeface="Roboto"/>
              <a:sym typeface="Roboto"/>
            </a:endParaRPr>
          </a:p>
        </p:txBody>
      </p:sp>
      <p:sp>
        <p:nvSpPr>
          <p:cNvPr id="363" name="Google Shape;363;p52"/>
          <p:cNvSpPr txBox="1"/>
          <p:nvPr/>
        </p:nvSpPr>
        <p:spPr>
          <a:xfrm>
            <a:off x="623400" y="1112874"/>
            <a:ext cx="8347500" cy="3827701"/>
          </a:xfrm>
          <a:prstGeom prst="rect">
            <a:avLst/>
          </a:prstGeom>
          <a:noFill/>
          <a:ln>
            <a:noFill/>
          </a:ln>
        </p:spPr>
        <p:txBody>
          <a:bodyPr spcFirstLastPara="1" wrap="square" lIns="91425" tIns="91425" rIns="91425" bIns="91425" anchor="t" anchorCtr="0">
            <a:noAutofit/>
          </a:bodyPr>
          <a:lstStyle/>
          <a:p>
            <a:pPr marL="457200" marR="0" lvl="0" indent="-381000" algn="l" rtl="0">
              <a:lnSpc>
                <a:spcPct val="100000"/>
              </a:lnSpc>
              <a:spcBef>
                <a:spcPts val="0"/>
              </a:spcBef>
              <a:spcAft>
                <a:spcPts val="0"/>
              </a:spcAft>
              <a:buClr>
                <a:schemeClr val="dk1"/>
              </a:buClr>
              <a:buSzPts val="2400"/>
              <a:buFont typeface="Gill Sans"/>
              <a:buChar char="●"/>
            </a:pPr>
            <a:r>
              <a:rPr lang="en" sz="24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Identify all expressions that refer to the same object.</a:t>
            </a:r>
            <a:endParaRPr lang="en-IN"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marR="0" lvl="1" indent="-355600" algn="l" rtl="0">
              <a:lnSpc>
                <a:spcPct val="100000"/>
              </a:lnSpc>
              <a:spcBef>
                <a:spcPts val="0"/>
              </a:spcBef>
              <a:spcAft>
                <a:spcPts val="0"/>
              </a:spcAft>
              <a:buClr>
                <a:schemeClr val="dk1"/>
              </a:buClr>
              <a:buSzPts val="2000"/>
              <a:buFont typeface="Gill Sans"/>
              <a:buChar char="○"/>
            </a:pP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Mohan went to McDonald to buy a burger. He visits the store very often and loves its food. </a:t>
            </a:r>
            <a:endParaRPr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marR="0" lvl="1" indent="-228600" algn="l" rtl="0">
              <a:lnSpc>
                <a:spcPct val="100000"/>
              </a:lnSpc>
              <a:spcBef>
                <a:spcPts val="0"/>
              </a:spcBef>
              <a:spcAft>
                <a:spcPts val="0"/>
              </a:spcAft>
              <a:buClr>
                <a:schemeClr val="dk2"/>
              </a:buClr>
              <a:buSzPts val="2000"/>
              <a:buFont typeface="Gill Sans"/>
              <a:buNone/>
            </a:pPr>
            <a:endParaRPr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marR="0" lvl="1" indent="-228600" algn="l" rtl="0">
              <a:lnSpc>
                <a:spcPct val="100000"/>
              </a:lnSpc>
              <a:spcBef>
                <a:spcPts val="0"/>
              </a:spcBef>
              <a:spcAft>
                <a:spcPts val="0"/>
              </a:spcAft>
              <a:buClr>
                <a:schemeClr val="dk2"/>
              </a:buClr>
              <a:buSzPts val="2000"/>
              <a:buFont typeface="Gill Sans"/>
              <a:buNone/>
            </a:pPr>
            <a:endParaRPr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marR="0" lvl="1" indent="-228600" algn="l" rtl="0">
              <a:lnSpc>
                <a:spcPct val="100000"/>
              </a:lnSpc>
              <a:spcBef>
                <a:spcPts val="0"/>
              </a:spcBef>
              <a:spcAft>
                <a:spcPts val="0"/>
              </a:spcAft>
              <a:buClr>
                <a:schemeClr val="dk2"/>
              </a:buClr>
              <a:buSzPts val="2000"/>
              <a:buFont typeface="Gill Sans"/>
              <a:buNone/>
            </a:pPr>
            <a:endParaRPr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marR="0" lvl="1" indent="-228600" algn="l" rtl="0">
              <a:lnSpc>
                <a:spcPct val="100000"/>
              </a:lnSpc>
              <a:spcBef>
                <a:spcPts val="0"/>
              </a:spcBef>
              <a:spcAft>
                <a:spcPts val="0"/>
              </a:spcAft>
              <a:buClr>
                <a:schemeClr val="dk2"/>
              </a:buClr>
              <a:buSzPts val="2000"/>
              <a:buFont typeface="Gill Sans"/>
              <a:buNone/>
            </a:pPr>
            <a:endParaRPr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endParaRPr>
          </a:p>
          <a:p>
            <a:pPr marL="444500" marR="0" lvl="0" indent="-342900" algn="l" rtl="0">
              <a:lnSpc>
                <a:spcPct val="100000"/>
              </a:lnSpc>
              <a:spcBef>
                <a:spcPts val="0"/>
              </a:spcBef>
              <a:spcAft>
                <a:spcPts val="0"/>
              </a:spcAft>
              <a:buClr>
                <a:schemeClr val="dk1"/>
              </a:buClr>
              <a:buSzPts val="2400"/>
              <a:buFont typeface="Gill Sans"/>
              <a:buChar char="●"/>
            </a:pPr>
            <a:endParaRPr lang="en" sz="24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endParaRPr>
          </a:p>
          <a:p>
            <a:pPr marL="444500" marR="0" lvl="0" indent="-342900" algn="l" rtl="0">
              <a:lnSpc>
                <a:spcPct val="100000"/>
              </a:lnSpc>
              <a:spcBef>
                <a:spcPts val="0"/>
              </a:spcBef>
              <a:spcAft>
                <a:spcPts val="0"/>
              </a:spcAft>
              <a:buClr>
                <a:schemeClr val="dk1"/>
              </a:buClr>
              <a:buSzPts val="2400"/>
              <a:buFont typeface="Gill Sans"/>
              <a:buChar char="●"/>
            </a:pPr>
            <a:r>
              <a:rPr lang="en" sz="24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Uses - It is an important step for a lot of higher level NLP tasks that involves natural language</a:t>
            </a:r>
            <a:r>
              <a:rPr lang="en" sz="2400" dirty="0">
                <a:solidFill>
                  <a:schemeClr val="dk1"/>
                </a:solidFill>
                <a:latin typeface="Times New Roman" panose="02020603050405020304" pitchFamily="18" charset="0"/>
                <a:ea typeface="Gill Sans"/>
                <a:cs typeface="Times New Roman" panose="02020603050405020304" pitchFamily="18" charset="0"/>
                <a:sym typeface="Gill Sans"/>
              </a:rPr>
              <a:t> </a:t>
            </a:r>
            <a:r>
              <a:rPr lang="en" sz="24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understanding</a:t>
            </a:r>
            <a:endParaRPr sz="14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endParaRPr>
          </a:p>
        </p:txBody>
      </p:sp>
      <p:sp>
        <p:nvSpPr>
          <p:cNvPr id="364" name="Google Shape;364;p52"/>
          <p:cNvSpPr/>
          <p:nvPr/>
        </p:nvSpPr>
        <p:spPr>
          <a:xfrm>
            <a:off x="1152844" y="2375807"/>
            <a:ext cx="6722535" cy="4572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dirty="0">
                <a:latin typeface="Gill Sans"/>
                <a:ea typeface="Gill Sans"/>
                <a:cs typeface="Gill Sans"/>
                <a:sym typeface="Gill Sans"/>
              </a:rPr>
              <a:t>“ </a:t>
            </a:r>
            <a:r>
              <a:rPr lang="en" dirty="0">
                <a:highlight>
                  <a:srgbClr val="00B050"/>
                </a:highlight>
                <a:latin typeface="Gill Sans"/>
                <a:ea typeface="Gill Sans"/>
                <a:cs typeface="Gill Sans"/>
                <a:sym typeface="Gill Sans"/>
              </a:rPr>
              <a:t>I</a:t>
            </a:r>
            <a:r>
              <a:rPr lang="en" dirty="0">
                <a:latin typeface="Gill Sans"/>
                <a:ea typeface="Gill Sans"/>
                <a:cs typeface="Gill Sans"/>
                <a:sym typeface="Gill Sans"/>
              </a:rPr>
              <a:t> voted for </a:t>
            </a:r>
            <a:r>
              <a:rPr lang="en" dirty="0">
                <a:highlight>
                  <a:srgbClr val="F6B26B"/>
                </a:highlight>
                <a:latin typeface="Gill Sans"/>
                <a:ea typeface="Gill Sans"/>
                <a:cs typeface="Gill Sans"/>
                <a:sym typeface="Gill Sans"/>
              </a:rPr>
              <a:t>Biden</a:t>
            </a:r>
            <a:r>
              <a:rPr lang="en" dirty="0">
                <a:latin typeface="Gill Sans"/>
                <a:ea typeface="Gill Sans"/>
                <a:cs typeface="Gill Sans"/>
                <a:sym typeface="Gill Sans"/>
              </a:rPr>
              <a:t> because </a:t>
            </a:r>
            <a:r>
              <a:rPr lang="en" dirty="0">
                <a:highlight>
                  <a:srgbClr val="F6B26B"/>
                </a:highlight>
                <a:latin typeface="Gill Sans"/>
                <a:ea typeface="Gill Sans"/>
                <a:cs typeface="Gill Sans"/>
                <a:sym typeface="Gill Sans"/>
              </a:rPr>
              <a:t>he</a:t>
            </a:r>
            <a:r>
              <a:rPr lang="en" dirty="0">
                <a:latin typeface="Gill Sans"/>
                <a:ea typeface="Gill Sans"/>
                <a:cs typeface="Gill Sans"/>
                <a:sym typeface="Gill Sans"/>
              </a:rPr>
              <a:t> was most aligned to </a:t>
            </a:r>
            <a:r>
              <a:rPr lang="en" dirty="0">
                <a:highlight>
                  <a:srgbClr val="00B050"/>
                </a:highlight>
                <a:latin typeface="Gill Sans"/>
                <a:ea typeface="Gill Sans"/>
                <a:cs typeface="Gill Sans"/>
                <a:sym typeface="Gill Sans"/>
              </a:rPr>
              <a:t>my</a:t>
            </a:r>
            <a:r>
              <a:rPr lang="en" dirty="0">
                <a:latin typeface="Gill Sans"/>
                <a:ea typeface="Gill Sans"/>
                <a:cs typeface="Gill Sans"/>
                <a:sym typeface="Gill Sans"/>
              </a:rPr>
              <a:t> principes”, </a:t>
            </a:r>
            <a:r>
              <a:rPr lang="en" dirty="0">
                <a:highlight>
                  <a:srgbClr val="00B050"/>
                </a:highlight>
                <a:latin typeface="Gill Sans"/>
                <a:ea typeface="Gill Sans"/>
                <a:cs typeface="Gill Sans"/>
                <a:sym typeface="Gill Sans"/>
              </a:rPr>
              <a:t>Jenna</a:t>
            </a:r>
            <a:r>
              <a:rPr lang="en" dirty="0">
                <a:latin typeface="Gill Sans"/>
                <a:ea typeface="Gill Sans"/>
                <a:cs typeface="Gill Sans"/>
                <a:sym typeface="Gill Sans"/>
              </a:rPr>
              <a:t> said</a:t>
            </a:r>
            <a:endParaRPr dirty="0">
              <a:solidFill>
                <a:srgbClr val="434343"/>
              </a:solidFill>
              <a:latin typeface="Gill Sans"/>
              <a:ea typeface="Gill Sans"/>
              <a:cs typeface="Gill Sans"/>
              <a:sym typeface="Gill Sans"/>
            </a:endParaRPr>
          </a:p>
          <a:p>
            <a:pPr marL="0" lvl="0" indent="0" algn="l" rtl="0">
              <a:spcBef>
                <a:spcPts val="0"/>
              </a:spcBef>
              <a:spcAft>
                <a:spcPts val="0"/>
              </a:spcAft>
              <a:buNone/>
            </a:pPr>
            <a:r>
              <a:rPr lang="en" i="1" dirty="0">
                <a:solidFill>
                  <a:srgbClr val="434343"/>
                </a:solidFill>
                <a:latin typeface="Gill Sans"/>
                <a:ea typeface="Gill Sans"/>
                <a:cs typeface="Gill Sans"/>
                <a:sym typeface="Gill Sans"/>
              </a:rPr>
              <a:t>Original sentence</a:t>
            </a:r>
            <a:endParaRPr i="1" dirty="0">
              <a:solidFill>
                <a:srgbClr val="434343"/>
              </a:solidFill>
              <a:latin typeface="Gill Sans"/>
              <a:ea typeface="Gill Sans"/>
              <a:cs typeface="Gill Sans"/>
              <a:sym typeface="Gill Sans"/>
            </a:endParaRPr>
          </a:p>
        </p:txBody>
      </p:sp>
      <p:sp>
        <p:nvSpPr>
          <p:cNvPr id="365" name="Google Shape;365;p52"/>
          <p:cNvSpPr/>
          <p:nvPr/>
        </p:nvSpPr>
        <p:spPr>
          <a:xfrm>
            <a:off x="1152844" y="3052831"/>
            <a:ext cx="6722535" cy="776219"/>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dirty="0">
                <a:latin typeface="Gill Sans"/>
                <a:ea typeface="Gill Sans"/>
                <a:cs typeface="Gill Sans"/>
                <a:sym typeface="Gill Sans"/>
              </a:rPr>
              <a:t>“ </a:t>
            </a:r>
            <a:r>
              <a:rPr lang="en" dirty="0">
                <a:highlight>
                  <a:srgbClr val="00B050"/>
                </a:highlight>
                <a:latin typeface="Gill Sans"/>
                <a:ea typeface="Gill Sans"/>
                <a:cs typeface="Gill Sans"/>
                <a:sym typeface="Gill Sans"/>
              </a:rPr>
              <a:t>Jenna</a:t>
            </a:r>
            <a:r>
              <a:rPr lang="en" dirty="0">
                <a:latin typeface="Gill Sans"/>
                <a:ea typeface="Gill Sans"/>
                <a:cs typeface="Gill Sans"/>
                <a:sym typeface="Gill Sans"/>
              </a:rPr>
              <a:t> voted for </a:t>
            </a:r>
            <a:r>
              <a:rPr lang="en" dirty="0">
                <a:highlight>
                  <a:srgbClr val="F6B26B"/>
                </a:highlight>
                <a:latin typeface="Gill Sans"/>
                <a:ea typeface="Gill Sans"/>
                <a:cs typeface="Gill Sans"/>
                <a:sym typeface="Gill Sans"/>
              </a:rPr>
              <a:t>Biden</a:t>
            </a:r>
            <a:r>
              <a:rPr lang="en" dirty="0">
                <a:latin typeface="Gill Sans"/>
                <a:ea typeface="Gill Sans"/>
                <a:cs typeface="Gill Sans"/>
                <a:sym typeface="Gill Sans"/>
              </a:rPr>
              <a:t> because </a:t>
            </a:r>
            <a:r>
              <a:rPr lang="en" dirty="0">
                <a:highlight>
                  <a:srgbClr val="F6B26B"/>
                </a:highlight>
                <a:latin typeface="Gill Sans"/>
                <a:ea typeface="Gill Sans"/>
                <a:cs typeface="Gill Sans"/>
                <a:sym typeface="Gill Sans"/>
              </a:rPr>
              <a:t>Biden</a:t>
            </a:r>
            <a:r>
              <a:rPr lang="en" dirty="0">
                <a:latin typeface="Gill Sans"/>
                <a:ea typeface="Gill Sans"/>
                <a:cs typeface="Gill Sans"/>
                <a:sym typeface="Gill Sans"/>
              </a:rPr>
              <a:t> was most aligned to</a:t>
            </a:r>
            <a:r>
              <a:rPr lang="en" dirty="0">
                <a:highlight>
                  <a:srgbClr val="00B050"/>
                </a:highlight>
                <a:latin typeface="Gill Sans"/>
                <a:ea typeface="Gill Sans"/>
                <a:cs typeface="Gill Sans"/>
                <a:sym typeface="Gill Sans"/>
              </a:rPr>
              <a:t> Jenna’s</a:t>
            </a:r>
            <a:r>
              <a:rPr lang="en" dirty="0">
                <a:latin typeface="Gill Sans"/>
                <a:ea typeface="Gill Sans"/>
                <a:cs typeface="Gill Sans"/>
                <a:sym typeface="Gill Sans"/>
              </a:rPr>
              <a:t>  principes”, </a:t>
            </a:r>
            <a:r>
              <a:rPr lang="en" dirty="0">
                <a:highlight>
                  <a:srgbClr val="00B050"/>
                </a:highlight>
                <a:latin typeface="Gill Sans"/>
                <a:ea typeface="Gill Sans"/>
                <a:cs typeface="Gill Sans"/>
                <a:sym typeface="Gill Sans"/>
              </a:rPr>
              <a:t>Jenna</a:t>
            </a:r>
            <a:r>
              <a:rPr lang="en" dirty="0">
                <a:latin typeface="Gill Sans"/>
                <a:ea typeface="Gill Sans"/>
                <a:cs typeface="Gill Sans"/>
                <a:sym typeface="Gill Sans"/>
              </a:rPr>
              <a:t> said</a:t>
            </a:r>
            <a:endParaRPr dirty="0">
              <a:solidFill>
                <a:srgbClr val="434343"/>
              </a:solidFill>
              <a:latin typeface="Gill Sans"/>
              <a:ea typeface="Gill Sans"/>
              <a:cs typeface="Gill Sans"/>
              <a:sym typeface="Gill Sans"/>
            </a:endParaRPr>
          </a:p>
          <a:p>
            <a:pPr marL="0" lvl="0" indent="0" algn="l" rtl="0">
              <a:spcBef>
                <a:spcPts val="0"/>
              </a:spcBef>
              <a:spcAft>
                <a:spcPts val="0"/>
              </a:spcAft>
              <a:buNone/>
            </a:pPr>
            <a:r>
              <a:rPr lang="en" i="1" dirty="0">
                <a:solidFill>
                  <a:srgbClr val="434343"/>
                </a:solidFill>
                <a:latin typeface="Gill Sans"/>
                <a:ea typeface="Gill Sans"/>
                <a:cs typeface="Gill Sans"/>
                <a:sym typeface="Gill Sans"/>
              </a:rPr>
              <a:t>Sentence with resolved conferences</a:t>
            </a:r>
            <a:endParaRPr i="1" dirty="0">
              <a:solidFill>
                <a:srgbClr val="434343"/>
              </a:solidFill>
              <a:latin typeface="Gill Sans"/>
              <a:ea typeface="Gill Sans"/>
              <a:cs typeface="Gill Sans"/>
              <a:sym typeface="Gill Sans"/>
            </a:endParaRPr>
          </a:p>
        </p:txBody>
      </p:sp>
      <p:pic>
        <p:nvPicPr>
          <p:cNvPr id="366" name="Google Shape;366;p52"/>
          <p:cNvPicPr preferRelativeResize="0"/>
          <p:nvPr/>
        </p:nvPicPr>
        <p:blipFill>
          <a:blip r:embed="rId3">
            <a:alphaModFix/>
          </a:blip>
          <a:stretch>
            <a:fillRect/>
          </a:stretch>
        </p:blipFill>
        <p:spPr>
          <a:xfrm>
            <a:off x="4439401" y="3310270"/>
            <a:ext cx="501193" cy="369578"/>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sp>
        <p:nvSpPr>
          <p:cNvPr id="371" name="Google Shape;371;p53"/>
          <p:cNvSpPr txBox="1">
            <a:spLocks noGrp="1"/>
          </p:cNvSpPr>
          <p:nvPr>
            <p:ph type="title"/>
          </p:nvPr>
        </p:nvSpPr>
        <p:spPr>
          <a:xfrm>
            <a:off x="623400" y="485425"/>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Coreference Resolution</a:t>
            </a:r>
            <a:endParaRPr dirty="0">
              <a:latin typeface="Times New Roman" panose="02020603050405020304" pitchFamily="18" charset="0"/>
              <a:cs typeface="Times New Roman" panose="02020603050405020304" pitchFamily="18" charset="0"/>
            </a:endParaRPr>
          </a:p>
        </p:txBody>
      </p:sp>
      <p:sp>
        <p:nvSpPr>
          <p:cNvPr id="372" name="Google Shape;372;p53"/>
          <p:cNvSpPr txBox="1">
            <a:spLocks noGrp="1"/>
          </p:cNvSpPr>
          <p:nvPr>
            <p:ph type="sldNum" idx="12"/>
          </p:nvPr>
        </p:nvSpPr>
        <p:spPr>
          <a:xfrm>
            <a:off x="8" y="4749892"/>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26</a:t>
            </a:fld>
            <a:endParaRPr>
              <a:solidFill>
                <a:srgbClr val="3F3F3F"/>
              </a:solidFill>
              <a:latin typeface="Roboto"/>
              <a:ea typeface="Roboto"/>
              <a:cs typeface="Roboto"/>
              <a:sym typeface="Roboto"/>
            </a:endParaRPr>
          </a:p>
        </p:txBody>
      </p:sp>
      <p:sp>
        <p:nvSpPr>
          <p:cNvPr id="373" name="Google Shape;373;p53"/>
          <p:cNvSpPr txBox="1"/>
          <p:nvPr/>
        </p:nvSpPr>
        <p:spPr>
          <a:xfrm>
            <a:off x="623400" y="1152475"/>
            <a:ext cx="8520600" cy="4109400"/>
          </a:xfrm>
          <a:prstGeom prst="rect">
            <a:avLst/>
          </a:prstGeom>
          <a:noFill/>
          <a:ln>
            <a:noFill/>
          </a:ln>
        </p:spPr>
        <p:txBody>
          <a:bodyPr spcFirstLastPara="1" wrap="square" lIns="91425" tIns="91425" rIns="91425" bIns="91425" anchor="t" anchorCtr="0">
            <a:noAutofit/>
          </a:bodyPr>
          <a:lstStyle/>
          <a:p>
            <a:pPr marL="444500" marR="0" lvl="0" indent="-342900" algn="l" rtl="0">
              <a:lnSpc>
                <a:spcPct val="100000"/>
              </a:lnSpc>
              <a:spcBef>
                <a:spcPts val="0"/>
              </a:spcBef>
              <a:spcAft>
                <a:spcPts val="0"/>
              </a:spcAft>
              <a:buSzPts val="2400"/>
              <a:buFont typeface="Gill Sans"/>
              <a:buChar char="●"/>
            </a:pPr>
            <a:r>
              <a:rPr lang="en" sz="2400" i="0" u="none" strike="noStrike" cap="none" dirty="0">
                <a:latin typeface="Times New Roman" panose="02020603050405020304" pitchFamily="18" charset="0"/>
                <a:ea typeface="Gill Sans"/>
                <a:cs typeface="Times New Roman" panose="02020603050405020304" pitchFamily="18" charset="0"/>
                <a:sym typeface="Gill Sans"/>
              </a:rPr>
              <a:t>Uses </a:t>
            </a:r>
            <a:endParaRPr dirty="0">
              <a:latin typeface="Times New Roman" panose="02020603050405020304" pitchFamily="18" charset="0"/>
              <a:ea typeface="Gill Sans"/>
              <a:cs typeface="Times New Roman" panose="02020603050405020304" pitchFamily="18" charset="0"/>
              <a:sym typeface="Gill Sans"/>
            </a:endParaRPr>
          </a:p>
          <a:p>
            <a:pPr marL="901700" marR="0" lvl="1" indent="-342900" algn="l" rtl="0">
              <a:lnSpc>
                <a:spcPct val="100000"/>
              </a:lnSpc>
              <a:spcBef>
                <a:spcPts val="0"/>
              </a:spcBef>
              <a:spcAft>
                <a:spcPts val="0"/>
              </a:spcAft>
              <a:buSzPts val="2000"/>
              <a:buFont typeface="Gill Sans"/>
              <a:buChar char="○"/>
            </a:pPr>
            <a:r>
              <a:rPr lang="en" sz="2000" dirty="0">
                <a:latin typeface="Times New Roman" panose="02020603050405020304" pitchFamily="18" charset="0"/>
                <a:ea typeface="Gill Sans"/>
                <a:cs typeface="Times New Roman" panose="02020603050405020304" pitchFamily="18" charset="0"/>
                <a:sym typeface="Gill Sans"/>
              </a:rPr>
              <a:t>D</a:t>
            </a:r>
            <a:r>
              <a:rPr lang="en" sz="2000" i="0" u="none" strike="noStrike" cap="none" dirty="0">
                <a:latin typeface="Times New Roman" panose="02020603050405020304" pitchFamily="18" charset="0"/>
                <a:ea typeface="Gill Sans"/>
                <a:cs typeface="Times New Roman" panose="02020603050405020304" pitchFamily="18" charset="0"/>
                <a:sym typeface="Gill Sans"/>
              </a:rPr>
              <a:t>ocument summarization</a:t>
            </a:r>
            <a:endParaRPr dirty="0">
              <a:latin typeface="Times New Roman" panose="02020603050405020304" pitchFamily="18" charset="0"/>
              <a:ea typeface="Gill Sans"/>
              <a:cs typeface="Times New Roman" panose="02020603050405020304" pitchFamily="18" charset="0"/>
              <a:sym typeface="Gill Sans"/>
            </a:endParaRPr>
          </a:p>
          <a:p>
            <a:pPr marL="901700" marR="0" lvl="1" indent="-342900" algn="l" rtl="0">
              <a:lnSpc>
                <a:spcPct val="100000"/>
              </a:lnSpc>
              <a:spcBef>
                <a:spcPts val="0"/>
              </a:spcBef>
              <a:spcAft>
                <a:spcPts val="0"/>
              </a:spcAft>
              <a:buSzPts val="2000"/>
              <a:buFont typeface="Gill Sans"/>
              <a:buChar char="○"/>
            </a:pPr>
            <a:r>
              <a:rPr lang="en" sz="2000" dirty="0">
                <a:latin typeface="Times New Roman" panose="02020603050405020304" pitchFamily="18" charset="0"/>
                <a:ea typeface="Gill Sans"/>
                <a:cs typeface="Times New Roman" panose="02020603050405020304" pitchFamily="18" charset="0"/>
                <a:sym typeface="Gill Sans"/>
              </a:rPr>
              <a:t>Q</a:t>
            </a:r>
            <a:r>
              <a:rPr lang="en" sz="2000" i="0" u="none" strike="noStrike" cap="none" dirty="0">
                <a:latin typeface="Times New Roman" panose="02020603050405020304" pitchFamily="18" charset="0"/>
                <a:ea typeface="Gill Sans"/>
                <a:cs typeface="Times New Roman" panose="02020603050405020304" pitchFamily="18" charset="0"/>
                <a:sym typeface="Gill Sans"/>
              </a:rPr>
              <a:t>uestion answering</a:t>
            </a:r>
            <a:endParaRPr dirty="0">
              <a:latin typeface="Times New Roman" panose="02020603050405020304" pitchFamily="18" charset="0"/>
              <a:ea typeface="Gill Sans"/>
              <a:cs typeface="Times New Roman" panose="02020603050405020304" pitchFamily="18" charset="0"/>
              <a:sym typeface="Gill Sans"/>
            </a:endParaRPr>
          </a:p>
          <a:p>
            <a:pPr marL="901700" marR="0" lvl="1" indent="-342900" algn="l" rtl="0">
              <a:lnSpc>
                <a:spcPct val="100000"/>
              </a:lnSpc>
              <a:spcBef>
                <a:spcPts val="0"/>
              </a:spcBef>
              <a:spcAft>
                <a:spcPts val="0"/>
              </a:spcAft>
              <a:buSzPts val="2000"/>
              <a:buFont typeface="Gill Sans"/>
              <a:buChar char="○"/>
            </a:pPr>
            <a:r>
              <a:rPr lang="en" sz="2000" dirty="0">
                <a:latin typeface="Times New Roman" panose="02020603050405020304" pitchFamily="18" charset="0"/>
                <a:ea typeface="Gill Sans"/>
                <a:cs typeface="Times New Roman" panose="02020603050405020304" pitchFamily="18" charset="0"/>
                <a:sym typeface="Gill Sans"/>
              </a:rPr>
              <a:t>M</a:t>
            </a:r>
            <a:r>
              <a:rPr lang="en" sz="2000" i="0" u="none" strike="noStrike" cap="none" dirty="0">
                <a:latin typeface="Times New Roman" panose="02020603050405020304" pitchFamily="18" charset="0"/>
                <a:ea typeface="Gill Sans"/>
                <a:cs typeface="Times New Roman" panose="02020603050405020304" pitchFamily="18" charset="0"/>
                <a:sym typeface="Gill Sans"/>
              </a:rPr>
              <a:t>achine translation</a:t>
            </a:r>
            <a:endParaRPr dirty="0">
              <a:latin typeface="Times New Roman" panose="02020603050405020304" pitchFamily="18" charset="0"/>
              <a:ea typeface="Gill Sans"/>
              <a:cs typeface="Times New Roman" panose="02020603050405020304" pitchFamily="18" charset="0"/>
              <a:sym typeface="Gill Sans"/>
            </a:endParaRPr>
          </a:p>
          <a:p>
            <a:pPr marL="444500" marR="0" lvl="0" indent="-342900" algn="l" rtl="0">
              <a:lnSpc>
                <a:spcPct val="100000"/>
              </a:lnSpc>
              <a:spcBef>
                <a:spcPts val="0"/>
              </a:spcBef>
              <a:spcAft>
                <a:spcPts val="0"/>
              </a:spcAft>
              <a:buSzPts val="2400"/>
              <a:buFont typeface="Gill Sans"/>
              <a:buChar char="●"/>
            </a:pPr>
            <a:r>
              <a:rPr lang="en" sz="2400" i="0" u="none" strike="noStrike" cap="none" dirty="0">
                <a:latin typeface="Times New Roman" panose="02020603050405020304" pitchFamily="18" charset="0"/>
                <a:ea typeface="Gill Sans"/>
                <a:cs typeface="Times New Roman" panose="02020603050405020304" pitchFamily="18" charset="0"/>
                <a:sym typeface="Gill Sans"/>
              </a:rPr>
              <a:t>Anaphora (backward references) </a:t>
            </a:r>
            <a:endParaRPr dirty="0">
              <a:latin typeface="Times New Roman" panose="02020603050405020304" pitchFamily="18" charset="0"/>
              <a:ea typeface="Gill Sans"/>
              <a:cs typeface="Times New Roman" panose="02020603050405020304" pitchFamily="18" charset="0"/>
              <a:sym typeface="Gill Sans"/>
            </a:endParaRPr>
          </a:p>
          <a:p>
            <a:pPr marL="914400" marR="0" lvl="1" indent="-355600" algn="l" rtl="0">
              <a:lnSpc>
                <a:spcPct val="100000"/>
              </a:lnSpc>
              <a:spcBef>
                <a:spcPts val="0"/>
              </a:spcBef>
              <a:spcAft>
                <a:spcPts val="0"/>
              </a:spcAft>
              <a:buSzPts val="2000"/>
              <a:buFont typeface="Gill Sans"/>
              <a:buChar char="○"/>
            </a:pPr>
            <a:r>
              <a:rPr lang="en-US" sz="2000" i="0" u="none" strike="noStrike" cap="none" dirty="0">
                <a:latin typeface="Times New Roman" panose="02020603050405020304" pitchFamily="18" charset="0"/>
                <a:ea typeface="Gill Sans"/>
                <a:cs typeface="Times New Roman" panose="02020603050405020304" pitchFamily="18" charset="0"/>
                <a:sym typeface="Gill Sans"/>
              </a:rPr>
              <a:t>Refers to any reference that “points </a:t>
            </a:r>
            <a:r>
              <a:rPr lang="en-US" sz="2000" dirty="0">
                <a:latin typeface="Times New Roman" panose="02020603050405020304" pitchFamily="18" charset="0"/>
                <a:ea typeface="Gill Sans"/>
                <a:cs typeface="Times New Roman" panose="02020603050405020304" pitchFamily="18" charset="0"/>
                <a:sym typeface="Gill Sans"/>
              </a:rPr>
              <a:t>back</a:t>
            </a:r>
            <a:r>
              <a:rPr lang="en-US" sz="2000" i="0" u="none" strike="noStrike" cap="none" dirty="0">
                <a:latin typeface="Times New Roman" panose="02020603050405020304" pitchFamily="18" charset="0"/>
                <a:ea typeface="Gill Sans"/>
                <a:cs typeface="Times New Roman" panose="02020603050405020304" pitchFamily="18" charset="0"/>
                <a:sym typeface="Gill Sans"/>
              </a:rPr>
              <a:t>ward” to information that was presented earlier in the text </a:t>
            </a:r>
            <a:endParaRPr lang="en-US" sz="2000" dirty="0">
              <a:latin typeface="Times New Roman" panose="02020603050405020304" pitchFamily="18" charset="0"/>
              <a:ea typeface="Gill Sans"/>
              <a:cs typeface="Times New Roman" panose="02020603050405020304" pitchFamily="18" charset="0"/>
              <a:sym typeface="Gill Sans"/>
            </a:endParaRPr>
          </a:p>
          <a:p>
            <a:pPr marL="558800" marR="0" lvl="1" algn="l" rtl="0">
              <a:lnSpc>
                <a:spcPct val="100000"/>
              </a:lnSpc>
              <a:spcBef>
                <a:spcPts val="0"/>
              </a:spcBef>
              <a:spcAft>
                <a:spcPts val="0"/>
              </a:spcAft>
              <a:buSzPts val="2000"/>
            </a:pPr>
            <a:r>
              <a:rPr lang="en" sz="1800" i="1" u="none" strike="noStrike" cap="none" dirty="0">
                <a:latin typeface="Times New Roman" panose="02020603050405020304" pitchFamily="18" charset="0"/>
                <a:ea typeface="Gill Sans"/>
                <a:cs typeface="Times New Roman" panose="02020603050405020304" pitchFamily="18" charset="0"/>
                <a:sym typeface="Gill Sans"/>
              </a:rPr>
              <a:t>     “The apple on the table was</a:t>
            </a:r>
            <a:r>
              <a:rPr lang="en" sz="1800" i="1" dirty="0">
                <a:latin typeface="Times New Roman" panose="02020603050405020304" pitchFamily="18" charset="0"/>
                <a:ea typeface="Gill Sans"/>
                <a:cs typeface="Times New Roman" panose="02020603050405020304" pitchFamily="18" charset="0"/>
                <a:sym typeface="Gill Sans"/>
              </a:rPr>
              <a:t> rotten</a:t>
            </a:r>
            <a:r>
              <a:rPr lang="en" sz="1800" i="1" u="none" strike="noStrike" cap="none" dirty="0">
                <a:latin typeface="Times New Roman" panose="02020603050405020304" pitchFamily="18" charset="0"/>
                <a:ea typeface="Gill Sans"/>
                <a:cs typeface="Times New Roman" panose="02020603050405020304" pitchFamily="18" charset="0"/>
                <a:sym typeface="Gill Sans"/>
              </a:rPr>
              <a:t>. It had been there for three days</a:t>
            </a:r>
            <a:r>
              <a:rPr lang="en" sz="2000" i="1" u="none" strike="noStrike" cap="none" dirty="0">
                <a:latin typeface="Times New Roman" panose="02020603050405020304" pitchFamily="18" charset="0"/>
                <a:ea typeface="Gill Sans"/>
                <a:cs typeface="Times New Roman" panose="02020603050405020304" pitchFamily="18" charset="0"/>
                <a:sym typeface="Gill Sans"/>
              </a:rPr>
              <a:t>.”</a:t>
            </a:r>
            <a:endParaRPr i="1" dirty="0">
              <a:latin typeface="Times New Roman" panose="02020603050405020304" pitchFamily="18" charset="0"/>
              <a:ea typeface="Gill Sans"/>
              <a:cs typeface="Times New Roman" panose="02020603050405020304" pitchFamily="18" charset="0"/>
              <a:sym typeface="Gill Sans"/>
            </a:endParaRPr>
          </a:p>
          <a:p>
            <a:pPr marL="444500" marR="0" lvl="0" indent="-342900" algn="l" rtl="0">
              <a:lnSpc>
                <a:spcPct val="100000"/>
              </a:lnSpc>
              <a:spcBef>
                <a:spcPts val="0"/>
              </a:spcBef>
              <a:spcAft>
                <a:spcPts val="0"/>
              </a:spcAft>
              <a:buSzPts val="2400"/>
              <a:buFont typeface="Gill Sans"/>
              <a:buChar char="●"/>
            </a:pPr>
            <a:r>
              <a:rPr lang="en" sz="2400" i="0" u="none" strike="noStrike" cap="none" dirty="0">
                <a:latin typeface="Times New Roman" panose="02020603050405020304" pitchFamily="18" charset="0"/>
                <a:ea typeface="Gill Sans"/>
                <a:cs typeface="Times New Roman" panose="02020603050405020304" pitchFamily="18" charset="0"/>
                <a:sym typeface="Gill Sans"/>
              </a:rPr>
              <a:t>Cataphora (</a:t>
            </a:r>
            <a:r>
              <a:rPr lang="en" sz="2400" dirty="0">
                <a:latin typeface="Times New Roman" panose="02020603050405020304" pitchFamily="18" charset="0"/>
                <a:ea typeface="Gill Sans"/>
                <a:cs typeface="Times New Roman" panose="02020603050405020304" pitchFamily="18" charset="0"/>
                <a:sym typeface="Gill Sans"/>
              </a:rPr>
              <a:t>for</a:t>
            </a:r>
            <a:r>
              <a:rPr lang="en" sz="2400" i="0" u="none" strike="noStrike" cap="none" dirty="0">
                <a:latin typeface="Times New Roman" panose="02020603050405020304" pitchFamily="18" charset="0"/>
                <a:ea typeface="Gill Sans"/>
                <a:cs typeface="Times New Roman" panose="02020603050405020304" pitchFamily="18" charset="0"/>
                <a:sym typeface="Gill Sans"/>
              </a:rPr>
              <a:t>ward references)</a:t>
            </a:r>
            <a:endParaRPr dirty="0">
              <a:latin typeface="Times New Roman" panose="02020603050405020304" pitchFamily="18" charset="0"/>
              <a:ea typeface="Gill Sans"/>
              <a:cs typeface="Times New Roman" panose="02020603050405020304" pitchFamily="18" charset="0"/>
              <a:sym typeface="Gill Sans"/>
            </a:endParaRPr>
          </a:p>
          <a:p>
            <a:pPr marL="914400" marR="0" lvl="1" indent="-355600" algn="l" rtl="0">
              <a:lnSpc>
                <a:spcPct val="100000"/>
              </a:lnSpc>
              <a:spcBef>
                <a:spcPts val="0"/>
              </a:spcBef>
              <a:spcAft>
                <a:spcPts val="0"/>
              </a:spcAft>
              <a:buSzPts val="2000"/>
              <a:buFont typeface="Gill Sans"/>
              <a:buChar char="○"/>
            </a:pPr>
            <a:r>
              <a:rPr lang="en" sz="2000" i="0" u="none" strike="noStrike" cap="none" dirty="0">
                <a:latin typeface="Times New Roman" panose="02020603050405020304" pitchFamily="18" charset="0"/>
                <a:ea typeface="Gill Sans"/>
                <a:cs typeface="Times New Roman" panose="02020603050405020304" pitchFamily="18" charset="0"/>
                <a:sym typeface="Gill Sans"/>
              </a:rPr>
              <a:t>Refers to any reference that “points forward” to information that will be presented later in the text </a:t>
            </a:r>
            <a:endParaRPr lang="en" dirty="0">
              <a:latin typeface="Times New Roman" panose="02020603050405020304" pitchFamily="18" charset="0"/>
              <a:ea typeface="Gill Sans"/>
              <a:cs typeface="Times New Roman" panose="02020603050405020304" pitchFamily="18" charset="0"/>
              <a:sym typeface="Gill Sans"/>
            </a:endParaRPr>
          </a:p>
          <a:p>
            <a:pPr marL="203200" lvl="1">
              <a:buSzPts val="2000"/>
            </a:pPr>
            <a:r>
              <a:rPr lang="en" sz="1800" i="1" dirty="0">
                <a:latin typeface="Times New Roman" panose="02020603050405020304" pitchFamily="18" charset="0"/>
                <a:cs typeface="Times New Roman" panose="02020603050405020304" pitchFamily="18" charset="0"/>
                <a:sym typeface="Gill Sans"/>
              </a:rPr>
              <a:t>           “It has four legs The cow is a domestic animal.”</a:t>
            </a:r>
            <a:endParaRPr sz="1800" i="1" dirty="0">
              <a:latin typeface="Times New Roman" panose="02020603050405020304" pitchFamily="18" charset="0"/>
              <a:cs typeface="Times New Roman" panose="02020603050405020304" pitchFamily="18" charset="0"/>
              <a:sym typeface="Gill Sans"/>
            </a:endParaRPr>
          </a:p>
          <a:p>
            <a:pPr marL="558800" marR="0" lvl="1" indent="0" algn="l" rtl="0">
              <a:lnSpc>
                <a:spcPct val="100000"/>
              </a:lnSpc>
              <a:spcBef>
                <a:spcPts val="0"/>
              </a:spcBef>
              <a:spcAft>
                <a:spcPts val="0"/>
              </a:spcAft>
              <a:buClr>
                <a:schemeClr val="dk2"/>
              </a:buClr>
              <a:buSzPts val="2000"/>
              <a:buFont typeface="Gill Sans"/>
              <a:buNone/>
            </a:pPr>
            <a:endParaRPr sz="2000" i="0" u="none" strike="noStrike" cap="none" dirty="0">
              <a:latin typeface="Times New Roman" panose="02020603050405020304" pitchFamily="18" charset="0"/>
              <a:ea typeface="Gill Sans"/>
              <a:cs typeface="Times New Roman" panose="02020603050405020304" pitchFamily="18" charset="0"/>
              <a:sym typeface="Gill Sans"/>
            </a:endParaRPr>
          </a:p>
          <a:p>
            <a:pPr marL="914400" marR="0" lvl="1" indent="-228600" algn="l" rtl="0">
              <a:lnSpc>
                <a:spcPct val="100000"/>
              </a:lnSpc>
              <a:spcBef>
                <a:spcPts val="0"/>
              </a:spcBef>
              <a:spcAft>
                <a:spcPts val="0"/>
              </a:spcAft>
              <a:buClr>
                <a:schemeClr val="dk2"/>
              </a:buClr>
              <a:buSzPts val="2000"/>
              <a:buFont typeface="Gill Sans"/>
              <a:buNone/>
            </a:pPr>
            <a:endParaRPr sz="2000" i="0" u="none" strike="noStrike" cap="none" dirty="0">
              <a:latin typeface="Times New Roman" panose="02020603050405020304" pitchFamily="18" charset="0"/>
              <a:ea typeface="Gill Sans"/>
              <a:cs typeface="Times New Roman" panose="02020603050405020304" pitchFamily="18" charset="0"/>
              <a:sym typeface="Gill Sans"/>
            </a:endParaRPr>
          </a:p>
          <a:p>
            <a:pPr marL="914400" marR="0" lvl="1" indent="-228600" algn="l" rtl="0">
              <a:lnSpc>
                <a:spcPct val="100000"/>
              </a:lnSpc>
              <a:spcBef>
                <a:spcPts val="0"/>
              </a:spcBef>
              <a:spcAft>
                <a:spcPts val="0"/>
              </a:spcAft>
              <a:buClr>
                <a:schemeClr val="dk2"/>
              </a:buClr>
              <a:buSzPts val="2000"/>
              <a:buFont typeface="Gill Sans"/>
              <a:buNone/>
            </a:pPr>
            <a:endParaRPr sz="2000" i="0" u="none" strike="noStrike" cap="none" dirty="0">
              <a:latin typeface="Times New Roman" panose="02020603050405020304" pitchFamily="18" charset="0"/>
              <a:ea typeface="Gill Sans"/>
              <a:cs typeface="Times New Roman" panose="02020603050405020304" pitchFamily="18" charset="0"/>
              <a:sym typeface="Gill Sans"/>
            </a:endParaRPr>
          </a:p>
          <a:p>
            <a:pPr marL="914400" marR="0" lvl="1" indent="-228600" algn="l" rtl="0">
              <a:lnSpc>
                <a:spcPct val="100000"/>
              </a:lnSpc>
              <a:spcBef>
                <a:spcPts val="0"/>
              </a:spcBef>
              <a:spcAft>
                <a:spcPts val="0"/>
              </a:spcAft>
              <a:buClr>
                <a:schemeClr val="dk2"/>
              </a:buClr>
              <a:buSzPts val="2000"/>
              <a:buFont typeface="Gill Sans"/>
              <a:buNone/>
            </a:pPr>
            <a:endParaRPr sz="2000" i="0" u="none" strike="noStrike" cap="none" dirty="0">
              <a:latin typeface="Times New Roman" panose="02020603050405020304" pitchFamily="18" charset="0"/>
              <a:ea typeface="Gill Sans"/>
              <a:cs typeface="Times New Roman" panose="02020603050405020304" pitchFamily="18" charset="0"/>
              <a:sym typeface="Gill Sans"/>
            </a:endParaRPr>
          </a:p>
          <a:p>
            <a:pPr marL="76200" marR="0" lvl="0" indent="0" algn="l" rtl="0">
              <a:lnSpc>
                <a:spcPct val="115000"/>
              </a:lnSpc>
              <a:spcBef>
                <a:spcPts val="0"/>
              </a:spcBef>
              <a:spcAft>
                <a:spcPts val="0"/>
              </a:spcAft>
              <a:buClr>
                <a:schemeClr val="dk2"/>
              </a:buClr>
              <a:buSzPts val="2400"/>
              <a:buFont typeface="Gill Sans"/>
              <a:buNone/>
            </a:pPr>
            <a:endParaRPr sz="1800" i="0" u="none" strike="noStrike" cap="none" dirty="0">
              <a:latin typeface="Times New Roman" panose="02020603050405020304" pitchFamily="18" charset="0"/>
              <a:ea typeface="Gill Sans"/>
              <a:cs typeface="Times New Roman" panose="02020603050405020304" pitchFamily="18" charset="0"/>
              <a:sym typeface="Gill San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cxnSp>
        <p:nvCxnSpPr>
          <p:cNvPr id="378" name="Google Shape;378;p54"/>
          <p:cNvCxnSpPr>
            <a:endCxn id="379" idx="2"/>
          </p:cNvCxnSpPr>
          <p:nvPr/>
        </p:nvCxnSpPr>
        <p:spPr>
          <a:xfrm>
            <a:off x="6864835" y="2304402"/>
            <a:ext cx="308400" cy="132000"/>
          </a:xfrm>
          <a:prstGeom prst="straightConnector1">
            <a:avLst/>
          </a:prstGeom>
          <a:noFill/>
          <a:ln w="9525" cap="flat" cmpd="sng">
            <a:solidFill>
              <a:schemeClr val="dk2"/>
            </a:solidFill>
            <a:prstDash val="solid"/>
            <a:round/>
            <a:headEnd type="none" w="med" len="med"/>
            <a:tailEnd type="none" w="med" len="med"/>
          </a:ln>
        </p:spPr>
      </p:cxnSp>
      <p:sp>
        <p:nvSpPr>
          <p:cNvPr id="380" name="Google Shape;380;p54"/>
          <p:cNvSpPr txBox="1">
            <a:spLocks noGrp="1"/>
          </p:cNvSpPr>
          <p:nvPr>
            <p:ph type="title"/>
          </p:nvPr>
        </p:nvSpPr>
        <p:spPr>
          <a:xfrm>
            <a:off x="623400" y="474667"/>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POS tagging</a:t>
            </a:r>
            <a:endParaRPr dirty="0">
              <a:latin typeface="Times New Roman" panose="02020603050405020304" pitchFamily="18" charset="0"/>
              <a:cs typeface="Times New Roman" panose="02020603050405020304" pitchFamily="18" charset="0"/>
            </a:endParaRPr>
          </a:p>
        </p:txBody>
      </p:sp>
      <p:sp>
        <p:nvSpPr>
          <p:cNvPr id="381" name="Google Shape;381;p54"/>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27</a:t>
            </a:fld>
            <a:endParaRPr>
              <a:solidFill>
                <a:srgbClr val="3F3F3F"/>
              </a:solidFill>
              <a:latin typeface="Roboto"/>
              <a:ea typeface="Roboto"/>
              <a:cs typeface="Roboto"/>
              <a:sym typeface="Roboto"/>
            </a:endParaRPr>
          </a:p>
        </p:txBody>
      </p:sp>
      <p:sp>
        <p:nvSpPr>
          <p:cNvPr id="382" name="Google Shape;382;p54"/>
          <p:cNvSpPr txBox="1"/>
          <p:nvPr/>
        </p:nvSpPr>
        <p:spPr>
          <a:xfrm>
            <a:off x="251050" y="1152475"/>
            <a:ext cx="6231050" cy="2930817"/>
          </a:xfrm>
          <a:prstGeom prst="rect">
            <a:avLst/>
          </a:prstGeom>
          <a:noFill/>
          <a:ln>
            <a:noFill/>
          </a:ln>
        </p:spPr>
        <p:txBody>
          <a:bodyPr spcFirstLastPara="1" wrap="square" lIns="91425" tIns="91425" rIns="91425" bIns="91425" anchor="t" anchorCtr="0">
            <a:noAutofit/>
          </a:bodyPr>
          <a:lstStyle/>
          <a:p>
            <a:pPr marL="444500" marR="0" lvl="0" indent="-342900" algn="l" rtl="0">
              <a:lnSpc>
                <a:spcPct val="100000"/>
              </a:lnSpc>
              <a:spcBef>
                <a:spcPts val="0"/>
              </a:spcBef>
              <a:spcAft>
                <a:spcPts val="0"/>
              </a:spcAft>
              <a:buSzPts val="2400"/>
              <a:buFont typeface="Gill Sans"/>
              <a:buChar char="●"/>
            </a:pPr>
            <a:r>
              <a:rPr lang="en" sz="2000" i="0" u="none" strike="noStrike" cap="none" dirty="0">
                <a:latin typeface="Times New Roman" panose="02020603050405020304" pitchFamily="18" charset="0"/>
                <a:ea typeface="Gill Sans"/>
                <a:cs typeface="Times New Roman" panose="02020603050405020304" pitchFamily="18" charset="0"/>
                <a:sym typeface="Gill Sans"/>
              </a:rPr>
              <a:t>Assign a parts of speech to  each word in text</a:t>
            </a:r>
            <a:endParaRPr sz="2000" dirty="0">
              <a:latin typeface="Times New Roman" panose="02020603050405020304" pitchFamily="18" charset="0"/>
              <a:ea typeface="Gill Sans"/>
              <a:cs typeface="Times New Roman" panose="02020603050405020304" pitchFamily="18" charset="0"/>
              <a:sym typeface="Gill Sans"/>
            </a:endParaRPr>
          </a:p>
          <a:p>
            <a:pPr marL="901700" marR="0" lvl="1" indent="-342900" algn="l" rtl="0">
              <a:lnSpc>
                <a:spcPct val="100000"/>
              </a:lnSpc>
              <a:spcBef>
                <a:spcPts val="0"/>
              </a:spcBef>
              <a:spcAft>
                <a:spcPts val="0"/>
              </a:spcAft>
              <a:buSzPts val="2000"/>
              <a:buFont typeface="Gill Sans"/>
              <a:buChar char="○"/>
            </a:pPr>
            <a:r>
              <a:rPr lang="en" sz="2000" b="1" i="0" u="none" strike="noStrike" cap="none" dirty="0">
                <a:latin typeface="Times New Roman" panose="02020603050405020304" pitchFamily="18" charset="0"/>
                <a:ea typeface="Gill Sans"/>
                <a:cs typeface="Times New Roman" panose="02020603050405020304" pitchFamily="18" charset="0"/>
                <a:sym typeface="Gill Sans"/>
              </a:rPr>
              <a:t>Nouns</a:t>
            </a:r>
            <a:r>
              <a:rPr lang="en" sz="2000" i="0" u="none" strike="noStrike" cap="none" dirty="0">
                <a:latin typeface="Times New Roman" panose="02020603050405020304" pitchFamily="18" charset="0"/>
                <a:ea typeface="Gill Sans"/>
                <a:cs typeface="Times New Roman" panose="02020603050405020304" pitchFamily="18" charset="0"/>
                <a:sym typeface="Gill Sans"/>
              </a:rPr>
              <a:t>: Which defines any object or entity</a:t>
            </a:r>
            <a:endParaRPr dirty="0">
              <a:latin typeface="Times New Roman" panose="02020603050405020304" pitchFamily="18" charset="0"/>
              <a:ea typeface="Gill Sans"/>
              <a:cs typeface="Times New Roman" panose="02020603050405020304" pitchFamily="18" charset="0"/>
              <a:sym typeface="Gill Sans"/>
            </a:endParaRPr>
          </a:p>
          <a:p>
            <a:pPr marL="901700" marR="0" lvl="1" indent="-342900" algn="l" rtl="0">
              <a:lnSpc>
                <a:spcPct val="100000"/>
              </a:lnSpc>
              <a:spcBef>
                <a:spcPts val="0"/>
              </a:spcBef>
              <a:spcAft>
                <a:spcPts val="0"/>
              </a:spcAft>
              <a:buSzPts val="2000"/>
              <a:buFont typeface="Gill Sans"/>
              <a:buChar char="○"/>
            </a:pPr>
            <a:r>
              <a:rPr lang="en" sz="2000" b="1" i="0" u="none" strike="noStrike" cap="none" dirty="0">
                <a:latin typeface="Times New Roman" panose="02020603050405020304" pitchFamily="18" charset="0"/>
                <a:ea typeface="Gill Sans"/>
                <a:cs typeface="Times New Roman" panose="02020603050405020304" pitchFamily="18" charset="0"/>
                <a:sym typeface="Gill Sans"/>
              </a:rPr>
              <a:t>Verbs</a:t>
            </a:r>
            <a:r>
              <a:rPr lang="en" sz="2000" i="0" u="none" strike="noStrike" cap="none" dirty="0">
                <a:latin typeface="Times New Roman" panose="02020603050405020304" pitchFamily="18" charset="0"/>
                <a:ea typeface="Gill Sans"/>
                <a:cs typeface="Times New Roman" panose="02020603050405020304" pitchFamily="18" charset="0"/>
                <a:sym typeface="Gill Sans"/>
              </a:rPr>
              <a:t>: That defines some action.</a:t>
            </a:r>
          </a:p>
          <a:p>
            <a:pPr marL="901700" marR="0" lvl="1" indent="-342900" algn="l" defTabSz="914400" rtl="0" eaLnBrk="1" fontAlgn="auto" latinLnBrk="0" hangingPunct="1">
              <a:lnSpc>
                <a:spcPct val="100000"/>
              </a:lnSpc>
              <a:spcBef>
                <a:spcPts val="0"/>
              </a:spcBef>
              <a:spcAft>
                <a:spcPts val="0"/>
              </a:spcAft>
              <a:buClr>
                <a:srgbClr val="000000"/>
              </a:buClr>
              <a:buSzPts val="2000"/>
              <a:buFont typeface="Gill Sans"/>
              <a:buChar char="○"/>
              <a:tabLst/>
              <a:defRPr/>
            </a:pPr>
            <a:r>
              <a:rPr kumimoji="0" lang="en-IN" sz="2000" b="1" i="0" u="none" strike="noStrike" kern="0" cap="none" spc="0" normalizeH="0" baseline="0" noProof="0" dirty="0">
                <a:ln>
                  <a:noFill/>
                </a:ln>
                <a:solidFill>
                  <a:srgbClr val="000000"/>
                </a:solidFill>
                <a:effectLst/>
                <a:uLnTx/>
                <a:uFillTx/>
                <a:latin typeface="Times New Roman" panose="02020603050405020304" pitchFamily="18" charset="0"/>
                <a:ea typeface="Gill Sans"/>
                <a:cs typeface="Times New Roman" panose="02020603050405020304" pitchFamily="18" charset="0"/>
                <a:sym typeface="Gill Sans"/>
              </a:rPr>
              <a:t>Pronoun: </a:t>
            </a:r>
            <a:r>
              <a:rPr kumimoji="0" lang="en-IN" sz="2000" b="0" i="0" u="none" strike="noStrike" kern="0" cap="none" spc="0" normalizeH="0" baseline="0" noProof="0" dirty="0">
                <a:ln>
                  <a:noFill/>
                </a:ln>
                <a:solidFill>
                  <a:srgbClr val="000000"/>
                </a:solidFill>
                <a:effectLst/>
                <a:uLnTx/>
                <a:uFillTx/>
                <a:latin typeface="Times New Roman" panose="02020603050405020304" pitchFamily="18" charset="0"/>
                <a:ea typeface="Gill Sans"/>
                <a:cs typeface="Times New Roman" panose="02020603050405020304" pitchFamily="18" charset="0"/>
                <a:sym typeface="Gill Sans"/>
              </a:rPr>
              <a:t>That can replace a noun – she, him.</a:t>
            </a:r>
          </a:p>
          <a:p>
            <a:pPr marL="901700" lvl="1" indent="-342900">
              <a:buSzPts val="2000"/>
              <a:buFont typeface="Gill Sans"/>
              <a:buChar char="○"/>
            </a:pPr>
            <a:r>
              <a:rPr lang="en" sz="2000" b="1" i="0" u="none" strike="noStrike" cap="none" dirty="0">
                <a:latin typeface="Times New Roman" panose="02020603050405020304" pitchFamily="18" charset="0"/>
                <a:ea typeface="Gill Sans"/>
                <a:cs typeface="Times New Roman" panose="02020603050405020304" pitchFamily="18" charset="0"/>
                <a:sym typeface="Gill Sans"/>
              </a:rPr>
              <a:t>Adjectives </a:t>
            </a:r>
            <a:r>
              <a:rPr lang="en-IN" sz="2000" i="0" u="none" strike="noStrike" cap="none" dirty="0">
                <a:latin typeface="Times New Roman" panose="02020603050405020304" pitchFamily="18" charset="0"/>
                <a:ea typeface="Gill Sans"/>
                <a:cs typeface="Times New Roman" panose="02020603050405020304" pitchFamily="18" charset="0"/>
                <a:sym typeface="Gill Sans"/>
              </a:rPr>
              <a:t>Describe a noun/pronoun.</a:t>
            </a:r>
          </a:p>
          <a:p>
            <a:pPr marL="558800" lvl="1">
              <a:buSzPts val="2000"/>
            </a:pPr>
            <a:endParaRPr sz="2000" i="0" u="none" strike="noStrike" cap="none" dirty="0">
              <a:latin typeface="Times New Roman" panose="02020603050405020304" pitchFamily="18" charset="0"/>
              <a:ea typeface="Gill Sans"/>
              <a:cs typeface="Times New Roman" panose="02020603050405020304" pitchFamily="18" charset="0"/>
              <a:sym typeface="Gill Sans"/>
            </a:endParaRPr>
          </a:p>
          <a:p>
            <a:pPr marL="457200" lvl="0" indent="-381000" algn="l" rtl="0">
              <a:spcBef>
                <a:spcPts val="0"/>
              </a:spcBef>
              <a:spcAft>
                <a:spcPts val="0"/>
              </a:spcAft>
              <a:buSzPts val="2400"/>
              <a:buFont typeface="Gill Sans"/>
              <a:buChar char="●"/>
            </a:pPr>
            <a:r>
              <a:rPr lang="en" sz="2000" dirty="0">
                <a:latin typeface="Times New Roman" panose="02020603050405020304" pitchFamily="18" charset="0"/>
                <a:ea typeface="Gill Sans"/>
                <a:cs typeface="Times New Roman" panose="02020603050405020304" pitchFamily="18" charset="0"/>
                <a:sym typeface="Gill Sans"/>
              </a:rPr>
              <a:t>In a sentence, every word will be associated with a proper POS tag</a:t>
            </a:r>
            <a:endParaRPr sz="2000" dirty="0">
              <a:latin typeface="Times New Roman" panose="02020603050405020304" pitchFamily="18" charset="0"/>
              <a:ea typeface="Gill Sans"/>
              <a:cs typeface="Times New Roman" panose="02020603050405020304" pitchFamily="18" charset="0"/>
              <a:sym typeface="Gill Sans"/>
            </a:endParaRPr>
          </a:p>
          <a:p>
            <a:pPr marL="0" marR="0" lvl="0" indent="0" algn="l" rtl="0">
              <a:lnSpc>
                <a:spcPct val="100000"/>
              </a:lnSpc>
              <a:spcBef>
                <a:spcPts val="0"/>
              </a:spcBef>
              <a:spcAft>
                <a:spcPts val="0"/>
              </a:spcAft>
              <a:buNone/>
            </a:pPr>
            <a:endParaRPr sz="2000" dirty="0">
              <a:latin typeface="Times New Roman" panose="02020603050405020304" pitchFamily="18" charset="0"/>
              <a:ea typeface="Gill Sans"/>
              <a:cs typeface="Times New Roman" panose="02020603050405020304" pitchFamily="18" charset="0"/>
              <a:sym typeface="Gill Sans"/>
            </a:endParaRPr>
          </a:p>
          <a:p>
            <a:pPr marL="901700" marR="0" lvl="1" indent="-215900" algn="l" rtl="0">
              <a:lnSpc>
                <a:spcPct val="100000"/>
              </a:lnSpc>
              <a:spcBef>
                <a:spcPts val="0"/>
              </a:spcBef>
              <a:spcAft>
                <a:spcPts val="0"/>
              </a:spcAft>
              <a:buClr>
                <a:schemeClr val="dk2"/>
              </a:buClr>
              <a:buSzPts val="2000"/>
              <a:buFont typeface="Gill Sans"/>
              <a:buNone/>
            </a:pPr>
            <a:endParaRPr sz="2000" i="0" u="none" strike="noStrike" cap="none" dirty="0">
              <a:latin typeface="Times New Roman" panose="02020603050405020304" pitchFamily="18" charset="0"/>
              <a:ea typeface="Gill Sans"/>
              <a:cs typeface="Times New Roman" panose="02020603050405020304" pitchFamily="18" charset="0"/>
              <a:sym typeface="Gill Sans"/>
            </a:endParaRPr>
          </a:p>
          <a:p>
            <a:pPr marL="558800" marR="0" lvl="1" indent="0" algn="l" rtl="0">
              <a:lnSpc>
                <a:spcPct val="100000"/>
              </a:lnSpc>
              <a:spcBef>
                <a:spcPts val="0"/>
              </a:spcBef>
              <a:spcAft>
                <a:spcPts val="0"/>
              </a:spcAft>
              <a:buClr>
                <a:schemeClr val="dk2"/>
              </a:buClr>
              <a:buSzPts val="2000"/>
              <a:buFont typeface="Gill Sans"/>
              <a:buNone/>
            </a:pPr>
            <a:endParaRPr sz="2000" i="0" u="none" strike="noStrike" cap="none" dirty="0">
              <a:latin typeface="Times New Roman" panose="02020603050405020304" pitchFamily="18" charset="0"/>
              <a:ea typeface="Gill Sans"/>
              <a:cs typeface="Times New Roman" panose="02020603050405020304" pitchFamily="18" charset="0"/>
              <a:sym typeface="Gill Sans"/>
            </a:endParaRPr>
          </a:p>
          <a:p>
            <a:pPr marL="914400" marR="0" lvl="1" indent="-228600" algn="l" rtl="0">
              <a:lnSpc>
                <a:spcPct val="100000"/>
              </a:lnSpc>
              <a:spcBef>
                <a:spcPts val="0"/>
              </a:spcBef>
              <a:spcAft>
                <a:spcPts val="0"/>
              </a:spcAft>
              <a:buClr>
                <a:schemeClr val="dk2"/>
              </a:buClr>
              <a:buSzPts val="2000"/>
              <a:buFont typeface="Gill Sans"/>
              <a:buNone/>
            </a:pPr>
            <a:endParaRPr sz="2000" i="0" u="none" strike="noStrike" cap="none" dirty="0">
              <a:latin typeface="Times New Roman" panose="02020603050405020304" pitchFamily="18" charset="0"/>
              <a:ea typeface="Gill Sans"/>
              <a:cs typeface="Times New Roman" panose="02020603050405020304" pitchFamily="18" charset="0"/>
              <a:sym typeface="Gill Sans"/>
            </a:endParaRPr>
          </a:p>
          <a:p>
            <a:pPr marL="914400" marR="0" lvl="1" indent="-228600" algn="l" rtl="0">
              <a:lnSpc>
                <a:spcPct val="100000"/>
              </a:lnSpc>
              <a:spcBef>
                <a:spcPts val="0"/>
              </a:spcBef>
              <a:spcAft>
                <a:spcPts val="0"/>
              </a:spcAft>
              <a:buClr>
                <a:schemeClr val="dk2"/>
              </a:buClr>
              <a:buSzPts val="2000"/>
              <a:buFont typeface="Gill Sans"/>
              <a:buNone/>
            </a:pPr>
            <a:endParaRPr sz="2000" i="0" u="none" strike="noStrike" cap="none" dirty="0">
              <a:latin typeface="Times New Roman" panose="02020603050405020304" pitchFamily="18" charset="0"/>
              <a:ea typeface="Gill Sans"/>
              <a:cs typeface="Times New Roman" panose="02020603050405020304" pitchFamily="18" charset="0"/>
              <a:sym typeface="Gill Sans"/>
            </a:endParaRPr>
          </a:p>
          <a:p>
            <a:pPr marL="914400" marR="0" lvl="1" indent="-228600" algn="l" rtl="0">
              <a:lnSpc>
                <a:spcPct val="100000"/>
              </a:lnSpc>
              <a:spcBef>
                <a:spcPts val="0"/>
              </a:spcBef>
              <a:spcAft>
                <a:spcPts val="0"/>
              </a:spcAft>
              <a:buClr>
                <a:schemeClr val="dk2"/>
              </a:buClr>
              <a:buSzPts val="2000"/>
              <a:buFont typeface="Gill Sans"/>
              <a:buNone/>
            </a:pPr>
            <a:endParaRPr sz="2000" i="0" u="none" strike="noStrike" cap="none" dirty="0">
              <a:latin typeface="Times New Roman" panose="02020603050405020304" pitchFamily="18" charset="0"/>
              <a:ea typeface="Gill Sans"/>
              <a:cs typeface="Times New Roman" panose="02020603050405020304" pitchFamily="18" charset="0"/>
              <a:sym typeface="Gill Sans"/>
            </a:endParaRPr>
          </a:p>
          <a:p>
            <a:pPr marL="76200" marR="0" lvl="0" indent="0" algn="l" rtl="0">
              <a:lnSpc>
                <a:spcPct val="115000"/>
              </a:lnSpc>
              <a:spcBef>
                <a:spcPts val="0"/>
              </a:spcBef>
              <a:spcAft>
                <a:spcPts val="0"/>
              </a:spcAft>
              <a:buClr>
                <a:schemeClr val="dk2"/>
              </a:buClr>
              <a:buSzPts val="2400"/>
              <a:buFont typeface="Gill Sans"/>
              <a:buNone/>
            </a:pPr>
            <a:endParaRPr sz="1800" i="0" u="none" strike="noStrike" cap="none" dirty="0">
              <a:latin typeface="Times New Roman" panose="02020603050405020304" pitchFamily="18" charset="0"/>
              <a:ea typeface="Gill Sans"/>
              <a:cs typeface="Times New Roman" panose="02020603050405020304" pitchFamily="18" charset="0"/>
              <a:sym typeface="Gill Sans"/>
            </a:endParaRPr>
          </a:p>
        </p:txBody>
      </p:sp>
      <p:graphicFrame>
        <p:nvGraphicFramePr>
          <p:cNvPr id="383" name="Google Shape;383;p54"/>
          <p:cNvGraphicFramePr/>
          <p:nvPr>
            <p:extLst>
              <p:ext uri="{D42A27DB-BD31-4B8C-83A1-F6EECF244321}">
                <p14:modId xmlns:p14="http://schemas.microsoft.com/office/powerpoint/2010/main" xmlns="" val="448392413"/>
              </p:ext>
            </p:extLst>
          </p:nvPr>
        </p:nvGraphicFramePr>
        <p:xfrm>
          <a:off x="694406" y="3791195"/>
          <a:ext cx="7755187" cy="978535"/>
        </p:xfrm>
        <a:graphic>
          <a:graphicData uri="http://schemas.openxmlformats.org/drawingml/2006/table">
            <a:tbl>
              <a:tblPr firstRow="1" firstCol="1" bandRow="1">
                <a:noFill/>
                <a:tableStyleId>{48C2FF66-303F-440E-8BC4-E5BC6C42531B}</a:tableStyleId>
              </a:tblPr>
              <a:tblGrid>
                <a:gridCol w="1546330">
                  <a:extLst>
                    <a:ext uri="{9D8B030D-6E8A-4147-A177-3AD203B41FA5}">
                      <a16:colId xmlns:a16="http://schemas.microsoft.com/office/drawing/2014/main" xmlns="" val="20000"/>
                    </a:ext>
                  </a:extLst>
                </a:gridCol>
                <a:gridCol w="729996">
                  <a:extLst>
                    <a:ext uri="{9D8B030D-6E8A-4147-A177-3AD203B41FA5}">
                      <a16:colId xmlns:a16="http://schemas.microsoft.com/office/drawing/2014/main" xmlns="" val="20001"/>
                    </a:ext>
                  </a:extLst>
                </a:gridCol>
                <a:gridCol w="1059656">
                  <a:extLst>
                    <a:ext uri="{9D8B030D-6E8A-4147-A177-3AD203B41FA5}">
                      <a16:colId xmlns:a16="http://schemas.microsoft.com/office/drawing/2014/main" xmlns="" val="20002"/>
                    </a:ext>
                  </a:extLst>
                </a:gridCol>
                <a:gridCol w="926210">
                  <a:extLst>
                    <a:ext uri="{9D8B030D-6E8A-4147-A177-3AD203B41FA5}">
                      <a16:colId xmlns:a16="http://schemas.microsoft.com/office/drawing/2014/main" xmlns="" val="20003"/>
                    </a:ext>
                  </a:extLst>
                </a:gridCol>
                <a:gridCol w="675058">
                  <a:extLst>
                    <a:ext uri="{9D8B030D-6E8A-4147-A177-3AD203B41FA5}">
                      <a16:colId xmlns:a16="http://schemas.microsoft.com/office/drawing/2014/main" xmlns="" val="20004"/>
                    </a:ext>
                  </a:extLst>
                </a:gridCol>
                <a:gridCol w="1045097">
                  <a:extLst>
                    <a:ext uri="{9D8B030D-6E8A-4147-A177-3AD203B41FA5}">
                      <a16:colId xmlns:a16="http://schemas.microsoft.com/office/drawing/2014/main" xmlns="" val="20005"/>
                    </a:ext>
                  </a:extLst>
                </a:gridCol>
                <a:gridCol w="1071247">
                  <a:extLst>
                    <a:ext uri="{9D8B030D-6E8A-4147-A177-3AD203B41FA5}">
                      <a16:colId xmlns:a16="http://schemas.microsoft.com/office/drawing/2014/main" xmlns="" val="20006"/>
                    </a:ext>
                  </a:extLst>
                </a:gridCol>
                <a:gridCol w="701593">
                  <a:extLst>
                    <a:ext uri="{9D8B030D-6E8A-4147-A177-3AD203B41FA5}">
                      <a16:colId xmlns:a16="http://schemas.microsoft.com/office/drawing/2014/main" xmlns="" val="20007"/>
                    </a:ext>
                  </a:extLst>
                </a:gridCol>
              </a:tblGrid>
              <a:tr h="152400">
                <a:tc>
                  <a:txBody>
                    <a:bodyPr/>
                    <a:lstStyle/>
                    <a:p>
                      <a:pPr marL="0" marR="0" lvl="0" indent="0" algn="l" rtl="0">
                        <a:lnSpc>
                          <a:spcPct val="107000"/>
                        </a:lnSpc>
                        <a:spcBef>
                          <a:spcPts val="0"/>
                        </a:spcBef>
                        <a:spcAft>
                          <a:spcPts val="0"/>
                        </a:spcAft>
                        <a:buNone/>
                      </a:pPr>
                      <a:r>
                        <a:rPr lang="en" sz="1200" b="1" u="none" strike="noStrike" cap="none">
                          <a:solidFill>
                            <a:srgbClr val="0070C0"/>
                          </a:solidFill>
                        </a:rPr>
                        <a:t>Puja</a:t>
                      </a:r>
                      <a:endParaRPr sz="1100" b="1" u="none" strike="noStrike" cap="none">
                        <a:solidFill>
                          <a:srgbClr val="0070C0"/>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rgbClr val="FF0000"/>
                          </a:solidFill>
                        </a:rPr>
                        <a:t>bought </a:t>
                      </a:r>
                      <a:endParaRPr sz="1100" b="1" u="none" strike="noStrike" cap="none">
                        <a:solidFill>
                          <a:srgbClr val="FF0000"/>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chemeClr val="dk1"/>
                          </a:solidFill>
                        </a:rPr>
                        <a:t>a </a:t>
                      </a:r>
                      <a:endParaRPr sz="1100" b="1" u="none" strike="noStrike" cap="none">
                        <a:solidFill>
                          <a:schemeClr val="dk1"/>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chemeClr val="accent4"/>
                          </a:solidFill>
                        </a:rPr>
                        <a:t>new</a:t>
                      </a:r>
                      <a:endParaRPr sz="1100" b="1" u="none" strike="noStrike" cap="none">
                        <a:solidFill>
                          <a:schemeClr val="accent4"/>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rgbClr val="00B050"/>
                          </a:solidFill>
                        </a:rPr>
                        <a:t>phone</a:t>
                      </a:r>
                      <a:endParaRPr sz="1100" b="1" u="none" strike="noStrike" cap="none">
                        <a:solidFill>
                          <a:srgbClr val="00B050"/>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rgbClr val="9F5900"/>
                          </a:solidFill>
                        </a:rPr>
                        <a:t>from</a:t>
                      </a:r>
                      <a:endParaRPr sz="1100" b="1" u="none" strike="noStrike" cap="none">
                        <a:solidFill>
                          <a:srgbClr val="9F5900"/>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rgbClr val="0070C0"/>
                          </a:solidFill>
                        </a:rPr>
                        <a:t>Samsung</a:t>
                      </a:r>
                      <a:endParaRPr sz="1100" b="1" u="none" strike="noStrike" cap="none">
                        <a:solidFill>
                          <a:srgbClr val="0070C0"/>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rgbClr val="FF0000"/>
                          </a:solidFill>
                        </a:rPr>
                        <a:t>Store</a:t>
                      </a:r>
                      <a:endParaRPr sz="1100" b="1" u="none" strike="noStrike" cap="none">
                        <a:solidFill>
                          <a:srgbClr val="FF0000"/>
                        </a:solidFill>
                      </a:endParaRPr>
                    </a:p>
                    <a:p>
                      <a:pPr marL="0" marR="0" lvl="0" indent="0" algn="l" rtl="0">
                        <a:lnSpc>
                          <a:spcPct val="107000"/>
                        </a:lnSpc>
                        <a:spcBef>
                          <a:spcPts val="0"/>
                        </a:spcBef>
                        <a:spcAft>
                          <a:spcPts val="0"/>
                        </a:spcAft>
                        <a:buNone/>
                      </a:pPr>
                      <a:r>
                        <a:rPr lang="en" sz="1200" b="1" u="none" strike="noStrike" cap="none">
                          <a:solidFill>
                            <a:srgbClr val="FF0000"/>
                          </a:solidFill>
                        </a:rPr>
                        <a:t> </a:t>
                      </a:r>
                      <a:endParaRPr sz="1100" b="1" u="none" strike="noStrike" cap="none">
                        <a:solidFill>
                          <a:srgbClr val="FF0000"/>
                        </a:solidFill>
                        <a:latin typeface="Calibri"/>
                        <a:ea typeface="Calibri"/>
                        <a:cs typeface="Calibri"/>
                        <a:sym typeface="Calibri"/>
                      </a:endParaRPr>
                    </a:p>
                  </a:txBody>
                  <a:tcPr marL="68575" marR="68575" marT="0" marB="0">
                    <a:solidFill>
                      <a:schemeClr val="lt1"/>
                    </a:solidFill>
                  </a:tcPr>
                </a:tc>
                <a:extLst>
                  <a:ext uri="{0D108BD9-81ED-4DB2-BD59-A6C34878D82A}">
                    <a16:rowId xmlns:a16="http://schemas.microsoft.com/office/drawing/2014/main" xmlns="" val="10000"/>
                  </a:ext>
                </a:extLst>
              </a:tr>
              <a:tr h="377425">
                <a:tc>
                  <a:txBody>
                    <a:bodyPr/>
                    <a:lstStyle/>
                    <a:p>
                      <a:pPr marL="0" marR="0" lvl="0" indent="0" algn="l" rtl="0">
                        <a:lnSpc>
                          <a:spcPct val="107000"/>
                        </a:lnSpc>
                        <a:spcBef>
                          <a:spcPts val="0"/>
                        </a:spcBef>
                        <a:spcAft>
                          <a:spcPts val="0"/>
                        </a:spcAft>
                        <a:buNone/>
                      </a:pPr>
                      <a:r>
                        <a:rPr lang="en" sz="1200" b="1" u="none" strike="noStrike" cap="none">
                          <a:solidFill>
                            <a:srgbClr val="0070C0"/>
                          </a:solidFill>
                        </a:rPr>
                        <a:t>Proper Noun</a:t>
                      </a:r>
                      <a:endParaRPr sz="1100" b="1" u="none" strike="noStrike" cap="none">
                        <a:solidFill>
                          <a:srgbClr val="0070C0"/>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rgbClr val="FF0000"/>
                          </a:solidFill>
                        </a:rPr>
                        <a:t>Verb</a:t>
                      </a:r>
                      <a:endParaRPr sz="1100" b="1" u="none" strike="noStrike" cap="none">
                        <a:solidFill>
                          <a:srgbClr val="FF0000"/>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chemeClr val="dk1"/>
                          </a:solidFill>
                        </a:rPr>
                        <a:t>Determiner</a:t>
                      </a:r>
                      <a:endParaRPr sz="1100" b="1" u="none" strike="noStrike" cap="none">
                        <a:solidFill>
                          <a:schemeClr val="dk1"/>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chemeClr val="accent4"/>
                          </a:solidFill>
                        </a:rPr>
                        <a:t>Adjective</a:t>
                      </a:r>
                      <a:endParaRPr sz="1100" b="1" u="none" strike="noStrike" cap="none">
                        <a:solidFill>
                          <a:schemeClr val="accent4"/>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rgbClr val="00B050"/>
                          </a:solidFill>
                        </a:rPr>
                        <a:t>Noun</a:t>
                      </a:r>
                      <a:endParaRPr sz="1100" b="1" u="none" strike="noStrike" cap="none">
                        <a:solidFill>
                          <a:srgbClr val="00B050"/>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rgbClr val="9F5900"/>
                          </a:solidFill>
                        </a:rPr>
                        <a:t>Preposition</a:t>
                      </a:r>
                      <a:endParaRPr sz="1100" b="1" u="none" strike="noStrike" cap="none">
                        <a:solidFill>
                          <a:srgbClr val="9F5900"/>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rgbClr val="0070C0"/>
                          </a:solidFill>
                        </a:rPr>
                        <a:t>Proper noun</a:t>
                      </a:r>
                      <a:endParaRPr sz="1100" b="1" u="none" strike="noStrike" cap="none">
                        <a:solidFill>
                          <a:srgbClr val="0070C0"/>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rgbClr val="FF0000"/>
                          </a:solidFill>
                        </a:rPr>
                        <a:t>Noun</a:t>
                      </a:r>
                      <a:endParaRPr sz="1100" b="1" u="none" strike="noStrike" cap="none">
                        <a:solidFill>
                          <a:srgbClr val="FF0000"/>
                        </a:solidFill>
                      </a:endParaRPr>
                    </a:p>
                    <a:p>
                      <a:pPr marL="0" marR="0" lvl="0" indent="0" algn="l" rtl="0">
                        <a:lnSpc>
                          <a:spcPct val="107000"/>
                        </a:lnSpc>
                        <a:spcBef>
                          <a:spcPts val="0"/>
                        </a:spcBef>
                        <a:spcAft>
                          <a:spcPts val="0"/>
                        </a:spcAft>
                        <a:buNone/>
                      </a:pPr>
                      <a:r>
                        <a:rPr lang="en" sz="1200" b="1" u="none" strike="noStrike" cap="none">
                          <a:solidFill>
                            <a:srgbClr val="FF0000"/>
                          </a:solidFill>
                        </a:rPr>
                        <a:t> </a:t>
                      </a:r>
                      <a:endParaRPr sz="1100" b="1" u="none" strike="noStrike" cap="none">
                        <a:solidFill>
                          <a:srgbClr val="FF0000"/>
                        </a:solidFill>
                        <a:latin typeface="Calibri"/>
                        <a:ea typeface="Calibri"/>
                        <a:cs typeface="Calibri"/>
                        <a:sym typeface="Calibri"/>
                      </a:endParaRPr>
                    </a:p>
                  </a:txBody>
                  <a:tcPr marL="68575" marR="68575" marT="0" marB="0">
                    <a:solidFill>
                      <a:schemeClr val="lt1"/>
                    </a:solidFill>
                  </a:tcPr>
                </a:tc>
                <a:extLst>
                  <a:ext uri="{0D108BD9-81ED-4DB2-BD59-A6C34878D82A}">
                    <a16:rowId xmlns:a16="http://schemas.microsoft.com/office/drawing/2014/main" xmlns="" val="10001"/>
                  </a:ext>
                </a:extLst>
              </a:tr>
              <a:tr h="183850">
                <a:tc>
                  <a:txBody>
                    <a:bodyPr/>
                    <a:lstStyle/>
                    <a:p>
                      <a:pPr marL="0" marR="0" lvl="0" indent="0" algn="l" rtl="0">
                        <a:lnSpc>
                          <a:spcPct val="107000"/>
                        </a:lnSpc>
                        <a:spcBef>
                          <a:spcPts val="0"/>
                        </a:spcBef>
                        <a:spcAft>
                          <a:spcPts val="0"/>
                        </a:spcAft>
                        <a:buNone/>
                      </a:pPr>
                      <a:r>
                        <a:rPr lang="en" sz="1200" b="1" u="none" strike="noStrike" cap="none">
                          <a:solidFill>
                            <a:srgbClr val="0070C0"/>
                          </a:solidFill>
                        </a:rPr>
                        <a:t>NNP</a:t>
                      </a:r>
                      <a:endParaRPr sz="1100" b="1" u="none" strike="noStrike" cap="none">
                        <a:solidFill>
                          <a:srgbClr val="0070C0"/>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rgbClr val="FF0000"/>
                          </a:solidFill>
                        </a:rPr>
                        <a:t>VBN</a:t>
                      </a:r>
                      <a:endParaRPr sz="1100" b="1" u="none" strike="noStrike" cap="none">
                        <a:solidFill>
                          <a:srgbClr val="FF0000"/>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chemeClr val="dk1"/>
                          </a:solidFill>
                        </a:rPr>
                        <a:t>DT</a:t>
                      </a:r>
                      <a:endParaRPr sz="1100" b="1" u="none" strike="noStrike" cap="none">
                        <a:solidFill>
                          <a:schemeClr val="dk1"/>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chemeClr val="accent4"/>
                          </a:solidFill>
                        </a:rPr>
                        <a:t>JJ</a:t>
                      </a:r>
                      <a:endParaRPr sz="1100" b="1" u="none" strike="noStrike" cap="none">
                        <a:solidFill>
                          <a:schemeClr val="accent4"/>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rgbClr val="00B050"/>
                          </a:solidFill>
                        </a:rPr>
                        <a:t>NN</a:t>
                      </a:r>
                      <a:endParaRPr sz="1100" b="1" u="none" strike="noStrike" cap="none">
                        <a:solidFill>
                          <a:srgbClr val="00B050"/>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rgbClr val="9F5900"/>
                          </a:solidFill>
                        </a:rPr>
                        <a:t>IN</a:t>
                      </a:r>
                      <a:endParaRPr sz="1100" b="1" u="none" strike="noStrike" cap="none">
                        <a:solidFill>
                          <a:srgbClr val="9F5900"/>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a:solidFill>
                            <a:srgbClr val="0070C0"/>
                          </a:solidFill>
                        </a:rPr>
                        <a:t>NNP</a:t>
                      </a:r>
                      <a:endParaRPr sz="1100" b="1" u="none" strike="noStrike" cap="none">
                        <a:solidFill>
                          <a:srgbClr val="0070C0"/>
                        </a:solidFill>
                        <a:latin typeface="Calibri"/>
                        <a:ea typeface="Calibri"/>
                        <a:cs typeface="Calibri"/>
                        <a:sym typeface="Calibri"/>
                      </a:endParaRPr>
                    </a:p>
                  </a:txBody>
                  <a:tcPr marL="68575" marR="68575" marT="0" marB="0">
                    <a:solidFill>
                      <a:schemeClr val="lt1"/>
                    </a:solidFill>
                  </a:tcPr>
                </a:tc>
                <a:tc>
                  <a:txBody>
                    <a:bodyPr/>
                    <a:lstStyle/>
                    <a:p>
                      <a:pPr marL="0" marR="0" lvl="0" indent="0" algn="l" rtl="0">
                        <a:lnSpc>
                          <a:spcPct val="107000"/>
                        </a:lnSpc>
                        <a:spcBef>
                          <a:spcPts val="0"/>
                        </a:spcBef>
                        <a:spcAft>
                          <a:spcPts val="0"/>
                        </a:spcAft>
                        <a:buNone/>
                      </a:pPr>
                      <a:r>
                        <a:rPr lang="en" sz="1200" b="1" u="none" strike="noStrike" cap="none" dirty="0">
                          <a:solidFill>
                            <a:srgbClr val="FF0000"/>
                          </a:solidFill>
                        </a:rPr>
                        <a:t>NN</a:t>
                      </a:r>
                      <a:endParaRPr sz="1100" b="1" u="none" strike="noStrike" cap="none" dirty="0">
                        <a:solidFill>
                          <a:srgbClr val="FF0000"/>
                        </a:solidFill>
                        <a:latin typeface="Calibri"/>
                        <a:ea typeface="Calibri"/>
                        <a:cs typeface="Calibri"/>
                        <a:sym typeface="Calibri"/>
                      </a:endParaRPr>
                    </a:p>
                  </a:txBody>
                  <a:tcPr marL="68575" marR="68575" marT="0" marB="0">
                    <a:solidFill>
                      <a:schemeClr val="lt1"/>
                    </a:solidFill>
                  </a:tcPr>
                </a:tc>
                <a:extLst>
                  <a:ext uri="{0D108BD9-81ED-4DB2-BD59-A6C34878D82A}">
                    <a16:rowId xmlns:a16="http://schemas.microsoft.com/office/drawing/2014/main" xmlns="" val="10002"/>
                  </a:ext>
                </a:extLst>
              </a:tr>
            </a:tbl>
          </a:graphicData>
        </a:graphic>
      </p:graphicFrame>
      <p:sp>
        <p:nvSpPr>
          <p:cNvPr id="379" name="Google Shape;379;p54"/>
          <p:cNvSpPr/>
          <p:nvPr/>
        </p:nvSpPr>
        <p:spPr>
          <a:xfrm>
            <a:off x="7170350" y="2117100"/>
            <a:ext cx="930096" cy="638604"/>
          </a:xfrm>
          <a:prstGeom prst="cloud">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Gill Sans"/>
                <a:ea typeface="Gill Sans"/>
                <a:cs typeface="Gill Sans"/>
                <a:sym typeface="Gill Sans"/>
              </a:rPr>
              <a:t>Parts of speech</a:t>
            </a:r>
            <a:endParaRPr sz="1000">
              <a:latin typeface="Gill Sans"/>
              <a:ea typeface="Gill Sans"/>
              <a:cs typeface="Gill Sans"/>
              <a:sym typeface="Gill Sans"/>
            </a:endParaRPr>
          </a:p>
        </p:txBody>
      </p:sp>
      <p:sp>
        <p:nvSpPr>
          <p:cNvPr id="384" name="Google Shape;384;p54"/>
          <p:cNvSpPr/>
          <p:nvPr/>
        </p:nvSpPr>
        <p:spPr>
          <a:xfrm>
            <a:off x="7312450" y="1298025"/>
            <a:ext cx="645900" cy="507000"/>
          </a:xfrm>
          <a:prstGeom prst="ellipse">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800">
                <a:latin typeface="Gill Sans"/>
                <a:ea typeface="Gill Sans"/>
                <a:cs typeface="Gill Sans"/>
                <a:sym typeface="Gill Sans"/>
              </a:rPr>
              <a:t>Noun</a:t>
            </a:r>
            <a:endParaRPr sz="800">
              <a:latin typeface="Gill Sans"/>
              <a:ea typeface="Gill Sans"/>
              <a:cs typeface="Gill Sans"/>
              <a:sym typeface="Gill Sans"/>
            </a:endParaRPr>
          </a:p>
        </p:txBody>
      </p:sp>
      <p:sp>
        <p:nvSpPr>
          <p:cNvPr id="385" name="Google Shape;385;p54"/>
          <p:cNvSpPr/>
          <p:nvPr/>
        </p:nvSpPr>
        <p:spPr>
          <a:xfrm>
            <a:off x="8058800" y="1334113"/>
            <a:ext cx="645900" cy="507000"/>
          </a:xfrm>
          <a:prstGeom prst="ellipse">
            <a:avLst/>
          </a:prstGeom>
          <a:solidFill>
            <a:srgbClr val="00FF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600">
              <a:latin typeface="Gill Sans"/>
              <a:ea typeface="Gill Sans"/>
              <a:cs typeface="Gill Sans"/>
              <a:sym typeface="Gill Sans"/>
            </a:endParaRPr>
          </a:p>
        </p:txBody>
      </p:sp>
      <p:sp>
        <p:nvSpPr>
          <p:cNvPr id="386" name="Google Shape;386;p54"/>
          <p:cNvSpPr/>
          <p:nvPr/>
        </p:nvSpPr>
        <p:spPr>
          <a:xfrm>
            <a:off x="8391700" y="2026850"/>
            <a:ext cx="548700" cy="458100"/>
          </a:xfrm>
          <a:prstGeom prst="ellipse">
            <a:avLst/>
          </a:prstGeom>
          <a:solidFill>
            <a:srgbClr val="00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800">
                <a:latin typeface="Gill Sans"/>
                <a:ea typeface="Gill Sans"/>
                <a:cs typeface="Gill Sans"/>
                <a:sym typeface="Gill Sans"/>
              </a:rPr>
              <a:t>Verb</a:t>
            </a:r>
            <a:endParaRPr sz="800">
              <a:latin typeface="Gill Sans"/>
              <a:ea typeface="Gill Sans"/>
              <a:cs typeface="Gill Sans"/>
              <a:sym typeface="Gill Sans"/>
            </a:endParaRPr>
          </a:p>
        </p:txBody>
      </p:sp>
      <p:sp>
        <p:nvSpPr>
          <p:cNvPr id="387" name="Google Shape;387;p54"/>
          <p:cNvSpPr/>
          <p:nvPr/>
        </p:nvSpPr>
        <p:spPr>
          <a:xfrm>
            <a:off x="8183750" y="2733175"/>
            <a:ext cx="709200" cy="458100"/>
          </a:xfrm>
          <a:prstGeom prst="ellipse">
            <a:avLst/>
          </a:prstGeom>
          <a:solidFill>
            <a:srgbClr val="4A86E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800">
                <a:latin typeface="Gill Sans"/>
                <a:ea typeface="Gill Sans"/>
                <a:cs typeface="Gill Sans"/>
                <a:sym typeface="Gill Sans"/>
              </a:rPr>
              <a:t>Adverb</a:t>
            </a:r>
            <a:endParaRPr sz="800">
              <a:latin typeface="Gill Sans"/>
              <a:ea typeface="Gill Sans"/>
              <a:cs typeface="Gill Sans"/>
              <a:sym typeface="Gill Sans"/>
            </a:endParaRPr>
          </a:p>
        </p:txBody>
      </p:sp>
      <p:sp>
        <p:nvSpPr>
          <p:cNvPr id="388" name="Google Shape;388;p54"/>
          <p:cNvSpPr/>
          <p:nvPr/>
        </p:nvSpPr>
        <p:spPr>
          <a:xfrm>
            <a:off x="7412900" y="3067775"/>
            <a:ext cx="645900" cy="458100"/>
          </a:xfrm>
          <a:prstGeom prst="ellipse">
            <a:avLst/>
          </a:prstGeom>
          <a:solidFill>
            <a:srgbClr val="E06666"/>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600">
              <a:latin typeface="Gill Sans"/>
              <a:ea typeface="Gill Sans"/>
              <a:cs typeface="Gill Sans"/>
              <a:sym typeface="Gill Sans"/>
            </a:endParaRPr>
          </a:p>
        </p:txBody>
      </p:sp>
      <p:sp>
        <p:nvSpPr>
          <p:cNvPr id="389" name="Google Shape;389;p54"/>
          <p:cNvSpPr/>
          <p:nvPr/>
        </p:nvSpPr>
        <p:spPr>
          <a:xfrm>
            <a:off x="6282625" y="2147600"/>
            <a:ext cx="645900" cy="507000"/>
          </a:xfrm>
          <a:prstGeom prst="ellipse">
            <a:avLst/>
          </a:prstGeom>
          <a:solidFill>
            <a:srgbClr val="C0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600">
              <a:latin typeface="Gill Sans"/>
              <a:ea typeface="Gill Sans"/>
              <a:cs typeface="Gill Sans"/>
              <a:sym typeface="Gill Sans"/>
            </a:endParaRPr>
          </a:p>
        </p:txBody>
      </p:sp>
      <p:sp>
        <p:nvSpPr>
          <p:cNvPr id="390" name="Google Shape;390;p54"/>
          <p:cNvSpPr/>
          <p:nvPr/>
        </p:nvSpPr>
        <p:spPr>
          <a:xfrm>
            <a:off x="6511900" y="2790100"/>
            <a:ext cx="589200" cy="507000"/>
          </a:xfrm>
          <a:prstGeom prst="ellipse">
            <a:avLst/>
          </a:prstGeom>
          <a:solidFill>
            <a:srgbClr val="FFF1E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600">
              <a:latin typeface="Gill Sans"/>
              <a:ea typeface="Gill Sans"/>
              <a:cs typeface="Gill Sans"/>
              <a:sym typeface="Gill Sans"/>
            </a:endParaRPr>
          </a:p>
        </p:txBody>
      </p:sp>
      <p:sp>
        <p:nvSpPr>
          <p:cNvPr id="391" name="Google Shape;391;p54"/>
          <p:cNvSpPr txBox="1"/>
          <p:nvPr/>
        </p:nvSpPr>
        <p:spPr>
          <a:xfrm>
            <a:off x="6483552" y="2911825"/>
            <a:ext cx="7284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chemeClr val="dk1"/>
                </a:solidFill>
                <a:latin typeface="Gill Sans"/>
                <a:ea typeface="Gill Sans"/>
                <a:cs typeface="Gill Sans"/>
                <a:sym typeface="Gill Sans"/>
              </a:rPr>
              <a:t>Conjunction</a:t>
            </a:r>
            <a:endParaRPr sz="800"/>
          </a:p>
        </p:txBody>
      </p:sp>
      <p:sp>
        <p:nvSpPr>
          <p:cNvPr id="392" name="Google Shape;392;p54"/>
          <p:cNvSpPr/>
          <p:nvPr/>
        </p:nvSpPr>
        <p:spPr>
          <a:xfrm>
            <a:off x="6566100" y="1453175"/>
            <a:ext cx="645900" cy="507000"/>
          </a:xfrm>
          <a:prstGeom prst="ellipse">
            <a:avLst/>
          </a:prstGeom>
          <a:solidFill>
            <a:srgbClr val="38761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600">
              <a:latin typeface="Gill Sans"/>
              <a:ea typeface="Gill Sans"/>
              <a:cs typeface="Gill Sans"/>
              <a:sym typeface="Gill Sans"/>
            </a:endParaRPr>
          </a:p>
        </p:txBody>
      </p:sp>
      <p:sp>
        <p:nvSpPr>
          <p:cNvPr id="393" name="Google Shape;393;p54"/>
          <p:cNvSpPr txBox="1"/>
          <p:nvPr/>
        </p:nvSpPr>
        <p:spPr>
          <a:xfrm>
            <a:off x="7454538" y="3137850"/>
            <a:ext cx="6459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chemeClr val="dk1"/>
                </a:solidFill>
                <a:latin typeface="Gill Sans"/>
                <a:ea typeface="Gill Sans"/>
                <a:cs typeface="Gill Sans"/>
                <a:sym typeface="Gill Sans"/>
              </a:rPr>
              <a:t>Adjective</a:t>
            </a:r>
            <a:endParaRPr sz="800"/>
          </a:p>
        </p:txBody>
      </p:sp>
      <p:sp>
        <p:nvSpPr>
          <p:cNvPr id="394" name="Google Shape;394;p54"/>
          <p:cNvSpPr txBox="1"/>
          <p:nvPr/>
        </p:nvSpPr>
        <p:spPr>
          <a:xfrm>
            <a:off x="6282626" y="2247188"/>
            <a:ext cx="7092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chemeClr val="dk1"/>
                </a:solidFill>
                <a:latin typeface="Gill Sans"/>
                <a:ea typeface="Gill Sans"/>
                <a:cs typeface="Gill Sans"/>
                <a:sym typeface="Gill Sans"/>
              </a:rPr>
              <a:t>Preposition</a:t>
            </a:r>
            <a:endParaRPr sz="800"/>
          </a:p>
        </p:txBody>
      </p:sp>
      <p:sp>
        <p:nvSpPr>
          <p:cNvPr id="395" name="Google Shape;395;p54"/>
          <p:cNvSpPr txBox="1"/>
          <p:nvPr/>
        </p:nvSpPr>
        <p:spPr>
          <a:xfrm>
            <a:off x="6566976" y="1552763"/>
            <a:ext cx="7092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chemeClr val="dk1"/>
                </a:solidFill>
                <a:latin typeface="Gill Sans"/>
                <a:ea typeface="Gill Sans"/>
                <a:cs typeface="Gill Sans"/>
                <a:sym typeface="Gill Sans"/>
              </a:rPr>
              <a:t>Interjection</a:t>
            </a:r>
            <a:endParaRPr sz="800"/>
          </a:p>
        </p:txBody>
      </p:sp>
      <p:sp>
        <p:nvSpPr>
          <p:cNvPr id="396" name="Google Shape;396;p54"/>
          <p:cNvSpPr txBox="1"/>
          <p:nvPr/>
        </p:nvSpPr>
        <p:spPr>
          <a:xfrm>
            <a:off x="8058801" y="1433700"/>
            <a:ext cx="7092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chemeClr val="dk1"/>
                </a:solidFill>
                <a:latin typeface="Gill Sans"/>
                <a:ea typeface="Gill Sans"/>
                <a:cs typeface="Gill Sans"/>
                <a:sym typeface="Gill Sans"/>
              </a:rPr>
              <a:t>Pronoun</a:t>
            </a:r>
            <a:endParaRPr sz="800"/>
          </a:p>
        </p:txBody>
      </p:sp>
      <p:cxnSp>
        <p:nvCxnSpPr>
          <p:cNvPr id="397" name="Google Shape;397;p54"/>
          <p:cNvCxnSpPr/>
          <p:nvPr/>
        </p:nvCxnSpPr>
        <p:spPr>
          <a:xfrm>
            <a:off x="7117410" y="1885927"/>
            <a:ext cx="268200" cy="314400"/>
          </a:xfrm>
          <a:prstGeom prst="straightConnector1">
            <a:avLst/>
          </a:prstGeom>
          <a:noFill/>
          <a:ln w="9525" cap="flat" cmpd="sng">
            <a:solidFill>
              <a:schemeClr val="dk2"/>
            </a:solidFill>
            <a:prstDash val="solid"/>
            <a:round/>
            <a:headEnd type="none" w="med" len="med"/>
            <a:tailEnd type="none" w="med" len="med"/>
          </a:ln>
        </p:spPr>
      </p:cxnSp>
      <p:cxnSp>
        <p:nvCxnSpPr>
          <p:cNvPr id="398" name="Google Shape;398;p54"/>
          <p:cNvCxnSpPr>
            <a:stCxn id="384" idx="4"/>
            <a:endCxn id="379" idx="3"/>
          </p:cNvCxnSpPr>
          <p:nvPr/>
        </p:nvCxnSpPr>
        <p:spPr>
          <a:xfrm>
            <a:off x="7635400" y="1805025"/>
            <a:ext cx="0" cy="348600"/>
          </a:xfrm>
          <a:prstGeom prst="straightConnector1">
            <a:avLst/>
          </a:prstGeom>
          <a:noFill/>
          <a:ln w="9525" cap="flat" cmpd="sng">
            <a:solidFill>
              <a:schemeClr val="dk2"/>
            </a:solidFill>
            <a:prstDash val="solid"/>
            <a:round/>
            <a:headEnd type="none" w="med" len="med"/>
            <a:tailEnd type="none" w="med" len="med"/>
          </a:ln>
        </p:spPr>
      </p:cxnSp>
      <p:cxnSp>
        <p:nvCxnSpPr>
          <p:cNvPr id="399" name="Google Shape;399;p54"/>
          <p:cNvCxnSpPr/>
          <p:nvPr/>
        </p:nvCxnSpPr>
        <p:spPr>
          <a:xfrm flipH="1">
            <a:off x="7989350" y="1804725"/>
            <a:ext cx="187500" cy="360900"/>
          </a:xfrm>
          <a:prstGeom prst="straightConnector1">
            <a:avLst/>
          </a:prstGeom>
          <a:noFill/>
          <a:ln w="9525" cap="flat" cmpd="sng">
            <a:solidFill>
              <a:schemeClr val="dk2"/>
            </a:solidFill>
            <a:prstDash val="solid"/>
            <a:round/>
            <a:headEnd type="none" w="med" len="med"/>
            <a:tailEnd type="none" w="med" len="med"/>
          </a:ln>
        </p:spPr>
      </p:cxnSp>
      <p:cxnSp>
        <p:nvCxnSpPr>
          <p:cNvPr id="400" name="Google Shape;400;p54"/>
          <p:cNvCxnSpPr>
            <a:stCxn id="386" idx="2"/>
            <a:endCxn id="379" idx="0"/>
          </p:cNvCxnSpPr>
          <p:nvPr/>
        </p:nvCxnSpPr>
        <p:spPr>
          <a:xfrm flipH="1">
            <a:off x="8099800" y="2255900"/>
            <a:ext cx="291900" cy="180600"/>
          </a:xfrm>
          <a:prstGeom prst="straightConnector1">
            <a:avLst/>
          </a:prstGeom>
          <a:noFill/>
          <a:ln w="9525" cap="flat" cmpd="sng">
            <a:solidFill>
              <a:schemeClr val="dk2"/>
            </a:solidFill>
            <a:prstDash val="solid"/>
            <a:round/>
            <a:headEnd type="none" w="med" len="med"/>
            <a:tailEnd type="none" w="med" len="med"/>
          </a:ln>
        </p:spPr>
      </p:cxnSp>
      <p:cxnSp>
        <p:nvCxnSpPr>
          <p:cNvPr id="401" name="Google Shape;401;p54"/>
          <p:cNvCxnSpPr>
            <a:stCxn id="387" idx="2"/>
          </p:cNvCxnSpPr>
          <p:nvPr/>
        </p:nvCxnSpPr>
        <p:spPr>
          <a:xfrm rot="10800000">
            <a:off x="7954850" y="2602825"/>
            <a:ext cx="228900" cy="359400"/>
          </a:xfrm>
          <a:prstGeom prst="straightConnector1">
            <a:avLst/>
          </a:prstGeom>
          <a:noFill/>
          <a:ln w="9525" cap="flat" cmpd="sng">
            <a:solidFill>
              <a:schemeClr val="dk2"/>
            </a:solidFill>
            <a:prstDash val="solid"/>
            <a:round/>
            <a:headEnd type="none" w="med" len="med"/>
            <a:tailEnd type="none" w="med" len="med"/>
          </a:ln>
        </p:spPr>
      </p:cxnSp>
      <p:cxnSp>
        <p:nvCxnSpPr>
          <p:cNvPr id="402" name="Google Shape;402;p54"/>
          <p:cNvCxnSpPr>
            <a:endCxn id="379" idx="1"/>
          </p:cNvCxnSpPr>
          <p:nvPr/>
        </p:nvCxnSpPr>
        <p:spPr>
          <a:xfrm rot="10800000">
            <a:off x="7635398" y="2755024"/>
            <a:ext cx="0" cy="320100"/>
          </a:xfrm>
          <a:prstGeom prst="straightConnector1">
            <a:avLst/>
          </a:prstGeom>
          <a:noFill/>
          <a:ln w="9525" cap="flat" cmpd="sng">
            <a:solidFill>
              <a:schemeClr val="dk2"/>
            </a:solidFill>
            <a:prstDash val="solid"/>
            <a:round/>
            <a:headEnd type="none" w="med" len="med"/>
            <a:tailEnd type="none" w="med" len="med"/>
          </a:ln>
        </p:spPr>
      </p:cxnSp>
      <p:cxnSp>
        <p:nvCxnSpPr>
          <p:cNvPr id="403" name="Google Shape;403;p54"/>
          <p:cNvCxnSpPr>
            <a:stCxn id="390" idx="7"/>
          </p:cNvCxnSpPr>
          <p:nvPr/>
        </p:nvCxnSpPr>
        <p:spPr>
          <a:xfrm rot="10800000" flipH="1">
            <a:off x="7014814" y="2644748"/>
            <a:ext cx="238800" cy="219600"/>
          </a:xfrm>
          <a:prstGeom prst="straightConnector1">
            <a:avLst/>
          </a:prstGeom>
          <a:noFill/>
          <a:ln w="9525" cap="flat" cmpd="sng">
            <a:solidFill>
              <a:schemeClr val="dk2"/>
            </a:solidFill>
            <a:prstDash val="solid"/>
            <a:round/>
            <a:headEnd type="none" w="med" len="med"/>
            <a:tailEnd type="none" w="med" len="med"/>
          </a:ln>
        </p:spPr>
      </p:cxnSp>
      <p:pic>
        <p:nvPicPr>
          <p:cNvPr id="404" name="Google Shape;404;p54"/>
          <p:cNvPicPr preferRelativeResize="0"/>
          <p:nvPr/>
        </p:nvPicPr>
        <p:blipFill>
          <a:blip r:embed="rId3">
            <a:alphaModFix/>
          </a:blip>
          <a:stretch>
            <a:fillRect/>
          </a:stretch>
        </p:blipFill>
        <p:spPr>
          <a:xfrm>
            <a:off x="7363900" y="2297888"/>
            <a:ext cx="625623" cy="625623"/>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8"/>
        <p:cNvGrpSpPr/>
        <p:nvPr/>
      </p:nvGrpSpPr>
      <p:grpSpPr>
        <a:xfrm>
          <a:off x="0" y="0"/>
          <a:ext cx="0" cy="0"/>
          <a:chOff x="0" y="0"/>
          <a:chExt cx="0" cy="0"/>
        </a:xfrm>
      </p:grpSpPr>
      <p:sp>
        <p:nvSpPr>
          <p:cNvPr id="409" name="Google Shape;409;p55"/>
          <p:cNvSpPr txBox="1">
            <a:spLocks noGrp="1"/>
          </p:cNvSpPr>
          <p:nvPr>
            <p:ph type="title"/>
          </p:nvPr>
        </p:nvSpPr>
        <p:spPr>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POS Tagging</a:t>
            </a:r>
            <a:endParaRPr dirty="0">
              <a:latin typeface="Times New Roman" panose="02020603050405020304" pitchFamily="18" charset="0"/>
              <a:cs typeface="Times New Roman" panose="02020603050405020304" pitchFamily="18" charset="0"/>
            </a:endParaRPr>
          </a:p>
        </p:txBody>
      </p:sp>
      <p:sp>
        <p:nvSpPr>
          <p:cNvPr id="410" name="Google Shape;410;p55"/>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28</a:t>
            </a:fld>
            <a:endParaRPr>
              <a:solidFill>
                <a:srgbClr val="3F3F3F"/>
              </a:solidFill>
              <a:latin typeface="Roboto"/>
              <a:ea typeface="Roboto"/>
              <a:cs typeface="Roboto"/>
              <a:sym typeface="Roboto"/>
            </a:endParaRPr>
          </a:p>
        </p:txBody>
      </p:sp>
      <p:sp>
        <p:nvSpPr>
          <p:cNvPr id="411" name="Google Shape;411;p55"/>
          <p:cNvSpPr txBox="1"/>
          <p:nvPr/>
        </p:nvSpPr>
        <p:spPr>
          <a:xfrm>
            <a:off x="623400" y="1138299"/>
            <a:ext cx="7129500" cy="3990900"/>
          </a:xfrm>
          <a:prstGeom prst="rect">
            <a:avLst/>
          </a:prstGeom>
          <a:noFill/>
          <a:ln>
            <a:noFill/>
          </a:ln>
        </p:spPr>
        <p:txBody>
          <a:bodyPr spcFirstLastPara="1" wrap="square" lIns="91425" tIns="91425" rIns="91425" bIns="91425" anchor="t" anchorCtr="0">
            <a:noAutofit/>
          </a:bodyPr>
          <a:lstStyle/>
          <a:p>
            <a:pPr marL="457200" marR="0" lvl="0" indent="-381000" algn="l" rtl="0">
              <a:lnSpc>
                <a:spcPct val="115000"/>
              </a:lnSpc>
              <a:spcBef>
                <a:spcPts val="0"/>
              </a:spcBef>
              <a:spcAft>
                <a:spcPts val="0"/>
              </a:spcAft>
              <a:buClr>
                <a:schemeClr val="dk1"/>
              </a:buClr>
              <a:buSzPts val="2400"/>
              <a:buFont typeface="Gill Sans"/>
              <a:buChar char="●"/>
            </a:pPr>
            <a:r>
              <a:rPr lang="en" sz="24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Useful in </a:t>
            </a:r>
            <a:endParaRPr sz="24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indent="-355600">
              <a:lnSpc>
                <a:spcPct val="115000"/>
              </a:lnSpc>
              <a:buClr>
                <a:schemeClr val="dk1"/>
              </a:buClr>
              <a:buSzPts val="2000"/>
              <a:buFont typeface="Gill Sans"/>
              <a:buChar char="○"/>
            </a:pP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Word sense disambiguation</a:t>
            </a:r>
          </a:p>
          <a:p>
            <a:pPr marL="558800">
              <a:lnSpc>
                <a:spcPct val="115000"/>
              </a:lnSpc>
              <a:buClr>
                <a:schemeClr val="dk1"/>
              </a:buClr>
              <a:buSzPts val="2000"/>
            </a:pPr>
            <a:r>
              <a:rPr lang="en" sz="2000" dirty="0">
                <a:solidFill>
                  <a:schemeClr val="dk1"/>
                </a:solidFill>
                <a:latin typeface="Times New Roman" panose="02020603050405020304" pitchFamily="18" charset="0"/>
                <a:ea typeface="Gill Sans"/>
                <a:cs typeface="Times New Roman" panose="02020603050405020304" pitchFamily="18" charset="0"/>
                <a:sym typeface="Gill Sans"/>
              </a:rPr>
              <a:t>    </a:t>
            </a: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 (e.g. bark)</a:t>
            </a:r>
            <a:endParaRPr sz="20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indent="-355600">
              <a:lnSpc>
                <a:spcPct val="115000"/>
              </a:lnSpc>
              <a:buClr>
                <a:schemeClr val="dk1"/>
              </a:buClr>
              <a:buSzPts val="2000"/>
              <a:buFont typeface="Gill Sans"/>
              <a:buChar char="○"/>
            </a:pP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Parsing sentences</a:t>
            </a:r>
            <a:endParaRPr sz="20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indent="-355600">
              <a:lnSpc>
                <a:spcPct val="115000"/>
              </a:lnSpc>
              <a:buClr>
                <a:schemeClr val="dk1"/>
              </a:buClr>
              <a:buSzPts val="2000"/>
              <a:buFont typeface="Gill Sans"/>
              <a:buChar char="○"/>
            </a:pP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Feature selection</a:t>
            </a:r>
            <a:endParaRPr sz="20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indent="-355600">
              <a:lnSpc>
                <a:spcPct val="115000"/>
              </a:lnSpc>
              <a:buClr>
                <a:schemeClr val="dk1"/>
              </a:buClr>
              <a:buSzPts val="2000"/>
              <a:buFont typeface="Gill Sans"/>
              <a:buChar char="○"/>
            </a:pP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Named </a:t>
            </a:r>
            <a:r>
              <a:rPr lang="en" sz="2000" dirty="0">
                <a:solidFill>
                  <a:schemeClr val="dk1"/>
                </a:solidFill>
                <a:latin typeface="Times New Roman" panose="02020603050405020304" pitchFamily="18" charset="0"/>
                <a:ea typeface="Gill Sans"/>
                <a:cs typeface="Times New Roman" panose="02020603050405020304" pitchFamily="18" charset="0"/>
                <a:sym typeface="Gill Sans"/>
              </a:rPr>
              <a:t>e</a:t>
            </a: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ntity </a:t>
            </a:r>
            <a:r>
              <a:rPr lang="en" sz="2000" dirty="0">
                <a:solidFill>
                  <a:schemeClr val="dk1"/>
                </a:solidFill>
                <a:latin typeface="Times New Roman" panose="02020603050405020304" pitchFamily="18" charset="0"/>
                <a:ea typeface="Gill Sans"/>
                <a:cs typeface="Times New Roman" panose="02020603050405020304" pitchFamily="18" charset="0"/>
                <a:sym typeface="Gill Sans"/>
              </a:rPr>
              <a:t>r</a:t>
            </a: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ecognition</a:t>
            </a:r>
            <a:endParaRPr sz="2000" dirty="0">
              <a:solidFill>
                <a:schemeClr val="dk1"/>
              </a:solidFill>
              <a:latin typeface="Times New Roman" panose="02020603050405020304" pitchFamily="18" charset="0"/>
              <a:ea typeface="Gill Sans"/>
              <a:cs typeface="Times New Roman" panose="02020603050405020304" pitchFamily="18" charset="0"/>
              <a:sym typeface="Gill Sans"/>
            </a:endParaRPr>
          </a:p>
          <a:p>
            <a:pPr marL="914400" indent="-355600">
              <a:lnSpc>
                <a:spcPct val="115000"/>
              </a:lnSpc>
              <a:buClr>
                <a:schemeClr val="dk1"/>
              </a:buClr>
              <a:buSzPts val="2000"/>
              <a:buFont typeface="Gill Sans"/>
              <a:buChar char="○"/>
            </a:pPr>
            <a:r>
              <a:rPr lang="en" sz="2000" dirty="0">
                <a:solidFill>
                  <a:schemeClr val="dk1"/>
                </a:solidFill>
                <a:latin typeface="Times New Roman" panose="02020603050405020304" pitchFamily="18" charset="0"/>
                <a:ea typeface="Gill Sans"/>
                <a:cs typeface="Times New Roman" panose="02020603050405020304" pitchFamily="18" charset="0"/>
                <a:sym typeface="Gill Sans"/>
              </a:rPr>
              <a:t>Coreference</a:t>
            </a: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 </a:t>
            </a:r>
            <a:r>
              <a:rPr lang="en" sz="2000" dirty="0">
                <a:solidFill>
                  <a:schemeClr val="dk1"/>
                </a:solidFill>
                <a:latin typeface="Times New Roman" panose="02020603050405020304" pitchFamily="18" charset="0"/>
                <a:ea typeface="Gill Sans"/>
                <a:cs typeface="Times New Roman" panose="02020603050405020304" pitchFamily="18" charset="0"/>
                <a:sym typeface="Gill Sans"/>
              </a:rPr>
              <a:t>r</a:t>
            </a:r>
            <a:r>
              <a:rPr lang="en"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rPr>
              <a:t>esolution</a:t>
            </a:r>
            <a:endParaRPr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endParaRPr>
          </a:p>
          <a:p>
            <a:pPr marL="0" marR="0" lvl="0" indent="0" algn="l" rtl="0">
              <a:lnSpc>
                <a:spcPct val="115000"/>
              </a:lnSpc>
              <a:spcBef>
                <a:spcPts val="0"/>
              </a:spcBef>
              <a:spcAft>
                <a:spcPts val="0"/>
              </a:spcAft>
              <a:buNone/>
            </a:pPr>
            <a:endParaRPr sz="2000" i="0" u="none" strike="noStrike" cap="none" dirty="0">
              <a:solidFill>
                <a:schemeClr val="dk1"/>
              </a:solidFill>
              <a:latin typeface="Times New Roman" panose="02020603050405020304" pitchFamily="18" charset="0"/>
              <a:ea typeface="Gill Sans"/>
              <a:cs typeface="Times New Roman" panose="02020603050405020304" pitchFamily="18" charset="0"/>
              <a:sym typeface="Gill Sans"/>
            </a:endParaRPr>
          </a:p>
        </p:txBody>
      </p:sp>
      <p:pic>
        <p:nvPicPr>
          <p:cNvPr id="412" name="Google Shape;412;p55" descr="48 Parts Of Speech Tags"/>
          <p:cNvPicPr preferRelativeResize="0"/>
          <p:nvPr/>
        </p:nvPicPr>
        <p:blipFill rotWithShape="1">
          <a:blip r:embed="rId3">
            <a:alphaModFix/>
          </a:blip>
          <a:srcRect/>
          <a:stretch/>
        </p:blipFill>
        <p:spPr>
          <a:xfrm>
            <a:off x="4677275" y="1152474"/>
            <a:ext cx="4341925" cy="3054000"/>
          </a:xfrm>
          <a:prstGeom prst="rect">
            <a:avLst/>
          </a:prstGeom>
          <a:noFill/>
          <a:ln>
            <a:noFill/>
          </a:ln>
        </p:spPr>
      </p:pic>
      <p:sp>
        <p:nvSpPr>
          <p:cNvPr id="413" name="Google Shape;413;p55"/>
          <p:cNvSpPr txBox="1"/>
          <p:nvPr/>
        </p:nvSpPr>
        <p:spPr>
          <a:xfrm>
            <a:off x="4869712" y="4206475"/>
            <a:ext cx="3199090" cy="627900"/>
          </a:xfrm>
          <a:prstGeom prst="rect">
            <a:avLst/>
          </a:prstGeom>
          <a:noFill/>
          <a:ln>
            <a:noFill/>
          </a:ln>
        </p:spPr>
        <p:txBody>
          <a:bodyPr spcFirstLastPara="1" wrap="square" lIns="91425" tIns="91425" rIns="91425" bIns="91425" anchor="t" anchorCtr="0">
            <a:noAutofit/>
          </a:bodyPr>
          <a:lstStyle/>
          <a:p>
            <a:pPr marL="76200" marR="0" lvl="0" indent="0" algn="l" rtl="0">
              <a:lnSpc>
                <a:spcPct val="107000"/>
              </a:lnSpc>
              <a:spcBef>
                <a:spcPts val="0"/>
              </a:spcBef>
              <a:spcAft>
                <a:spcPts val="0"/>
              </a:spcAft>
              <a:buClr>
                <a:schemeClr val="dk2"/>
              </a:buClr>
              <a:buSzPts val="2400"/>
              <a:buFont typeface="Gill Sans"/>
              <a:buNone/>
            </a:pPr>
            <a:r>
              <a:rPr lang="en" sz="1800" i="0" u="none" strike="noStrike" cap="none" dirty="0">
                <a:solidFill>
                  <a:srgbClr val="1F1F1F"/>
                </a:solidFill>
                <a:latin typeface="Gill Sans"/>
                <a:ea typeface="Gill Sans"/>
                <a:cs typeface="Gill Sans"/>
                <a:sym typeface="Gill Sans"/>
              </a:rPr>
              <a:t>(Penn Treebank set of tags)</a:t>
            </a:r>
            <a:endParaRPr sz="1800" i="0" u="none" strike="noStrike" cap="none" dirty="0">
              <a:solidFill>
                <a:srgbClr val="595858"/>
              </a:solidFill>
              <a:latin typeface="Gill Sans"/>
              <a:ea typeface="Gill Sans"/>
              <a:cs typeface="Gill Sans"/>
              <a:sym typeface="Gill Sans"/>
            </a:endParaRPr>
          </a:p>
          <a:p>
            <a:pPr marL="444500" marR="0" lvl="0" indent="-190500" algn="l" rtl="0">
              <a:lnSpc>
                <a:spcPct val="100000"/>
              </a:lnSpc>
              <a:spcBef>
                <a:spcPts val="1575"/>
              </a:spcBef>
              <a:spcAft>
                <a:spcPts val="0"/>
              </a:spcAft>
              <a:buClr>
                <a:schemeClr val="dk2"/>
              </a:buClr>
              <a:buSzPts val="2400"/>
              <a:buFont typeface="Gill Sans"/>
              <a:buNone/>
            </a:pPr>
            <a:endParaRPr sz="2400" i="0" u="none" strike="noStrike" cap="none" dirty="0">
              <a:solidFill>
                <a:schemeClr val="dk2"/>
              </a:solidFill>
              <a:latin typeface="Gill Sans"/>
              <a:ea typeface="Gill Sans"/>
              <a:cs typeface="Gill Sans"/>
              <a:sym typeface="Gill Sans"/>
            </a:endParaRPr>
          </a:p>
          <a:p>
            <a:pPr marL="444500" marR="0" lvl="0" indent="-190500" algn="l" rtl="0">
              <a:lnSpc>
                <a:spcPct val="100000"/>
              </a:lnSpc>
              <a:spcBef>
                <a:spcPts val="0"/>
              </a:spcBef>
              <a:spcAft>
                <a:spcPts val="0"/>
              </a:spcAft>
              <a:buClr>
                <a:schemeClr val="dk2"/>
              </a:buClr>
              <a:buSzPts val="2400"/>
              <a:buFont typeface="Gill Sans"/>
              <a:buNone/>
            </a:pPr>
            <a:endParaRPr sz="2400" i="0" u="none" strike="noStrike" cap="none" dirty="0">
              <a:solidFill>
                <a:schemeClr val="dk2"/>
              </a:solidFill>
              <a:latin typeface="Gill Sans"/>
              <a:ea typeface="Gill Sans"/>
              <a:cs typeface="Gill Sans"/>
              <a:sym typeface="Gill Sans"/>
            </a:endParaRPr>
          </a:p>
          <a:p>
            <a:pPr marL="444500" marR="0" lvl="0" indent="-190500" algn="l" rtl="0">
              <a:lnSpc>
                <a:spcPct val="100000"/>
              </a:lnSpc>
              <a:spcBef>
                <a:spcPts val="0"/>
              </a:spcBef>
              <a:spcAft>
                <a:spcPts val="0"/>
              </a:spcAft>
              <a:buClr>
                <a:schemeClr val="dk2"/>
              </a:buClr>
              <a:buSzPts val="2400"/>
              <a:buFont typeface="Gill Sans"/>
              <a:buNone/>
            </a:pPr>
            <a:endParaRPr sz="2400" i="0" u="none" strike="noStrike" cap="none" dirty="0">
              <a:solidFill>
                <a:schemeClr val="dk2"/>
              </a:solidFill>
              <a:latin typeface="Gill Sans"/>
              <a:ea typeface="Gill Sans"/>
              <a:cs typeface="Gill Sans"/>
              <a:sym typeface="Gill Sans"/>
            </a:endParaRPr>
          </a:p>
          <a:p>
            <a:pPr marL="444500" marR="0" lvl="0" indent="-190500" algn="l" rtl="0">
              <a:lnSpc>
                <a:spcPct val="100000"/>
              </a:lnSpc>
              <a:spcBef>
                <a:spcPts val="0"/>
              </a:spcBef>
              <a:spcAft>
                <a:spcPts val="0"/>
              </a:spcAft>
              <a:buClr>
                <a:schemeClr val="dk2"/>
              </a:buClr>
              <a:buSzPts val="2400"/>
              <a:buFont typeface="Gill Sans"/>
              <a:buNone/>
            </a:pPr>
            <a:endParaRPr sz="2400" i="0" u="none" strike="noStrike" cap="none" dirty="0">
              <a:solidFill>
                <a:schemeClr val="dk2"/>
              </a:solidFill>
              <a:latin typeface="Gill Sans"/>
              <a:ea typeface="Gill Sans"/>
              <a:cs typeface="Gill Sans"/>
              <a:sym typeface="Gill Sans"/>
            </a:endParaRPr>
          </a:p>
          <a:p>
            <a:pPr marL="444500" marR="0" lvl="0" indent="-190500" algn="l" rtl="0">
              <a:lnSpc>
                <a:spcPct val="100000"/>
              </a:lnSpc>
              <a:spcBef>
                <a:spcPts val="0"/>
              </a:spcBef>
              <a:spcAft>
                <a:spcPts val="0"/>
              </a:spcAft>
              <a:buClr>
                <a:schemeClr val="dk2"/>
              </a:buClr>
              <a:buSzPts val="2400"/>
              <a:buFont typeface="Gill Sans"/>
              <a:buNone/>
            </a:pPr>
            <a:endParaRPr sz="2400" i="0" u="none" strike="noStrike" cap="none" dirty="0">
              <a:solidFill>
                <a:schemeClr val="dk2"/>
              </a:solidFill>
              <a:latin typeface="Gill Sans"/>
              <a:ea typeface="Gill Sans"/>
              <a:cs typeface="Gill Sans"/>
              <a:sym typeface="Gill Sans"/>
            </a:endParaRPr>
          </a:p>
          <a:p>
            <a:pPr marL="444500" marR="0" lvl="0" indent="-190500" algn="l" rtl="0">
              <a:lnSpc>
                <a:spcPct val="100000"/>
              </a:lnSpc>
              <a:spcBef>
                <a:spcPts val="0"/>
              </a:spcBef>
              <a:spcAft>
                <a:spcPts val="0"/>
              </a:spcAft>
              <a:buClr>
                <a:schemeClr val="dk2"/>
              </a:buClr>
              <a:buSzPts val="2400"/>
              <a:buFont typeface="Gill Sans"/>
              <a:buNone/>
            </a:pPr>
            <a:endParaRPr sz="2400" i="0" u="none" strike="noStrike" cap="none" dirty="0">
              <a:solidFill>
                <a:schemeClr val="dk2"/>
              </a:solidFill>
              <a:latin typeface="Gill Sans"/>
              <a:ea typeface="Gill Sans"/>
              <a:cs typeface="Gill Sans"/>
              <a:sym typeface="Gill Sans"/>
            </a:endParaRPr>
          </a:p>
          <a:p>
            <a:pPr marL="444500" marR="0" lvl="0" indent="-190500" algn="l" rtl="0">
              <a:lnSpc>
                <a:spcPct val="100000"/>
              </a:lnSpc>
              <a:spcBef>
                <a:spcPts val="0"/>
              </a:spcBef>
              <a:spcAft>
                <a:spcPts val="0"/>
              </a:spcAft>
              <a:buClr>
                <a:schemeClr val="dk2"/>
              </a:buClr>
              <a:buSzPts val="2400"/>
              <a:buFont typeface="Gill Sans"/>
              <a:buNone/>
            </a:pPr>
            <a:endParaRPr sz="2400" i="0" u="none" strike="noStrike" cap="none" dirty="0">
              <a:solidFill>
                <a:schemeClr val="dk2"/>
              </a:solidFill>
              <a:latin typeface="Gill Sans"/>
              <a:ea typeface="Gill Sans"/>
              <a:cs typeface="Gill Sans"/>
              <a:sym typeface="Gill Sans"/>
            </a:endParaRPr>
          </a:p>
          <a:p>
            <a:pPr marL="76200" marR="0" lvl="0" indent="0" algn="l" rtl="0">
              <a:lnSpc>
                <a:spcPct val="115000"/>
              </a:lnSpc>
              <a:spcBef>
                <a:spcPts val="0"/>
              </a:spcBef>
              <a:spcAft>
                <a:spcPts val="0"/>
              </a:spcAft>
              <a:buClr>
                <a:schemeClr val="dk2"/>
              </a:buClr>
              <a:buSzPts val="2400"/>
              <a:buFont typeface="Gill Sans"/>
              <a:buNone/>
            </a:pPr>
            <a:r>
              <a:rPr lang="en-IN" sz="1800" i="0" u="none" strike="noStrike" cap="none" dirty="0">
                <a:solidFill>
                  <a:schemeClr val="dk2"/>
                </a:solidFill>
                <a:latin typeface="Gill Sans"/>
                <a:ea typeface="Gill Sans"/>
                <a:cs typeface="Gill Sans"/>
                <a:sym typeface="Gill Sans"/>
              </a:rPr>
              <a:t>=</a:t>
            </a:r>
            <a:endParaRPr sz="1800" i="0" u="none" strike="noStrike" cap="none" dirty="0">
              <a:solidFill>
                <a:schemeClr val="dk2"/>
              </a:solidFill>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22"/>
          <p:cNvSpPr txBox="1">
            <a:spLocks noGrp="1"/>
          </p:cNvSpPr>
          <p:nvPr>
            <p:ph type="title"/>
          </p:nvPr>
        </p:nvSpPr>
        <p:spPr>
          <a:xfrm>
            <a:off x="623400" y="485425"/>
            <a:ext cx="8520600" cy="572700"/>
          </a:xfrm>
          <a:prstGeom prst="rect">
            <a:avLst/>
          </a:prstGeom>
        </p:spPr>
        <p:txBody>
          <a:bodyPr spcFirstLastPara="1" wrap="square" lIns="91425" tIns="91425" rIns="91425" bIns="91425" anchor="t" anchorCtr="0">
            <a:noAutofit/>
          </a:bodyPr>
          <a:lstStyle/>
          <a:p>
            <a:pPr>
              <a:lnSpc>
                <a:spcPct val="107000"/>
              </a:lnSpc>
              <a:spcAft>
                <a:spcPts val="800"/>
              </a:spcAft>
            </a:pPr>
            <a:r>
              <a:rPr lang="en-IN" dirty="0">
                <a:solidFill>
                  <a:srgbClr val="444444"/>
                </a:solidFill>
                <a:latin typeface="Times New Roman" panose="02020603050405020304" pitchFamily="18" charset="0"/>
                <a:ea typeface="Calibri" panose="020F0502020204030204" pitchFamily="34" charset="0"/>
                <a:cs typeface="Times New Roman" panose="02020603050405020304" pitchFamily="18" charset="0"/>
              </a:rPr>
              <a:t>NLTK</a:t>
            </a:r>
            <a:r>
              <a:rPr lang="en-IN" sz="3200" dirty="0">
                <a:solidFill>
                  <a:srgbClr val="444444"/>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IN" dirty="0">
              <a:latin typeface="Times New Roman" panose="02020603050405020304" pitchFamily="18" charset="0"/>
              <a:cs typeface="Times New Roman" panose="02020603050405020304" pitchFamily="18" charset="0"/>
            </a:endParaRPr>
          </a:p>
        </p:txBody>
      </p:sp>
      <p:sp>
        <p:nvSpPr>
          <p:cNvPr id="117" name="Google Shape;117;p22"/>
          <p:cNvSpPr txBox="1">
            <a:spLocks noGrp="1"/>
          </p:cNvSpPr>
          <p:nvPr>
            <p:ph type="body" idx="1"/>
          </p:nvPr>
        </p:nvSpPr>
        <p:spPr>
          <a:xfrm>
            <a:off x="623400" y="1152475"/>
            <a:ext cx="8520600" cy="3416400"/>
          </a:xfrm>
          <a:prstGeom prst="rect">
            <a:avLst/>
          </a:prstGeom>
        </p:spPr>
        <p:txBody>
          <a:bodyPr spcFirstLastPara="1" wrap="square" lIns="91425" tIns="91425" rIns="91425" bIns="91425" anchor="t" anchorCtr="0">
            <a:noAutofit/>
          </a:bodyPr>
          <a:lstStyle/>
          <a:p>
            <a:pPr>
              <a:lnSpc>
                <a:spcPct val="107000"/>
              </a:lnSpc>
              <a:spcAft>
                <a:spcPts val="800"/>
              </a:spcAft>
              <a:tabLst>
                <a:tab pos="708660" algn="l"/>
              </a:tabLst>
            </a:pPr>
            <a:r>
              <a:rPr lang="en-IN" dirty="0">
                <a:solidFill>
                  <a:srgbClr val="444444"/>
                </a:solidFill>
                <a:latin typeface="Times New Roman" panose="02020603050405020304" pitchFamily="18" charset="0"/>
                <a:cs typeface="Times New Roman" panose="02020603050405020304" pitchFamily="18" charset="0"/>
              </a:rPr>
              <a:t>NLTK (Natural Language Toolkit) is a library for  NLP in Python.</a:t>
            </a:r>
          </a:p>
          <a:p>
            <a:pPr>
              <a:lnSpc>
                <a:spcPct val="107000"/>
              </a:lnSpc>
              <a:spcAft>
                <a:spcPts val="800"/>
              </a:spcAft>
              <a:tabLst>
                <a:tab pos="708660" algn="l"/>
              </a:tabLst>
            </a:pPr>
            <a:r>
              <a:rPr lang="en-IN" dirty="0">
                <a:solidFill>
                  <a:srgbClr val="444444"/>
                </a:solidFill>
                <a:latin typeface="Times New Roman" panose="02020603050405020304" pitchFamily="18" charset="0"/>
                <a:cs typeface="Times New Roman" panose="02020603050405020304" pitchFamily="18" charset="0"/>
              </a:rPr>
              <a:t>Powerful tool to </a:t>
            </a:r>
            <a:r>
              <a:rPr lang="en-IN" dirty="0" err="1">
                <a:solidFill>
                  <a:srgbClr val="444444"/>
                </a:solidFill>
                <a:latin typeface="Times New Roman" panose="02020603050405020304" pitchFamily="18" charset="0"/>
                <a:cs typeface="Times New Roman" panose="02020603050405020304" pitchFamily="18" charset="0"/>
              </a:rPr>
              <a:t>preprocess</a:t>
            </a:r>
            <a:r>
              <a:rPr lang="en-IN" dirty="0">
                <a:solidFill>
                  <a:srgbClr val="444444"/>
                </a:solidFill>
                <a:latin typeface="Times New Roman" panose="02020603050405020304" pitchFamily="18" charset="0"/>
                <a:cs typeface="Times New Roman" panose="02020603050405020304" pitchFamily="18" charset="0"/>
              </a:rPr>
              <a:t> text data for further analysis like as input to  Machine Learning algorithms. </a:t>
            </a:r>
          </a:p>
          <a:p>
            <a:pPr>
              <a:lnSpc>
                <a:spcPct val="107000"/>
              </a:lnSpc>
              <a:spcAft>
                <a:spcPts val="800"/>
              </a:spcAft>
              <a:tabLst>
                <a:tab pos="708660" algn="l"/>
              </a:tabLst>
            </a:pPr>
            <a:r>
              <a:rPr lang="en-IN" dirty="0">
                <a:solidFill>
                  <a:srgbClr val="444444"/>
                </a:solidFill>
                <a:latin typeface="Times New Roman" panose="02020603050405020304" pitchFamily="18" charset="0"/>
                <a:cs typeface="Times New Roman" panose="02020603050405020304" pitchFamily="18" charset="0"/>
              </a:rPr>
              <a:t>Tokenization, POS tagging, Stemming etc</a:t>
            </a:r>
          </a:p>
          <a:p>
            <a:pPr>
              <a:lnSpc>
                <a:spcPct val="107000"/>
              </a:lnSpc>
              <a:spcAft>
                <a:spcPts val="800"/>
              </a:spcAft>
              <a:tabLst>
                <a:tab pos="708660" algn="l"/>
              </a:tabLst>
            </a:pPr>
            <a:r>
              <a:rPr lang="en-IN" dirty="0">
                <a:solidFill>
                  <a:srgbClr val="444444"/>
                </a:solidFill>
                <a:latin typeface="Times New Roman" panose="02020603050405020304" pitchFamily="18" charset="0"/>
                <a:cs typeface="Times New Roman" panose="02020603050405020304" pitchFamily="18" charset="0"/>
              </a:rPr>
              <a:t>It includes many corpora and lexical resources (like WordNet)</a:t>
            </a:r>
          </a:p>
          <a:p>
            <a:pPr marL="914400" lvl="1" indent="-355600" algn="l" rtl="0">
              <a:spcBef>
                <a:spcPts val="0"/>
              </a:spcBef>
              <a:spcAft>
                <a:spcPts val="0"/>
              </a:spcAft>
              <a:buSzPts val="2000"/>
              <a:buChar char="○"/>
            </a:pPr>
            <a:endParaRPr lang="en-IN" dirty="0">
              <a:solidFill>
                <a:srgbClr val="FF0000"/>
              </a:solidFill>
              <a:latin typeface="Times New Roman" panose="02020603050405020304" pitchFamily="18" charset="0"/>
              <a:cs typeface="Times New Roman" panose="02020603050405020304" pitchFamily="18" charset="0"/>
            </a:endParaRPr>
          </a:p>
        </p:txBody>
      </p:sp>
      <p:sp>
        <p:nvSpPr>
          <p:cNvPr id="118" name="Google Shape;118;p22"/>
          <p:cNvSpPr txBox="1">
            <a:spLocks noGrp="1"/>
          </p:cNvSpPr>
          <p:nvPr>
            <p:ph type="sldNum" idx="12"/>
          </p:nvPr>
        </p:nvSpPr>
        <p:spPr>
          <a:xfrm>
            <a:off x="8" y="474989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29</a:t>
            </a:fld>
            <a:endParaRPr/>
          </a:p>
        </p:txBody>
      </p:sp>
    </p:spTree>
    <p:extLst>
      <p:ext uri="{BB962C8B-B14F-4D97-AF65-F5344CB8AC3E}">
        <p14:creationId xmlns:p14="http://schemas.microsoft.com/office/powerpoint/2010/main" xmlns="" val="33913371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22"/>
          <p:cNvSpPr txBox="1">
            <a:spLocks noGrp="1"/>
          </p:cNvSpPr>
          <p:nvPr>
            <p:ph type="title"/>
          </p:nvPr>
        </p:nvSpPr>
        <p:spPr>
          <a:xfrm>
            <a:off x="623400" y="485425"/>
            <a:ext cx="8520600" cy="572700"/>
          </a:xfrm>
          <a:prstGeom prst="rect">
            <a:avLst/>
          </a:prstGeom>
        </p:spPr>
        <p:txBody>
          <a:bodyPr spcFirstLastPara="1" wrap="square" lIns="91425" tIns="91425" rIns="91425" bIns="91425" anchor="t" anchorCtr="0">
            <a:noAutofit/>
          </a:bodyPr>
          <a:lstStyle/>
          <a:p>
            <a:pPr>
              <a:lnSpc>
                <a:spcPct val="107000"/>
              </a:lnSpc>
              <a:spcAft>
                <a:spcPts val="800"/>
              </a:spcAft>
            </a:pPr>
            <a:r>
              <a:rPr lang="en-IN" sz="3200" dirty="0">
                <a:solidFill>
                  <a:srgbClr val="444444"/>
                </a:solidFill>
                <a:effectLst/>
                <a:latin typeface="Times New Roman" panose="02020603050405020304" pitchFamily="18" charset="0"/>
                <a:ea typeface="Calibri" panose="020F0502020204030204" pitchFamily="34" charset="0"/>
                <a:cs typeface="Times New Roman" panose="02020603050405020304" pitchFamily="18" charset="0"/>
              </a:rPr>
              <a:t>NLTK:</a:t>
            </a:r>
            <a:endParaRPr lang="en-IN" dirty="0">
              <a:latin typeface="Times New Roman" panose="02020603050405020304" pitchFamily="18" charset="0"/>
              <a:cs typeface="Times New Roman" panose="02020603050405020304" pitchFamily="18" charset="0"/>
            </a:endParaRPr>
          </a:p>
        </p:txBody>
      </p:sp>
      <p:sp>
        <p:nvSpPr>
          <p:cNvPr id="117" name="Google Shape;117;p22"/>
          <p:cNvSpPr txBox="1">
            <a:spLocks noGrp="1"/>
          </p:cNvSpPr>
          <p:nvPr>
            <p:ph type="body" idx="1"/>
          </p:nvPr>
        </p:nvSpPr>
        <p:spPr>
          <a:xfrm>
            <a:off x="623401" y="1058125"/>
            <a:ext cx="2913176" cy="1750360"/>
          </a:xfrm>
          <a:prstGeom prst="rect">
            <a:avLst/>
          </a:prstGeom>
        </p:spPr>
        <p:txBody>
          <a:bodyPr spcFirstLastPara="1" wrap="square" lIns="91425" tIns="91425" rIns="91425" bIns="91425" anchor="t" anchorCtr="0">
            <a:noAutofit/>
          </a:bodyPr>
          <a:lstStyle/>
          <a:p>
            <a:pPr marL="76200" indent="0">
              <a:lnSpc>
                <a:spcPct val="107000"/>
              </a:lnSpc>
              <a:spcAft>
                <a:spcPts val="800"/>
              </a:spcAft>
              <a:buNone/>
              <a:tabLst>
                <a:tab pos="708660" algn="l"/>
              </a:tabLst>
            </a:pPr>
            <a:r>
              <a:rPr lang="en-IN" sz="1600" b="1" dirty="0">
                <a:solidFill>
                  <a:srgbClr val="222222"/>
                </a:solidFill>
                <a:latin typeface="Times New Roman" panose="02020603050405020304" pitchFamily="18" charset="0"/>
                <a:cs typeface="Times New Roman" panose="02020603050405020304" pitchFamily="18" charset="0"/>
              </a:rPr>
              <a:t>Installation</a:t>
            </a:r>
          </a:p>
          <a:p>
            <a:pPr marL="76200" indent="0">
              <a:lnSpc>
                <a:spcPct val="107000"/>
              </a:lnSpc>
              <a:spcAft>
                <a:spcPts val="800"/>
              </a:spcAft>
              <a:buNone/>
              <a:tabLst>
                <a:tab pos="708660" algn="l"/>
              </a:tabLst>
            </a:pPr>
            <a:r>
              <a:rPr lang="en-IN" sz="1600"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pip install </a:t>
            </a:r>
            <a:r>
              <a:rPr lang="en-IN" sz="1600" dirty="0" err="1">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nltk</a:t>
            </a:r>
            <a:endParaRPr lang="en-IN" sz="1600"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endParaRPr>
          </a:p>
          <a:p>
            <a:pPr marL="76200" indent="0">
              <a:lnSpc>
                <a:spcPct val="107000"/>
              </a:lnSpc>
              <a:spcAft>
                <a:spcPts val="800"/>
              </a:spcAft>
              <a:buNone/>
              <a:tabLst>
                <a:tab pos="708660" algn="l"/>
              </a:tabLst>
            </a:pPr>
            <a:endParaRPr lang="en-IN" sz="1600"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endParaRPr>
          </a:p>
          <a:p>
            <a:pPr marL="76200" indent="0">
              <a:lnSpc>
                <a:spcPct val="107000"/>
              </a:lnSpc>
              <a:spcBef>
                <a:spcPts val="200"/>
              </a:spcBef>
              <a:buNone/>
            </a:pPr>
            <a:r>
              <a:rPr lang="en-IN" sz="1600" b="1" dirty="0">
                <a:solidFill>
                  <a:srgbClr val="222222"/>
                </a:solidFill>
                <a:effectLst/>
                <a:latin typeface="Times New Roman" panose="02020603050405020304" pitchFamily="18" charset="0"/>
                <a:ea typeface="Times New Roman" panose="02020603050405020304" pitchFamily="18" charset="0"/>
                <a:cs typeface="Times New Roman" panose="02020603050405020304" pitchFamily="18" charset="0"/>
              </a:rPr>
              <a:t>Downloading the datasets:</a:t>
            </a:r>
            <a:endParaRPr lang="en-IN" sz="1600" dirty="0">
              <a:effectLst/>
              <a:latin typeface="Times New Roman" panose="02020603050405020304" pitchFamily="18" charset="0"/>
              <a:ea typeface="Calibri" panose="020F0502020204030204" pitchFamily="34" charset="0"/>
              <a:cs typeface="Times New Roman" panose="02020603050405020304" pitchFamily="18" charset="0"/>
            </a:endParaRPr>
          </a:p>
          <a:p>
            <a:pPr marL="76200" indent="0">
              <a:lnSpc>
                <a:spcPct val="107000"/>
              </a:lnSpc>
              <a:spcAft>
                <a:spcPts val="800"/>
              </a:spcAft>
              <a:buNone/>
              <a:tabLst>
                <a:tab pos="708660" algn="l"/>
              </a:tabLst>
            </a:pPr>
            <a:r>
              <a:rPr lang="en-IN" sz="1600"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import </a:t>
            </a:r>
            <a:r>
              <a:rPr lang="en-IN" sz="1600" dirty="0" err="1">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nltk</a:t>
            </a:r>
            <a:endParaRPr lang="en-IN" sz="1600"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endParaRPr>
          </a:p>
          <a:p>
            <a:pPr marL="76200" indent="0">
              <a:lnSpc>
                <a:spcPct val="107000"/>
              </a:lnSpc>
              <a:spcAft>
                <a:spcPts val="800"/>
              </a:spcAft>
              <a:buNone/>
              <a:tabLst>
                <a:tab pos="708660" algn="l"/>
              </a:tabLst>
            </a:pPr>
            <a:r>
              <a:rPr lang="en-IN" sz="1600" dirty="0" err="1">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nltk.download</a:t>
            </a:r>
            <a:r>
              <a:rPr lang="en-IN" sz="1600"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a:t>
            </a:r>
          </a:p>
          <a:p>
            <a:pPr marL="76200" indent="0">
              <a:lnSpc>
                <a:spcPct val="107000"/>
              </a:lnSpc>
              <a:spcAft>
                <a:spcPts val="800"/>
              </a:spcAft>
              <a:buNone/>
              <a:tabLst>
                <a:tab pos="708660" algn="l"/>
              </a:tabLst>
            </a:pPr>
            <a:endParaRPr lang="en-US" sz="1600" b="1" dirty="0">
              <a:solidFill>
                <a:srgbClr val="222222"/>
              </a:solidFill>
              <a:latin typeface="Times New Roman" panose="02020603050405020304" pitchFamily="18" charset="0"/>
              <a:cs typeface="Times New Roman" panose="02020603050405020304" pitchFamily="18" charset="0"/>
            </a:endParaRPr>
          </a:p>
          <a:p>
            <a:pPr marL="76200" indent="0">
              <a:lnSpc>
                <a:spcPct val="107000"/>
              </a:lnSpc>
              <a:spcAft>
                <a:spcPts val="800"/>
              </a:spcAft>
              <a:buNone/>
              <a:tabLst>
                <a:tab pos="708660" algn="l"/>
              </a:tabLst>
            </a:pPr>
            <a:r>
              <a:rPr lang="en-US" sz="1600" b="1" dirty="0">
                <a:solidFill>
                  <a:srgbClr val="222222"/>
                </a:solidFill>
                <a:latin typeface="Times New Roman" panose="02020603050405020304" pitchFamily="18" charset="0"/>
                <a:cs typeface="Times New Roman" panose="02020603050405020304" pitchFamily="18" charset="0"/>
              </a:rPr>
              <a:t>Choose from the screen whatever packages you want to download</a:t>
            </a:r>
            <a:endParaRPr lang="en-IN" sz="1600" b="1" dirty="0">
              <a:solidFill>
                <a:srgbClr val="222222"/>
              </a:solidFill>
              <a:latin typeface="Times New Roman" panose="02020603050405020304" pitchFamily="18" charset="0"/>
              <a:cs typeface="Times New Roman" panose="02020603050405020304" pitchFamily="18" charset="0"/>
            </a:endParaRPr>
          </a:p>
        </p:txBody>
      </p:sp>
      <p:sp>
        <p:nvSpPr>
          <p:cNvPr id="118" name="Google Shape;118;p22"/>
          <p:cNvSpPr txBox="1">
            <a:spLocks noGrp="1"/>
          </p:cNvSpPr>
          <p:nvPr>
            <p:ph type="sldNum" idx="12"/>
          </p:nvPr>
        </p:nvSpPr>
        <p:spPr>
          <a:xfrm>
            <a:off x="8" y="474989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30</a:t>
            </a:fld>
            <a:endParaRPr/>
          </a:p>
        </p:txBody>
      </p:sp>
      <p:pic>
        <p:nvPicPr>
          <p:cNvPr id="8" name="Picture 7" descr="Natural Language Toolkit Download">
            <a:extLst>
              <a:ext uri="{FF2B5EF4-FFF2-40B4-BE49-F238E27FC236}">
                <a16:creationId xmlns:a16="http://schemas.microsoft.com/office/drawing/2014/main" xmlns="" id="{064EC997-7347-411F-9A17-6F069C7D3C84}"/>
              </a:ext>
            </a:extLst>
          </p:cNvPr>
          <p:cNvPicPr/>
          <p:nvPr/>
        </p:nvPicPr>
        <p:blipFill>
          <a:blip r:embed="rId3">
            <a:extLst>
              <a:ext uri="{28A0092B-C50C-407E-A947-70E740481C1C}">
                <a14:useLocalDpi xmlns:a14="http://schemas.microsoft.com/office/drawing/2010/main" xmlns="" val="0"/>
              </a:ext>
            </a:extLst>
          </a:blip>
          <a:srcRect/>
          <a:stretch>
            <a:fillRect/>
          </a:stretch>
        </p:blipFill>
        <p:spPr bwMode="auto">
          <a:xfrm>
            <a:off x="3805518" y="844094"/>
            <a:ext cx="4891816" cy="3727906"/>
          </a:xfrm>
          <a:prstGeom prst="rect">
            <a:avLst/>
          </a:prstGeom>
          <a:noFill/>
          <a:ln>
            <a:noFill/>
          </a:ln>
        </p:spPr>
      </p:pic>
      <p:sp>
        <p:nvSpPr>
          <p:cNvPr id="9" name="TextBox 8">
            <a:extLst>
              <a:ext uri="{FF2B5EF4-FFF2-40B4-BE49-F238E27FC236}">
                <a16:creationId xmlns:a16="http://schemas.microsoft.com/office/drawing/2014/main" xmlns="" id="{106A3856-97B0-4645-852C-19DC180E98F1}"/>
              </a:ext>
            </a:extLst>
          </p:cNvPr>
          <p:cNvSpPr txBox="1"/>
          <p:nvPr/>
        </p:nvSpPr>
        <p:spPr>
          <a:xfrm>
            <a:off x="4766982" y="4572000"/>
            <a:ext cx="6091517" cy="248658"/>
          </a:xfrm>
          <a:prstGeom prst="rect">
            <a:avLst/>
          </a:prstGeom>
          <a:noFill/>
        </p:spPr>
        <p:txBody>
          <a:bodyPr wrap="square">
            <a:spAutoFit/>
          </a:bodyPr>
          <a:lstStyle/>
          <a:p>
            <a:pPr>
              <a:lnSpc>
                <a:spcPct val="107000"/>
              </a:lnSpc>
              <a:spcAft>
                <a:spcPts val="800"/>
              </a:spcAft>
              <a:tabLst>
                <a:tab pos="708660" algn="l"/>
              </a:tabLst>
            </a:pPr>
            <a:r>
              <a:rPr lang="en-IN" sz="1000" i="1" dirty="0">
                <a:solidFill>
                  <a:srgbClr val="222222"/>
                </a:solidFill>
                <a:effectLst/>
                <a:latin typeface="Lato" panose="020F0502020204030203" pitchFamily="34" charset="0"/>
                <a:ea typeface="Calibri" panose="020F0502020204030204" pitchFamily="34" charset="0"/>
                <a:cs typeface="Times New Roman" panose="02020603050405020304" pitchFamily="18" charset="0"/>
              </a:rPr>
              <a:t>Source: </a:t>
            </a:r>
            <a:r>
              <a:rPr lang="en-IN" sz="1000" i="1" u="sng" dirty="0">
                <a:solidFill>
                  <a:srgbClr val="222222"/>
                </a:solidFill>
                <a:effectLst/>
                <a:latin typeface="Lato" panose="020F0502020204030203" pitchFamily="34" charset="0"/>
                <a:ea typeface="Calibri" panose="020F0502020204030204" pitchFamily="34" charset="0"/>
                <a:cs typeface="Times New Roman" panose="02020603050405020304" pitchFamily="18" charset="0"/>
                <a:hlinkClick r:id="rId4"/>
              </a:rPr>
              <a:t>https://thinkinfi.com/how-to-download-nltk-corpus-manually//</a:t>
            </a:r>
            <a:endParaRPr lang="en-IN" sz="10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xmlns="" val="6772309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22"/>
          <p:cNvSpPr txBox="1">
            <a:spLocks noGrp="1"/>
          </p:cNvSpPr>
          <p:nvPr>
            <p:ph type="title"/>
          </p:nvPr>
        </p:nvSpPr>
        <p:spPr>
          <a:xfrm>
            <a:off x="623400" y="485425"/>
            <a:ext cx="8520600" cy="572700"/>
          </a:xfrm>
          <a:prstGeom prst="rect">
            <a:avLst/>
          </a:prstGeom>
        </p:spPr>
        <p:txBody>
          <a:bodyPr spcFirstLastPara="1" wrap="square" lIns="91425" tIns="91425" rIns="91425" bIns="91425" anchor="t" anchorCtr="0">
            <a:noAutofit/>
          </a:bodyPr>
          <a:lstStyle/>
          <a:p>
            <a:pPr>
              <a:lnSpc>
                <a:spcPct val="107000"/>
              </a:lnSpc>
              <a:spcAft>
                <a:spcPts val="800"/>
              </a:spcAft>
            </a:pPr>
            <a:r>
              <a:rPr lang="en-IN" sz="3200" dirty="0">
                <a:solidFill>
                  <a:srgbClr val="444444"/>
                </a:solidFill>
                <a:effectLst/>
                <a:latin typeface="Times New Roman" panose="02020603050405020304" pitchFamily="18" charset="0"/>
                <a:ea typeface="Calibri" panose="020F0502020204030204" pitchFamily="34" charset="0"/>
                <a:cs typeface="Times New Roman" panose="02020603050405020304" pitchFamily="18" charset="0"/>
              </a:rPr>
              <a:t>Operations using NLTK:</a:t>
            </a:r>
            <a:endParaRPr lang="en-IN" dirty="0">
              <a:latin typeface="Times New Roman" panose="02020603050405020304" pitchFamily="18" charset="0"/>
              <a:cs typeface="Times New Roman" panose="02020603050405020304" pitchFamily="18" charset="0"/>
            </a:endParaRPr>
          </a:p>
        </p:txBody>
      </p:sp>
      <p:sp>
        <p:nvSpPr>
          <p:cNvPr id="117" name="Google Shape;117;p22"/>
          <p:cNvSpPr txBox="1">
            <a:spLocks noGrp="1"/>
          </p:cNvSpPr>
          <p:nvPr>
            <p:ph type="body" idx="1"/>
          </p:nvPr>
        </p:nvSpPr>
        <p:spPr>
          <a:xfrm>
            <a:off x="623401" y="1058125"/>
            <a:ext cx="6719300" cy="1750360"/>
          </a:xfrm>
          <a:prstGeom prst="rect">
            <a:avLst/>
          </a:prstGeom>
        </p:spPr>
        <p:txBody>
          <a:bodyPr spcFirstLastPara="1" wrap="square" lIns="91425" tIns="91425" rIns="91425" bIns="91425" anchor="t" anchorCtr="0">
            <a:noAutofit/>
          </a:bodyPr>
          <a:lstStyle/>
          <a:p>
            <a:pPr marL="76200" indent="0">
              <a:lnSpc>
                <a:spcPct val="107000"/>
              </a:lnSpc>
              <a:spcAft>
                <a:spcPts val="800"/>
              </a:spcAft>
              <a:buNone/>
              <a:tabLst>
                <a:tab pos="708660" algn="l"/>
              </a:tabLst>
            </a:pPr>
            <a:r>
              <a:rPr lang="en-IN" sz="2000" b="1"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Tokenization</a:t>
            </a:r>
          </a:p>
          <a:p>
            <a:pPr marL="76200" indent="0">
              <a:lnSpc>
                <a:spcPct val="107000"/>
              </a:lnSpc>
              <a:spcAft>
                <a:spcPts val="800"/>
              </a:spcAft>
              <a:buNone/>
              <a:tabLst>
                <a:tab pos="708660" algn="l"/>
              </a:tabLst>
            </a:pPr>
            <a:r>
              <a:rPr lang="en-IN" sz="1600"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import </a:t>
            </a:r>
            <a:r>
              <a:rPr lang="en-IN" sz="1600" dirty="0" err="1">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nltk</a:t>
            </a:r>
            <a:endParaRPr lang="en-IN" sz="1600"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endParaRPr>
          </a:p>
          <a:p>
            <a:pPr marL="76200" indent="0">
              <a:lnSpc>
                <a:spcPct val="107000"/>
              </a:lnSpc>
              <a:spcAft>
                <a:spcPts val="800"/>
              </a:spcAft>
              <a:buNone/>
              <a:tabLst>
                <a:tab pos="708660" algn="l"/>
              </a:tabLst>
            </a:pPr>
            <a:r>
              <a:rPr lang="en-IN" sz="1600"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text = "First sentence. Second sentence"</a:t>
            </a:r>
          </a:p>
          <a:p>
            <a:pPr marL="76200" indent="0">
              <a:lnSpc>
                <a:spcPct val="107000"/>
              </a:lnSpc>
              <a:spcAft>
                <a:spcPts val="800"/>
              </a:spcAft>
              <a:buNone/>
              <a:tabLst>
                <a:tab pos="708660" algn="l"/>
              </a:tabLst>
            </a:pPr>
            <a:r>
              <a:rPr lang="en-IN" sz="1600" dirty="0" err="1">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nltk.word_tokenize</a:t>
            </a:r>
            <a:r>
              <a:rPr lang="en-IN" sz="1600"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(text)</a:t>
            </a:r>
          </a:p>
          <a:p>
            <a:pPr marL="76200" indent="0" fontAlgn="base" latinLnBrk="1">
              <a:lnSpc>
                <a:spcPct val="107000"/>
              </a:lnSpc>
              <a:spcAft>
                <a:spcPts val="80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IN" sz="14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Output: ['First', 'sentence', '.', 'Second', 'sentence', '.’]</a:t>
            </a:r>
            <a:endParaRPr lang="en-IN" sz="1600" dirty="0">
              <a:effectLst/>
              <a:latin typeface="Times New Roman" panose="02020603050405020304" pitchFamily="18" charset="0"/>
              <a:ea typeface="Calibri" panose="020F0502020204030204" pitchFamily="34" charset="0"/>
              <a:cs typeface="Times New Roman" panose="02020603050405020304" pitchFamily="18" charset="0"/>
            </a:endParaRPr>
          </a:p>
          <a:p>
            <a:pPr marL="76200" indent="0">
              <a:lnSpc>
                <a:spcPct val="107000"/>
              </a:lnSpc>
              <a:spcAft>
                <a:spcPts val="800"/>
              </a:spcAft>
              <a:buNone/>
              <a:tabLst>
                <a:tab pos="708660" algn="l"/>
              </a:tabLst>
            </a:pPr>
            <a:r>
              <a:rPr lang="en-IN" sz="1600"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2000" b="1" dirty="0">
                <a:solidFill>
                  <a:schemeClr val="tx1"/>
                </a:solidFill>
                <a:latin typeface="Times New Roman" panose="02020603050405020304" pitchFamily="18" charset="0"/>
                <a:cs typeface="Times New Roman" panose="02020603050405020304" pitchFamily="18" charset="0"/>
              </a:rPr>
              <a:t>Sentence splitting</a:t>
            </a:r>
          </a:p>
          <a:p>
            <a:pPr marL="76200" indent="0">
              <a:lnSpc>
                <a:spcPct val="107000"/>
              </a:lnSpc>
              <a:spcAft>
                <a:spcPts val="800"/>
              </a:spcAft>
              <a:buNone/>
              <a:tabLst>
                <a:tab pos="708660" algn="l"/>
              </a:tabLst>
            </a:pPr>
            <a:r>
              <a:rPr lang="en-IN" sz="1600" dirty="0" err="1">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nltk.sent_tokenize</a:t>
            </a:r>
            <a:r>
              <a:rPr lang="en-IN" sz="1600"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(text)</a:t>
            </a:r>
          </a:p>
          <a:p>
            <a:pPr marL="76200" indent="0" fontAlgn="base" latinLnBrk="1">
              <a:lnSpc>
                <a:spcPts val="1455"/>
              </a:lnSpc>
              <a:spcAft>
                <a:spcPts val="80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IN" sz="12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Output: ['First </a:t>
            </a:r>
            <a:r>
              <a:rPr lang="en-IN" sz="12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sentenece</a:t>
            </a:r>
            <a:r>
              <a:rPr lang="en-IN" sz="12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'Second sentence']</a:t>
            </a:r>
            <a:endParaRPr lang="en-IN" sz="1600" dirty="0">
              <a:effectLst/>
              <a:latin typeface="Times New Roman" panose="02020603050405020304" pitchFamily="18" charset="0"/>
              <a:ea typeface="Calibri" panose="020F0502020204030204" pitchFamily="34" charset="0"/>
              <a:cs typeface="Times New Roman" panose="02020603050405020304" pitchFamily="18" charset="0"/>
            </a:endParaRPr>
          </a:p>
          <a:p>
            <a:pPr marL="76200" indent="0">
              <a:lnSpc>
                <a:spcPct val="107000"/>
              </a:lnSpc>
              <a:spcAft>
                <a:spcPts val="800"/>
              </a:spcAft>
              <a:buNone/>
              <a:tabLst>
                <a:tab pos="708660" algn="l"/>
              </a:tabLst>
            </a:pPr>
            <a:endParaRPr lang="en-IN" sz="1600" b="1" dirty="0">
              <a:solidFill>
                <a:srgbClr val="222222"/>
              </a:solidFill>
              <a:latin typeface="Times New Roman" panose="02020603050405020304" pitchFamily="18" charset="0"/>
              <a:cs typeface="Times New Roman" panose="02020603050405020304" pitchFamily="18" charset="0"/>
            </a:endParaRPr>
          </a:p>
        </p:txBody>
      </p:sp>
      <p:sp>
        <p:nvSpPr>
          <p:cNvPr id="118" name="Google Shape;118;p22"/>
          <p:cNvSpPr txBox="1">
            <a:spLocks noGrp="1"/>
          </p:cNvSpPr>
          <p:nvPr>
            <p:ph type="sldNum" idx="12"/>
          </p:nvPr>
        </p:nvSpPr>
        <p:spPr>
          <a:xfrm>
            <a:off x="8" y="474989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31</a:t>
            </a:fld>
            <a:endParaRPr/>
          </a:p>
        </p:txBody>
      </p:sp>
      <p:sp>
        <p:nvSpPr>
          <p:cNvPr id="9" name="TextBox 8">
            <a:extLst>
              <a:ext uri="{FF2B5EF4-FFF2-40B4-BE49-F238E27FC236}">
                <a16:creationId xmlns:a16="http://schemas.microsoft.com/office/drawing/2014/main" xmlns="" id="{106A3856-97B0-4645-852C-19DC180E98F1}"/>
              </a:ext>
            </a:extLst>
          </p:cNvPr>
          <p:cNvSpPr txBox="1"/>
          <p:nvPr/>
        </p:nvSpPr>
        <p:spPr>
          <a:xfrm>
            <a:off x="4766982" y="4572000"/>
            <a:ext cx="6091517" cy="248658"/>
          </a:xfrm>
          <a:prstGeom prst="rect">
            <a:avLst/>
          </a:prstGeom>
          <a:noFill/>
        </p:spPr>
        <p:txBody>
          <a:bodyPr wrap="square">
            <a:spAutoFit/>
          </a:bodyPr>
          <a:lstStyle/>
          <a:p>
            <a:pPr>
              <a:lnSpc>
                <a:spcPct val="107000"/>
              </a:lnSpc>
              <a:spcAft>
                <a:spcPts val="800"/>
              </a:spcAft>
              <a:tabLst>
                <a:tab pos="708660" algn="l"/>
              </a:tabLst>
            </a:pPr>
            <a:r>
              <a:rPr lang="en-IN" sz="1000" i="1" dirty="0">
                <a:solidFill>
                  <a:srgbClr val="222222"/>
                </a:solidFill>
                <a:effectLst/>
                <a:latin typeface="Lato" panose="020F0502020204030203" pitchFamily="34" charset="0"/>
                <a:ea typeface="Calibri" panose="020F0502020204030204" pitchFamily="34" charset="0"/>
                <a:cs typeface="Times New Roman" panose="02020603050405020304" pitchFamily="18" charset="0"/>
              </a:rPr>
              <a:t>Source: </a:t>
            </a:r>
            <a:r>
              <a:rPr lang="en-IN" sz="1000" i="1" u="sng" dirty="0">
                <a:solidFill>
                  <a:srgbClr val="222222"/>
                </a:solidFill>
                <a:effectLst/>
                <a:latin typeface="Lato" panose="020F0502020204030203" pitchFamily="34" charset="0"/>
                <a:ea typeface="Calibri" panose="020F0502020204030204" pitchFamily="34" charset="0"/>
                <a:cs typeface="Times New Roman" panose="02020603050405020304" pitchFamily="18" charset="0"/>
                <a:hlinkClick r:id="rId3"/>
              </a:rPr>
              <a:t>https://thinkinfi.com/how-to-download-nltk-corpus-manually//</a:t>
            </a:r>
            <a:endParaRPr lang="en-IN" sz="10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xmlns="" val="975476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1"/>
          <p:cNvSpPr txBox="1">
            <a:spLocks noGrp="1"/>
          </p:cNvSpPr>
          <p:nvPr>
            <p:ph type="title"/>
          </p:nvPr>
        </p:nvSpPr>
        <p:spPr>
          <a:xfrm>
            <a:off x="623400" y="1"/>
            <a:ext cx="8520600" cy="6286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200" dirty="0">
                <a:latin typeface="Times New Roman" panose="02020603050405020304" pitchFamily="18" charset="0"/>
                <a:cs typeface="Times New Roman" panose="02020603050405020304" pitchFamily="18" charset="0"/>
              </a:rPr>
              <a:t>Accessing Text Corpora in NLTK</a:t>
            </a:r>
            <a:r>
              <a:rPr lang="en" dirty="0">
                <a:latin typeface="Times New Roman" panose="02020603050405020304" pitchFamily="18" charset="0"/>
                <a:cs typeface="Times New Roman" panose="02020603050405020304" pitchFamily="18" charset="0"/>
              </a:rPr>
              <a:t>:</a:t>
            </a:r>
            <a:endParaRPr dirty="0">
              <a:latin typeface="Times New Roman" panose="02020603050405020304" pitchFamily="18" charset="0"/>
              <a:cs typeface="Times New Roman" panose="02020603050405020304" pitchFamily="18" charset="0"/>
            </a:endParaRPr>
          </a:p>
        </p:txBody>
      </p:sp>
      <p:sp>
        <p:nvSpPr>
          <p:cNvPr id="110" name="Google Shape;110;p21"/>
          <p:cNvSpPr txBox="1">
            <a:spLocks noGrp="1"/>
          </p:cNvSpPr>
          <p:nvPr>
            <p:ph type="body" idx="1"/>
          </p:nvPr>
        </p:nvSpPr>
        <p:spPr>
          <a:xfrm>
            <a:off x="623400" y="628652"/>
            <a:ext cx="8520600" cy="4514848"/>
          </a:xfrm>
          <a:prstGeom prst="rect">
            <a:avLst/>
          </a:prstGeom>
        </p:spPr>
        <p:txBody>
          <a:bodyPr spcFirstLastPara="1" wrap="square" lIns="91425" tIns="91425" rIns="91425" bIns="91425" anchor="t" anchorCtr="0">
            <a:noAutofit/>
          </a:bodyPr>
          <a:lstStyle/>
          <a:p>
            <a:pPr marL="457200" lvl="0" indent="-381000" algn="l" rtl="0">
              <a:spcBef>
                <a:spcPts val="0"/>
              </a:spcBef>
              <a:spcAft>
                <a:spcPts val="0"/>
              </a:spcAft>
              <a:buSzPts val="2400"/>
              <a:buChar char="●"/>
            </a:pPr>
            <a:r>
              <a:rPr lang="en-US" sz="2000" dirty="0">
                <a:latin typeface="Times New Roman" panose="02020603050405020304" pitchFamily="18" charset="0"/>
                <a:cs typeface="Times New Roman" panose="02020603050405020304" pitchFamily="18" charset="0"/>
              </a:rPr>
              <a:t>Corpus: A set of text documents usually having some common characteristic. Corpora is plural of corpus. </a:t>
            </a:r>
          </a:p>
          <a:p>
            <a:pPr lvl="1">
              <a:spcBef>
                <a:spcPts val="0"/>
              </a:spcBef>
            </a:pPr>
            <a:r>
              <a:rPr lang="en-US" sz="1600" dirty="0">
                <a:latin typeface="Times New Roman" panose="02020603050405020304" pitchFamily="18" charset="0"/>
                <a:cs typeface="Times New Roman" panose="02020603050405020304" pitchFamily="18" charset="0"/>
              </a:rPr>
              <a:t>set of online books</a:t>
            </a:r>
          </a:p>
          <a:p>
            <a:pPr lvl="1">
              <a:spcBef>
                <a:spcPts val="0"/>
              </a:spcBef>
            </a:pPr>
            <a:r>
              <a:rPr lang="en-US" sz="1600" dirty="0">
                <a:latin typeface="Times New Roman" panose="02020603050405020304" pitchFamily="18" charset="0"/>
                <a:cs typeface="Times New Roman" panose="02020603050405020304" pitchFamily="18" charset="0"/>
              </a:rPr>
              <a:t>set of movie reviews </a:t>
            </a:r>
          </a:p>
          <a:p>
            <a:pPr lvl="1">
              <a:spcBef>
                <a:spcPts val="0"/>
              </a:spcBef>
            </a:pPr>
            <a:r>
              <a:rPr lang="en-US" sz="1600" dirty="0">
                <a:latin typeface="Times New Roman" panose="02020603050405020304" pitchFamily="18" charset="0"/>
                <a:cs typeface="Times New Roman" panose="02020603050405020304" pitchFamily="18" charset="0"/>
              </a:rPr>
              <a:t>collection of tweets</a:t>
            </a:r>
          </a:p>
          <a:p>
            <a:r>
              <a:rPr lang="en-US" sz="2000" dirty="0">
                <a:latin typeface="Times New Roman" panose="02020603050405020304" pitchFamily="18" charset="0"/>
                <a:cs typeface="Times New Roman" panose="02020603050405020304" pitchFamily="18" charset="0"/>
              </a:rPr>
              <a:t>NLTK corpus is set of natural language datasets in </a:t>
            </a:r>
            <a:r>
              <a:rPr lang="en-US" sz="2000" dirty="0" err="1">
                <a:latin typeface="Times New Roman" panose="02020603050405020304" pitchFamily="18" charset="0"/>
                <a:cs typeface="Times New Roman" panose="02020603050405020304" pitchFamily="18" charset="0"/>
              </a:rPr>
              <a:t>nltk_data</a:t>
            </a:r>
            <a:r>
              <a:rPr lang="en-US" sz="2000" dirty="0">
                <a:latin typeface="Times New Roman" panose="02020603050405020304" pitchFamily="18" charset="0"/>
                <a:cs typeface="Times New Roman" panose="02020603050405020304" pitchFamily="18" charset="0"/>
              </a:rPr>
              <a:t> directory</a:t>
            </a:r>
          </a:p>
          <a:p>
            <a:r>
              <a:rPr lang="en-US" sz="2000" dirty="0">
                <a:latin typeface="Times New Roman" panose="02020603050405020304" pitchFamily="18" charset="0"/>
                <a:cs typeface="Times New Roman" panose="02020603050405020304" pitchFamily="18" charset="0"/>
              </a:rPr>
              <a:t>In NLTK some corpora are included</a:t>
            </a:r>
          </a:p>
          <a:p>
            <a:pPr lvl="1">
              <a:spcBef>
                <a:spcPts val="0"/>
              </a:spcBef>
            </a:pPr>
            <a:r>
              <a:rPr lang="en-US" sz="1600" dirty="0">
                <a:latin typeface="Times New Roman" panose="02020603050405020304" pitchFamily="18" charset="0"/>
                <a:cs typeface="Times New Roman" panose="02020603050405020304" pitchFamily="18" charset="0"/>
              </a:rPr>
              <a:t>Gutenberg corpus (online books)</a:t>
            </a:r>
          </a:p>
          <a:p>
            <a:pPr lvl="1">
              <a:spcBef>
                <a:spcPts val="0"/>
              </a:spcBef>
            </a:pPr>
            <a:r>
              <a:rPr lang="en-US" sz="1600" dirty="0">
                <a:latin typeface="Times New Roman" panose="02020603050405020304" pitchFamily="18" charset="0"/>
                <a:cs typeface="Times New Roman" panose="02020603050405020304" pitchFamily="18" charset="0"/>
              </a:rPr>
              <a:t>Brown corpus (categories – news, humor </a:t>
            </a:r>
            <a:r>
              <a:rPr lang="en-US" sz="1600" dirty="0" err="1">
                <a:latin typeface="Times New Roman" panose="02020603050405020304" pitchFamily="18" charset="0"/>
                <a:cs typeface="Times New Roman" panose="02020603050405020304" pitchFamily="18" charset="0"/>
              </a:rPr>
              <a:t>etc</a:t>
            </a:r>
            <a:endParaRPr lang="en-US" sz="1600" dirty="0">
              <a:latin typeface="Times New Roman" panose="02020603050405020304" pitchFamily="18" charset="0"/>
              <a:cs typeface="Times New Roman" panose="02020603050405020304" pitchFamily="18" charset="0"/>
            </a:endParaRPr>
          </a:p>
          <a:p>
            <a:pPr lvl="1">
              <a:spcBef>
                <a:spcPts val="0"/>
              </a:spcBef>
            </a:pPr>
            <a:r>
              <a:rPr lang="en-US" sz="1600" dirty="0">
                <a:latin typeface="Times New Roman" panose="02020603050405020304" pitchFamily="18" charset="0"/>
                <a:cs typeface="Times New Roman" panose="02020603050405020304" pitchFamily="18" charset="0"/>
              </a:rPr>
              <a:t>Reuters corpus (news)</a:t>
            </a:r>
          </a:p>
          <a:p>
            <a:pPr lvl="1">
              <a:spcBef>
                <a:spcPts val="0"/>
              </a:spcBef>
            </a:pPr>
            <a:r>
              <a:rPr lang="en-IN" sz="1600" dirty="0">
                <a:latin typeface="Times New Roman" panose="02020603050405020304" pitchFamily="18" charset="0"/>
                <a:cs typeface="Times New Roman" panose="02020603050405020304" pitchFamily="18" charset="0"/>
              </a:rPr>
              <a:t>WordNet –most advanced , contains words, synonyms, antonyms etc</a:t>
            </a:r>
            <a:endParaRPr lang="en-US" sz="2000" dirty="0">
              <a:latin typeface="Times New Roman" panose="02020603050405020304" pitchFamily="18" charset="0"/>
              <a:cs typeface="Times New Roman" panose="02020603050405020304" pitchFamily="18" charset="0"/>
            </a:endParaRPr>
          </a:p>
          <a:p>
            <a:r>
              <a:rPr lang="de-DE" sz="2000" i="1" dirty="0">
                <a:solidFill>
                  <a:srgbClr val="C00000"/>
                </a:solidFill>
                <a:latin typeface="Times New Roman" panose="02020603050405020304" pitchFamily="18" charset="0"/>
                <a:cs typeface="Times New Roman" panose="02020603050405020304" pitchFamily="18" charset="0"/>
              </a:rPr>
              <a:t>from </a:t>
            </a:r>
            <a:r>
              <a:rPr lang="de-DE" sz="2000" i="1" dirty="0">
                <a:solidFill>
                  <a:schemeClr val="tx1"/>
                </a:solidFill>
                <a:latin typeface="Times New Roman" panose="02020603050405020304" pitchFamily="18" charset="0"/>
                <a:cs typeface="Times New Roman" panose="02020603050405020304" pitchFamily="18" charset="0"/>
              </a:rPr>
              <a:t>nltk.corpus </a:t>
            </a:r>
            <a:r>
              <a:rPr lang="de-DE" sz="2000" i="1" dirty="0">
                <a:solidFill>
                  <a:srgbClr val="C00000"/>
                </a:solidFill>
                <a:latin typeface="Times New Roman" panose="02020603050405020304" pitchFamily="18" charset="0"/>
                <a:cs typeface="Times New Roman" panose="02020603050405020304" pitchFamily="18" charset="0"/>
              </a:rPr>
              <a:t>import </a:t>
            </a:r>
            <a:r>
              <a:rPr lang="de-DE" sz="2000" i="1" dirty="0">
                <a:solidFill>
                  <a:schemeClr val="tx1"/>
                </a:solidFill>
                <a:latin typeface="Times New Roman" panose="02020603050405020304" pitchFamily="18" charset="0"/>
                <a:cs typeface="Times New Roman" panose="02020603050405020304" pitchFamily="18" charset="0"/>
              </a:rPr>
              <a:t>gutenberg</a:t>
            </a:r>
            <a:endParaRPr lang="en-US" sz="2000" dirty="0">
              <a:latin typeface="Times New Roman" panose="02020603050405020304" pitchFamily="18" charset="0"/>
              <a:cs typeface="Times New Roman" panose="02020603050405020304" pitchFamily="18" charset="0"/>
            </a:endParaRPr>
          </a:p>
        </p:txBody>
      </p:sp>
      <p:sp>
        <p:nvSpPr>
          <p:cNvPr id="111" name="Google Shape;111;p21"/>
          <p:cNvSpPr txBox="1">
            <a:spLocks noGrp="1"/>
          </p:cNvSpPr>
          <p:nvPr>
            <p:ph type="sldNum" idx="12"/>
          </p:nvPr>
        </p:nvSpPr>
        <p:spPr>
          <a:xfrm>
            <a:off x="8" y="474989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32</a:t>
            </a:fld>
            <a:endParaRPr/>
          </a:p>
        </p:txBody>
      </p:sp>
    </p:spTree>
    <p:extLst>
      <p:ext uri="{BB962C8B-B14F-4D97-AF65-F5344CB8AC3E}">
        <p14:creationId xmlns:p14="http://schemas.microsoft.com/office/powerpoint/2010/main" xmlns="" val="19054920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1"/>
          <p:cNvSpPr txBox="1">
            <a:spLocks noGrp="1"/>
          </p:cNvSpPr>
          <p:nvPr>
            <p:ph type="title"/>
          </p:nvPr>
        </p:nvSpPr>
        <p:spPr>
          <a:xfrm>
            <a:off x="623400" y="4854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IN" sz="3200" dirty="0">
                <a:latin typeface="Times New Roman" panose="02020603050405020304" pitchFamily="18" charset="0"/>
                <a:cs typeface="Times New Roman" panose="02020603050405020304" pitchFamily="18" charset="0"/>
              </a:rPr>
              <a:t>Accessing Gutenberg corpus</a:t>
            </a:r>
            <a:r>
              <a:rPr lang="en" dirty="0">
                <a:latin typeface="Times New Roman" panose="02020603050405020304" pitchFamily="18" charset="0"/>
                <a:cs typeface="Times New Roman" panose="02020603050405020304" pitchFamily="18" charset="0"/>
              </a:rPr>
              <a:t>:</a:t>
            </a:r>
            <a:endParaRPr dirty="0">
              <a:latin typeface="Times New Roman" panose="02020603050405020304" pitchFamily="18" charset="0"/>
              <a:cs typeface="Times New Roman" panose="02020603050405020304" pitchFamily="18" charset="0"/>
            </a:endParaRPr>
          </a:p>
        </p:txBody>
      </p:sp>
      <p:sp>
        <p:nvSpPr>
          <p:cNvPr id="110" name="Google Shape;110;p21"/>
          <p:cNvSpPr txBox="1">
            <a:spLocks noGrp="1"/>
          </p:cNvSpPr>
          <p:nvPr>
            <p:ph type="body" idx="1"/>
          </p:nvPr>
        </p:nvSpPr>
        <p:spPr>
          <a:xfrm>
            <a:off x="623400" y="1152474"/>
            <a:ext cx="8520600" cy="3656289"/>
          </a:xfrm>
          <a:prstGeom prst="rect">
            <a:avLst/>
          </a:prstGeom>
        </p:spPr>
        <p:txBody>
          <a:bodyPr spcFirstLastPara="1" wrap="square" lIns="91425" tIns="91425" rIns="91425" bIns="91425" anchor="t" anchorCtr="0">
            <a:noAutofit/>
          </a:bodyPr>
          <a:lstStyle/>
          <a:p>
            <a:pPr marL="457200" lvl="0" indent="-381000" algn="l" rtl="0">
              <a:spcBef>
                <a:spcPts val="0"/>
              </a:spcBef>
              <a:spcAft>
                <a:spcPts val="0"/>
              </a:spcAft>
              <a:buSzPts val="2400"/>
              <a:buChar char="●"/>
            </a:pPr>
            <a:r>
              <a:rPr lang="en-US" sz="1100" dirty="0">
                <a:latin typeface="Times New Roman" panose="02020603050405020304" pitchFamily="18" charset="0"/>
                <a:cs typeface="Times New Roman" panose="02020603050405020304" pitchFamily="18" charset="0"/>
              </a:rPr>
              <a:t>NLTK includes a small selection of texts from the Project Gutenberg electronic text archive, which contains some 25,000 free electronic books </a:t>
            </a:r>
          </a:p>
          <a:p>
            <a:pPr lvl="1">
              <a:spcBef>
                <a:spcPts val="0"/>
              </a:spcBef>
            </a:pPr>
            <a:r>
              <a:rPr lang="en-IN" sz="1100" dirty="0">
                <a:latin typeface="Times New Roman" panose="02020603050405020304" pitchFamily="18" charset="0"/>
                <a:cs typeface="Times New Roman" panose="02020603050405020304" pitchFamily="18" charset="0"/>
              </a:rPr>
              <a:t>See website for full list</a:t>
            </a:r>
            <a:r>
              <a:rPr lang="en-IN" sz="1100" i="1" dirty="0">
                <a:latin typeface="Times New Roman" panose="02020603050405020304" pitchFamily="18" charset="0"/>
                <a:cs typeface="Times New Roman" panose="02020603050405020304" pitchFamily="18" charset="0"/>
              </a:rPr>
              <a:t> </a:t>
            </a:r>
            <a:r>
              <a:rPr lang="en-IN" sz="1100" dirty="0">
                <a:latin typeface="Times New Roman" panose="02020603050405020304" pitchFamily="18" charset="0"/>
                <a:cs typeface="Times New Roman" panose="02020603050405020304" pitchFamily="18" charset="0"/>
              </a:rPr>
              <a:t>- </a:t>
            </a:r>
            <a:r>
              <a:rPr lang="en-IN" sz="1100" dirty="0">
                <a:solidFill>
                  <a:srgbClr val="C00000"/>
                </a:solidFill>
                <a:latin typeface="Times New Roman" panose="02020603050405020304" pitchFamily="18" charset="0"/>
                <a:cs typeface="Times New Roman" panose="02020603050405020304" pitchFamily="18" charset="0"/>
              </a:rPr>
              <a:t>http://www.gutenberg.org/</a:t>
            </a:r>
          </a:p>
          <a:p>
            <a:pPr lvl="1">
              <a:spcBef>
                <a:spcPts val="0"/>
              </a:spcBef>
            </a:pPr>
            <a:r>
              <a:rPr lang="en-US" sz="1100" dirty="0">
                <a:latin typeface="Times New Roman" panose="02020603050405020304" pitchFamily="18" charset="0"/>
                <a:cs typeface="Times New Roman" panose="02020603050405020304" pitchFamily="18" charset="0"/>
              </a:rPr>
              <a:t>To download the corpus - </a:t>
            </a:r>
            <a:r>
              <a:rPr lang="en-IN" sz="1100" dirty="0" err="1">
                <a:solidFill>
                  <a:srgbClr val="C00000"/>
                </a:solidFill>
                <a:latin typeface="Times New Roman" panose="02020603050405020304" pitchFamily="18" charset="0"/>
                <a:cs typeface="Times New Roman" panose="02020603050405020304" pitchFamily="18" charset="0"/>
              </a:rPr>
              <a:t>nltk.download</a:t>
            </a:r>
            <a:r>
              <a:rPr lang="en-IN" sz="1100" dirty="0">
                <a:solidFill>
                  <a:srgbClr val="C00000"/>
                </a:solidFill>
                <a:latin typeface="Times New Roman" panose="02020603050405020304" pitchFamily="18" charset="0"/>
                <a:cs typeface="Times New Roman" panose="02020603050405020304" pitchFamily="18" charset="0"/>
              </a:rPr>
              <a:t>('</a:t>
            </a:r>
            <a:r>
              <a:rPr lang="en-IN" sz="1100" dirty="0" err="1">
                <a:solidFill>
                  <a:srgbClr val="C00000"/>
                </a:solidFill>
                <a:latin typeface="Times New Roman" panose="02020603050405020304" pitchFamily="18" charset="0"/>
                <a:cs typeface="Times New Roman" panose="02020603050405020304" pitchFamily="18" charset="0"/>
              </a:rPr>
              <a:t>gutenberg</a:t>
            </a:r>
            <a:r>
              <a:rPr lang="en-IN" sz="1100" dirty="0">
                <a:solidFill>
                  <a:srgbClr val="C00000"/>
                </a:solidFill>
                <a:latin typeface="Times New Roman" panose="02020603050405020304" pitchFamily="18" charset="0"/>
                <a:cs typeface="Times New Roman" panose="02020603050405020304" pitchFamily="18" charset="0"/>
              </a:rPr>
              <a:t>’)</a:t>
            </a:r>
          </a:p>
          <a:p>
            <a:pPr lvl="1">
              <a:spcBef>
                <a:spcPts val="0"/>
              </a:spcBef>
            </a:pPr>
            <a:r>
              <a:rPr lang="en-US" sz="1100" dirty="0">
                <a:latin typeface="Times New Roman" panose="02020603050405020304" pitchFamily="18" charset="0"/>
                <a:cs typeface="Times New Roman" panose="02020603050405020304" pitchFamily="18" charset="0"/>
              </a:rPr>
              <a:t>To find the Gutenberg collection that are downloaded with the NLTK package.</a:t>
            </a:r>
            <a:r>
              <a:rPr lang="en-IN" sz="1100" dirty="0">
                <a:latin typeface="Times New Roman" panose="02020603050405020304" pitchFamily="18" charset="0"/>
                <a:cs typeface="Times New Roman" panose="02020603050405020304" pitchFamily="18" charset="0"/>
              </a:rPr>
              <a:t>- </a:t>
            </a:r>
            <a:r>
              <a:rPr lang="en-IN" sz="1100" dirty="0" err="1">
                <a:solidFill>
                  <a:srgbClr val="C00000"/>
                </a:solidFill>
                <a:latin typeface="Times New Roman" panose="02020603050405020304" pitchFamily="18" charset="0"/>
                <a:cs typeface="Times New Roman" panose="02020603050405020304" pitchFamily="18" charset="0"/>
              </a:rPr>
              <a:t>nltk.corpus.gutenberg.fileids</a:t>
            </a:r>
            <a:r>
              <a:rPr lang="en-IN" sz="1100" dirty="0">
                <a:solidFill>
                  <a:srgbClr val="C00000"/>
                </a:solidFill>
                <a:latin typeface="Times New Roman" panose="02020603050405020304" pitchFamily="18" charset="0"/>
                <a:cs typeface="Times New Roman" panose="02020603050405020304" pitchFamily="18" charset="0"/>
              </a:rPr>
              <a:t>() </a:t>
            </a:r>
          </a:p>
          <a:p>
            <a:pPr lvl="1">
              <a:spcBef>
                <a:spcPts val="0"/>
              </a:spcBef>
            </a:pPr>
            <a:r>
              <a:rPr lang="en-US" sz="1100" dirty="0">
                <a:latin typeface="Times New Roman" panose="02020603050405020304" pitchFamily="18" charset="0"/>
                <a:cs typeface="Times New Roman" panose="02020603050405020304" pitchFamily="18" charset="0"/>
              </a:rPr>
              <a:t>To find the words in the text file - </a:t>
            </a:r>
            <a:r>
              <a:rPr lang="en-US" sz="1100" dirty="0" err="1">
                <a:solidFill>
                  <a:srgbClr val="C00000"/>
                </a:solidFill>
                <a:latin typeface="Times New Roman" panose="02020603050405020304" pitchFamily="18" charset="0"/>
                <a:cs typeface="Times New Roman" panose="02020603050405020304" pitchFamily="18" charset="0"/>
              </a:rPr>
              <a:t>gutenberg.words</a:t>
            </a:r>
            <a:r>
              <a:rPr lang="en-US" sz="1100" dirty="0">
                <a:solidFill>
                  <a:srgbClr val="C00000"/>
                </a:solidFill>
                <a:latin typeface="Times New Roman" panose="02020603050405020304" pitchFamily="18" charset="0"/>
                <a:cs typeface="Times New Roman" panose="02020603050405020304" pitchFamily="18" charset="0"/>
              </a:rPr>
              <a:t>(</a:t>
            </a:r>
            <a:r>
              <a:rPr lang="en-US" sz="1100" dirty="0" err="1">
                <a:solidFill>
                  <a:srgbClr val="C00000"/>
                </a:solidFill>
                <a:latin typeface="Times New Roman" panose="02020603050405020304" pitchFamily="18" charset="0"/>
                <a:cs typeface="Times New Roman" panose="02020603050405020304" pitchFamily="18" charset="0"/>
              </a:rPr>
              <a:t>fileid</a:t>
            </a:r>
            <a:r>
              <a:rPr lang="en-US" sz="1100" dirty="0">
                <a:solidFill>
                  <a:srgbClr val="C00000"/>
                </a:solidFill>
                <a:latin typeface="Times New Roman" panose="02020603050405020304" pitchFamily="18" charset="0"/>
                <a:cs typeface="Times New Roman" panose="02020603050405020304" pitchFamily="18" charset="0"/>
              </a:rPr>
              <a:t>)</a:t>
            </a:r>
          </a:p>
          <a:p>
            <a:pPr lvl="1">
              <a:spcBef>
                <a:spcPts val="0"/>
              </a:spcBef>
            </a:pPr>
            <a:r>
              <a:rPr lang="en-US" sz="1100" dirty="0">
                <a:latin typeface="Times New Roman" panose="02020603050405020304" pitchFamily="18" charset="0"/>
                <a:cs typeface="Times New Roman" panose="02020603050405020304" pitchFamily="18" charset="0"/>
              </a:rPr>
              <a:t>To find the sentences in a file </a:t>
            </a:r>
            <a:r>
              <a:rPr lang="en-US" sz="1100" dirty="0" err="1">
                <a:solidFill>
                  <a:srgbClr val="C00000"/>
                </a:solidFill>
                <a:latin typeface="Times New Roman" panose="02020603050405020304" pitchFamily="18" charset="0"/>
                <a:cs typeface="Times New Roman" panose="02020603050405020304" pitchFamily="18" charset="0"/>
              </a:rPr>
              <a:t>gutenberg.sents</a:t>
            </a:r>
            <a:r>
              <a:rPr lang="en-US" sz="1100" dirty="0">
                <a:solidFill>
                  <a:srgbClr val="C00000"/>
                </a:solidFill>
                <a:latin typeface="Times New Roman" panose="02020603050405020304" pitchFamily="18" charset="0"/>
                <a:cs typeface="Times New Roman" panose="02020603050405020304" pitchFamily="18" charset="0"/>
              </a:rPr>
              <a:t>(</a:t>
            </a:r>
            <a:r>
              <a:rPr lang="en-US" sz="1100" dirty="0" err="1">
                <a:solidFill>
                  <a:srgbClr val="C00000"/>
                </a:solidFill>
                <a:latin typeface="Times New Roman" panose="02020603050405020304" pitchFamily="18" charset="0"/>
                <a:cs typeface="Times New Roman" panose="02020603050405020304" pitchFamily="18" charset="0"/>
              </a:rPr>
              <a:t>fileid</a:t>
            </a:r>
            <a:r>
              <a:rPr lang="en-US" sz="1100" dirty="0">
                <a:solidFill>
                  <a:srgbClr val="C00000"/>
                </a:solidFill>
                <a:latin typeface="Times New Roman" panose="02020603050405020304" pitchFamily="18" charset="0"/>
                <a:cs typeface="Times New Roman" panose="02020603050405020304" pitchFamily="18" charset="0"/>
              </a:rPr>
              <a:t>)</a:t>
            </a:r>
          </a:p>
          <a:p>
            <a:pPr lvl="1">
              <a:spcBef>
                <a:spcPts val="0"/>
              </a:spcBef>
            </a:pPr>
            <a:r>
              <a:rPr lang="en-US" sz="1100" dirty="0">
                <a:latin typeface="Times New Roman" panose="02020603050405020304" pitchFamily="18" charset="0"/>
                <a:cs typeface="Times New Roman" panose="02020603050405020304" pitchFamily="18" charset="0"/>
              </a:rPr>
              <a:t>To get the text in the file into a string - </a:t>
            </a:r>
            <a:r>
              <a:rPr lang="en-US" sz="1100" dirty="0" err="1">
                <a:solidFill>
                  <a:srgbClr val="C00000"/>
                </a:solidFill>
                <a:latin typeface="Times New Roman" panose="02020603050405020304" pitchFamily="18" charset="0"/>
                <a:cs typeface="Times New Roman" panose="02020603050405020304" pitchFamily="18" charset="0"/>
              </a:rPr>
              <a:t>gutenberg.raw</a:t>
            </a:r>
            <a:r>
              <a:rPr lang="en-US" sz="1100" dirty="0">
                <a:solidFill>
                  <a:srgbClr val="C00000"/>
                </a:solidFill>
                <a:latin typeface="Times New Roman" panose="02020603050405020304" pitchFamily="18" charset="0"/>
                <a:cs typeface="Times New Roman" panose="02020603050405020304" pitchFamily="18" charset="0"/>
              </a:rPr>
              <a:t>(</a:t>
            </a:r>
            <a:r>
              <a:rPr lang="en-US" sz="1100" dirty="0" err="1">
                <a:solidFill>
                  <a:srgbClr val="C00000"/>
                </a:solidFill>
                <a:latin typeface="Times New Roman" panose="02020603050405020304" pitchFamily="18" charset="0"/>
                <a:cs typeface="Times New Roman" panose="02020603050405020304" pitchFamily="18" charset="0"/>
              </a:rPr>
              <a:t>fileid</a:t>
            </a:r>
            <a:r>
              <a:rPr lang="en-US" sz="1100" dirty="0">
                <a:solidFill>
                  <a:srgbClr val="C00000"/>
                </a:solidFill>
                <a:latin typeface="Times New Roman" panose="02020603050405020304" pitchFamily="18" charset="0"/>
                <a:cs typeface="Times New Roman" panose="02020603050405020304" pitchFamily="18" charset="0"/>
              </a:rPr>
              <a:t>)</a:t>
            </a:r>
            <a:endParaRPr lang="en-US" sz="1100" dirty="0">
              <a:latin typeface="Times New Roman" panose="02020603050405020304" pitchFamily="18" charset="0"/>
              <a:cs typeface="Times New Roman" panose="02020603050405020304" pitchFamily="18" charset="0"/>
            </a:endParaRPr>
          </a:p>
          <a:p>
            <a:r>
              <a:rPr lang="en-US" sz="1100" dirty="0">
                <a:latin typeface="Times New Roman" panose="02020603050405020304" pitchFamily="18" charset="0"/>
                <a:cs typeface="Times New Roman" panose="02020603050405020304" pitchFamily="18" charset="0"/>
              </a:rPr>
              <a:t>In NLTK some corpora are included</a:t>
            </a:r>
          </a:p>
          <a:p>
            <a:pPr lvl="1">
              <a:spcBef>
                <a:spcPts val="0"/>
              </a:spcBef>
            </a:pPr>
            <a:r>
              <a:rPr lang="en-US" sz="1100" dirty="0">
                <a:latin typeface="Times New Roman" panose="02020603050405020304" pitchFamily="18" charset="0"/>
                <a:cs typeface="Times New Roman" panose="02020603050405020304" pitchFamily="18" charset="0"/>
              </a:rPr>
              <a:t>Gutenberg corpus</a:t>
            </a:r>
          </a:p>
          <a:p>
            <a:pPr lvl="1">
              <a:spcBef>
                <a:spcPts val="0"/>
              </a:spcBef>
            </a:pPr>
            <a:r>
              <a:rPr lang="en-US" sz="1100" dirty="0">
                <a:latin typeface="Times New Roman" panose="02020603050405020304" pitchFamily="18" charset="0"/>
                <a:cs typeface="Times New Roman" panose="02020603050405020304" pitchFamily="18" charset="0"/>
              </a:rPr>
              <a:t>Brown corpus</a:t>
            </a:r>
          </a:p>
          <a:p>
            <a:pPr lvl="1">
              <a:spcBef>
                <a:spcPts val="0"/>
              </a:spcBef>
            </a:pPr>
            <a:r>
              <a:rPr lang="en-IN" sz="1100" dirty="0">
                <a:latin typeface="Times New Roman" panose="02020603050405020304" pitchFamily="18" charset="0"/>
                <a:cs typeface="Times New Roman" panose="02020603050405020304" pitchFamily="18" charset="0"/>
              </a:rPr>
              <a:t>If phone number “</a:t>
            </a:r>
            <a:r>
              <a:rPr lang="en-IN" sz="1100" i="1" dirty="0">
                <a:latin typeface="Times New Roman" panose="02020603050405020304" pitchFamily="18" charset="0"/>
                <a:cs typeface="Times New Roman" panose="02020603050405020304" pitchFamily="18" charset="0"/>
              </a:rPr>
              <a:t>0120- 4543466</a:t>
            </a:r>
            <a:r>
              <a:rPr lang="en-IN" sz="1100" dirty="0">
                <a:latin typeface="Times New Roman" panose="02020603050405020304" pitchFamily="18" charset="0"/>
                <a:cs typeface="Times New Roman" panose="02020603050405020304" pitchFamily="18" charset="0"/>
              </a:rPr>
              <a:t>”  in string “ </a:t>
            </a:r>
            <a:r>
              <a:rPr lang="en-IN" sz="1100" i="1" dirty="0">
                <a:latin typeface="Times New Roman" panose="02020603050405020304" pitchFamily="18" charset="0"/>
                <a:cs typeface="Times New Roman" panose="02020603050405020304" pitchFamily="18" charset="0"/>
              </a:rPr>
              <a:t>His contact number is 0120- 4543466</a:t>
            </a:r>
            <a:r>
              <a:rPr lang="en-IN" sz="1100" dirty="0">
                <a:latin typeface="Times New Roman" panose="02020603050405020304" pitchFamily="18" charset="0"/>
                <a:cs typeface="Times New Roman" panose="02020603050405020304" pitchFamily="18" charset="0"/>
              </a:rPr>
              <a:t>”  </a:t>
            </a:r>
          </a:p>
          <a:p>
            <a:pPr marL="558800" lvl="1" indent="0">
              <a:spcBef>
                <a:spcPts val="0"/>
              </a:spcBef>
              <a:buNone/>
            </a:pPr>
            <a:r>
              <a:rPr lang="en-IN" sz="1100" dirty="0">
                <a:latin typeface="Times New Roman" panose="02020603050405020304" pitchFamily="18" charset="0"/>
                <a:cs typeface="Times New Roman" panose="02020603050405020304" pitchFamily="18" charset="0"/>
              </a:rPr>
              <a:t>Python command - “0120- 4543466”  in “ His contact number is 0120- 4543466”</a:t>
            </a:r>
          </a:p>
          <a:p>
            <a:pPr marL="558800" lvl="1" indent="0">
              <a:spcBef>
                <a:spcPts val="0"/>
              </a:spcBef>
              <a:buNone/>
            </a:pPr>
            <a:r>
              <a:rPr lang="en-IN" sz="1100" dirty="0">
                <a:latin typeface="Times New Roman" panose="02020603050405020304" pitchFamily="18" charset="0"/>
                <a:cs typeface="Times New Roman" panose="02020603050405020304" pitchFamily="18" charset="0"/>
              </a:rPr>
              <a:t>  </a:t>
            </a:r>
          </a:p>
          <a:p>
            <a:pPr>
              <a:lnSpc>
                <a:spcPct val="107000"/>
              </a:lnSpc>
              <a:spcAft>
                <a:spcPts val="800"/>
              </a:spcAft>
            </a:pPr>
            <a:r>
              <a:rPr lang="en-IN" sz="1100" dirty="0">
                <a:latin typeface="Times New Roman" panose="02020603050405020304" pitchFamily="18" charset="0"/>
                <a:cs typeface="Times New Roman" panose="02020603050405020304" pitchFamily="18" charset="0"/>
              </a:rPr>
              <a:t>If we know the format - ####-####### (phone number ) or ##/##/#### (date)</a:t>
            </a:r>
          </a:p>
          <a:p>
            <a:pPr marL="76200" indent="0">
              <a:lnSpc>
                <a:spcPct val="107000"/>
              </a:lnSpc>
              <a:spcAft>
                <a:spcPts val="800"/>
              </a:spcAft>
              <a:buNone/>
            </a:pPr>
            <a:r>
              <a:rPr lang="en-IN" sz="1100" dirty="0">
                <a:latin typeface="Times New Roman" panose="02020603050405020304" pitchFamily="18" charset="0"/>
                <a:cs typeface="Times New Roman" panose="02020603050405020304" pitchFamily="18" charset="0"/>
              </a:rPr>
              <a:t>	We need regular expressions to search for these patterns.</a:t>
            </a:r>
          </a:p>
        </p:txBody>
      </p:sp>
      <p:sp>
        <p:nvSpPr>
          <p:cNvPr id="111" name="Google Shape;111;p21"/>
          <p:cNvSpPr txBox="1">
            <a:spLocks noGrp="1"/>
          </p:cNvSpPr>
          <p:nvPr>
            <p:ph type="sldNum" idx="12"/>
          </p:nvPr>
        </p:nvSpPr>
        <p:spPr>
          <a:xfrm>
            <a:off x="8" y="474989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33</a:t>
            </a:fld>
            <a:endParaRPr/>
          </a:p>
        </p:txBody>
      </p:sp>
    </p:spTree>
    <p:extLst>
      <p:ext uri="{BB962C8B-B14F-4D97-AF65-F5344CB8AC3E}">
        <p14:creationId xmlns:p14="http://schemas.microsoft.com/office/powerpoint/2010/main" xmlns="" val="20589471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1"/>
          <p:cNvSpPr txBox="1">
            <a:spLocks noGrp="1"/>
          </p:cNvSpPr>
          <p:nvPr>
            <p:ph type="title"/>
          </p:nvPr>
        </p:nvSpPr>
        <p:spPr>
          <a:xfrm>
            <a:off x="623400" y="4854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IN" sz="3200" dirty="0">
                <a:latin typeface="Times New Roman" panose="02020603050405020304" pitchFamily="18" charset="0"/>
                <a:cs typeface="Times New Roman" panose="02020603050405020304" pitchFamily="18" charset="0"/>
              </a:rPr>
              <a:t>Accessing Browns corpus</a:t>
            </a:r>
            <a:r>
              <a:rPr lang="en" dirty="0">
                <a:latin typeface="Times New Roman" panose="02020603050405020304" pitchFamily="18" charset="0"/>
                <a:cs typeface="Times New Roman" panose="02020603050405020304" pitchFamily="18" charset="0"/>
              </a:rPr>
              <a:t>:</a:t>
            </a:r>
            <a:endParaRPr dirty="0">
              <a:latin typeface="Times New Roman" panose="02020603050405020304" pitchFamily="18" charset="0"/>
              <a:cs typeface="Times New Roman" panose="02020603050405020304" pitchFamily="18" charset="0"/>
            </a:endParaRPr>
          </a:p>
        </p:txBody>
      </p:sp>
      <p:sp>
        <p:nvSpPr>
          <p:cNvPr id="110" name="Google Shape;110;p21"/>
          <p:cNvSpPr txBox="1">
            <a:spLocks noGrp="1"/>
          </p:cNvSpPr>
          <p:nvPr>
            <p:ph type="body" idx="1"/>
          </p:nvPr>
        </p:nvSpPr>
        <p:spPr>
          <a:xfrm>
            <a:off x="623400" y="1152475"/>
            <a:ext cx="8520600" cy="3835904"/>
          </a:xfrm>
          <a:prstGeom prst="rect">
            <a:avLst/>
          </a:prstGeom>
        </p:spPr>
        <p:txBody>
          <a:bodyPr spcFirstLastPara="1" wrap="square" lIns="91425" tIns="91425" rIns="91425" bIns="91425" anchor="t" anchorCtr="0">
            <a:noAutofit/>
          </a:bodyPr>
          <a:lstStyle/>
          <a:p>
            <a:pPr marL="457200" lvl="0" indent="-381000" algn="l" rtl="0">
              <a:spcBef>
                <a:spcPts val="0"/>
              </a:spcBef>
              <a:spcAft>
                <a:spcPts val="0"/>
              </a:spcAft>
              <a:buSzPts val="2400"/>
              <a:buChar char="●"/>
            </a:pPr>
            <a:r>
              <a:rPr lang="en-US" sz="2000" dirty="0">
                <a:latin typeface="Times New Roman" panose="02020603050405020304" pitchFamily="18" charset="0"/>
                <a:cs typeface="Times New Roman" panose="02020603050405020304" pitchFamily="18" charset="0"/>
              </a:rPr>
              <a:t>Contains text categorized by genre, such as news, humor etc.</a:t>
            </a:r>
          </a:p>
          <a:p>
            <a:pPr marL="457200" lvl="0" indent="-381000" algn="l" rtl="0">
              <a:spcBef>
                <a:spcPts val="0"/>
              </a:spcBef>
              <a:spcAft>
                <a:spcPts val="0"/>
              </a:spcAft>
              <a:buSzPts val="2400"/>
              <a:buChar char="●"/>
            </a:pPr>
            <a:r>
              <a:rPr lang="en-US" sz="2000" dirty="0">
                <a:latin typeface="Times New Roman" panose="02020603050405020304" pitchFamily="18" charset="0"/>
                <a:cs typeface="Times New Roman" panose="02020603050405020304" pitchFamily="18" charset="0"/>
              </a:rPr>
              <a:t>To find the categories</a:t>
            </a:r>
          </a:p>
          <a:p>
            <a:pPr marL="558800" lvl="1" indent="0">
              <a:spcBef>
                <a:spcPts val="0"/>
              </a:spcBef>
              <a:buNone/>
            </a:pPr>
            <a:r>
              <a:rPr lang="de-DE" sz="1600" i="1" dirty="0">
                <a:solidFill>
                  <a:schemeClr val="tx1"/>
                </a:solidFill>
                <a:latin typeface="Times New Roman" panose="02020603050405020304" pitchFamily="18" charset="0"/>
                <a:cs typeface="Times New Roman" panose="02020603050405020304" pitchFamily="18" charset="0"/>
              </a:rPr>
              <a:t>from nltk.corpus import brown</a:t>
            </a:r>
          </a:p>
          <a:p>
            <a:pPr marL="558800" lvl="1" indent="0">
              <a:spcBef>
                <a:spcPts val="0"/>
              </a:spcBef>
              <a:buNone/>
            </a:pPr>
            <a:r>
              <a:rPr lang="de-DE" sz="1600" i="1" dirty="0">
                <a:solidFill>
                  <a:schemeClr val="tx1"/>
                </a:solidFill>
                <a:latin typeface="Times New Roman" panose="02020603050405020304" pitchFamily="18" charset="0"/>
                <a:cs typeface="Times New Roman" panose="02020603050405020304" pitchFamily="18" charset="0"/>
              </a:rPr>
              <a:t>brown.categories()</a:t>
            </a:r>
          </a:p>
          <a:p>
            <a:pPr marL="558800" lvl="1" indent="0">
              <a:spcBef>
                <a:spcPts val="0"/>
              </a:spcBef>
              <a:buNone/>
            </a:pPr>
            <a:r>
              <a:rPr kumimoji="0" lang="en-US" altLang="en-US" sz="11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['adventure', '</a:t>
            </a:r>
            <a:r>
              <a:rPr kumimoji="0" lang="en-US" altLang="en-US" sz="1100" b="0" i="0" u="none" strike="noStrike" cap="none" normalizeH="0" baseline="0" dirty="0" err="1">
                <a:ln>
                  <a:noFill/>
                </a:ln>
                <a:solidFill>
                  <a:srgbClr val="000000"/>
                </a:solidFill>
                <a:effectLst/>
                <a:latin typeface="Times New Roman" panose="02020603050405020304" pitchFamily="18" charset="0"/>
                <a:cs typeface="Times New Roman" panose="02020603050405020304" pitchFamily="18" charset="0"/>
              </a:rPr>
              <a:t>belles_lettres</a:t>
            </a:r>
            <a:r>
              <a:rPr kumimoji="0" lang="en-US" altLang="en-US" sz="11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 'editorial', 'fiction', 'government', 'hobbies', 'humor', 'learned', 'lore', 'mystery', 'news', 'religion', 'reviews', 'romance', '</a:t>
            </a:r>
            <a:r>
              <a:rPr kumimoji="0" lang="en-US" altLang="en-US" sz="1100" b="0" i="0" u="none" strike="noStrike" cap="none" normalizeH="0" baseline="0" dirty="0" err="1">
                <a:ln>
                  <a:noFill/>
                </a:ln>
                <a:solidFill>
                  <a:srgbClr val="000000"/>
                </a:solidFill>
                <a:effectLst/>
                <a:latin typeface="Times New Roman" panose="02020603050405020304" pitchFamily="18" charset="0"/>
                <a:cs typeface="Times New Roman" panose="02020603050405020304" pitchFamily="18" charset="0"/>
              </a:rPr>
              <a:t>science_fiction</a:t>
            </a:r>
            <a:r>
              <a:rPr kumimoji="0" lang="en-US" altLang="en-US" sz="11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p>
          <a:p>
            <a:r>
              <a:rPr lang="en-US" sz="2000" dirty="0">
                <a:latin typeface="Times New Roman" panose="02020603050405020304" pitchFamily="18" charset="0"/>
                <a:cs typeface="Times New Roman" panose="02020603050405020304" pitchFamily="18" charset="0"/>
              </a:rPr>
              <a:t>To find the files in the category </a:t>
            </a:r>
            <a:r>
              <a:rPr lang="en-US" sz="2000" dirty="0">
                <a:solidFill>
                  <a:schemeClr val="tx1"/>
                </a:solidFill>
                <a:latin typeface="Times New Roman" panose="02020603050405020304" pitchFamily="18" charset="0"/>
                <a:cs typeface="Times New Roman" panose="02020603050405020304" pitchFamily="18" charset="0"/>
              </a:rPr>
              <a:t>‘humor</a:t>
            </a:r>
            <a:r>
              <a:rPr lang="en-US" sz="2000" dirty="0">
                <a:latin typeface="Times New Roman" panose="02020603050405020304" pitchFamily="18" charset="0"/>
                <a:cs typeface="Times New Roman" panose="02020603050405020304" pitchFamily="18" charset="0"/>
              </a:rPr>
              <a:t>’</a:t>
            </a:r>
            <a:endParaRPr lang="de-DE" sz="2000" i="1" dirty="0">
              <a:solidFill>
                <a:schemeClr val="tx1"/>
              </a:solidFill>
              <a:latin typeface="Times New Roman" panose="02020603050405020304" pitchFamily="18" charset="0"/>
              <a:cs typeface="Times New Roman" panose="02020603050405020304" pitchFamily="18" charset="0"/>
            </a:endParaRPr>
          </a:p>
          <a:p>
            <a:pPr marL="558800" lvl="1" indent="0">
              <a:spcBef>
                <a:spcPts val="0"/>
              </a:spcBef>
              <a:buNone/>
            </a:pPr>
            <a:r>
              <a:rPr lang="de-DE" sz="1600" i="1" dirty="0">
                <a:solidFill>
                  <a:schemeClr val="tx1"/>
                </a:solidFill>
                <a:latin typeface="Times New Roman" panose="02020603050405020304" pitchFamily="18" charset="0"/>
                <a:cs typeface="Times New Roman" panose="02020603050405020304" pitchFamily="18" charset="0"/>
              </a:rPr>
              <a:t>brown.fileids(categories=‘humor’)</a:t>
            </a:r>
          </a:p>
          <a:p>
            <a:pPr marL="558800" lvl="1" indent="0">
              <a:spcBef>
                <a:spcPts val="0"/>
              </a:spcBef>
              <a:buNone/>
            </a:pPr>
            <a:r>
              <a:rPr lang="en-US" altLang="en-US" sz="1100" dirty="0">
                <a:solidFill>
                  <a:srgbClr val="000000"/>
                </a:solidFill>
                <a:latin typeface="Times New Roman" panose="02020603050405020304" pitchFamily="18" charset="0"/>
                <a:cs typeface="Times New Roman" panose="02020603050405020304" pitchFamily="18" charset="0"/>
              </a:rPr>
              <a:t>['cr01', 'cr02', 'cr03', 'cr04', 'cr05', 'cr06', 'cr07', 'cr08', 'cr09’ ]</a:t>
            </a:r>
            <a:endParaRPr lang="de-DE" sz="1100" dirty="0">
              <a:solidFill>
                <a:srgbClr val="000000"/>
              </a:solidFill>
              <a:latin typeface="Times New Roman" panose="02020603050405020304" pitchFamily="18" charset="0"/>
              <a:cs typeface="Times New Roman" panose="02020603050405020304" pitchFamily="18" charset="0"/>
            </a:endParaRPr>
          </a:p>
          <a:p>
            <a:pPr marL="444500" indent="-342900"/>
            <a:r>
              <a:rPr lang="en-US" sz="2000" dirty="0">
                <a:latin typeface="Times New Roman" panose="02020603050405020304" pitchFamily="18" charset="0"/>
                <a:cs typeface="Times New Roman" panose="02020603050405020304" pitchFamily="18" charset="0"/>
              </a:rPr>
              <a:t>To find the words in the file </a:t>
            </a:r>
            <a:r>
              <a:rPr lang="en-US" sz="2000" dirty="0">
                <a:solidFill>
                  <a:schemeClr val="tx1"/>
                </a:solidFill>
                <a:latin typeface="Times New Roman" panose="02020603050405020304" pitchFamily="18" charset="0"/>
                <a:cs typeface="Times New Roman" panose="02020603050405020304" pitchFamily="18" charset="0"/>
              </a:rPr>
              <a:t>‘cr01’</a:t>
            </a:r>
          </a:p>
          <a:p>
            <a:pPr marL="558800" lvl="1" indent="0">
              <a:spcBef>
                <a:spcPts val="0"/>
              </a:spcBef>
              <a:buNone/>
            </a:pPr>
            <a:r>
              <a:rPr lang="de-DE" sz="1600" i="1" dirty="0">
                <a:solidFill>
                  <a:schemeClr val="tx1"/>
                </a:solidFill>
                <a:latin typeface="Times New Roman" panose="02020603050405020304" pitchFamily="18" charset="0"/>
                <a:cs typeface="Times New Roman" panose="02020603050405020304" pitchFamily="18" charset="0"/>
              </a:rPr>
              <a:t>brown.words(fileids=['cr01‘])</a:t>
            </a:r>
          </a:p>
          <a:p>
            <a:pPr marL="558800" lvl="1" indent="0">
              <a:spcBef>
                <a:spcPts val="0"/>
              </a:spcBef>
              <a:buNone/>
            </a:pPr>
            <a:r>
              <a:rPr lang="en-US" altLang="en-US" sz="1100" dirty="0">
                <a:solidFill>
                  <a:srgbClr val="000000"/>
                </a:solidFill>
                <a:latin typeface="Times New Roman" panose="02020603050405020304" pitchFamily="18" charset="0"/>
                <a:cs typeface="Times New Roman" panose="02020603050405020304" pitchFamily="18" charset="0"/>
              </a:rPr>
              <a:t>['It', 'was', 'among', 'these', 'that', 'Hinkle', ...] </a:t>
            </a:r>
          </a:p>
          <a:p>
            <a:pPr marL="558800" lvl="1" indent="0">
              <a:spcBef>
                <a:spcPts val="0"/>
              </a:spcBef>
              <a:buNone/>
            </a:pPr>
            <a:r>
              <a:rPr lang="de-DE" sz="1200" dirty="0">
                <a:solidFill>
                  <a:srgbClr val="C00000"/>
                </a:solidFill>
                <a:latin typeface="Times New Roman" panose="02020603050405020304" pitchFamily="18" charset="0"/>
                <a:cs typeface="Times New Roman" panose="02020603050405020304" pitchFamily="18" charset="0"/>
              </a:rPr>
              <a:t>				</a:t>
            </a:r>
            <a:r>
              <a:rPr lang="de-DE" sz="1200" b="1" dirty="0">
                <a:solidFill>
                  <a:schemeClr val="tx1"/>
                </a:solidFill>
                <a:latin typeface="Times New Roman" panose="02020603050405020304" pitchFamily="18" charset="0"/>
                <a:cs typeface="Times New Roman" panose="02020603050405020304" pitchFamily="18" charset="0"/>
              </a:rPr>
              <a:t>For details refer : </a:t>
            </a:r>
            <a:r>
              <a:rPr lang="de-DE" sz="1200" b="1" dirty="0">
                <a:solidFill>
                  <a:srgbClr val="C00000"/>
                </a:solidFill>
                <a:latin typeface="Times New Roman" panose="02020603050405020304" pitchFamily="18" charset="0"/>
                <a:cs typeface="Times New Roman" panose="02020603050405020304" pitchFamily="18" charset="0"/>
              </a:rPr>
              <a:t>http://www.nltk.org/book_1ed/ch02.html</a:t>
            </a:r>
          </a:p>
        </p:txBody>
      </p:sp>
      <p:sp>
        <p:nvSpPr>
          <p:cNvPr id="111" name="Google Shape;111;p21"/>
          <p:cNvSpPr txBox="1">
            <a:spLocks noGrp="1"/>
          </p:cNvSpPr>
          <p:nvPr>
            <p:ph type="sldNum" idx="12"/>
          </p:nvPr>
        </p:nvSpPr>
        <p:spPr>
          <a:xfrm>
            <a:off x="8" y="474989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34</a:t>
            </a:fld>
            <a:endParaRPr/>
          </a:p>
        </p:txBody>
      </p:sp>
      <p:sp>
        <p:nvSpPr>
          <p:cNvPr id="4" name="Rectangle 3">
            <a:extLst>
              <a:ext uri="{FF2B5EF4-FFF2-40B4-BE49-F238E27FC236}">
                <a16:creationId xmlns:a16="http://schemas.microsoft.com/office/drawing/2014/main" xmlns="" id="{E802B0C7-9D6D-4979-84C3-C1ECF37BCBB8}"/>
              </a:ext>
            </a:extLst>
          </p:cNvPr>
          <p:cNvSpPr>
            <a:spLocks noChangeArrowheads="1"/>
          </p:cNvSpPr>
          <p:nvPr/>
        </p:nvSpPr>
        <p:spPr bwMode="auto">
          <a:xfrm>
            <a:off x="0" y="90100"/>
            <a:ext cx="65" cy="276999"/>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xmlns="" val="171239500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2"/>
          <p:cNvSpPr txBox="1">
            <a:spLocks noGrp="1"/>
          </p:cNvSpPr>
          <p:nvPr>
            <p:ph type="title"/>
          </p:nvPr>
        </p:nvSpPr>
        <p:spPr>
          <a:xfrm>
            <a:off x="623400" y="485425"/>
            <a:ext cx="8520600" cy="572700"/>
          </a:xfrm>
          <a:prstGeom prst="rect">
            <a:avLst/>
          </a:prstGeom>
          <a:noFill/>
          <a:ln>
            <a:noFill/>
          </a:ln>
        </p:spPr>
        <p:txBody>
          <a:bodyPr spcFirstLastPara="1" wrap="square" lIns="91425" tIns="91425" rIns="91425" bIns="91425" anchor="t" anchorCtr="0">
            <a:noAutofit/>
          </a:bodyPr>
          <a:lstStyle/>
          <a:p>
            <a:pPr>
              <a:lnSpc>
                <a:spcPct val="107000"/>
              </a:lnSpc>
              <a:spcAft>
                <a:spcPts val="800"/>
              </a:spcAft>
            </a:pPr>
            <a:r>
              <a:rPr lang="en-US" sz="3200" dirty="0">
                <a:effectLst/>
                <a:latin typeface="Times New Roman" panose="02020603050405020304" pitchFamily="18" charset="0"/>
                <a:ea typeface="Times New Roman" panose="02020603050405020304" pitchFamily="18" charset="0"/>
              </a:rPr>
              <a:t>Text Preprocessing in NLP</a:t>
            </a:r>
            <a:r>
              <a:rPr lang="en-IN" dirty="0"/>
              <a:t>:</a:t>
            </a:r>
            <a:endParaRPr lang="en-IN" sz="3200" dirty="0"/>
          </a:p>
        </p:txBody>
      </p:sp>
      <p:sp>
        <p:nvSpPr>
          <p:cNvPr id="68" name="Google Shape;68;p2"/>
          <p:cNvSpPr txBox="1">
            <a:spLocks noGrp="1"/>
          </p:cNvSpPr>
          <p:nvPr>
            <p:ph type="body" idx="1"/>
          </p:nvPr>
        </p:nvSpPr>
        <p:spPr>
          <a:xfrm>
            <a:off x="623399" y="1058124"/>
            <a:ext cx="7991963" cy="3962911"/>
          </a:xfrm>
          <a:prstGeom prst="rect">
            <a:avLst/>
          </a:prstGeom>
          <a:noFill/>
          <a:ln>
            <a:noFill/>
          </a:ln>
        </p:spPr>
        <p:txBody>
          <a:bodyPr spcFirstLastPara="1" wrap="square" lIns="91425" tIns="91425" rIns="91425" bIns="91425" anchor="t" anchorCtr="0">
            <a:noAutofit/>
          </a:bodyPr>
          <a:lstStyle/>
          <a:p>
            <a:pPr marL="457200" marR="0" lvl="0" indent="-381000" algn="l" defTabSz="914400" rtl="0" eaLnBrk="1" fontAlgn="auto" latinLnBrk="0" hangingPunct="1">
              <a:lnSpc>
                <a:spcPct val="107000"/>
              </a:lnSpc>
              <a:spcBef>
                <a:spcPts val="0"/>
              </a:spcBef>
              <a:spcAft>
                <a:spcPts val="800"/>
              </a:spcAft>
              <a:buClr>
                <a:srgbClr val="595959"/>
              </a:buClr>
              <a:buSzPts val="2400"/>
              <a:buFont typeface="Gill Sans"/>
              <a:buChar char="●"/>
              <a:tabLst/>
              <a:defRPr/>
            </a:pPr>
            <a:r>
              <a:rPr kumimoji="0" lang="en-IN" sz="2400" b="0" i="0" u="none" strike="noStrike" kern="0" cap="none" spc="0" normalizeH="0" baseline="0" noProof="0" dirty="0">
                <a:ln>
                  <a:noFill/>
                </a:ln>
                <a:solidFill>
                  <a:srgbClr val="595959"/>
                </a:solidFill>
                <a:effectLst/>
                <a:uLnTx/>
                <a:uFillTx/>
                <a:latin typeface="Times New Roman" panose="02020603050405020304" pitchFamily="18" charset="0"/>
                <a:ea typeface="Calibri" panose="020F0502020204030204" pitchFamily="34" charset="0"/>
                <a:cs typeface="Times New Roman" panose="02020603050405020304" pitchFamily="18" charset="0"/>
                <a:sym typeface="Gill Sans"/>
              </a:rPr>
              <a:t>Convert raw text into a set of tokens that the computer can understand and use.</a:t>
            </a:r>
          </a:p>
          <a:p>
            <a:pPr>
              <a:lnSpc>
                <a:spcPct val="107000"/>
              </a:lnSpc>
              <a:spcAft>
                <a:spcPts val="800"/>
              </a:spcAft>
              <a:buClr>
                <a:srgbClr val="595959"/>
              </a:buClr>
              <a:defRPr/>
            </a:pPr>
            <a:r>
              <a:rPr lang="en-IN" dirty="0">
                <a:latin typeface="Times New Roman" panose="02020603050405020304" pitchFamily="18" charset="0"/>
                <a:ea typeface="Calibri" panose="020F0502020204030204" pitchFamily="34" charset="0"/>
                <a:cs typeface="Times New Roman" panose="02020603050405020304" pitchFamily="18" charset="0"/>
              </a:rPr>
              <a:t>Ready for feature extraction</a:t>
            </a:r>
            <a:endParaRPr lang="en-IN" sz="2400"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IN" dirty="0">
                <a:latin typeface="Times New Roman" panose="02020603050405020304" pitchFamily="18" charset="0"/>
                <a:ea typeface="Calibri" panose="020F0502020204030204" pitchFamily="34" charset="0"/>
                <a:cs typeface="Times New Roman" panose="02020603050405020304" pitchFamily="18" charset="0"/>
              </a:rPr>
              <a:t>D</a:t>
            </a:r>
            <a:r>
              <a:rPr lang="en-IN" sz="2400" dirty="0">
                <a:effectLst/>
                <a:latin typeface="Times New Roman" panose="02020603050405020304" pitchFamily="18" charset="0"/>
                <a:ea typeface="Calibri" panose="020F0502020204030204" pitchFamily="34" charset="0"/>
                <a:cs typeface="Times New Roman" panose="02020603050405020304" pitchFamily="18" charset="0"/>
              </a:rPr>
              <a:t>ata cleaning and pre-processing is critical for the quality of further analysis</a:t>
            </a:r>
          </a:p>
          <a:p>
            <a:pPr>
              <a:lnSpc>
                <a:spcPct val="107000"/>
              </a:lnSpc>
              <a:spcAft>
                <a:spcPts val="800"/>
              </a:spcAft>
            </a:pPr>
            <a:r>
              <a:rPr lang="en-IN" sz="2400" dirty="0">
                <a:effectLst/>
                <a:latin typeface="Times New Roman" panose="02020603050405020304" pitchFamily="18" charset="0"/>
                <a:ea typeface="Calibri" panose="020F0502020204030204" pitchFamily="34" charset="0"/>
                <a:cs typeface="Times New Roman" panose="02020603050405020304" pitchFamily="18" charset="0"/>
              </a:rPr>
              <a:t>Pre-processing steps depend on </a:t>
            </a:r>
            <a:endParaRPr lang="en-IN" sz="1200" dirty="0">
              <a:effectLst/>
              <a:latin typeface="Times New Roman" panose="02020603050405020304" pitchFamily="18" charset="0"/>
              <a:ea typeface="Calibri" panose="020F0502020204030204" pitchFamily="34" charset="0"/>
              <a:cs typeface="Times New Roman" panose="02020603050405020304" pitchFamily="18" charset="0"/>
            </a:endParaRPr>
          </a:p>
          <a:p>
            <a:pPr lvl="1">
              <a:spcBef>
                <a:spcPts val="0"/>
              </a:spcBef>
              <a:buFont typeface="Gill Sans"/>
              <a:buAutoNum type="alphaLcPeriod"/>
            </a:pPr>
            <a:r>
              <a:rPr lang="en-IN" dirty="0">
                <a:latin typeface="Times New Roman" panose="02020603050405020304" pitchFamily="18" charset="0"/>
                <a:cs typeface="Times New Roman" panose="02020603050405020304" pitchFamily="18" charset="0"/>
              </a:rPr>
              <a:t>The data – </a:t>
            </a:r>
            <a:r>
              <a:rPr lang="en-IN" i="1" dirty="0">
                <a:latin typeface="Times New Roman" panose="02020603050405020304" pitchFamily="18" charset="0"/>
                <a:cs typeface="Times New Roman" panose="02020603050405020304" pitchFamily="18" charset="0"/>
              </a:rPr>
              <a:t>structured</a:t>
            </a:r>
            <a:r>
              <a:rPr lang="en-IN" dirty="0">
                <a:latin typeface="Times New Roman" panose="02020603050405020304" pitchFamily="18" charset="0"/>
                <a:cs typeface="Times New Roman" panose="02020603050405020304" pitchFamily="18" charset="0"/>
              </a:rPr>
              <a:t> (movie reviews) or </a:t>
            </a:r>
            <a:r>
              <a:rPr lang="en-IN" i="1" dirty="0">
                <a:latin typeface="Times New Roman" panose="02020603050405020304" pitchFamily="18" charset="0"/>
                <a:cs typeface="Times New Roman" panose="02020603050405020304" pitchFamily="18" charset="0"/>
              </a:rPr>
              <a:t>unstructured</a:t>
            </a:r>
            <a:r>
              <a:rPr lang="en-IN" dirty="0">
                <a:latin typeface="Times New Roman" panose="02020603050405020304" pitchFamily="18" charset="0"/>
                <a:cs typeface="Times New Roman" panose="02020603050405020304" pitchFamily="18" charset="0"/>
              </a:rPr>
              <a:t> (Tweets)</a:t>
            </a:r>
          </a:p>
          <a:p>
            <a:pPr lvl="1">
              <a:spcBef>
                <a:spcPts val="0"/>
              </a:spcBef>
              <a:buFont typeface="Gill Sans"/>
              <a:buAutoNum type="alphaLcPeriod"/>
            </a:pPr>
            <a:r>
              <a:rPr lang="en-IN" dirty="0">
                <a:latin typeface="Times New Roman" panose="02020603050405020304" pitchFamily="18" charset="0"/>
                <a:cs typeface="Times New Roman" panose="02020603050405020304" pitchFamily="18" charset="0"/>
              </a:rPr>
              <a:t>The application for which data needs to be used.</a:t>
            </a:r>
          </a:p>
          <a:p>
            <a:pPr marL="558800" lvl="1" indent="0">
              <a:spcBef>
                <a:spcPts val="0"/>
              </a:spcBef>
              <a:buNone/>
            </a:pPr>
            <a:endParaRPr lang="en-IN" dirty="0">
              <a:latin typeface="Times New Roman" panose="02020603050405020304" pitchFamily="18" charset="0"/>
              <a:cs typeface="Times New Roman" panose="02020603050405020304" pitchFamily="18" charset="0"/>
            </a:endParaRPr>
          </a:p>
          <a:p>
            <a:pPr marL="76200" indent="0">
              <a:lnSpc>
                <a:spcPct val="107000"/>
              </a:lnSpc>
              <a:spcAft>
                <a:spcPts val="800"/>
              </a:spcAft>
              <a:buNone/>
            </a:pPr>
            <a:r>
              <a:rPr lang="en-IN"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endParaRPr dirty="0">
              <a:latin typeface="Times New Roman" panose="02020603050405020304" pitchFamily="18" charset="0"/>
              <a:cs typeface="Times New Roman" panose="02020603050405020304" pitchFamily="18" charset="0"/>
            </a:endParaRPr>
          </a:p>
          <a:p>
            <a:pPr marL="914400" lvl="0" indent="0" algn="l" rtl="0">
              <a:lnSpc>
                <a:spcPct val="115000"/>
              </a:lnSpc>
              <a:spcBef>
                <a:spcPts val="1600"/>
              </a:spcBef>
              <a:spcAft>
                <a:spcPts val="0"/>
              </a:spcAft>
              <a:buSzPts val="2400"/>
              <a:buNone/>
            </a:pPr>
            <a:endParaRPr dirty="0">
              <a:latin typeface="Times New Roman" panose="02020603050405020304" pitchFamily="18" charset="0"/>
              <a:cs typeface="Times New Roman" panose="02020603050405020304" pitchFamily="18" charset="0"/>
            </a:endParaRPr>
          </a:p>
          <a:p>
            <a:pPr marL="0" lvl="0" indent="0" algn="l" rtl="0">
              <a:lnSpc>
                <a:spcPct val="115000"/>
              </a:lnSpc>
              <a:spcBef>
                <a:spcPts val="1600"/>
              </a:spcBef>
              <a:spcAft>
                <a:spcPts val="0"/>
              </a:spcAft>
              <a:buSzPts val="2400"/>
              <a:buNone/>
            </a:pPr>
            <a:endParaRPr dirty="0">
              <a:latin typeface="Times New Roman" panose="02020603050405020304" pitchFamily="18" charset="0"/>
              <a:cs typeface="Times New Roman" panose="02020603050405020304" pitchFamily="18" charset="0"/>
            </a:endParaRPr>
          </a:p>
          <a:p>
            <a:pPr marL="0" lvl="0" indent="0" algn="l" rtl="0">
              <a:lnSpc>
                <a:spcPct val="115000"/>
              </a:lnSpc>
              <a:spcBef>
                <a:spcPts val="1600"/>
              </a:spcBef>
              <a:spcAft>
                <a:spcPts val="1600"/>
              </a:spcAft>
              <a:buSzPts val="2400"/>
              <a:buNone/>
            </a:pPr>
            <a:endParaRPr dirty="0">
              <a:latin typeface="Times New Roman" panose="02020603050405020304" pitchFamily="18" charset="0"/>
              <a:cs typeface="Times New Roman" panose="02020603050405020304" pitchFamily="18" charset="0"/>
            </a:endParaRPr>
          </a:p>
        </p:txBody>
      </p:sp>
      <p:sp>
        <p:nvSpPr>
          <p:cNvPr id="69" name="Google Shape;69;p2"/>
          <p:cNvSpPr txBox="1">
            <a:spLocks noGrp="1"/>
          </p:cNvSpPr>
          <p:nvPr>
            <p:ph type="sldNum" idx="12"/>
          </p:nvPr>
        </p:nvSpPr>
        <p:spPr>
          <a:xfrm>
            <a:off x="8" y="4749892"/>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800"/>
              <a:buNone/>
            </a:pPr>
            <a:fld id="{00000000-1234-1234-1234-123412341234}" type="slidenum">
              <a:rPr lang="en"/>
              <a:pPr marL="0" lvl="0" indent="0" algn="r" rtl="0">
                <a:lnSpc>
                  <a:spcPct val="100000"/>
                </a:lnSpc>
                <a:spcBef>
                  <a:spcPts val="0"/>
                </a:spcBef>
                <a:spcAft>
                  <a:spcPts val="0"/>
                </a:spcAft>
                <a:buSzPts val="1800"/>
                <a:buNone/>
              </a:pPr>
              <a:t>35</a:t>
            </a:fld>
            <a:endParaRPr/>
          </a:p>
        </p:txBody>
      </p:sp>
    </p:spTree>
    <p:extLst>
      <p:ext uri="{BB962C8B-B14F-4D97-AF65-F5344CB8AC3E}">
        <p14:creationId xmlns:p14="http://schemas.microsoft.com/office/powerpoint/2010/main" xmlns="" val="17052448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2"/>
          <p:cNvSpPr txBox="1">
            <a:spLocks noGrp="1"/>
          </p:cNvSpPr>
          <p:nvPr>
            <p:ph type="title"/>
          </p:nvPr>
        </p:nvSpPr>
        <p:spPr>
          <a:xfrm>
            <a:off x="623400" y="485425"/>
            <a:ext cx="8520600" cy="572700"/>
          </a:xfrm>
          <a:prstGeom prst="rect">
            <a:avLst/>
          </a:prstGeom>
          <a:noFill/>
          <a:ln>
            <a:noFill/>
          </a:ln>
        </p:spPr>
        <p:txBody>
          <a:bodyPr spcFirstLastPara="1" wrap="square" lIns="91425" tIns="91425" rIns="91425" bIns="91425" anchor="t" anchorCtr="0">
            <a:noAutofit/>
          </a:bodyPr>
          <a:lstStyle/>
          <a:p>
            <a:pPr>
              <a:lnSpc>
                <a:spcPct val="107000"/>
              </a:lnSpc>
              <a:spcAft>
                <a:spcPts val="800"/>
              </a:spcAft>
            </a:pPr>
            <a:r>
              <a:rPr lang="en-US" sz="3200" dirty="0">
                <a:effectLst/>
                <a:latin typeface="Times New Roman" panose="02020603050405020304" pitchFamily="18" charset="0"/>
                <a:ea typeface="Times New Roman" panose="02020603050405020304" pitchFamily="18" charset="0"/>
              </a:rPr>
              <a:t>Steps in Text Preprocessing</a:t>
            </a:r>
            <a:r>
              <a:rPr lang="en-IN" dirty="0"/>
              <a:t>:</a:t>
            </a:r>
            <a:endParaRPr lang="en-IN" sz="3200" dirty="0"/>
          </a:p>
        </p:txBody>
      </p:sp>
      <p:sp>
        <p:nvSpPr>
          <p:cNvPr id="68" name="Google Shape;68;p2"/>
          <p:cNvSpPr txBox="1">
            <a:spLocks noGrp="1"/>
          </p:cNvSpPr>
          <p:nvPr>
            <p:ph type="body" idx="1"/>
          </p:nvPr>
        </p:nvSpPr>
        <p:spPr>
          <a:xfrm>
            <a:off x="623399" y="1058125"/>
            <a:ext cx="7991963" cy="3416400"/>
          </a:xfrm>
          <a:prstGeom prst="rect">
            <a:avLst/>
          </a:prstGeom>
          <a:noFill/>
          <a:ln>
            <a:noFill/>
          </a:ln>
        </p:spPr>
        <p:txBody>
          <a:bodyPr spcFirstLastPara="1" wrap="square" lIns="91425" tIns="91425" rIns="91425" bIns="91425" anchor="t" anchorCtr="0">
            <a:noAutofit/>
          </a:bodyPr>
          <a:lstStyle/>
          <a:p>
            <a:pPr marL="457200" marR="0" lvl="0" indent="-381000" algn="l" defTabSz="914400" rtl="0" eaLnBrk="1" fontAlgn="auto" latinLnBrk="0" hangingPunct="1">
              <a:lnSpc>
                <a:spcPct val="107000"/>
              </a:lnSpc>
              <a:spcBef>
                <a:spcPts val="0"/>
              </a:spcBef>
              <a:spcAft>
                <a:spcPts val="800"/>
              </a:spcAft>
              <a:buClr>
                <a:srgbClr val="595959"/>
              </a:buClr>
              <a:buSzPts val="2400"/>
              <a:buFont typeface="Gill Sans"/>
              <a:buChar char="●"/>
              <a:tabLst/>
              <a:defRPr/>
            </a:pPr>
            <a:r>
              <a:rPr kumimoji="0" lang="en-US" sz="2400" b="0" i="0" u="none" strike="noStrike" kern="0" cap="none" spc="0" normalizeH="0" baseline="0" noProof="0" dirty="0">
                <a:ln>
                  <a:noFill/>
                </a:ln>
                <a:solidFill>
                  <a:srgbClr val="595959"/>
                </a:solidFill>
                <a:effectLst/>
                <a:uLnTx/>
                <a:uFillTx/>
                <a:latin typeface="Times New Roman" panose="02020603050405020304" pitchFamily="18" charset="0"/>
                <a:ea typeface="Calibri" panose="020F0502020204030204" pitchFamily="34" charset="0"/>
                <a:cs typeface="Times New Roman" panose="02020603050405020304" pitchFamily="18" charset="0"/>
                <a:sym typeface="Gill Sans"/>
              </a:rPr>
              <a:t>Convert all characters to lower case</a:t>
            </a:r>
            <a:endParaRPr lang="en-IN" dirty="0">
              <a:solidFill>
                <a:srgbClr val="595959"/>
              </a:solidFill>
              <a:latin typeface="Times New Roman" panose="02020603050405020304" pitchFamily="18" charset="0"/>
              <a:ea typeface="Calibri" panose="020F0502020204030204" pitchFamily="34" charset="0"/>
              <a:cs typeface="Times New Roman" panose="02020603050405020304" pitchFamily="18" charset="0"/>
            </a:endParaRPr>
          </a:p>
          <a:p>
            <a:pPr lvl="1" indent="-381000">
              <a:lnSpc>
                <a:spcPct val="107000"/>
              </a:lnSpc>
              <a:spcBef>
                <a:spcPts val="0"/>
              </a:spcBef>
              <a:spcAft>
                <a:spcPts val="800"/>
              </a:spcAft>
              <a:buClr>
                <a:srgbClr val="595959"/>
              </a:buClr>
              <a:buSzPts val="2400"/>
              <a:buFont typeface="Courier New" panose="02070309020205020404" pitchFamily="49" charset="0"/>
              <a:buChar char="o"/>
              <a:defRPr/>
            </a:pPr>
            <a:r>
              <a:rPr lang="en-IN" dirty="0">
                <a:solidFill>
                  <a:srgbClr val="595959"/>
                </a:solidFill>
                <a:latin typeface="Times New Roman" panose="02020603050405020304" pitchFamily="18" charset="0"/>
                <a:ea typeface="Calibri" panose="020F0502020204030204" pitchFamily="34" charset="0"/>
                <a:cs typeface="Times New Roman" panose="02020603050405020304" pitchFamily="18" charset="0"/>
              </a:rPr>
              <a:t>e</a:t>
            </a:r>
            <a:r>
              <a:rPr kumimoji="0" lang="en-IN" b="0" i="0" u="none" strike="noStrike" kern="0" cap="none" spc="0" normalizeH="0" baseline="0" noProof="0" dirty="0">
                <a:ln>
                  <a:noFill/>
                </a:ln>
                <a:solidFill>
                  <a:srgbClr val="595959"/>
                </a:solidFill>
                <a:effectLst/>
                <a:uLnTx/>
                <a:uFillTx/>
                <a:latin typeface="Times New Roman" panose="02020603050405020304" pitchFamily="18" charset="0"/>
                <a:ea typeface="Calibri" panose="020F0502020204030204" pitchFamily="34" charset="0"/>
                <a:cs typeface="Times New Roman" panose="02020603050405020304" pitchFamily="18" charset="0"/>
                <a:sym typeface="Gill Sans"/>
              </a:rPr>
              <a:t>.g. </a:t>
            </a:r>
            <a:r>
              <a:rPr kumimoji="0" lang="en-IN" b="0" i="1" u="none" strike="noStrike" kern="0" cap="none" spc="0" normalizeH="0" baseline="0" noProof="0" dirty="0">
                <a:ln>
                  <a:noFill/>
                </a:ln>
                <a:solidFill>
                  <a:srgbClr val="0070C0"/>
                </a:solidFill>
                <a:effectLst/>
                <a:uLnTx/>
                <a:uFillTx/>
                <a:latin typeface="Times New Roman" panose="02020603050405020304" pitchFamily="18" charset="0"/>
                <a:ea typeface="Calibri" panose="020F0502020204030204" pitchFamily="34" charset="0"/>
                <a:cs typeface="Times New Roman" panose="02020603050405020304" pitchFamily="18" charset="0"/>
                <a:sym typeface="Gill Sans"/>
              </a:rPr>
              <a:t>Hello, HELLO, </a:t>
            </a:r>
            <a:r>
              <a:rPr lang="en-IN" i="1"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hello, </a:t>
            </a:r>
            <a:r>
              <a:rPr lang="en-IN" i="1" dirty="0" err="1">
                <a:solidFill>
                  <a:srgbClr val="0070C0"/>
                </a:solidFill>
                <a:latin typeface="Times New Roman" panose="02020603050405020304" pitchFamily="18" charset="0"/>
                <a:ea typeface="Calibri" panose="020F0502020204030204" pitchFamily="34" charset="0"/>
                <a:cs typeface="Times New Roman" panose="02020603050405020304" pitchFamily="18" charset="0"/>
              </a:rPr>
              <a:t>hellO</a:t>
            </a:r>
            <a:r>
              <a:rPr lang="en-IN" i="1"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-&gt; </a:t>
            </a:r>
            <a:r>
              <a:rPr lang="en-IN" i="1"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hello</a:t>
            </a:r>
            <a:endParaRPr kumimoji="0" lang="en-IN" b="0" i="1" u="none" strike="noStrike" kern="0" cap="none" spc="0" normalizeH="0" baseline="0" noProof="0" dirty="0">
              <a:ln>
                <a:noFill/>
              </a:ln>
              <a:solidFill>
                <a:schemeClr val="tx1"/>
              </a:solidFill>
              <a:effectLst/>
              <a:uLnTx/>
              <a:uFillTx/>
              <a:latin typeface="Times New Roman" panose="02020603050405020304" pitchFamily="18" charset="0"/>
              <a:ea typeface="Calibri" panose="020F0502020204030204" pitchFamily="34" charset="0"/>
              <a:cs typeface="Times New Roman" panose="02020603050405020304" pitchFamily="18" charset="0"/>
              <a:sym typeface="Gill Sans"/>
            </a:endParaRPr>
          </a:p>
          <a:p>
            <a:pPr>
              <a:lnSpc>
                <a:spcPct val="107000"/>
              </a:lnSpc>
              <a:spcAft>
                <a:spcPts val="800"/>
              </a:spcAft>
              <a:buClr>
                <a:srgbClr val="595959"/>
              </a:buClr>
              <a:defRPr/>
            </a:pPr>
            <a:r>
              <a:rPr lang="en-IN" dirty="0">
                <a:latin typeface="Times New Roman" panose="02020603050405020304" pitchFamily="18" charset="0"/>
                <a:ea typeface="Calibri" panose="020F0502020204030204" pitchFamily="34" charset="0"/>
                <a:cs typeface="Times New Roman" panose="02020603050405020304" pitchFamily="18" charset="0"/>
              </a:rPr>
              <a:t>Remove HTML tags, URL, email id </a:t>
            </a:r>
          </a:p>
          <a:p>
            <a:pPr lvl="1">
              <a:lnSpc>
                <a:spcPct val="107000"/>
              </a:lnSpc>
              <a:spcBef>
                <a:spcPts val="0"/>
              </a:spcBef>
              <a:buClr>
                <a:srgbClr val="595959"/>
              </a:buClr>
              <a:defRPr/>
            </a:pPr>
            <a:r>
              <a:rPr lang="en-IN" i="1" dirty="0">
                <a:solidFill>
                  <a:srgbClr val="0070C0"/>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xmlns="" val="tx"/>
                    </a:ext>
                  </a:extLst>
                </a:hlinkClick>
              </a:rPr>
              <a:t>http://www.example.com/index.html</a:t>
            </a:r>
            <a:r>
              <a:rPr lang="en-IN" i="1" dirty="0">
                <a:solidFill>
                  <a:srgbClr val="0070C0"/>
                </a:solidFill>
                <a:latin typeface="Times New Roman" panose="02020603050405020304" pitchFamily="18" charset="0"/>
                <a:cs typeface="Times New Roman" panose="02020603050405020304" pitchFamily="18" charset="0"/>
              </a:rPr>
              <a:t>, </a:t>
            </a:r>
          </a:p>
          <a:p>
            <a:pPr lvl="1">
              <a:lnSpc>
                <a:spcPct val="107000"/>
              </a:lnSpc>
              <a:spcBef>
                <a:spcPts val="0"/>
              </a:spcBef>
              <a:buClr>
                <a:srgbClr val="595959"/>
              </a:buClr>
              <a:defRPr/>
            </a:pPr>
            <a:r>
              <a:rPr lang="en-IN" i="1" dirty="0">
                <a:solidFill>
                  <a:srgbClr val="0070C0"/>
                </a:solidFill>
                <a:latin typeface="Times New Roman" panose="02020603050405020304" pitchFamily="18" charset="0"/>
                <a:cs typeface="Times New Roman" panose="02020603050405020304" pitchFamily="18" charset="0"/>
              </a:rPr>
              <a:t>anuj123@yahoo.com</a:t>
            </a:r>
          </a:p>
          <a:p>
            <a:pPr lvl="1">
              <a:lnSpc>
                <a:spcPct val="107000"/>
              </a:lnSpc>
              <a:spcBef>
                <a:spcPts val="0"/>
              </a:spcBef>
              <a:buClr>
                <a:srgbClr val="595959"/>
              </a:buClr>
              <a:defRPr/>
            </a:pPr>
            <a:r>
              <a:rPr lang="en-IN" i="1" dirty="0">
                <a:solidFill>
                  <a:srgbClr val="0070C0"/>
                </a:solidFill>
                <a:latin typeface="Times New Roman" panose="02020603050405020304" pitchFamily="18" charset="0"/>
                <a:cs typeface="Times New Roman" panose="02020603050405020304" pitchFamily="18" charset="0"/>
              </a:rPr>
              <a:t>Text between HTML tags</a:t>
            </a:r>
          </a:p>
          <a:p>
            <a:pPr lvl="1">
              <a:lnSpc>
                <a:spcPct val="107000"/>
              </a:lnSpc>
              <a:spcBef>
                <a:spcPts val="0"/>
              </a:spcBef>
              <a:buClr>
                <a:srgbClr val="595959"/>
              </a:buClr>
              <a:defRPr/>
            </a:pPr>
            <a:endParaRPr lang="en-IN" i="1" dirty="0">
              <a:solidFill>
                <a:srgbClr val="0070C0"/>
              </a:solidFill>
              <a:latin typeface="Times New Roman" panose="02020603050405020304" pitchFamily="18" charset="0"/>
              <a:cs typeface="Times New Roman" panose="02020603050405020304" pitchFamily="18" charset="0"/>
            </a:endParaRPr>
          </a:p>
          <a:p>
            <a:pPr>
              <a:lnSpc>
                <a:spcPct val="107000"/>
              </a:lnSpc>
              <a:spcAft>
                <a:spcPts val="800"/>
              </a:spcAft>
              <a:buClr>
                <a:srgbClr val="595959"/>
              </a:buClr>
              <a:defRPr/>
            </a:pPr>
            <a:r>
              <a:rPr lang="en-IN" dirty="0">
                <a:latin typeface="Times New Roman" panose="02020603050405020304" pitchFamily="18" charset="0"/>
                <a:ea typeface="Calibri" panose="020F0502020204030204" pitchFamily="34" charset="0"/>
                <a:cs typeface="Times New Roman" panose="02020603050405020304" pitchFamily="18" charset="0"/>
              </a:rPr>
              <a:t> Converting data to standard form</a:t>
            </a:r>
          </a:p>
          <a:p>
            <a:pPr lvl="1">
              <a:lnSpc>
                <a:spcPct val="107000"/>
              </a:lnSpc>
              <a:spcBef>
                <a:spcPts val="0"/>
              </a:spcBef>
              <a:buClr>
                <a:srgbClr val="595959"/>
              </a:buClr>
              <a:defRPr/>
            </a:pPr>
            <a:r>
              <a:rPr lang="en-IN" i="1" dirty="0">
                <a:solidFill>
                  <a:srgbClr val="0070C0"/>
                </a:solidFill>
                <a:latin typeface="Times New Roman" panose="02020603050405020304" pitchFamily="18" charset="0"/>
                <a:cs typeface="Times New Roman" panose="02020603050405020304" pitchFamily="18" charset="0"/>
              </a:rPr>
              <a:t>2mrw, tmrw-&gt;</a:t>
            </a:r>
            <a:r>
              <a:rPr lang="en-IN" i="1" dirty="0">
                <a:solidFill>
                  <a:schemeClr val="tx1"/>
                </a:solidFill>
                <a:latin typeface="Times New Roman" panose="02020603050405020304" pitchFamily="18" charset="0"/>
                <a:cs typeface="Times New Roman" panose="02020603050405020304" pitchFamily="18" charset="0"/>
              </a:rPr>
              <a:t>tomorrow</a:t>
            </a:r>
            <a:r>
              <a:rPr lang="en-IN" i="1" dirty="0">
                <a:solidFill>
                  <a:srgbClr val="0070C0"/>
                </a:solidFill>
                <a:latin typeface="Times New Roman" panose="02020603050405020304" pitchFamily="18" charset="0"/>
                <a:cs typeface="Times New Roman" panose="02020603050405020304" pitchFamily="18" charset="0"/>
              </a:rPr>
              <a:t> , </a:t>
            </a:r>
            <a:r>
              <a:rPr lang="en-IN" i="1" dirty="0" err="1">
                <a:solidFill>
                  <a:srgbClr val="0070C0"/>
                </a:solidFill>
                <a:latin typeface="Times New Roman" panose="02020603050405020304" pitchFamily="18" charset="0"/>
                <a:cs typeface="Times New Roman" panose="02020603050405020304" pitchFamily="18" charset="0"/>
              </a:rPr>
              <a:t>btwn</a:t>
            </a:r>
            <a:r>
              <a:rPr lang="en-IN" i="1" dirty="0">
                <a:solidFill>
                  <a:srgbClr val="0070C0"/>
                </a:solidFill>
                <a:latin typeface="Times New Roman" panose="02020603050405020304" pitchFamily="18" charset="0"/>
                <a:cs typeface="Times New Roman" panose="02020603050405020304" pitchFamily="18" charset="0"/>
              </a:rPr>
              <a:t>, btw </a:t>
            </a:r>
            <a:r>
              <a:rPr lang="en-IN" dirty="0">
                <a:latin typeface="Times New Roman" panose="02020603050405020304" pitchFamily="18" charset="0"/>
                <a:ea typeface="Calibri" panose="020F0502020204030204" pitchFamily="34" charset="0"/>
                <a:cs typeface="Times New Roman" panose="02020603050405020304" pitchFamily="18" charset="0"/>
              </a:rPr>
              <a:t>-&gt; </a:t>
            </a:r>
            <a:r>
              <a:rPr lang="en-IN"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between</a:t>
            </a:r>
            <a:r>
              <a:rPr lang="en-IN" dirty="0">
                <a:latin typeface="Times New Roman" panose="02020603050405020304" pitchFamily="18" charset="0"/>
                <a:ea typeface="Calibri" panose="020F0502020204030204" pitchFamily="34" charset="0"/>
                <a:cs typeface="Times New Roman" panose="02020603050405020304" pitchFamily="18" charset="0"/>
              </a:rPr>
              <a:t>, </a:t>
            </a:r>
            <a:r>
              <a:rPr lang="en-IN" i="1" dirty="0">
                <a:solidFill>
                  <a:srgbClr val="0070C0"/>
                </a:solidFill>
                <a:latin typeface="Times New Roman" panose="02020603050405020304" pitchFamily="18" charset="0"/>
                <a:cs typeface="Times New Roman" panose="02020603050405020304" pitchFamily="18" charset="0"/>
              </a:rPr>
              <a:t>b4</a:t>
            </a:r>
            <a:r>
              <a:rPr lang="en-IN" dirty="0">
                <a:latin typeface="Times New Roman" panose="02020603050405020304" pitchFamily="18" charset="0"/>
                <a:ea typeface="Calibri" panose="020F0502020204030204" pitchFamily="34" charset="0"/>
                <a:cs typeface="Times New Roman" panose="02020603050405020304" pitchFamily="18" charset="0"/>
              </a:rPr>
              <a:t>-&gt;</a:t>
            </a:r>
            <a:r>
              <a:rPr lang="en-IN"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before</a:t>
            </a:r>
            <a:endParaRPr lang="en-IN" sz="24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p>
            <a:pPr marL="558800" lvl="1" indent="0">
              <a:spcBef>
                <a:spcPts val="0"/>
              </a:spcBef>
              <a:buNone/>
            </a:pPr>
            <a:endParaRPr lang="en-IN" dirty="0">
              <a:latin typeface="Times New Roman" panose="02020603050405020304" pitchFamily="18" charset="0"/>
              <a:cs typeface="Times New Roman" panose="02020603050405020304" pitchFamily="18" charset="0"/>
            </a:endParaRPr>
          </a:p>
          <a:p>
            <a:pPr marL="76200" indent="0">
              <a:lnSpc>
                <a:spcPct val="107000"/>
              </a:lnSpc>
              <a:spcAft>
                <a:spcPts val="800"/>
              </a:spcAft>
              <a:buNone/>
            </a:pPr>
            <a:r>
              <a:rPr lang="en-IN"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endParaRPr dirty="0">
              <a:latin typeface="Times New Roman" panose="02020603050405020304" pitchFamily="18" charset="0"/>
              <a:cs typeface="Times New Roman" panose="02020603050405020304" pitchFamily="18" charset="0"/>
            </a:endParaRPr>
          </a:p>
          <a:p>
            <a:pPr marL="914400" lvl="0" indent="0" algn="l" rtl="0">
              <a:lnSpc>
                <a:spcPct val="115000"/>
              </a:lnSpc>
              <a:spcBef>
                <a:spcPts val="1600"/>
              </a:spcBef>
              <a:spcAft>
                <a:spcPts val="0"/>
              </a:spcAft>
              <a:buSzPts val="2400"/>
              <a:buNone/>
            </a:pPr>
            <a:endParaRPr dirty="0">
              <a:latin typeface="Times New Roman" panose="02020603050405020304" pitchFamily="18" charset="0"/>
              <a:cs typeface="Times New Roman" panose="02020603050405020304" pitchFamily="18" charset="0"/>
            </a:endParaRPr>
          </a:p>
          <a:p>
            <a:pPr marL="0" lvl="0" indent="0" algn="l" rtl="0">
              <a:lnSpc>
                <a:spcPct val="115000"/>
              </a:lnSpc>
              <a:spcBef>
                <a:spcPts val="1600"/>
              </a:spcBef>
              <a:spcAft>
                <a:spcPts val="0"/>
              </a:spcAft>
              <a:buSzPts val="2400"/>
              <a:buNone/>
            </a:pPr>
            <a:endParaRPr dirty="0">
              <a:latin typeface="Times New Roman" panose="02020603050405020304" pitchFamily="18" charset="0"/>
              <a:cs typeface="Times New Roman" panose="02020603050405020304" pitchFamily="18" charset="0"/>
            </a:endParaRPr>
          </a:p>
          <a:p>
            <a:pPr marL="0" lvl="0" indent="0" algn="l" rtl="0">
              <a:lnSpc>
                <a:spcPct val="115000"/>
              </a:lnSpc>
              <a:spcBef>
                <a:spcPts val="1600"/>
              </a:spcBef>
              <a:spcAft>
                <a:spcPts val="1600"/>
              </a:spcAft>
              <a:buSzPts val="2400"/>
              <a:buNone/>
            </a:pPr>
            <a:endParaRPr dirty="0">
              <a:latin typeface="Times New Roman" panose="02020603050405020304" pitchFamily="18" charset="0"/>
              <a:cs typeface="Times New Roman" panose="02020603050405020304" pitchFamily="18" charset="0"/>
            </a:endParaRPr>
          </a:p>
        </p:txBody>
      </p:sp>
      <p:sp>
        <p:nvSpPr>
          <p:cNvPr id="69" name="Google Shape;69;p2"/>
          <p:cNvSpPr txBox="1">
            <a:spLocks noGrp="1"/>
          </p:cNvSpPr>
          <p:nvPr>
            <p:ph type="sldNum" idx="12"/>
          </p:nvPr>
        </p:nvSpPr>
        <p:spPr>
          <a:xfrm>
            <a:off x="8" y="4749892"/>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800"/>
              <a:buNone/>
            </a:pPr>
            <a:fld id="{00000000-1234-1234-1234-123412341234}" type="slidenum">
              <a:rPr lang="en"/>
              <a:pPr marL="0" lvl="0" indent="0" algn="r" rtl="0">
                <a:lnSpc>
                  <a:spcPct val="100000"/>
                </a:lnSpc>
                <a:spcBef>
                  <a:spcPts val="0"/>
                </a:spcBef>
                <a:spcAft>
                  <a:spcPts val="0"/>
                </a:spcAft>
                <a:buSzPts val="1800"/>
                <a:buNone/>
              </a:pPr>
              <a:t>36</a:t>
            </a:fld>
            <a:endParaRPr/>
          </a:p>
        </p:txBody>
      </p:sp>
    </p:spTree>
    <p:extLst>
      <p:ext uri="{BB962C8B-B14F-4D97-AF65-F5344CB8AC3E}">
        <p14:creationId xmlns:p14="http://schemas.microsoft.com/office/powerpoint/2010/main" xmlns="" val="15161481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2"/>
          <p:cNvSpPr txBox="1">
            <a:spLocks noGrp="1"/>
          </p:cNvSpPr>
          <p:nvPr>
            <p:ph type="title"/>
          </p:nvPr>
        </p:nvSpPr>
        <p:spPr>
          <a:xfrm>
            <a:off x="623400" y="485425"/>
            <a:ext cx="8520600" cy="572700"/>
          </a:xfrm>
          <a:prstGeom prst="rect">
            <a:avLst/>
          </a:prstGeom>
          <a:noFill/>
          <a:ln>
            <a:noFill/>
          </a:ln>
        </p:spPr>
        <p:txBody>
          <a:bodyPr spcFirstLastPara="1" wrap="square" lIns="91425" tIns="91425" rIns="91425" bIns="91425" anchor="t" anchorCtr="0">
            <a:noAutofit/>
          </a:bodyPr>
          <a:lstStyle/>
          <a:p>
            <a:pPr>
              <a:lnSpc>
                <a:spcPct val="107000"/>
              </a:lnSpc>
              <a:spcAft>
                <a:spcPts val="800"/>
              </a:spcAft>
            </a:pPr>
            <a:r>
              <a:rPr lang="en-US" sz="3200" dirty="0">
                <a:effectLst/>
                <a:latin typeface="Times New Roman" panose="02020603050405020304" pitchFamily="18" charset="0"/>
                <a:ea typeface="Times New Roman" panose="02020603050405020304" pitchFamily="18" charset="0"/>
              </a:rPr>
              <a:t>Steps in Text Preprocessing</a:t>
            </a:r>
            <a:r>
              <a:rPr lang="en-IN" dirty="0"/>
              <a:t>:</a:t>
            </a:r>
            <a:endParaRPr lang="en-IN" sz="3200" dirty="0"/>
          </a:p>
        </p:txBody>
      </p:sp>
      <p:sp>
        <p:nvSpPr>
          <p:cNvPr id="68" name="Google Shape;68;p2"/>
          <p:cNvSpPr txBox="1">
            <a:spLocks noGrp="1"/>
          </p:cNvSpPr>
          <p:nvPr>
            <p:ph type="body" idx="1"/>
          </p:nvPr>
        </p:nvSpPr>
        <p:spPr>
          <a:xfrm>
            <a:off x="576018" y="1058125"/>
            <a:ext cx="7991963" cy="29469065"/>
          </a:xfrm>
          <a:prstGeom prst="rect">
            <a:avLst/>
          </a:prstGeom>
          <a:noFill/>
          <a:ln>
            <a:noFill/>
          </a:ln>
        </p:spPr>
        <p:txBody>
          <a:bodyPr spcFirstLastPara="1" wrap="square" lIns="91425" tIns="91425" rIns="91425" bIns="91425" anchor="t" anchorCtr="0">
            <a:noAutofit/>
          </a:bodyPr>
          <a:lstStyle/>
          <a:p>
            <a:pPr marL="457200" marR="0" lvl="0" indent="-381000" algn="l" defTabSz="914400" rtl="0" eaLnBrk="1" fontAlgn="auto" latinLnBrk="0" hangingPunct="1">
              <a:lnSpc>
                <a:spcPct val="107000"/>
              </a:lnSpc>
              <a:spcBef>
                <a:spcPts val="0"/>
              </a:spcBef>
              <a:spcAft>
                <a:spcPts val="800"/>
              </a:spcAft>
              <a:buClr>
                <a:srgbClr val="595959"/>
              </a:buClr>
              <a:buSzPts val="2400"/>
              <a:buFont typeface="Gill Sans"/>
              <a:buChar char="●"/>
              <a:tabLst/>
              <a:defRPr/>
            </a:pPr>
            <a:r>
              <a:rPr kumimoji="0" lang="en-US" sz="2400" b="0" i="0" u="none" strike="noStrike" kern="0" cap="none" spc="0" normalizeH="0" baseline="0" noProof="0" dirty="0">
                <a:ln>
                  <a:noFill/>
                </a:ln>
                <a:solidFill>
                  <a:srgbClr val="595959"/>
                </a:solidFill>
                <a:effectLst/>
                <a:uLnTx/>
                <a:uFillTx/>
                <a:latin typeface="Times New Roman" panose="02020603050405020304" pitchFamily="18" charset="0"/>
                <a:ea typeface="Calibri" panose="020F0502020204030204" pitchFamily="34" charset="0"/>
                <a:cs typeface="Times New Roman" panose="02020603050405020304" pitchFamily="18" charset="0"/>
                <a:sym typeface="Gill Sans"/>
              </a:rPr>
              <a:t>Emojis</a:t>
            </a:r>
          </a:p>
          <a:p>
            <a:pPr marL="876300" lvl="1" indent="-342900">
              <a:lnSpc>
                <a:spcPct val="107000"/>
              </a:lnSpc>
              <a:spcBef>
                <a:spcPts val="0"/>
              </a:spcBef>
              <a:spcAft>
                <a:spcPts val="800"/>
              </a:spcAft>
              <a:buClr>
                <a:srgbClr val="595959"/>
              </a:buClr>
              <a:buSzPts val="2400"/>
              <a:defRPr/>
            </a:pPr>
            <a:r>
              <a:rPr lang="en-US" i="1" dirty="0">
                <a:solidFill>
                  <a:srgbClr val="0070C0"/>
                </a:solidFill>
                <a:latin typeface="Times New Roman" panose="02020603050405020304" pitchFamily="18" charset="0"/>
                <a:cs typeface="Times New Roman" panose="02020603050405020304" pitchFamily="18" charset="0"/>
              </a:rPr>
              <a:t>Remove them / replace with a word / sentiment analysis</a:t>
            </a:r>
            <a:endParaRPr lang="en-IN" i="1" dirty="0">
              <a:solidFill>
                <a:srgbClr val="0070C0"/>
              </a:solidFill>
              <a:latin typeface="Times New Roman" panose="02020603050405020304" pitchFamily="18" charset="0"/>
              <a:cs typeface="Times New Roman" panose="02020603050405020304" pitchFamily="18" charset="0"/>
            </a:endParaRPr>
          </a:p>
          <a:p>
            <a:pPr>
              <a:lnSpc>
                <a:spcPct val="107000"/>
              </a:lnSpc>
              <a:spcAft>
                <a:spcPts val="800"/>
              </a:spcAft>
              <a:buClr>
                <a:srgbClr val="595959"/>
              </a:buClr>
              <a:defRPr/>
            </a:pPr>
            <a:r>
              <a:rPr lang="en-US" dirty="0">
                <a:latin typeface="Times New Roman" panose="02020603050405020304" pitchFamily="18" charset="0"/>
                <a:ea typeface="Calibri" panose="020F0502020204030204" pitchFamily="34" charset="0"/>
                <a:cs typeface="Times New Roman" panose="02020603050405020304" pitchFamily="18" charset="0"/>
              </a:rPr>
              <a:t>Replace characters repeated more (twitter)</a:t>
            </a:r>
          </a:p>
          <a:p>
            <a:pPr lvl="1">
              <a:lnSpc>
                <a:spcPct val="107000"/>
              </a:lnSpc>
              <a:spcBef>
                <a:spcPts val="0"/>
              </a:spcBef>
              <a:buClr>
                <a:srgbClr val="595959"/>
              </a:buClr>
              <a:defRPr/>
            </a:pPr>
            <a:r>
              <a:rPr lang="en-IN" i="1" dirty="0">
                <a:solidFill>
                  <a:schemeClr val="tx1"/>
                </a:solidFill>
                <a:latin typeface="Times New Roman" panose="02020603050405020304" pitchFamily="18" charset="0"/>
                <a:cs typeface="Times New Roman" panose="02020603050405020304" pitchFamily="18" charset="0"/>
              </a:rPr>
              <a:t>e.g. </a:t>
            </a:r>
            <a:r>
              <a:rPr lang="en-IN" i="1" dirty="0">
                <a:solidFill>
                  <a:srgbClr val="0070C0"/>
                </a:solidFill>
                <a:latin typeface="Times New Roman" panose="02020603050405020304" pitchFamily="18" charset="0"/>
                <a:cs typeface="Times New Roman" panose="02020603050405020304" pitchFamily="18" charset="0"/>
              </a:rPr>
              <a:t>it was </a:t>
            </a:r>
            <a:r>
              <a:rPr lang="en-IN" i="1" dirty="0" err="1">
                <a:solidFill>
                  <a:srgbClr val="0070C0"/>
                </a:solidFill>
                <a:latin typeface="Times New Roman" panose="02020603050405020304" pitchFamily="18" charset="0"/>
                <a:cs typeface="Times New Roman" panose="02020603050405020304" pitchFamily="18" charset="0"/>
              </a:rPr>
              <a:t>ssssoooo</a:t>
            </a:r>
            <a:r>
              <a:rPr lang="en-IN" i="1" dirty="0">
                <a:solidFill>
                  <a:srgbClr val="0070C0"/>
                </a:solidFill>
                <a:latin typeface="Times New Roman" panose="02020603050405020304" pitchFamily="18" charset="0"/>
                <a:cs typeface="Times New Roman" panose="02020603050405020304" pitchFamily="18" charset="0"/>
              </a:rPr>
              <a:t> nice -&gt; </a:t>
            </a:r>
            <a:r>
              <a:rPr lang="en-IN" i="1" dirty="0">
                <a:solidFill>
                  <a:schemeClr val="tx1"/>
                </a:solidFill>
                <a:latin typeface="Times New Roman" panose="02020603050405020304" pitchFamily="18" charset="0"/>
                <a:cs typeface="Times New Roman" panose="02020603050405020304" pitchFamily="18" charset="0"/>
              </a:rPr>
              <a:t>it was so nice</a:t>
            </a:r>
          </a:p>
          <a:p>
            <a:pPr>
              <a:lnSpc>
                <a:spcPct val="107000"/>
              </a:lnSpc>
              <a:spcBef>
                <a:spcPts val="800"/>
              </a:spcBef>
              <a:spcAft>
                <a:spcPts val="800"/>
              </a:spcAft>
            </a:pPr>
            <a:r>
              <a:rPr lang="en-US" dirty="0">
                <a:latin typeface="Times New Roman" panose="02020603050405020304" pitchFamily="18" charset="0"/>
                <a:cs typeface="Times New Roman" panose="02020603050405020304" pitchFamily="18" charset="0"/>
              </a:rPr>
              <a:t>Replace contractions (short forms to full words)</a:t>
            </a:r>
          </a:p>
          <a:p>
            <a:pPr lvl="1">
              <a:lnSpc>
                <a:spcPct val="107000"/>
              </a:lnSpc>
              <a:spcBef>
                <a:spcPts val="0"/>
              </a:spcBef>
            </a:pPr>
            <a:r>
              <a:rPr lang="en-US" i="1" dirty="0">
                <a:solidFill>
                  <a:srgbClr val="0070C0"/>
                </a:solidFill>
                <a:latin typeface="Times New Roman" panose="02020603050405020304" pitchFamily="18" charset="0"/>
                <a:cs typeface="Times New Roman" panose="02020603050405020304" pitchFamily="18" charset="0"/>
              </a:rPr>
              <a:t>I ‘m -&gt; </a:t>
            </a:r>
            <a:r>
              <a:rPr lang="en-US" i="1" dirty="0">
                <a:solidFill>
                  <a:schemeClr val="tx1"/>
                </a:solidFill>
                <a:latin typeface="Times New Roman" panose="02020603050405020304" pitchFamily="18" charset="0"/>
                <a:cs typeface="Times New Roman" panose="02020603050405020304" pitchFamily="18" charset="0"/>
              </a:rPr>
              <a:t>I am</a:t>
            </a:r>
            <a:r>
              <a:rPr lang="en-US" i="1" dirty="0">
                <a:solidFill>
                  <a:srgbClr val="0070C0"/>
                </a:solidFill>
                <a:latin typeface="Times New Roman" panose="02020603050405020304" pitchFamily="18" charset="0"/>
                <a:cs typeface="Times New Roman" panose="02020603050405020304" pitchFamily="18" charset="0"/>
              </a:rPr>
              <a:t>,  </a:t>
            </a:r>
            <a:r>
              <a:rPr lang="en-US" i="1" dirty="0" err="1">
                <a:solidFill>
                  <a:srgbClr val="0070C0"/>
                </a:solidFill>
                <a:latin typeface="Times New Roman" panose="02020603050405020304" pitchFamily="18" charset="0"/>
                <a:cs typeface="Times New Roman" panose="02020603050405020304" pitchFamily="18" charset="0"/>
              </a:rPr>
              <a:t>did’nt</a:t>
            </a:r>
            <a:r>
              <a:rPr lang="en-US" i="1" dirty="0">
                <a:solidFill>
                  <a:srgbClr val="0070C0"/>
                </a:solidFill>
                <a:latin typeface="Times New Roman" panose="02020603050405020304" pitchFamily="18" charset="0"/>
                <a:cs typeface="Times New Roman" panose="02020603050405020304" pitchFamily="18" charset="0"/>
              </a:rPr>
              <a:t> -&gt; </a:t>
            </a:r>
            <a:r>
              <a:rPr lang="en-US" i="1" dirty="0">
                <a:solidFill>
                  <a:schemeClr val="tx1"/>
                </a:solidFill>
                <a:latin typeface="Times New Roman" panose="02020603050405020304" pitchFamily="18" charset="0"/>
                <a:cs typeface="Times New Roman" panose="02020603050405020304" pitchFamily="18" charset="0"/>
              </a:rPr>
              <a:t>did not </a:t>
            </a:r>
            <a:endParaRPr lang="en-IN" i="1" dirty="0">
              <a:solidFill>
                <a:schemeClr val="tx1"/>
              </a:solidFill>
              <a:latin typeface="Times New Roman" panose="02020603050405020304" pitchFamily="18" charset="0"/>
              <a:cs typeface="Times New Roman" panose="02020603050405020304" pitchFamily="18" charset="0"/>
            </a:endParaRPr>
          </a:p>
          <a:p>
            <a:pPr>
              <a:lnSpc>
                <a:spcPct val="107000"/>
              </a:lnSpc>
              <a:spcAft>
                <a:spcPts val="800"/>
              </a:spcAft>
              <a:buClr>
                <a:srgbClr val="595959"/>
              </a:buClr>
              <a:defRPr/>
            </a:pPr>
            <a:r>
              <a:rPr lang="en-IN" dirty="0">
                <a:latin typeface="Times New Roman" panose="02020603050405020304" pitchFamily="18" charset="0"/>
                <a:ea typeface="Calibri" panose="020F0502020204030204" pitchFamily="34" charset="0"/>
                <a:cs typeface="Times New Roman" panose="02020603050405020304" pitchFamily="18" charset="0"/>
              </a:rPr>
              <a:t> Removal of punctuations</a:t>
            </a:r>
          </a:p>
          <a:p>
            <a:pPr>
              <a:lnSpc>
                <a:spcPct val="107000"/>
              </a:lnSpc>
              <a:spcAft>
                <a:spcPts val="800"/>
              </a:spcAft>
              <a:buClr>
                <a:srgbClr val="595959"/>
              </a:buClr>
              <a:defRPr/>
            </a:pPr>
            <a:r>
              <a:rPr lang="en-IN" dirty="0">
                <a:latin typeface="Times New Roman" panose="02020603050405020304" pitchFamily="18" charset="0"/>
                <a:cs typeface="Times New Roman" panose="02020603050405020304" pitchFamily="18" charset="0"/>
              </a:rPr>
              <a:t>Removal of rare/frequent words</a:t>
            </a:r>
          </a:p>
        </p:txBody>
      </p:sp>
      <p:sp>
        <p:nvSpPr>
          <p:cNvPr id="69" name="Google Shape;69;p2"/>
          <p:cNvSpPr txBox="1">
            <a:spLocks noGrp="1"/>
          </p:cNvSpPr>
          <p:nvPr>
            <p:ph type="sldNum" idx="12"/>
          </p:nvPr>
        </p:nvSpPr>
        <p:spPr>
          <a:xfrm>
            <a:off x="8" y="4749892"/>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800"/>
              <a:buNone/>
            </a:pPr>
            <a:fld id="{00000000-1234-1234-1234-123412341234}" type="slidenum">
              <a:rPr lang="en"/>
              <a:pPr marL="0" lvl="0" indent="0" algn="r" rtl="0">
                <a:lnSpc>
                  <a:spcPct val="100000"/>
                </a:lnSpc>
                <a:spcBef>
                  <a:spcPts val="0"/>
                </a:spcBef>
                <a:spcAft>
                  <a:spcPts val="0"/>
                </a:spcAft>
                <a:buSzPts val="1800"/>
                <a:buNone/>
              </a:pPr>
              <a:t>37</a:t>
            </a:fld>
            <a:endParaRPr/>
          </a:p>
        </p:txBody>
      </p:sp>
    </p:spTree>
    <p:extLst>
      <p:ext uri="{BB962C8B-B14F-4D97-AF65-F5344CB8AC3E}">
        <p14:creationId xmlns:p14="http://schemas.microsoft.com/office/powerpoint/2010/main" xmlns="" val="14278965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2"/>
          <p:cNvSpPr txBox="1">
            <a:spLocks noGrp="1"/>
          </p:cNvSpPr>
          <p:nvPr>
            <p:ph type="title"/>
          </p:nvPr>
        </p:nvSpPr>
        <p:spPr>
          <a:xfrm>
            <a:off x="623400" y="485425"/>
            <a:ext cx="8520600" cy="572700"/>
          </a:xfrm>
          <a:prstGeom prst="rect">
            <a:avLst/>
          </a:prstGeom>
          <a:noFill/>
          <a:ln>
            <a:noFill/>
          </a:ln>
        </p:spPr>
        <p:txBody>
          <a:bodyPr spcFirstLastPara="1" wrap="square" lIns="91425" tIns="91425" rIns="91425" bIns="91425" anchor="t" anchorCtr="0">
            <a:noAutofit/>
          </a:bodyPr>
          <a:lstStyle/>
          <a:p>
            <a:pPr>
              <a:lnSpc>
                <a:spcPct val="107000"/>
              </a:lnSpc>
              <a:spcAft>
                <a:spcPts val="800"/>
              </a:spcAft>
            </a:pPr>
            <a:r>
              <a:rPr lang="en-US" sz="3200" dirty="0">
                <a:effectLst/>
                <a:latin typeface="Times New Roman" panose="02020603050405020304" pitchFamily="18" charset="0"/>
                <a:ea typeface="Times New Roman" panose="02020603050405020304" pitchFamily="18" charset="0"/>
              </a:rPr>
              <a:t>Steps in Text Preprocessing</a:t>
            </a:r>
            <a:r>
              <a:rPr lang="en-IN" dirty="0"/>
              <a:t>:</a:t>
            </a:r>
            <a:endParaRPr lang="en-IN" sz="3200" dirty="0"/>
          </a:p>
        </p:txBody>
      </p:sp>
      <p:sp>
        <p:nvSpPr>
          <p:cNvPr id="68" name="Google Shape;68;p2"/>
          <p:cNvSpPr txBox="1">
            <a:spLocks noGrp="1"/>
          </p:cNvSpPr>
          <p:nvPr>
            <p:ph type="body" idx="1"/>
          </p:nvPr>
        </p:nvSpPr>
        <p:spPr>
          <a:xfrm>
            <a:off x="576018" y="1058125"/>
            <a:ext cx="7991963" cy="29469065"/>
          </a:xfrm>
          <a:prstGeom prst="rect">
            <a:avLst/>
          </a:prstGeom>
          <a:noFill/>
          <a:ln>
            <a:noFill/>
          </a:ln>
        </p:spPr>
        <p:txBody>
          <a:bodyPr spcFirstLastPara="1" wrap="square" lIns="91425" tIns="91425" rIns="91425" bIns="91425" anchor="t" anchorCtr="0">
            <a:noAutofit/>
          </a:bodyPr>
          <a:lstStyle/>
          <a:p>
            <a:pPr marL="457200" marR="0" lvl="0" indent="-381000" algn="l" defTabSz="914400" rtl="0" eaLnBrk="1" fontAlgn="auto" latinLnBrk="0" hangingPunct="1">
              <a:lnSpc>
                <a:spcPct val="107000"/>
              </a:lnSpc>
              <a:spcBef>
                <a:spcPts val="0"/>
              </a:spcBef>
              <a:spcAft>
                <a:spcPts val="800"/>
              </a:spcAft>
              <a:buClr>
                <a:srgbClr val="595959"/>
              </a:buClr>
              <a:buSzPts val="2400"/>
              <a:buFont typeface="Gill Sans"/>
              <a:buChar char="●"/>
              <a:tabLst/>
              <a:defRPr/>
            </a:pPr>
            <a:r>
              <a:rPr lang="en-US" dirty="0">
                <a:latin typeface="Times New Roman" panose="02020603050405020304" pitchFamily="18" charset="0"/>
                <a:ea typeface="Calibri" panose="020F0502020204030204" pitchFamily="34" charset="0"/>
                <a:cs typeface="Times New Roman" panose="02020603050405020304" pitchFamily="18" charset="0"/>
              </a:rPr>
              <a:t>Tokenization</a:t>
            </a:r>
          </a:p>
          <a:p>
            <a:pPr lvl="1">
              <a:lnSpc>
                <a:spcPct val="107000"/>
              </a:lnSpc>
              <a:spcBef>
                <a:spcPts val="0"/>
              </a:spcBef>
              <a:buClr>
                <a:srgbClr val="595959"/>
              </a:buClr>
              <a:defRPr/>
            </a:pPr>
            <a:r>
              <a:rPr lang="en-US" i="1" dirty="0">
                <a:solidFill>
                  <a:srgbClr val="0070C0"/>
                </a:solidFill>
                <a:latin typeface="Times New Roman" panose="02020603050405020304" pitchFamily="18" charset="0"/>
                <a:cs typeface="Times New Roman" panose="02020603050405020304" pitchFamily="18" charset="0"/>
              </a:rPr>
              <a:t>'the new policy of the government is good’</a:t>
            </a:r>
          </a:p>
          <a:p>
            <a:pPr lvl="1">
              <a:lnSpc>
                <a:spcPct val="107000"/>
              </a:lnSpc>
              <a:spcBef>
                <a:spcPts val="0"/>
              </a:spcBef>
              <a:buClr>
                <a:srgbClr val="595959"/>
              </a:buClr>
              <a:defRPr/>
            </a:pPr>
            <a:endParaRPr lang="en-US" i="1" dirty="0">
              <a:solidFill>
                <a:srgbClr val="0070C0"/>
              </a:solidFill>
              <a:latin typeface="Times New Roman" panose="02020603050405020304" pitchFamily="18" charset="0"/>
              <a:cs typeface="Times New Roman" panose="02020603050405020304" pitchFamily="18" charset="0"/>
            </a:endParaRPr>
          </a:p>
          <a:p>
            <a:pPr>
              <a:lnSpc>
                <a:spcPct val="107000"/>
              </a:lnSpc>
              <a:buClr>
                <a:srgbClr val="595959"/>
              </a:buClr>
              <a:defRPr/>
            </a:pPr>
            <a:r>
              <a:rPr lang="en-US" dirty="0">
                <a:latin typeface="Times New Roman" panose="02020603050405020304" pitchFamily="18" charset="0"/>
                <a:cs typeface="Times New Roman" panose="02020603050405020304" pitchFamily="18" charset="0"/>
              </a:rPr>
              <a:t>Sentence segmentation(if required</a:t>
            </a:r>
            <a:r>
              <a:rPr lang="en-US" dirty="0">
                <a:latin typeface="Times New Roman" panose="02020603050405020304" pitchFamily="18" charset="0"/>
                <a:ea typeface="Calibri" panose="020F0502020204030204" pitchFamily="34" charset="0"/>
                <a:cs typeface="Times New Roman" panose="02020603050405020304" pitchFamily="18" charset="0"/>
              </a:rPr>
              <a:t>) </a:t>
            </a:r>
            <a:endParaRPr lang="en-IN" dirty="0">
              <a:latin typeface="Times New Roman" panose="02020603050405020304" pitchFamily="18" charset="0"/>
              <a:ea typeface="Calibri" panose="020F0502020204030204" pitchFamily="34" charset="0"/>
              <a:cs typeface="Times New Roman" panose="02020603050405020304" pitchFamily="18" charset="0"/>
            </a:endParaRPr>
          </a:p>
          <a:p>
            <a:pPr lvl="1">
              <a:lnSpc>
                <a:spcPct val="107000"/>
              </a:lnSpc>
              <a:spcBef>
                <a:spcPts val="0"/>
              </a:spcBef>
            </a:pPr>
            <a:r>
              <a:rPr lang="en-US" i="1" dirty="0">
                <a:solidFill>
                  <a:srgbClr val="0070C0"/>
                </a:solidFill>
                <a:latin typeface="Times New Roman" panose="02020603050405020304" pitchFamily="18" charset="0"/>
                <a:cs typeface="Times New Roman" panose="02020603050405020304" pitchFamily="18" charset="0"/>
              </a:rPr>
              <a:t>text = "First in class. Last in class.“</a:t>
            </a:r>
          </a:p>
          <a:p>
            <a:pPr marL="76200" marR="0" lvl="0" indent="0" algn="l" defTabSz="914400" rtl="0" eaLnBrk="1" fontAlgn="base" latinLnBrk="1" hangingPunct="1">
              <a:lnSpc>
                <a:spcPts val="1455"/>
              </a:lnSpc>
              <a:spcBef>
                <a:spcPts val="0"/>
              </a:spcBef>
              <a:spcAft>
                <a:spcPts val="800"/>
              </a:spcAft>
              <a:buClr>
                <a:srgbClr val="595959"/>
              </a:buClr>
              <a:buSzPts val="2400"/>
              <a:buFont typeface="Gill Sans"/>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200" b="0" i="0" u="none" strike="noStrike" kern="0" cap="none" spc="0" normalizeH="0" baseline="0" noProof="0" dirty="0">
                <a:ln>
                  <a:noFill/>
                </a:ln>
                <a:solidFill>
                  <a:srgbClr val="000000"/>
                </a:solidFill>
                <a:effectLst/>
                <a:uLnTx/>
                <a:uFillTx/>
                <a:latin typeface="Times New Roman" panose="02020603050405020304" pitchFamily="18" charset="0"/>
                <a:ea typeface="Times New Roman" panose="02020603050405020304" pitchFamily="18" charset="0"/>
                <a:cs typeface="Times New Roman" panose="02020603050405020304" pitchFamily="18" charset="0"/>
                <a:sym typeface="Gill Sans"/>
              </a:rPr>
              <a:t>		</a:t>
            </a:r>
            <a:r>
              <a:rPr lang="en-IN" sz="1200" dirty="0">
                <a:solidFill>
                  <a:srgbClr val="000000"/>
                </a:solidFill>
                <a:latin typeface="Times New Roman" panose="02020603050405020304" pitchFamily="18" charset="0"/>
                <a:cs typeface="Times New Roman" panose="02020603050405020304" pitchFamily="18" charset="0"/>
              </a:rPr>
              <a:t>Output: ['First in class.', ‘Last in class.']</a:t>
            </a:r>
            <a:endParaRPr lang="en-US" i="1" dirty="0">
              <a:solidFill>
                <a:srgbClr val="0070C0"/>
              </a:solidFill>
              <a:latin typeface="Times New Roman" panose="02020603050405020304" pitchFamily="18" charset="0"/>
              <a:cs typeface="Times New Roman" panose="02020603050405020304" pitchFamily="18" charset="0"/>
            </a:endParaRPr>
          </a:p>
          <a:p>
            <a:pPr marL="457200" marR="0" lvl="0" indent="-381000" algn="l" defTabSz="914400" rtl="0" eaLnBrk="1" fontAlgn="auto" latinLnBrk="0" hangingPunct="1">
              <a:lnSpc>
                <a:spcPct val="107000"/>
              </a:lnSpc>
              <a:spcBef>
                <a:spcPts val="0"/>
              </a:spcBef>
              <a:spcAft>
                <a:spcPts val="800"/>
              </a:spcAft>
              <a:buClr>
                <a:srgbClr val="595959"/>
              </a:buClr>
              <a:buSzPts val="2400"/>
              <a:buFont typeface="Gill Sans"/>
              <a:buChar char="●"/>
              <a:tabLst/>
              <a:defRPr/>
            </a:pPr>
            <a:r>
              <a:rPr kumimoji="0" lang="en-US" sz="2000" b="0" i="0" u="none" strike="noStrike" kern="0" cap="none" spc="0" normalizeH="0" baseline="0" noProof="0" dirty="0">
                <a:ln>
                  <a:noFill/>
                </a:ln>
                <a:solidFill>
                  <a:srgbClr val="595959"/>
                </a:solidFill>
                <a:effectLst/>
                <a:uLnTx/>
                <a:uFillTx/>
                <a:latin typeface="Times New Roman" panose="02020603050405020304" pitchFamily="18" charset="0"/>
                <a:ea typeface="Calibri" panose="020F0502020204030204" pitchFamily="34" charset="0"/>
                <a:cs typeface="Times New Roman" panose="02020603050405020304" pitchFamily="18" charset="0"/>
                <a:sym typeface="Gill Sans"/>
              </a:rPr>
              <a:t>Remove stop words </a:t>
            </a:r>
          </a:p>
          <a:p>
            <a:pPr marL="533400" lvl="1" indent="0">
              <a:lnSpc>
                <a:spcPct val="107000"/>
              </a:lnSpc>
              <a:spcBef>
                <a:spcPts val="0"/>
              </a:spcBef>
              <a:spcAft>
                <a:spcPts val="800"/>
              </a:spcAft>
              <a:buClr>
                <a:srgbClr val="595959"/>
              </a:buClr>
              <a:buSzPts val="2400"/>
              <a:buNone/>
              <a:defRPr/>
            </a:pPr>
            <a:r>
              <a:rPr lang="en-US" sz="1400" dirty="0">
                <a:solidFill>
                  <a:schemeClr val="tx1"/>
                </a:solidFill>
                <a:latin typeface="Times New Roman" panose="02020603050405020304" pitchFamily="18" charset="0"/>
                <a:cs typeface="Times New Roman" panose="02020603050405020304" pitchFamily="18" charset="0"/>
              </a:rPr>
              <a:t>Tokens as input </a:t>
            </a:r>
            <a:r>
              <a:rPr lang="en-US" sz="1400" dirty="0">
                <a:solidFill>
                  <a:srgbClr val="0070C0"/>
                </a:solidFill>
                <a:latin typeface="Times New Roman" panose="02020603050405020304" pitchFamily="18" charset="0"/>
                <a:cs typeface="Times New Roman" panose="02020603050405020304" pitchFamily="18" charset="0"/>
              </a:rPr>
              <a:t>- ['the', 'new', 'policy', 'of', 'the', 'government', 'is', 'good’]</a:t>
            </a:r>
          </a:p>
          <a:p>
            <a:pPr marL="533400" lvl="1" indent="0">
              <a:lnSpc>
                <a:spcPct val="107000"/>
              </a:lnSpc>
              <a:spcBef>
                <a:spcPts val="0"/>
              </a:spcBef>
              <a:spcAft>
                <a:spcPts val="800"/>
              </a:spcAft>
              <a:buClr>
                <a:srgbClr val="595959"/>
              </a:buClr>
              <a:buSzPts val="2400"/>
              <a:buNone/>
              <a:defRPr/>
            </a:pPr>
            <a:r>
              <a:rPr lang="en-US" sz="1200" dirty="0">
                <a:solidFill>
                  <a:srgbClr val="000000"/>
                </a:solidFill>
                <a:latin typeface="Times New Roman" panose="02020603050405020304" pitchFamily="18" charset="0"/>
                <a:cs typeface="Times New Roman" panose="02020603050405020304" pitchFamily="18" charset="0"/>
                <a:sym typeface="Arial"/>
              </a:rPr>
              <a:t> ['new', 'policy', 'government', 'good’]</a:t>
            </a:r>
          </a:p>
          <a:p>
            <a:pPr marL="558800" lvl="1" indent="0">
              <a:spcBef>
                <a:spcPts val="0"/>
              </a:spcBef>
              <a:buNone/>
            </a:pPr>
            <a:endParaRPr lang="en-IN" dirty="0">
              <a:latin typeface="Times New Roman" panose="02020603050405020304" pitchFamily="18" charset="0"/>
              <a:cs typeface="Times New Roman" panose="02020603050405020304" pitchFamily="18" charset="0"/>
            </a:endParaRPr>
          </a:p>
          <a:p>
            <a:pPr marL="76200" indent="0">
              <a:lnSpc>
                <a:spcPct val="107000"/>
              </a:lnSpc>
              <a:spcAft>
                <a:spcPts val="800"/>
              </a:spcAft>
              <a:buNone/>
            </a:pPr>
            <a:r>
              <a:rPr lang="en-IN"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endParaRPr dirty="0">
              <a:latin typeface="Times New Roman" panose="02020603050405020304" pitchFamily="18" charset="0"/>
              <a:cs typeface="Times New Roman" panose="02020603050405020304" pitchFamily="18" charset="0"/>
            </a:endParaRPr>
          </a:p>
          <a:p>
            <a:pPr marL="914400" lvl="0" indent="0" algn="l" rtl="0">
              <a:lnSpc>
                <a:spcPct val="115000"/>
              </a:lnSpc>
              <a:spcBef>
                <a:spcPts val="1600"/>
              </a:spcBef>
              <a:spcAft>
                <a:spcPts val="0"/>
              </a:spcAft>
              <a:buSzPts val="2400"/>
              <a:buNone/>
            </a:pPr>
            <a:endParaRPr dirty="0">
              <a:latin typeface="Times New Roman" panose="02020603050405020304" pitchFamily="18" charset="0"/>
              <a:cs typeface="Times New Roman" panose="02020603050405020304" pitchFamily="18" charset="0"/>
            </a:endParaRPr>
          </a:p>
          <a:p>
            <a:pPr marL="0" lvl="0" indent="0" algn="l" rtl="0">
              <a:lnSpc>
                <a:spcPct val="115000"/>
              </a:lnSpc>
              <a:spcBef>
                <a:spcPts val="1600"/>
              </a:spcBef>
              <a:spcAft>
                <a:spcPts val="0"/>
              </a:spcAft>
              <a:buSzPts val="2400"/>
              <a:buNone/>
            </a:pPr>
            <a:endParaRPr dirty="0">
              <a:latin typeface="Times New Roman" panose="02020603050405020304" pitchFamily="18" charset="0"/>
              <a:cs typeface="Times New Roman" panose="02020603050405020304" pitchFamily="18" charset="0"/>
            </a:endParaRPr>
          </a:p>
          <a:p>
            <a:pPr marL="0" lvl="0" indent="0" algn="l" rtl="0">
              <a:lnSpc>
                <a:spcPct val="115000"/>
              </a:lnSpc>
              <a:spcBef>
                <a:spcPts val="1600"/>
              </a:spcBef>
              <a:spcAft>
                <a:spcPts val="1600"/>
              </a:spcAft>
              <a:buSzPts val="2400"/>
              <a:buNone/>
            </a:pPr>
            <a:endParaRPr dirty="0">
              <a:latin typeface="Times New Roman" panose="02020603050405020304" pitchFamily="18" charset="0"/>
              <a:cs typeface="Times New Roman" panose="02020603050405020304" pitchFamily="18" charset="0"/>
            </a:endParaRPr>
          </a:p>
        </p:txBody>
      </p:sp>
      <p:sp>
        <p:nvSpPr>
          <p:cNvPr id="69" name="Google Shape;69;p2"/>
          <p:cNvSpPr txBox="1">
            <a:spLocks noGrp="1"/>
          </p:cNvSpPr>
          <p:nvPr>
            <p:ph type="sldNum" idx="12"/>
          </p:nvPr>
        </p:nvSpPr>
        <p:spPr>
          <a:xfrm>
            <a:off x="8" y="4749892"/>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800"/>
              <a:buNone/>
            </a:pPr>
            <a:fld id="{00000000-1234-1234-1234-123412341234}" type="slidenum">
              <a:rPr lang="en"/>
              <a:pPr marL="0" lvl="0" indent="0" algn="r" rtl="0">
                <a:lnSpc>
                  <a:spcPct val="100000"/>
                </a:lnSpc>
                <a:spcBef>
                  <a:spcPts val="0"/>
                </a:spcBef>
                <a:spcAft>
                  <a:spcPts val="0"/>
                </a:spcAft>
                <a:buSzPts val="1800"/>
                <a:buNone/>
              </a:pPr>
              <a:t>38</a:t>
            </a:fld>
            <a:endParaRPr/>
          </a:p>
        </p:txBody>
      </p:sp>
      <p:sp>
        <p:nvSpPr>
          <p:cNvPr id="2" name="Rectangle 1">
            <a:extLst>
              <a:ext uri="{FF2B5EF4-FFF2-40B4-BE49-F238E27FC236}">
                <a16:creationId xmlns:a16="http://schemas.microsoft.com/office/drawing/2014/main" xmlns="" id="{0982462C-1439-49EE-8DB3-2F35230D4F16}"/>
              </a:ext>
            </a:extLst>
          </p:cNvPr>
          <p:cNvSpPr>
            <a:spLocks noChangeArrowheads="1"/>
          </p:cNvSpPr>
          <p:nvPr/>
        </p:nvSpPr>
        <p:spPr bwMode="auto">
          <a:xfrm>
            <a:off x="1613648" y="2067036"/>
            <a:ext cx="6810934" cy="184666"/>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000000"/>
                </a:solidFill>
                <a:effectLst/>
                <a:latin typeface="Courier New" panose="02070309020205020404" pitchFamily="49" charset="0"/>
              </a:rPr>
              <a:t>Output: ['the', 'new', 'policy', 'of', 'the', 'government', 'is', 'good']</a:t>
            </a:r>
            <a:r>
              <a:rPr kumimoji="0" lang="en-US" altLang="en-US" sz="1200" b="0" i="0" u="none" strike="noStrike" cap="none" normalizeH="0" baseline="0" dirty="0">
                <a:ln>
                  <a:noFill/>
                </a:ln>
                <a:solidFill>
                  <a:schemeClr val="tx1"/>
                </a:solidFill>
                <a:effectLst/>
              </a:rPr>
              <a:t> </a:t>
            </a:r>
            <a:endParaRPr kumimoji="0" lang="en-US" altLang="en-US" sz="1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xmlns="" val="1431781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2"/>
          <p:cNvSpPr txBox="1">
            <a:spLocks noGrp="1"/>
          </p:cNvSpPr>
          <p:nvPr>
            <p:ph type="title"/>
          </p:nvPr>
        </p:nvSpPr>
        <p:spPr>
          <a:xfrm>
            <a:off x="623400" y="485425"/>
            <a:ext cx="8520600" cy="572700"/>
          </a:xfrm>
          <a:prstGeom prst="rect">
            <a:avLst/>
          </a:prstGeom>
          <a:noFill/>
          <a:ln>
            <a:noFill/>
          </a:ln>
        </p:spPr>
        <p:txBody>
          <a:bodyPr spcFirstLastPara="1" wrap="square" lIns="91425" tIns="91425" rIns="91425" bIns="91425" anchor="t" anchorCtr="0">
            <a:noAutofit/>
          </a:bodyPr>
          <a:lstStyle/>
          <a:p>
            <a:pPr>
              <a:lnSpc>
                <a:spcPct val="107000"/>
              </a:lnSpc>
              <a:spcAft>
                <a:spcPts val="800"/>
              </a:spcAft>
            </a:pPr>
            <a:r>
              <a:rPr lang="en-US" sz="3200" dirty="0">
                <a:effectLst/>
                <a:latin typeface="Times New Roman" panose="02020603050405020304" pitchFamily="18" charset="0"/>
                <a:ea typeface="Times New Roman" panose="02020603050405020304" pitchFamily="18" charset="0"/>
              </a:rPr>
              <a:t>Steps in Text Preprocessing</a:t>
            </a:r>
            <a:r>
              <a:rPr lang="en-IN" dirty="0"/>
              <a:t>:</a:t>
            </a:r>
            <a:endParaRPr lang="en-IN" sz="3200" dirty="0"/>
          </a:p>
        </p:txBody>
      </p:sp>
      <p:sp>
        <p:nvSpPr>
          <p:cNvPr id="68" name="Google Shape;68;p2"/>
          <p:cNvSpPr txBox="1">
            <a:spLocks noGrp="1"/>
          </p:cNvSpPr>
          <p:nvPr>
            <p:ph type="body" idx="1"/>
          </p:nvPr>
        </p:nvSpPr>
        <p:spPr>
          <a:xfrm>
            <a:off x="576018" y="1058125"/>
            <a:ext cx="7991963" cy="29469065"/>
          </a:xfrm>
          <a:prstGeom prst="rect">
            <a:avLst/>
          </a:prstGeom>
          <a:noFill/>
          <a:ln>
            <a:noFill/>
          </a:ln>
        </p:spPr>
        <p:txBody>
          <a:bodyPr spcFirstLastPara="1" wrap="square" lIns="91425" tIns="91425" rIns="91425" bIns="91425" anchor="t" anchorCtr="0">
            <a:noAutofit/>
          </a:bodyPr>
          <a:lstStyle/>
          <a:p>
            <a:pPr marL="457200" marR="0" lvl="0" indent="-381000" algn="l" defTabSz="914400" rtl="0" eaLnBrk="1" fontAlgn="auto" latinLnBrk="0" hangingPunct="1">
              <a:lnSpc>
                <a:spcPct val="107000"/>
              </a:lnSpc>
              <a:spcBef>
                <a:spcPts val="0"/>
              </a:spcBef>
              <a:spcAft>
                <a:spcPts val="800"/>
              </a:spcAft>
              <a:buClr>
                <a:srgbClr val="595959"/>
              </a:buClr>
              <a:buSzPts val="2400"/>
              <a:buFont typeface="Gill Sans"/>
              <a:buChar char="●"/>
              <a:tabLst/>
              <a:defRPr/>
            </a:pPr>
            <a:r>
              <a:rPr lang="en-US" sz="2000" dirty="0">
                <a:latin typeface="Calibri" panose="020F0502020204030204" pitchFamily="34" charset="0"/>
                <a:ea typeface="Calibri" panose="020F0502020204030204" pitchFamily="34" charset="0"/>
                <a:cs typeface="Times New Roman" panose="02020603050405020304" pitchFamily="18" charset="0"/>
              </a:rPr>
              <a:t>Parts of Speech (POS) tagging</a:t>
            </a:r>
          </a:p>
          <a:p>
            <a:pPr marL="558800" lvl="1" indent="0">
              <a:lnSpc>
                <a:spcPct val="107000"/>
              </a:lnSpc>
              <a:spcBef>
                <a:spcPts val="0"/>
              </a:spcBef>
              <a:buClr>
                <a:srgbClr val="595959"/>
              </a:buClr>
              <a:buNone/>
              <a:defRPr/>
            </a:pPr>
            <a:r>
              <a:rPr lang="en-US" sz="1400" dirty="0">
                <a:solidFill>
                  <a:schemeClr val="tx1"/>
                </a:solidFill>
                <a:latin typeface="Calibri" panose="020F0502020204030204" pitchFamily="34" charset="0"/>
                <a:cs typeface="Times New Roman" panose="02020603050405020304" pitchFamily="18" charset="0"/>
              </a:rPr>
              <a:t>Tokens as input </a:t>
            </a:r>
            <a:r>
              <a:rPr lang="en-US" sz="1400" dirty="0">
                <a:solidFill>
                  <a:srgbClr val="0070C0"/>
                </a:solidFill>
                <a:latin typeface="Calibri" panose="020F0502020204030204" pitchFamily="34" charset="0"/>
                <a:cs typeface="Times New Roman" panose="02020603050405020304" pitchFamily="18" charset="0"/>
              </a:rPr>
              <a:t>-['he', 'loves', 'to', 'play', 'with', 'toys', 'in', 'morning’]</a:t>
            </a:r>
          </a:p>
          <a:p>
            <a:pPr marL="558800" lvl="1" indent="0">
              <a:lnSpc>
                <a:spcPct val="107000"/>
              </a:lnSpc>
              <a:spcBef>
                <a:spcPts val="0"/>
              </a:spcBef>
              <a:buClr>
                <a:srgbClr val="595959"/>
              </a:buClr>
              <a:buNone/>
              <a:defRPr/>
            </a:pPr>
            <a:r>
              <a:rPr lang="en-IN" i="1" dirty="0">
                <a:solidFill>
                  <a:srgbClr val="0070C0"/>
                </a:solidFill>
                <a:latin typeface="Calibri" panose="020F0502020204030204" pitchFamily="34" charset="0"/>
                <a:cs typeface="Times New Roman" panose="02020603050405020304" pitchFamily="18" charset="0"/>
              </a:rPr>
              <a:t> </a:t>
            </a:r>
            <a:r>
              <a:rPr lang="en-IN" sz="1200" dirty="0">
                <a:solidFill>
                  <a:srgbClr val="000000"/>
                </a:solidFill>
                <a:latin typeface="Gill Sans" panose="020B0604020202020204" charset="0"/>
                <a:cs typeface="Arial"/>
              </a:rPr>
              <a:t>[('he', 'PRP’), ('loves', 'VBZ’), ('to', 'TO'), ('play', 'VB’), ('with', 'IN'), ('toys', 'NN'), ('in', 'IN'), ('morning', 'NN’)]</a:t>
            </a:r>
          </a:p>
          <a:p>
            <a:pPr marL="558800" lvl="1" indent="0">
              <a:lnSpc>
                <a:spcPct val="107000"/>
              </a:lnSpc>
              <a:spcBef>
                <a:spcPts val="0"/>
              </a:spcBef>
              <a:buClr>
                <a:srgbClr val="595959"/>
              </a:buClr>
              <a:buNone/>
              <a:defRPr/>
            </a:pPr>
            <a:endParaRPr lang="en-IN" i="1" dirty="0">
              <a:solidFill>
                <a:schemeClr val="tx1"/>
              </a:solidFill>
              <a:latin typeface="Calibri" panose="020F0502020204030204" pitchFamily="34" charset="0"/>
              <a:cs typeface="Times New Roman" panose="02020603050405020304" pitchFamily="18" charset="0"/>
            </a:endParaRPr>
          </a:p>
          <a:p>
            <a:pPr>
              <a:lnSpc>
                <a:spcPct val="107000"/>
              </a:lnSpc>
              <a:spcAft>
                <a:spcPts val="800"/>
              </a:spcAft>
              <a:buClr>
                <a:srgbClr val="595959"/>
              </a:buClr>
              <a:defRPr/>
            </a:pPr>
            <a:r>
              <a:rPr lang="en-IN" dirty="0">
                <a:latin typeface="Calibri" panose="020F0502020204030204" pitchFamily="34" charset="0"/>
                <a:ea typeface="Calibri" panose="020F0502020204030204" pitchFamily="34" charset="0"/>
                <a:cs typeface="Times New Roman" panose="02020603050405020304" pitchFamily="18" charset="0"/>
              </a:rPr>
              <a:t> </a:t>
            </a:r>
            <a:r>
              <a:rPr lang="en-US" sz="2000" dirty="0">
                <a:latin typeface="Calibri" panose="020F0502020204030204" pitchFamily="34" charset="0"/>
                <a:ea typeface="Calibri" panose="020F0502020204030204" pitchFamily="34" charset="0"/>
                <a:cs typeface="Times New Roman" panose="02020603050405020304" pitchFamily="18" charset="0"/>
              </a:rPr>
              <a:t>Stemming</a:t>
            </a:r>
          </a:p>
          <a:p>
            <a:pPr marL="558800" lvl="1" indent="0">
              <a:lnSpc>
                <a:spcPct val="107000"/>
              </a:lnSpc>
              <a:spcBef>
                <a:spcPts val="0"/>
              </a:spcBef>
              <a:buClr>
                <a:srgbClr val="595959"/>
              </a:buClr>
              <a:buNone/>
              <a:defRPr/>
            </a:pPr>
            <a:r>
              <a:rPr lang="en-US" sz="1400" dirty="0">
                <a:solidFill>
                  <a:schemeClr val="tx1"/>
                </a:solidFill>
                <a:latin typeface="Calibri" panose="020F0502020204030204" pitchFamily="34" charset="0"/>
                <a:cs typeface="Times New Roman" panose="02020603050405020304" pitchFamily="18" charset="0"/>
              </a:rPr>
              <a:t>Tokens as input </a:t>
            </a:r>
            <a:r>
              <a:rPr lang="en-US" sz="1400" dirty="0">
                <a:solidFill>
                  <a:srgbClr val="0070C0"/>
                </a:solidFill>
                <a:latin typeface="Calibri" panose="020F0502020204030204" pitchFamily="34" charset="0"/>
                <a:cs typeface="Times New Roman" panose="02020603050405020304" pitchFamily="18" charset="0"/>
              </a:rPr>
              <a:t>-['Stemming', 'usually', 'tries', 'to', 'convert', 'the', 'word', 'into', 'its', 'root', 'format’]</a:t>
            </a:r>
          </a:p>
          <a:p>
            <a:pPr marL="558800" lvl="1" indent="0">
              <a:lnSpc>
                <a:spcPct val="107000"/>
              </a:lnSpc>
              <a:spcBef>
                <a:spcPts val="0"/>
              </a:spcBef>
              <a:buNone/>
            </a:pPr>
            <a:r>
              <a:rPr lang="en-US" sz="1400" dirty="0">
                <a:solidFill>
                  <a:srgbClr val="C00000"/>
                </a:solidFill>
                <a:latin typeface="Gill Sans" panose="020B0604020202020204" charset="0"/>
                <a:cs typeface="Arial"/>
              </a:rPr>
              <a:t>Stemming</a:t>
            </a:r>
            <a:r>
              <a:rPr lang="en-US" sz="1400" dirty="0">
                <a:solidFill>
                  <a:srgbClr val="000000"/>
                </a:solidFill>
                <a:latin typeface="Gill Sans" panose="020B0604020202020204" charset="0"/>
                <a:cs typeface="Arial"/>
              </a:rPr>
              <a:t> - ['stem', 'us', 'tri', 'to', 'convert', 'the', 'word', 'into', 'it', 'root', 'form’]</a:t>
            </a:r>
          </a:p>
          <a:p>
            <a:pPr marL="558800" lvl="1" indent="0">
              <a:lnSpc>
                <a:spcPct val="107000"/>
              </a:lnSpc>
              <a:spcBef>
                <a:spcPts val="0"/>
              </a:spcBef>
              <a:buNone/>
            </a:pPr>
            <a:endParaRPr lang="en-US" sz="1400" dirty="0">
              <a:solidFill>
                <a:srgbClr val="000000"/>
              </a:solidFill>
              <a:latin typeface="Gill Sans" panose="020B0604020202020204" charset="0"/>
              <a:cs typeface="Arial"/>
            </a:endParaRPr>
          </a:p>
          <a:p>
            <a:pPr>
              <a:lnSpc>
                <a:spcPct val="107000"/>
              </a:lnSpc>
              <a:spcAft>
                <a:spcPts val="800"/>
              </a:spcAft>
              <a:buClr>
                <a:srgbClr val="595959"/>
              </a:buClr>
              <a:defRPr/>
            </a:pPr>
            <a:r>
              <a:rPr lang="en-US" sz="2000" dirty="0">
                <a:latin typeface="Calibri" panose="020F0502020204030204" pitchFamily="34" charset="0"/>
                <a:ea typeface="Calibri" panose="020F0502020204030204" pitchFamily="34" charset="0"/>
                <a:cs typeface="Times New Roman" panose="02020603050405020304" pitchFamily="18" charset="0"/>
              </a:rPr>
              <a:t>Lemmatization</a:t>
            </a:r>
          </a:p>
          <a:p>
            <a:pPr marL="558800" lvl="1" indent="0">
              <a:lnSpc>
                <a:spcPct val="107000"/>
              </a:lnSpc>
              <a:spcBef>
                <a:spcPts val="0"/>
              </a:spcBef>
              <a:buClr>
                <a:srgbClr val="595959"/>
              </a:buClr>
              <a:buNone/>
              <a:defRPr/>
            </a:pPr>
            <a:r>
              <a:rPr lang="en-US" sz="1400" dirty="0">
                <a:solidFill>
                  <a:schemeClr val="tx1"/>
                </a:solidFill>
                <a:latin typeface="Calibri" panose="020F0502020204030204" pitchFamily="34" charset="0"/>
                <a:cs typeface="Times New Roman" panose="02020603050405020304" pitchFamily="18" charset="0"/>
              </a:rPr>
              <a:t>Tokens as input </a:t>
            </a:r>
            <a:r>
              <a:rPr lang="en-US" sz="1400" dirty="0">
                <a:solidFill>
                  <a:srgbClr val="0070C0"/>
                </a:solidFill>
                <a:latin typeface="Calibri" panose="020F0502020204030204" pitchFamily="34" charset="0"/>
                <a:cs typeface="Times New Roman" panose="02020603050405020304" pitchFamily="18" charset="0"/>
              </a:rPr>
              <a:t>-['Stemming', 'usually', 'tries', 'to', 'convert', 'the', 'word', 'into', 'its', 'root', 'format’]</a:t>
            </a:r>
          </a:p>
          <a:p>
            <a:pPr marL="558800" lvl="1" indent="0">
              <a:lnSpc>
                <a:spcPct val="107000"/>
              </a:lnSpc>
              <a:spcBef>
                <a:spcPts val="0"/>
              </a:spcBef>
              <a:buNone/>
            </a:pPr>
            <a:r>
              <a:rPr lang="en-US" sz="1400" dirty="0">
                <a:solidFill>
                  <a:srgbClr val="C00000"/>
                </a:solidFill>
                <a:latin typeface="Gill Sans" panose="020B0604020202020204" charset="0"/>
                <a:cs typeface="Arial"/>
              </a:rPr>
              <a:t>Lemmatization </a:t>
            </a:r>
            <a:r>
              <a:rPr lang="en-US" sz="1400" dirty="0">
                <a:solidFill>
                  <a:srgbClr val="000000"/>
                </a:solidFill>
                <a:latin typeface="Gill Sans" panose="020B0604020202020204" charset="0"/>
                <a:cs typeface="Arial"/>
              </a:rPr>
              <a:t>- ['Stemming', 'usually', 'try', 'to', 'convert', 'the', 'word', 'into', 'it', 'root', 'format']</a:t>
            </a:r>
          </a:p>
          <a:p>
            <a:pPr marL="76200" indent="0">
              <a:lnSpc>
                <a:spcPct val="107000"/>
              </a:lnSpc>
              <a:spcAft>
                <a:spcPts val="800"/>
              </a:spcAft>
              <a:buNone/>
            </a:pPr>
            <a:endParaRPr dirty="0"/>
          </a:p>
          <a:p>
            <a:pPr marL="914400" lvl="0" indent="0" algn="l" rtl="0">
              <a:lnSpc>
                <a:spcPct val="115000"/>
              </a:lnSpc>
              <a:spcBef>
                <a:spcPts val="1600"/>
              </a:spcBef>
              <a:spcAft>
                <a:spcPts val="0"/>
              </a:spcAft>
              <a:buSzPts val="2400"/>
              <a:buNone/>
            </a:pPr>
            <a:endParaRPr dirty="0"/>
          </a:p>
          <a:p>
            <a:pPr marL="0" lvl="0" indent="0" algn="l" rtl="0">
              <a:lnSpc>
                <a:spcPct val="115000"/>
              </a:lnSpc>
              <a:spcBef>
                <a:spcPts val="1600"/>
              </a:spcBef>
              <a:spcAft>
                <a:spcPts val="0"/>
              </a:spcAft>
              <a:buSzPts val="2400"/>
              <a:buNone/>
            </a:pPr>
            <a:endParaRPr dirty="0"/>
          </a:p>
          <a:p>
            <a:pPr marL="0" lvl="0" indent="0" algn="l" rtl="0">
              <a:lnSpc>
                <a:spcPct val="115000"/>
              </a:lnSpc>
              <a:spcBef>
                <a:spcPts val="1600"/>
              </a:spcBef>
              <a:spcAft>
                <a:spcPts val="1600"/>
              </a:spcAft>
              <a:buSzPts val="2400"/>
              <a:buNone/>
            </a:pPr>
            <a:endParaRPr dirty="0"/>
          </a:p>
        </p:txBody>
      </p:sp>
      <p:sp>
        <p:nvSpPr>
          <p:cNvPr id="69" name="Google Shape;69;p2"/>
          <p:cNvSpPr txBox="1">
            <a:spLocks noGrp="1"/>
          </p:cNvSpPr>
          <p:nvPr>
            <p:ph type="sldNum" idx="12"/>
          </p:nvPr>
        </p:nvSpPr>
        <p:spPr>
          <a:xfrm>
            <a:off x="8" y="4749892"/>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800"/>
              <a:buNone/>
            </a:pPr>
            <a:fld id="{00000000-1234-1234-1234-123412341234}" type="slidenum">
              <a:rPr lang="en"/>
              <a:pPr marL="0" lvl="0" indent="0" algn="r" rtl="0">
                <a:lnSpc>
                  <a:spcPct val="100000"/>
                </a:lnSpc>
                <a:spcBef>
                  <a:spcPts val="0"/>
                </a:spcBef>
                <a:spcAft>
                  <a:spcPts val="0"/>
                </a:spcAft>
                <a:buSzPts val="1800"/>
                <a:buNone/>
              </a:pPr>
              <a:t>39</a:t>
            </a:fld>
            <a:endParaRPr/>
          </a:p>
        </p:txBody>
      </p:sp>
    </p:spTree>
    <p:extLst>
      <p:ext uri="{BB962C8B-B14F-4D97-AF65-F5344CB8AC3E}">
        <p14:creationId xmlns:p14="http://schemas.microsoft.com/office/powerpoint/2010/main" xmlns="" val="6322587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2"/>
          <p:cNvSpPr txBox="1">
            <a:spLocks noGrp="1"/>
          </p:cNvSpPr>
          <p:nvPr>
            <p:ph type="title"/>
          </p:nvPr>
        </p:nvSpPr>
        <p:spPr>
          <a:xfrm>
            <a:off x="623400" y="485425"/>
            <a:ext cx="8520600" cy="572700"/>
          </a:xfrm>
          <a:prstGeom prst="rect">
            <a:avLst/>
          </a:prstGeom>
          <a:noFill/>
          <a:ln>
            <a:noFill/>
          </a:ln>
        </p:spPr>
        <p:txBody>
          <a:bodyPr spcFirstLastPara="1" wrap="square" lIns="91425" tIns="91425" rIns="91425" bIns="91425" anchor="t" anchorCtr="0">
            <a:noAutofit/>
          </a:bodyPr>
          <a:lstStyle/>
          <a:p>
            <a:pPr>
              <a:lnSpc>
                <a:spcPct val="107000"/>
              </a:lnSpc>
              <a:spcAft>
                <a:spcPts val="800"/>
              </a:spcAft>
            </a:pPr>
            <a:r>
              <a:rPr lang="en-US" sz="3200" dirty="0">
                <a:effectLst/>
                <a:latin typeface="Times New Roman" panose="02020603050405020304" pitchFamily="18" charset="0"/>
                <a:ea typeface="Times New Roman" panose="02020603050405020304" pitchFamily="18" charset="0"/>
              </a:rPr>
              <a:t>Steps in Text Preprocessing</a:t>
            </a:r>
            <a:r>
              <a:rPr lang="en-IN" dirty="0"/>
              <a:t>:</a:t>
            </a:r>
            <a:endParaRPr lang="en-IN" sz="3200" dirty="0"/>
          </a:p>
        </p:txBody>
      </p:sp>
      <p:sp>
        <p:nvSpPr>
          <p:cNvPr id="68" name="Google Shape;68;p2"/>
          <p:cNvSpPr txBox="1">
            <a:spLocks noGrp="1"/>
          </p:cNvSpPr>
          <p:nvPr>
            <p:ph type="body" idx="1"/>
          </p:nvPr>
        </p:nvSpPr>
        <p:spPr>
          <a:xfrm>
            <a:off x="576018" y="1058125"/>
            <a:ext cx="7991963" cy="29469065"/>
          </a:xfrm>
          <a:prstGeom prst="rect">
            <a:avLst/>
          </a:prstGeom>
          <a:noFill/>
          <a:ln>
            <a:noFill/>
          </a:ln>
        </p:spPr>
        <p:txBody>
          <a:bodyPr spcFirstLastPara="1" wrap="square" lIns="91425" tIns="91425" rIns="91425" bIns="91425" anchor="t" anchorCtr="0">
            <a:noAutofit/>
          </a:bodyPr>
          <a:lstStyle/>
          <a:p>
            <a:pPr marL="457200" marR="0" lvl="0" indent="-381000" algn="l" defTabSz="914400" rtl="0" eaLnBrk="1" fontAlgn="auto" latinLnBrk="0" hangingPunct="1">
              <a:lnSpc>
                <a:spcPct val="107000"/>
              </a:lnSpc>
              <a:spcBef>
                <a:spcPts val="0"/>
              </a:spcBef>
              <a:spcAft>
                <a:spcPts val="800"/>
              </a:spcAft>
              <a:buClr>
                <a:srgbClr val="595959"/>
              </a:buClr>
              <a:buSzPts val="2400"/>
              <a:buFont typeface="Gill Sans"/>
              <a:buChar char="●"/>
              <a:tabLst/>
              <a:defRPr/>
            </a:pPr>
            <a:r>
              <a:rPr kumimoji="0" lang="en-US" sz="2000" b="0" i="0" u="none" strike="noStrike" kern="0" cap="none" spc="0" normalizeH="0" baseline="0" noProof="0" dirty="0">
                <a:ln>
                  <a:noFill/>
                </a:ln>
                <a:solidFill>
                  <a:srgbClr val="595959"/>
                </a:solidFill>
                <a:effectLst/>
                <a:uLnTx/>
                <a:uFillTx/>
                <a:latin typeface="Calibri" panose="020F0502020204030204" pitchFamily="34" charset="0"/>
                <a:ea typeface="Calibri" panose="020F0502020204030204" pitchFamily="34" charset="0"/>
                <a:cs typeface="Times New Roman" panose="02020603050405020304" pitchFamily="18" charset="0"/>
                <a:sym typeface="Gill Sans"/>
              </a:rPr>
              <a:t>Name Entity Recognition</a:t>
            </a:r>
          </a:p>
          <a:p>
            <a:pPr marL="533400" lvl="1" indent="0">
              <a:lnSpc>
                <a:spcPct val="107000"/>
              </a:lnSpc>
              <a:spcBef>
                <a:spcPts val="0"/>
              </a:spcBef>
              <a:spcAft>
                <a:spcPts val="800"/>
              </a:spcAft>
              <a:buClr>
                <a:srgbClr val="595959"/>
              </a:buClr>
              <a:buSzPts val="2400"/>
              <a:buNone/>
              <a:defRPr/>
            </a:pPr>
            <a:r>
              <a:rPr lang="en-US" sz="1200" dirty="0">
                <a:solidFill>
                  <a:srgbClr val="000000"/>
                </a:solidFill>
                <a:latin typeface="Gill Sans" panose="020B0604020202020204" charset="0"/>
                <a:cs typeface="Arial"/>
                <a:sym typeface="Arial"/>
              </a:rPr>
              <a:t>String ‘text’ as input </a:t>
            </a:r>
          </a:p>
          <a:p>
            <a:pPr marL="533400" lvl="1" indent="0">
              <a:lnSpc>
                <a:spcPct val="107000"/>
              </a:lnSpc>
              <a:spcBef>
                <a:spcPts val="0"/>
              </a:spcBef>
              <a:spcAft>
                <a:spcPts val="800"/>
              </a:spcAft>
              <a:buClr>
                <a:srgbClr val="595959"/>
              </a:buClr>
              <a:buSzPts val="2400"/>
              <a:buNone/>
              <a:defRPr/>
            </a:pPr>
            <a:r>
              <a:rPr lang="en-US" sz="1200" dirty="0">
                <a:solidFill>
                  <a:srgbClr val="000000"/>
                </a:solidFill>
                <a:latin typeface="Gill Sans" panose="020B0604020202020204" charset="0"/>
                <a:cs typeface="Arial"/>
                <a:sym typeface="Arial"/>
              </a:rPr>
              <a:t>text = "</a:t>
            </a:r>
            <a:r>
              <a:rPr lang="en-US" sz="1200" dirty="0">
                <a:solidFill>
                  <a:srgbClr val="0070C0"/>
                </a:solidFill>
                <a:latin typeface="Gill Sans" panose="020B0604020202020204" charset="0"/>
                <a:cs typeface="Arial"/>
                <a:sym typeface="Arial"/>
              </a:rPr>
              <a:t>Tom is good at playing football and stays in London."</a:t>
            </a:r>
          </a:p>
          <a:p>
            <a:pPr marL="533400" lvl="1" indent="0">
              <a:lnSpc>
                <a:spcPct val="107000"/>
              </a:lnSpc>
              <a:spcBef>
                <a:spcPts val="0"/>
              </a:spcBef>
              <a:spcAft>
                <a:spcPts val="800"/>
              </a:spcAft>
              <a:buClr>
                <a:srgbClr val="595959"/>
              </a:buClr>
              <a:buSzPts val="2400"/>
              <a:buNone/>
              <a:defRPr/>
            </a:pPr>
            <a:r>
              <a:rPr lang="en-US" sz="1200" dirty="0">
                <a:solidFill>
                  <a:srgbClr val="000000"/>
                </a:solidFill>
                <a:latin typeface="Gill Sans" panose="020B0604020202020204" charset="0"/>
                <a:cs typeface="Arial"/>
                <a:sym typeface="Arial"/>
              </a:rPr>
              <a:t>tokens = </a:t>
            </a:r>
            <a:r>
              <a:rPr lang="en-US" sz="1200" dirty="0" err="1">
                <a:solidFill>
                  <a:srgbClr val="000000"/>
                </a:solidFill>
                <a:latin typeface="Gill Sans" panose="020B0604020202020204" charset="0"/>
                <a:cs typeface="Arial"/>
                <a:sym typeface="Arial"/>
              </a:rPr>
              <a:t>word_tokenize</a:t>
            </a:r>
            <a:r>
              <a:rPr lang="en-US" sz="1200" dirty="0">
                <a:solidFill>
                  <a:srgbClr val="000000"/>
                </a:solidFill>
                <a:latin typeface="Gill Sans" panose="020B0604020202020204" charset="0"/>
                <a:cs typeface="Arial"/>
                <a:sym typeface="Arial"/>
              </a:rPr>
              <a:t>(text)</a:t>
            </a:r>
          </a:p>
          <a:p>
            <a:pPr marL="533400" lvl="1" indent="0">
              <a:lnSpc>
                <a:spcPct val="107000"/>
              </a:lnSpc>
              <a:spcBef>
                <a:spcPts val="0"/>
              </a:spcBef>
              <a:spcAft>
                <a:spcPts val="800"/>
              </a:spcAft>
              <a:buClr>
                <a:srgbClr val="595959"/>
              </a:buClr>
              <a:buSzPts val="2400"/>
              <a:buNone/>
              <a:defRPr/>
            </a:pPr>
            <a:r>
              <a:rPr lang="en-US" sz="1200" dirty="0" err="1">
                <a:solidFill>
                  <a:srgbClr val="000000"/>
                </a:solidFill>
                <a:latin typeface="Gill Sans" panose="020B0604020202020204" charset="0"/>
                <a:cs typeface="Arial"/>
                <a:sym typeface="Arial"/>
              </a:rPr>
              <a:t>pos_text</a:t>
            </a:r>
            <a:r>
              <a:rPr lang="en-US" sz="1200" dirty="0">
                <a:solidFill>
                  <a:srgbClr val="000000"/>
                </a:solidFill>
                <a:latin typeface="Gill Sans" panose="020B0604020202020204" charset="0"/>
                <a:cs typeface="Arial"/>
                <a:sym typeface="Arial"/>
              </a:rPr>
              <a:t>= </a:t>
            </a:r>
            <a:r>
              <a:rPr lang="en-US" sz="1200" dirty="0" err="1">
                <a:solidFill>
                  <a:srgbClr val="000000"/>
                </a:solidFill>
                <a:latin typeface="Gill Sans" panose="020B0604020202020204" charset="0"/>
                <a:cs typeface="Arial"/>
                <a:sym typeface="Arial"/>
              </a:rPr>
              <a:t>nltk.pos_tag</a:t>
            </a:r>
            <a:r>
              <a:rPr lang="en-US" sz="1200" dirty="0">
                <a:solidFill>
                  <a:srgbClr val="000000"/>
                </a:solidFill>
                <a:latin typeface="Gill Sans" panose="020B0604020202020204" charset="0"/>
                <a:cs typeface="Arial"/>
                <a:sym typeface="Arial"/>
              </a:rPr>
              <a:t>(tokens)</a:t>
            </a:r>
          </a:p>
          <a:p>
            <a:pPr marL="558800" lvl="1" indent="0">
              <a:lnSpc>
                <a:spcPct val="107000"/>
              </a:lnSpc>
              <a:spcBef>
                <a:spcPts val="0"/>
              </a:spcBef>
              <a:buNone/>
            </a:pPr>
            <a:endParaRPr lang="en-US" i="1" dirty="0">
              <a:solidFill>
                <a:srgbClr val="0070C0"/>
              </a:solidFill>
              <a:latin typeface="Calibri" panose="020F0502020204030204" pitchFamily="34" charset="0"/>
              <a:cs typeface="Times New Roman" panose="02020603050405020304" pitchFamily="18" charset="0"/>
            </a:endParaRPr>
          </a:p>
          <a:p>
            <a:pPr marL="558800" lvl="1" indent="0">
              <a:spcBef>
                <a:spcPts val="0"/>
              </a:spcBef>
              <a:buNone/>
            </a:pPr>
            <a:endParaRPr lang="en-IN" dirty="0"/>
          </a:p>
          <a:p>
            <a:pPr marL="76200" indent="0">
              <a:lnSpc>
                <a:spcPct val="107000"/>
              </a:lnSpc>
              <a:spcAft>
                <a:spcPts val="800"/>
              </a:spcAft>
              <a:buNone/>
            </a:pPr>
            <a:r>
              <a:rPr lang="en-IN" sz="18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 </a:t>
            </a:r>
            <a:endParaRPr dirty="0"/>
          </a:p>
          <a:p>
            <a:pPr marL="914400" lvl="0" indent="0" algn="l" rtl="0">
              <a:lnSpc>
                <a:spcPct val="115000"/>
              </a:lnSpc>
              <a:spcBef>
                <a:spcPts val="1600"/>
              </a:spcBef>
              <a:spcAft>
                <a:spcPts val="0"/>
              </a:spcAft>
              <a:buSzPts val="2400"/>
              <a:buNone/>
            </a:pPr>
            <a:endParaRPr dirty="0"/>
          </a:p>
          <a:p>
            <a:pPr marL="0" lvl="0" indent="0" algn="l" rtl="0">
              <a:lnSpc>
                <a:spcPct val="115000"/>
              </a:lnSpc>
              <a:spcBef>
                <a:spcPts val="1600"/>
              </a:spcBef>
              <a:spcAft>
                <a:spcPts val="0"/>
              </a:spcAft>
              <a:buSzPts val="2400"/>
              <a:buNone/>
            </a:pPr>
            <a:endParaRPr dirty="0"/>
          </a:p>
          <a:p>
            <a:pPr marL="0" lvl="0" indent="0" algn="l" rtl="0">
              <a:lnSpc>
                <a:spcPct val="115000"/>
              </a:lnSpc>
              <a:spcBef>
                <a:spcPts val="1600"/>
              </a:spcBef>
              <a:spcAft>
                <a:spcPts val="1600"/>
              </a:spcAft>
              <a:buSzPts val="2400"/>
              <a:buNone/>
            </a:pPr>
            <a:endParaRPr dirty="0"/>
          </a:p>
        </p:txBody>
      </p:sp>
      <p:sp>
        <p:nvSpPr>
          <p:cNvPr id="69" name="Google Shape;69;p2"/>
          <p:cNvSpPr txBox="1">
            <a:spLocks noGrp="1"/>
          </p:cNvSpPr>
          <p:nvPr>
            <p:ph type="sldNum" idx="12"/>
          </p:nvPr>
        </p:nvSpPr>
        <p:spPr>
          <a:xfrm>
            <a:off x="8" y="4749892"/>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800"/>
              <a:buNone/>
            </a:pPr>
            <a:fld id="{00000000-1234-1234-1234-123412341234}" type="slidenum">
              <a:rPr lang="en"/>
              <a:pPr marL="0" lvl="0" indent="0" algn="r" rtl="0">
                <a:lnSpc>
                  <a:spcPct val="100000"/>
                </a:lnSpc>
                <a:spcBef>
                  <a:spcPts val="0"/>
                </a:spcBef>
                <a:spcAft>
                  <a:spcPts val="0"/>
                </a:spcAft>
                <a:buSzPts val="1800"/>
                <a:buNone/>
              </a:pPr>
              <a:t>40</a:t>
            </a:fld>
            <a:endParaRPr/>
          </a:p>
        </p:txBody>
      </p:sp>
      <p:sp>
        <p:nvSpPr>
          <p:cNvPr id="6" name="Google Shape;67;p2">
            <a:extLst>
              <a:ext uri="{FF2B5EF4-FFF2-40B4-BE49-F238E27FC236}">
                <a16:creationId xmlns:a16="http://schemas.microsoft.com/office/drawing/2014/main" xmlns="" id="{5C36F876-942C-417B-A6A6-AAA6A4B776A3}"/>
              </a:ext>
            </a:extLst>
          </p:cNvPr>
          <p:cNvSpPr txBox="1">
            <a:spLocks/>
          </p:cNvSpPr>
          <p:nvPr/>
        </p:nvSpPr>
        <p:spPr>
          <a:xfrm>
            <a:off x="4086019" y="2571750"/>
            <a:ext cx="3780510" cy="235659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200"/>
              <a:buFont typeface="Helvetica Neue"/>
              <a:buNone/>
              <a:defRPr sz="3200" b="0" i="0" u="sng" strike="noStrike" cap="none">
                <a:solidFill>
                  <a:schemeClr val="dk1"/>
                </a:solidFill>
                <a:latin typeface="Helvetica Neue"/>
                <a:ea typeface="Helvetica Neue"/>
                <a:cs typeface="Helvetica Neue"/>
                <a:sym typeface="Helvetica Neue"/>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533400" lvl="1">
              <a:lnSpc>
                <a:spcPct val="107000"/>
              </a:lnSpc>
              <a:defRPr/>
            </a:pPr>
            <a:r>
              <a:rPr lang="en-US" sz="1200" dirty="0" err="1">
                <a:solidFill>
                  <a:srgbClr val="000000"/>
                </a:solidFill>
                <a:latin typeface="Gill Sans" panose="020B0604020202020204" charset="0"/>
                <a:cs typeface="Arial"/>
                <a:sym typeface="Arial"/>
              </a:rPr>
              <a:t>nes</a:t>
            </a:r>
            <a:r>
              <a:rPr lang="en-US" sz="1200" dirty="0">
                <a:solidFill>
                  <a:srgbClr val="000000"/>
                </a:solidFill>
                <a:latin typeface="Gill Sans" panose="020B0604020202020204" charset="0"/>
                <a:cs typeface="Arial"/>
                <a:sym typeface="Arial"/>
              </a:rPr>
              <a:t>=</a:t>
            </a:r>
            <a:r>
              <a:rPr lang="en-US" sz="1200" dirty="0" err="1">
                <a:solidFill>
                  <a:srgbClr val="000000"/>
                </a:solidFill>
                <a:latin typeface="Gill Sans" panose="020B0604020202020204" charset="0"/>
                <a:cs typeface="Arial"/>
                <a:sym typeface="Arial"/>
              </a:rPr>
              <a:t>nltk.ne_chunk</a:t>
            </a:r>
            <a:r>
              <a:rPr lang="en-US" sz="1200" dirty="0">
                <a:solidFill>
                  <a:srgbClr val="000000"/>
                </a:solidFill>
                <a:latin typeface="Gill Sans" panose="020B0604020202020204" charset="0"/>
                <a:cs typeface="Arial"/>
                <a:sym typeface="Arial"/>
              </a:rPr>
              <a:t>(</a:t>
            </a:r>
            <a:r>
              <a:rPr lang="en-US" sz="1200" dirty="0" err="1">
                <a:solidFill>
                  <a:srgbClr val="000000"/>
                </a:solidFill>
                <a:latin typeface="Gill Sans" panose="020B0604020202020204" charset="0"/>
                <a:cs typeface="Arial"/>
                <a:sym typeface="Arial"/>
              </a:rPr>
              <a:t>pos_text</a:t>
            </a:r>
            <a:r>
              <a:rPr lang="en-US" sz="1200" dirty="0">
                <a:solidFill>
                  <a:srgbClr val="000000"/>
                </a:solidFill>
                <a:latin typeface="Gill Sans" panose="020B0604020202020204" charset="0"/>
                <a:cs typeface="Arial"/>
                <a:sym typeface="Arial"/>
              </a:rPr>
              <a:t>, binary = </a:t>
            </a:r>
            <a:r>
              <a:rPr lang="en-US" sz="1200" dirty="0">
                <a:solidFill>
                  <a:srgbClr val="FF0000"/>
                </a:solidFill>
                <a:latin typeface="Gill Sans" panose="020B0604020202020204" charset="0"/>
                <a:cs typeface="Arial"/>
                <a:sym typeface="Arial"/>
              </a:rPr>
              <a:t>False</a:t>
            </a:r>
            <a:r>
              <a:rPr lang="en-US" sz="1200" dirty="0">
                <a:solidFill>
                  <a:srgbClr val="000000"/>
                </a:solidFill>
                <a:latin typeface="Gill Sans" panose="020B0604020202020204" charset="0"/>
                <a:cs typeface="Arial"/>
                <a:sym typeface="Arial"/>
              </a:rPr>
              <a:t>)</a:t>
            </a:r>
          </a:p>
          <a:p>
            <a:pPr marL="533400" lvl="1">
              <a:lnSpc>
                <a:spcPct val="107000"/>
              </a:lnSpc>
              <a:defRPr/>
            </a:pPr>
            <a:endParaRPr lang="en-US" sz="1000" dirty="0">
              <a:solidFill>
                <a:srgbClr val="000000"/>
              </a:solidFill>
              <a:latin typeface="Gill Sans" panose="020B0604020202020204" charset="0"/>
              <a:cs typeface="Arial"/>
              <a:sym typeface="Arial"/>
            </a:endParaRPr>
          </a:p>
          <a:p>
            <a:pPr marL="533400" lvl="1">
              <a:lnSpc>
                <a:spcPct val="107000"/>
              </a:lnSpc>
              <a:defRPr/>
            </a:pPr>
            <a:r>
              <a:rPr lang="en-US" sz="1000" b="1" dirty="0">
                <a:solidFill>
                  <a:srgbClr val="C00000"/>
                </a:solidFill>
                <a:latin typeface="Gill Sans" panose="020B0604020202020204" charset="0"/>
              </a:rPr>
              <a:t>OUTPUT</a:t>
            </a:r>
          </a:p>
          <a:p>
            <a:pPr marL="533400" lvl="1">
              <a:lnSpc>
                <a:spcPct val="107000"/>
              </a:lnSpc>
              <a:defRPr/>
            </a:pPr>
            <a:r>
              <a:rPr lang="en-US" sz="1000" dirty="0">
                <a:solidFill>
                  <a:srgbClr val="000000"/>
                </a:solidFill>
                <a:latin typeface="Gill Sans" panose="020B0604020202020204" charset="0"/>
              </a:rPr>
              <a:t>(PERSON Tom/NNP)</a:t>
            </a:r>
            <a:br>
              <a:rPr lang="en-US" sz="1000" dirty="0">
                <a:solidFill>
                  <a:srgbClr val="000000"/>
                </a:solidFill>
                <a:latin typeface="Gill Sans" panose="020B0604020202020204" charset="0"/>
              </a:rPr>
            </a:br>
            <a:r>
              <a:rPr lang="en-US" sz="1000" dirty="0">
                <a:solidFill>
                  <a:srgbClr val="000000"/>
                </a:solidFill>
                <a:latin typeface="Gill Sans" panose="020B0604020202020204" charset="0"/>
              </a:rPr>
              <a:t>('is', 'VBZ')</a:t>
            </a:r>
            <a:br>
              <a:rPr lang="en-US" sz="1000" dirty="0">
                <a:solidFill>
                  <a:srgbClr val="000000"/>
                </a:solidFill>
                <a:latin typeface="Gill Sans" panose="020B0604020202020204" charset="0"/>
              </a:rPr>
            </a:br>
            <a:r>
              <a:rPr lang="en-US" sz="1000" dirty="0">
                <a:solidFill>
                  <a:srgbClr val="000000"/>
                </a:solidFill>
                <a:latin typeface="Gill Sans" panose="020B0604020202020204" charset="0"/>
              </a:rPr>
              <a:t>('good', 'JJ')</a:t>
            </a:r>
            <a:br>
              <a:rPr lang="en-US" sz="1000" dirty="0">
                <a:solidFill>
                  <a:srgbClr val="000000"/>
                </a:solidFill>
                <a:latin typeface="Gill Sans" panose="020B0604020202020204" charset="0"/>
              </a:rPr>
            </a:br>
            <a:r>
              <a:rPr lang="en-US" sz="1000" dirty="0">
                <a:solidFill>
                  <a:srgbClr val="000000"/>
                </a:solidFill>
                <a:latin typeface="Gill Sans" panose="020B0604020202020204" charset="0"/>
              </a:rPr>
              <a:t>('at', 'IN')</a:t>
            </a:r>
            <a:br>
              <a:rPr lang="en-US" sz="1000" dirty="0">
                <a:solidFill>
                  <a:srgbClr val="000000"/>
                </a:solidFill>
                <a:latin typeface="Gill Sans" panose="020B0604020202020204" charset="0"/>
              </a:rPr>
            </a:br>
            <a:r>
              <a:rPr lang="en-US" sz="1000" dirty="0">
                <a:solidFill>
                  <a:srgbClr val="000000"/>
                </a:solidFill>
                <a:latin typeface="Gill Sans" panose="020B0604020202020204" charset="0"/>
              </a:rPr>
              <a:t>('playing', 'VBG')</a:t>
            </a:r>
            <a:br>
              <a:rPr lang="en-US" sz="1000" dirty="0">
                <a:solidFill>
                  <a:srgbClr val="000000"/>
                </a:solidFill>
                <a:latin typeface="Gill Sans" panose="020B0604020202020204" charset="0"/>
              </a:rPr>
            </a:br>
            <a:r>
              <a:rPr lang="en-US" sz="1000" dirty="0">
                <a:solidFill>
                  <a:srgbClr val="000000"/>
                </a:solidFill>
                <a:latin typeface="Gill Sans" panose="020B0604020202020204" charset="0"/>
              </a:rPr>
              <a:t>('football', 'NN')</a:t>
            </a:r>
            <a:br>
              <a:rPr lang="en-US" sz="1000" dirty="0">
                <a:solidFill>
                  <a:srgbClr val="000000"/>
                </a:solidFill>
                <a:latin typeface="Gill Sans" panose="020B0604020202020204" charset="0"/>
              </a:rPr>
            </a:br>
            <a:r>
              <a:rPr lang="en-US" sz="1000" dirty="0">
                <a:solidFill>
                  <a:srgbClr val="000000"/>
                </a:solidFill>
                <a:latin typeface="Gill Sans" panose="020B0604020202020204" charset="0"/>
              </a:rPr>
              <a:t>('and', 'CC')</a:t>
            </a:r>
            <a:br>
              <a:rPr lang="en-US" sz="1000" dirty="0">
                <a:solidFill>
                  <a:srgbClr val="000000"/>
                </a:solidFill>
                <a:latin typeface="Gill Sans" panose="020B0604020202020204" charset="0"/>
              </a:rPr>
            </a:br>
            <a:r>
              <a:rPr lang="en-US" sz="1000" dirty="0">
                <a:solidFill>
                  <a:srgbClr val="000000"/>
                </a:solidFill>
                <a:latin typeface="Gill Sans" panose="020B0604020202020204" charset="0"/>
              </a:rPr>
              <a:t>('stays', 'NNS')</a:t>
            </a:r>
            <a:br>
              <a:rPr lang="en-US" sz="1000" dirty="0">
                <a:solidFill>
                  <a:srgbClr val="000000"/>
                </a:solidFill>
                <a:latin typeface="Gill Sans" panose="020B0604020202020204" charset="0"/>
              </a:rPr>
            </a:br>
            <a:r>
              <a:rPr lang="en-US" sz="1000" dirty="0">
                <a:solidFill>
                  <a:srgbClr val="000000"/>
                </a:solidFill>
                <a:latin typeface="Gill Sans" panose="020B0604020202020204" charset="0"/>
              </a:rPr>
              <a:t>('in', 'IN')</a:t>
            </a:r>
            <a:br>
              <a:rPr lang="en-US" sz="1000" dirty="0">
                <a:solidFill>
                  <a:srgbClr val="000000"/>
                </a:solidFill>
                <a:latin typeface="Gill Sans" panose="020B0604020202020204" charset="0"/>
              </a:rPr>
            </a:br>
            <a:r>
              <a:rPr lang="en-US" sz="1000" dirty="0">
                <a:solidFill>
                  <a:srgbClr val="000000"/>
                </a:solidFill>
                <a:latin typeface="Gill Sans" panose="020B0604020202020204" charset="0"/>
              </a:rPr>
              <a:t>(GPE London/NNP)</a:t>
            </a:r>
            <a:br>
              <a:rPr lang="en-US" sz="1000" dirty="0">
                <a:solidFill>
                  <a:srgbClr val="000000"/>
                </a:solidFill>
                <a:latin typeface="Gill Sans" panose="020B0604020202020204" charset="0"/>
              </a:rPr>
            </a:br>
            <a:r>
              <a:rPr lang="en-US" sz="1000" dirty="0">
                <a:solidFill>
                  <a:srgbClr val="000000"/>
                </a:solidFill>
                <a:latin typeface="Gill Sans" panose="020B0604020202020204" charset="0"/>
              </a:rPr>
              <a:t>('.', '.')</a:t>
            </a:r>
            <a:br>
              <a:rPr lang="en-US" sz="1000" dirty="0">
                <a:solidFill>
                  <a:srgbClr val="000000"/>
                </a:solidFill>
                <a:latin typeface="Gill Sans" panose="020B0604020202020204" charset="0"/>
              </a:rPr>
            </a:br>
            <a:endParaRPr lang="en-IN" sz="1600" dirty="0"/>
          </a:p>
        </p:txBody>
      </p:sp>
      <p:sp>
        <p:nvSpPr>
          <p:cNvPr id="7" name="Google Shape;67;p2">
            <a:extLst>
              <a:ext uri="{FF2B5EF4-FFF2-40B4-BE49-F238E27FC236}">
                <a16:creationId xmlns:a16="http://schemas.microsoft.com/office/drawing/2014/main" xmlns="" id="{D5E0D384-21FA-460F-A3D8-91E5DCDD76BC}"/>
              </a:ext>
            </a:extLst>
          </p:cNvPr>
          <p:cNvSpPr txBox="1">
            <a:spLocks/>
          </p:cNvSpPr>
          <p:nvPr/>
        </p:nvSpPr>
        <p:spPr>
          <a:xfrm>
            <a:off x="576017" y="2689412"/>
            <a:ext cx="3510001" cy="326187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200"/>
              <a:buFont typeface="Helvetica Neue"/>
              <a:buNone/>
              <a:defRPr sz="3200" b="0" i="0" u="sng" strike="noStrike" cap="none">
                <a:solidFill>
                  <a:schemeClr val="dk1"/>
                </a:solidFill>
                <a:latin typeface="Helvetica Neue"/>
                <a:ea typeface="Helvetica Neue"/>
                <a:cs typeface="Helvetica Neue"/>
                <a:sym typeface="Helvetica Neue"/>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533400" lvl="1">
              <a:lnSpc>
                <a:spcPct val="107000"/>
              </a:lnSpc>
              <a:defRPr/>
            </a:pPr>
            <a:r>
              <a:rPr lang="en-US" sz="1200" dirty="0" err="1">
                <a:solidFill>
                  <a:srgbClr val="000000"/>
                </a:solidFill>
                <a:latin typeface="Gill Sans" panose="020B0604020202020204" charset="0"/>
                <a:cs typeface="Arial"/>
                <a:sym typeface="Arial"/>
              </a:rPr>
              <a:t>nes</a:t>
            </a:r>
            <a:r>
              <a:rPr lang="en-US" sz="1200" dirty="0">
                <a:solidFill>
                  <a:srgbClr val="000000"/>
                </a:solidFill>
                <a:latin typeface="Gill Sans" panose="020B0604020202020204" charset="0"/>
                <a:cs typeface="Arial"/>
                <a:sym typeface="Arial"/>
              </a:rPr>
              <a:t>=</a:t>
            </a:r>
            <a:r>
              <a:rPr lang="en-US" sz="1200" dirty="0" err="1">
                <a:solidFill>
                  <a:srgbClr val="000000"/>
                </a:solidFill>
                <a:latin typeface="Gill Sans" panose="020B0604020202020204" charset="0"/>
                <a:cs typeface="Arial"/>
                <a:sym typeface="Arial"/>
              </a:rPr>
              <a:t>nltk.ne_chunk</a:t>
            </a:r>
            <a:r>
              <a:rPr lang="en-US" sz="1200" dirty="0">
                <a:solidFill>
                  <a:srgbClr val="000000"/>
                </a:solidFill>
                <a:latin typeface="Gill Sans" panose="020B0604020202020204" charset="0"/>
                <a:cs typeface="Arial"/>
                <a:sym typeface="Arial"/>
              </a:rPr>
              <a:t>(</a:t>
            </a:r>
            <a:r>
              <a:rPr lang="en-US" sz="1200" dirty="0" err="1">
                <a:solidFill>
                  <a:srgbClr val="000000"/>
                </a:solidFill>
                <a:latin typeface="Gill Sans" panose="020B0604020202020204" charset="0"/>
                <a:cs typeface="Arial"/>
                <a:sym typeface="Arial"/>
              </a:rPr>
              <a:t>pos_text</a:t>
            </a:r>
            <a:r>
              <a:rPr lang="en-US" sz="1200" dirty="0">
                <a:solidFill>
                  <a:srgbClr val="000000"/>
                </a:solidFill>
                <a:latin typeface="Gill Sans" panose="020B0604020202020204" charset="0"/>
                <a:cs typeface="Arial"/>
                <a:sym typeface="Arial"/>
              </a:rPr>
              <a:t>, binary = </a:t>
            </a:r>
            <a:r>
              <a:rPr lang="en-US" sz="1200" dirty="0">
                <a:solidFill>
                  <a:srgbClr val="FF0000"/>
                </a:solidFill>
                <a:latin typeface="Gill Sans" panose="020B0604020202020204" charset="0"/>
                <a:cs typeface="Arial"/>
                <a:sym typeface="Arial"/>
              </a:rPr>
              <a:t>True</a:t>
            </a:r>
            <a:r>
              <a:rPr lang="en-US" sz="1200" dirty="0">
                <a:solidFill>
                  <a:srgbClr val="000000"/>
                </a:solidFill>
                <a:latin typeface="Gill Sans" panose="020B0604020202020204" charset="0"/>
                <a:cs typeface="Arial"/>
                <a:sym typeface="Arial"/>
              </a:rPr>
              <a:t>)</a:t>
            </a:r>
          </a:p>
          <a:p>
            <a:pPr marL="533400" lvl="1">
              <a:lnSpc>
                <a:spcPct val="107000"/>
              </a:lnSpc>
              <a:defRPr/>
            </a:pPr>
            <a:endParaRPr lang="en-US" sz="1000" b="1" dirty="0">
              <a:solidFill>
                <a:srgbClr val="C00000"/>
              </a:solidFill>
              <a:latin typeface="Gill Sans" panose="020B0604020202020204" charset="0"/>
            </a:endParaRPr>
          </a:p>
          <a:p>
            <a:pPr marL="533400" lvl="1">
              <a:lnSpc>
                <a:spcPct val="107000"/>
              </a:lnSpc>
              <a:defRPr/>
            </a:pPr>
            <a:r>
              <a:rPr lang="en-US" sz="1000" b="1" dirty="0">
                <a:solidFill>
                  <a:srgbClr val="C00000"/>
                </a:solidFill>
                <a:latin typeface="Gill Sans" panose="020B0604020202020204" charset="0"/>
              </a:rPr>
              <a:t>OUTPUT</a:t>
            </a:r>
          </a:p>
          <a:p>
            <a:pPr marL="533400" lvl="1">
              <a:lnSpc>
                <a:spcPct val="107000"/>
              </a:lnSpc>
              <a:defRPr/>
            </a:pPr>
            <a:r>
              <a:rPr lang="en-US" sz="1000" dirty="0">
                <a:solidFill>
                  <a:srgbClr val="000000"/>
                </a:solidFill>
                <a:latin typeface="Gill Sans" panose="020B0604020202020204" charset="0"/>
              </a:rPr>
              <a:t>(NE Tom/NNP)</a:t>
            </a:r>
          </a:p>
          <a:p>
            <a:pPr marL="533400" lvl="1">
              <a:lnSpc>
                <a:spcPct val="107000"/>
              </a:lnSpc>
              <a:defRPr/>
            </a:pPr>
            <a:r>
              <a:rPr lang="en-US" sz="1000" dirty="0">
                <a:solidFill>
                  <a:srgbClr val="000000"/>
                </a:solidFill>
                <a:latin typeface="Gill Sans" panose="020B0604020202020204" charset="0"/>
              </a:rPr>
              <a:t>('is', 'VBZ')</a:t>
            </a:r>
          </a:p>
          <a:p>
            <a:pPr marL="533400" lvl="1">
              <a:lnSpc>
                <a:spcPct val="107000"/>
              </a:lnSpc>
              <a:defRPr/>
            </a:pPr>
            <a:r>
              <a:rPr lang="en-US" sz="1000" dirty="0">
                <a:solidFill>
                  <a:srgbClr val="000000"/>
                </a:solidFill>
                <a:latin typeface="Gill Sans" panose="020B0604020202020204" charset="0"/>
              </a:rPr>
              <a:t>('good', 'JJ')</a:t>
            </a:r>
          </a:p>
          <a:p>
            <a:pPr marL="533400" lvl="1">
              <a:lnSpc>
                <a:spcPct val="107000"/>
              </a:lnSpc>
              <a:defRPr/>
            </a:pPr>
            <a:r>
              <a:rPr lang="en-US" sz="1000" dirty="0">
                <a:solidFill>
                  <a:srgbClr val="000000"/>
                </a:solidFill>
                <a:latin typeface="Gill Sans" panose="020B0604020202020204" charset="0"/>
              </a:rPr>
              <a:t>('at', 'IN')</a:t>
            </a:r>
          </a:p>
          <a:p>
            <a:pPr marL="533400" lvl="1">
              <a:lnSpc>
                <a:spcPct val="107000"/>
              </a:lnSpc>
              <a:defRPr/>
            </a:pPr>
            <a:r>
              <a:rPr lang="en-US" sz="1000" dirty="0">
                <a:solidFill>
                  <a:srgbClr val="000000"/>
                </a:solidFill>
                <a:latin typeface="Gill Sans" panose="020B0604020202020204" charset="0"/>
              </a:rPr>
              <a:t>('playing', 'VBG')</a:t>
            </a:r>
          </a:p>
          <a:p>
            <a:pPr marL="533400" lvl="1">
              <a:lnSpc>
                <a:spcPct val="107000"/>
              </a:lnSpc>
              <a:defRPr/>
            </a:pPr>
            <a:r>
              <a:rPr lang="en-US" sz="1000" dirty="0">
                <a:solidFill>
                  <a:srgbClr val="000000"/>
                </a:solidFill>
                <a:latin typeface="Gill Sans" panose="020B0604020202020204" charset="0"/>
              </a:rPr>
              <a:t>('football', 'NN')</a:t>
            </a:r>
          </a:p>
          <a:p>
            <a:pPr marL="533400" lvl="1">
              <a:lnSpc>
                <a:spcPct val="107000"/>
              </a:lnSpc>
              <a:defRPr/>
            </a:pPr>
            <a:r>
              <a:rPr lang="en-US" sz="1000" dirty="0">
                <a:solidFill>
                  <a:srgbClr val="000000"/>
                </a:solidFill>
                <a:latin typeface="Gill Sans" panose="020B0604020202020204" charset="0"/>
              </a:rPr>
              <a:t>('and', 'CC')</a:t>
            </a:r>
          </a:p>
          <a:p>
            <a:pPr marL="533400" lvl="1">
              <a:lnSpc>
                <a:spcPct val="107000"/>
              </a:lnSpc>
              <a:defRPr/>
            </a:pPr>
            <a:r>
              <a:rPr lang="en-US" sz="1000" dirty="0">
                <a:solidFill>
                  <a:srgbClr val="000000"/>
                </a:solidFill>
                <a:latin typeface="Gill Sans" panose="020B0604020202020204" charset="0"/>
              </a:rPr>
              <a:t>('stays', 'NNS')</a:t>
            </a:r>
          </a:p>
          <a:p>
            <a:pPr marL="533400" lvl="1">
              <a:lnSpc>
                <a:spcPct val="107000"/>
              </a:lnSpc>
              <a:defRPr/>
            </a:pPr>
            <a:r>
              <a:rPr lang="en-US" sz="1000" dirty="0">
                <a:solidFill>
                  <a:srgbClr val="000000"/>
                </a:solidFill>
                <a:latin typeface="Gill Sans" panose="020B0604020202020204" charset="0"/>
              </a:rPr>
              <a:t>('in', 'IN')</a:t>
            </a:r>
          </a:p>
          <a:p>
            <a:pPr marL="533400" lvl="1">
              <a:lnSpc>
                <a:spcPct val="107000"/>
              </a:lnSpc>
              <a:defRPr/>
            </a:pPr>
            <a:r>
              <a:rPr lang="en-US" sz="1000" dirty="0">
                <a:solidFill>
                  <a:srgbClr val="000000"/>
                </a:solidFill>
                <a:latin typeface="Gill Sans" panose="020B0604020202020204" charset="0"/>
              </a:rPr>
              <a:t>(NE London/NNP)</a:t>
            </a:r>
          </a:p>
          <a:p>
            <a:pPr marL="533400" lvl="1">
              <a:lnSpc>
                <a:spcPct val="107000"/>
              </a:lnSpc>
              <a:defRPr/>
            </a:pPr>
            <a:r>
              <a:rPr lang="en-US" sz="1000" dirty="0">
                <a:solidFill>
                  <a:srgbClr val="000000"/>
                </a:solidFill>
                <a:latin typeface="Gill Sans" panose="020B0604020202020204" charset="0"/>
              </a:rPr>
              <a:t>('.', '.')</a:t>
            </a:r>
            <a:endParaRPr lang="en-IN" sz="1600" dirty="0"/>
          </a:p>
        </p:txBody>
      </p:sp>
    </p:spTree>
    <p:extLst>
      <p:ext uri="{BB962C8B-B14F-4D97-AF65-F5344CB8AC3E}">
        <p14:creationId xmlns:p14="http://schemas.microsoft.com/office/powerpoint/2010/main" xmlns="" val="26290876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92"/>
        <p:cNvGrpSpPr/>
        <p:nvPr/>
      </p:nvGrpSpPr>
      <p:grpSpPr>
        <a:xfrm>
          <a:off x="0" y="0"/>
          <a:ext cx="0" cy="0"/>
          <a:chOff x="0" y="0"/>
          <a:chExt cx="0" cy="0"/>
        </a:xfrm>
      </p:grpSpPr>
      <p:sp>
        <p:nvSpPr>
          <p:cNvPr id="493" name="Google Shape;493;p68"/>
          <p:cNvSpPr txBox="1">
            <a:spLocks noGrp="1"/>
          </p:cNvSpPr>
          <p:nvPr>
            <p:ph type="title"/>
          </p:nvPr>
        </p:nvSpPr>
        <p:spPr>
          <a:xfrm>
            <a:off x="585800" y="432800"/>
            <a:ext cx="86709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How do we implement these NLP concepts:</a:t>
            </a:r>
            <a:br>
              <a:rPr lang="en" dirty="0">
                <a:latin typeface="Times New Roman" panose="02020603050405020304" pitchFamily="18" charset="0"/>
                <a:cs typeface="Times New Roman" panose="02020603050405020304" pitchFamily="18" charset="0"/>
              </a:rPr>
            </a:br>
            <a:r>
              <a:rPr lang="en" dirty="0">
                <a:latin typeface="Times New Roman" panose="02020603050405020304" pitchFamily="18" charset="0"/>
                <a:cs typeface="Times New Roman" panose="02020603050405020304" pitchFamily="18" charset="0"/>
              </a:rPr>
              <a:t> </a:t>
            </a:r>
            <a:endParaRPr dirty="0">
              <a:latin typeface="Times New Roman" panose="02020603050405020304" pitchFamily="18" charset="0"/>
              <a:cs typeface="Times New Roman" panose="02020603050405020304" pitchFamily="18" charset="0"/>
            </a:endParaRPr>
          </a:p>
        </p:txBody>
      </p:sp>
      <p:sp>
        <p:nvSpPr>
          <p:cNvPr id="494" name="Google Shape;494;p68"/>
          <p:cNvSpPr txBox="1">
            <a:spLocks noGrp="1"/>
          </p:cNvSpPr>
          <p:nvPr>
            <p:ph type="sldNum" idx="12"/>
          </p:nvPr>
        </p:nvSpPr>
        <p:spPr>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41</a:t>
            </a:fld>
            <a:endParaRPr>
              <a:solidFill>
                <a:srgbClr val="3F3F3F"/>
              </a:solidFill>
              <a:latin typeface="Roboto"/>
              <a:ea typeface="Roboto"/>
              <a:cs typeface="Roboto"/>
              <a:sym typeface="Roboto"/>
            </a:endParaRPr>
          </a:p>
        </p:txBody>
      </p:sp>
      <p:sp>
        <p:nvSpPr>
          <p:cNvPr id="495" name="Google Shape;495;p68"/>
          <p:cNvSpPr txBox="1"/>
          <p:nvPr/>
        </p:nvSpPr>
        <p:spPr>
          <a:xfrm>
            <a:off x="623402" y="1152475"/>
            <a:ext cx="7998900" cy="4109400"/>
          </a:xfrm>
          <a:prstGeom prst="rect">
            <a:avLst/>
          </a:prstGeom>
          <a:noFill/>
          <a:ln>
            <a:noFill/>
          </a:ln>
        </p:spPr>
        <p:txBody>
          <a:bodyPr spcFirstLastPara="1" wrap="square" lIns="91425" tIns="91425" rIns="91425" bIns="91425" anchor="t" anchorCtr="0">
            <a:noAutofit/>
          </a:bodyPr>
          <a:lstStyle/>
          <a:p>
            <a:pPr marL="444500" marR="0" lvl="0" indent="-342900" algn="l" rtl="0">
              <a:lnSpc>
                <a:spcPct val="100000"/>
              </a:lnSpc>
              <a:spcBef>
                <a:spcPts val="100"/>
              </a:spcBef>
              <a:spcAft>
                <a:spcPts val="0"/>
              </a:spcAft>
              <a:buClr>
                <a:srgbClr val="0A0A0A"/>
              </a:buClr>
              <a:buSzPts val="2400"/>
              <a:buFont typeface="Gill Sans"/>
              <a:buChar char="●"/>
            </a:pPr>
            <a:r>
              <a:rPr lang="en" sz="2400" i="0" u="none" strike="noStrike" cap="none" dirty="0">
                <a:solidFill>
                  <a:srgbClr val="0A0A0A"/>
                </a:solidFill>
                <a:latin typeface="Times New Roman" panose="02020603050405020304" pitchFamily="18" charset="0"/>
                <a:ea typeface="Gill Sans"/>
                <a:cs typeface="Times New Roman" panose="02020603050405020304" pitchFamily="18" charset="0"/>
                <a:sym typeface="Gill Sans"/>
              </a:rPr>
              <a:t>Language: </a:t>
            </a:r>
            <a:r>
              <a:rPr lang="en" sz="2400" b="1" i="1" u="none" strike="noStrike" cap="none" dirty="0">
                <a:solidFill>
                  <a:srgbClr val="0A0A0A"/>
                </a:solidFill>
                <a:latin typeface="Times New Roman" panose="02020603050405020304" pitchFamily="18" charset="0"/>
                <a:ea typeface="Gill Sans"/>
                <a:cs typeface="Times New Roman" panose="02020603050405020304" pitchFamily="18" charset="0"/>
                <a:sym typeface="Gill Sans"/>
              </a:rPr>
              <a:t>Python </a:t>
            </a:r>
            <a:endParaRPr sz="2400" b="1" i="1" dirty="0">
              <a:solidFill>
                <a:srgbClr val="0A0A0A"/>
              </a:solidFill>
              <a:latin typeface="Times New Roman" panose="02020603050405020304" pitchFamily="18" charset="0"/>
              <a:ea typeface="Gill Sans"/>
              <a:cs typeface="Times New Roman" panose="02020603050405020304" pitchFamily="18" charset="0"/>
              <a:sym typeface="Gill Sans"/>
            </a:endParaRPr>
          </a:p>
          <a:p>
            <a:pPr marL="444500" marR="0" lvl="0" indent="-342900" algn="l" rtl="0">
              <a:lnSpc>
                <a:spcPct val="100000"/>
              </a:lnSpc>
              <a:spcBef>
                <a:spcPts val="100"/>
              </a:spcBef>
              <a:spcAft>
                <a:spcPts val="0"/>
              </a:spcAft>
              <a:buClr>
                <a:srgbClr val="0A0A0A"/>
              </a:buClr>
              <a:buSzPts val="2400"/>
              <a:buFont typeface="Gill Sans"/>
              <a:buChar char="●"/>
            </a:pPr>
            <a:r>
              <a:rPr lang="en" sz="2400" i="0" u="none" strike="noStrike" cap="none" dirty="0">
                <a:solidFill>
                  <a:srgbClr val="0A0A0A"/>
                </a:solidFill>
                <a:latin typeface="Times New Roman" panose="02020603050405020304" pitchFamily="18" charset="0"/>
                <a:ea typeface="Gill Sans"/>
                <a:cs typeface="Times New Roman" panose="02020603050405020304" pitchFamily="18" charset="0"/>
                <a:sym typeface="Gill Sans"/>
              </a:rPr>
              <a:t>Why Python? </a:t>
            </a:r>
            <a:endParaRPr sz="2400" dirty="0">
              <a:solidFill>
                <a:srgbClr val="0A0A0A"/>
              </a:solidFill>
              <a:latin typeface="Times New Roman" panose="02020603050405020304" pitchFamily="18" charset="0"/>
              <a:ea typeface="Gill Sans"/>
              <a:cs typeface="Times New Roman" panose="02020603050405020304" pitchFamily="18" charset="0"/>
              <a:sym typeface="Gill Sans"/>
            </a:endParaRPr>
          </a:p>
          <a:p>
            <a:pPr marL="901700" marR="0" lvl="1" indent="-342900" algn="l" rtl="0">
              <a:lnSpc>
                <a:spcPct val="100000"/>
              </a:lnSpc>
              <a:spcBef>
                <a:spcPts val="100"/>
              </a:spcBef>
              <a:spcAft>
                <a:spcPts val="0"/>
              </a:spcAft>
              <a:buClr>
                <a:srgbClr val="0A0A0A"/>
              </a:buClr>
              <a:buSzPts val="2000"/>
              <a:buFont typeface="Gill Sans"/>
              <a:buChar char="○"/>
            </a:pPr>
            <a:r>
              <a:rPr lang="en" sz="2000" dirty="0">
                <a:solidFill>
                  <a:srgbClr val="0A0A0A"/>
                </a:solidFill>
                <a:latin typeface="Times New Roman" panose="02020603050405020304" pitchFamily="18" charset="0"/>
                <a:ea typeface="Gill Sans"/>
                <a:cs typeface="Times New Roman" panose="02020603050405020304" pitchFamily="18" charset="0"/>
                <a:sym typeface="Gill Sans"/>
              </a:rPr>
              <a:t>H</a:t>
            </a:r>
            <a:r>
              <a:rPr lang="en" sz="2000" i="0" u="none" strike="noStrike" cap="none" dirty="0">
                <a:solidFill>
                  <a:srgbClr val="0A0A0A"/>
                </a:solidFill>
                <a:latin typeface="Times New Roman" panose="02020603050405020304" pitchFamily="18" charset="0"/>
                <a:ea typeface="Gill Sans"/>
                <a:cs typeface="Times New Roman" panose="02020603050405020304" pitchFamily="18" charset="0"/>
                <a:sym typeface="Gill Sans"/>
              </a:rPr>
              <a:t>as simple syntax</a:t>
            </a:r>
            <a:endParaRPr dirty="0">
              <a:solidFill>
                <a:srgbClr val="0A0A0A"/>
              </a:solidFill>
              <a:latin typeface="Times New Roman" panose="02020603050405020304" pitchFamily="18" charset="0"/>
              <a:ea typeface="Gill Sans"/>
              <a:cs typeface="Times New Roman" panose="02020603050405020304" pitchFamily="18" charset="0"/>
              <a:sym typeface="Gill Sans"/>
            </a:endParaRPr>
          </a:p>
          <a:p>
            <a:pPr marL="901700" marR="0" lvl="1" indent="-342900" algn="l" rtl="0">
              <a:lnSpc>
                <a:spcPct val="100000"/>
              </a:lnSpc>
              <a:spcBef>
                <a:spcPts val="100"/>
              </a:spcBef>
              <a:spcAft>
                <a:spcPts val="0"/>
              </a:spcAft>
              <a:buClr>
                <a:srgbClr val="0A0A0A"/>
              </a:buClr>
              <a:buSzPts val="2000"/>
              <a:buFont typeface="Gill Sans"/>
              <a:buChar char="○"/>
            </a:pPr>
            <a:r>
              <a:rPr lang="en" sz="2000" i="0" u="none" strike="noStrike" cap="none" dirty="0">
                <a:solidFill>
                  <a:srgbClr val="0A0A0A"/>
                </a:solidFill>
                <a:latin typeface="Times New Roman" panose="02020603050405020304" pitchFamily="18" charset="0"/>
                <a:ea typeface="Gill Sans"/>
                <a:cs typeface="Times New Roman" panose="02020603050405020304" pitchFamily="18" charset="0"/>
                <a:sym typeface="Gill Sans"/>
              </a:rPr>
              <a:t>Has extensive collection of NLP tools and libraries</a:t>
            </a:r>
            <a:endParaRPr dirty="0">
              <a:solidFill>
                <a:srgbClr val="0A0A0A"/>
              </a:solidFill>
              <a:latin typeface="Times New Roman" panose="02020603050405020304" pitchFamily="18" charset="0"/>
              <a:ea typeface="Gill Sans"/>
              <a:cs typeface="Times New Roman" panose="02020603050405020304" pitchFamily="18" charset="0"/>
              <a:sym typeface="Gill Sans"/>
            </a:endParaRPr>
          </a:p>
          <a:p>
            <a:pPr marL="444500" marR="0" lvl="0" indent="-342900" algn="l" rtl="0">
              <a:lnSpc>
                <a:spcPct val="100000"/>
              </a:lnSpc>
              <a:spcBef>
                <a:spcPts val="100"/>
              </a:spcBef>
              <a:spcAft>
                <a:spcPts val="0"/>
              </a:spcAft>
              <a:buClr>
                <a:srgbClr val="0A0A0A"/>
              </a:buClr>
              <a:buSzPts val="2400"/>
              <a:buFont typeface="Gill Sans"/>
              <a:buChar char="●"/>
            </a:pPr>
            <a:r>
              <a:rPr lang="en" sz="2400" i="0" u="none" strike="noStrike" cap="none" dirty="0">
                <a:solidFill>
                  <a:srgbClr val="0A0A0A"/>
                </a:solidFill>
                <a:latin typeface="Times New Roman" panose="02020603050405020304" pitchFamily="18" charset="0"/>
                <a:ea typeface="Gill Sans"/>
                <a:cs typeface="Times New Roman" panose="02020603050405020304" pitchFamily="18" charset="0"/>
                <a:sym typeface="Gill Sans"/>
              </a:rPr>
              <a:t>Python Libraries used in this course</a:t>
            </a:r>
            <a:endParaRPr dirty="0">
              <a:solidFill>
                <a:srgbClr val="0A0A0A"/>
              </a:solidFill>
              <a:latin typeface="Times New Roman" panose="02020603050405020304" pitchFamily="18" charset="0"/>
              <a:ea typeface="Gill Sans"/>
              <a:cs typeface="Times New Roman" panose="02020603050405020304" pitchFamily="18" charset="0"/>
              <a:sym typeface="Gill Sans"/>
            </a:endParaRPr>
          </a:p>
          <a:p>
            <a:pPr marL="901700" marR="0" lvl="1" indent="-342900" algn="l" rtl="0">
              <a:lnSpc>
                <a:spcPct val="100000"/>
              </a:lnSpc>
              <a:spcBef>
                <a:spcPts val="100"/>
              </a:spcBef>
              <a:spcAft>
                <a:spcPts val="0"/>
              </a:spcAft>
              <a:buClr>
                <a:srgbClr val="0A0A0A"/>
              </a:buClr>
              <a:buSzPts val="2000"/>
              <a:buFont typeface="Gill Sans"/>
              <a:buChar char="○"/>
            </a:pPr>
            <a:r>
              <a:rPr lang="en" sz="2000" i="0" u="none" strike="noStrike" cap="none" dirty="0">
                <a:solidFill>
                  <a:srgbClr val="0A0A0A"/>
                </a:solidFill>
                <a:latin typeface="Times New Roman" panose="02020603050405020304" pitchFamily="18" charset="0"/>
                <a:ea typeface="Gill Sans"/>
                <a:cs typeface="Times New Roman" panose="02020603050405020304" pitchFamily="18" charset="0"/>
                <a:sym typeface="Gill Sans"/>
              </a:rPr>
              <a:t>Numpy</a:t>
            </a:r>
            <a:endParaRPr sz="2000" i="0" u="none" strike="noStrike" cap="none" dirty="0">
              <a:solidFill>
                <a:srgbClr val="0A0A0A"/>
              </a:solidFill>
              <a:latin typeface="Times New Roman" panose="02020603050405020304" pitchFamily="18" charset="0"/>
              <a:ea typeface="Gill Sans"/>
              <a:cs typeface="Times New Roman" panose="02020603050405020304" pitchFamily="18" charset="0"/>
              <a:sym typeface="Gill Sans"/>
            </a:endParaRPr>
          </a:p>
          <a:p>
            <a:pPr marL="901700" marR="0" lvl="1" indent="-342900" algn="l" rtl="0">
              <a:lnSpc>
                <a:spcPct val="100000"/>
              </a:lnSpc>
              <a:spcBef>
                <a:spcPts val="100"/>
              </a:spcBef>
              <a:spcAft>
                <a:spcPts val="0"/>
              </a:spcAft>
              <a:buClr>
                <a:srgbClr val="0A0A0A"/>
              </a:buClr>
              <a:buSzPts val="2000"/>
              <a:buFont typeface="Gill Sans"/>
              <a:buChar char="○"/>
            </a:pPr>
            <a:r>
              <a:rPr lang="en" sz="2000" i="0" u="none" strike="noStrike" cap="none" dirty="0">
                <a:solidFill>
                  <a:srgbClr val="0A0A0A"/>
                </a:solidFill>
                <a:latin typeface="Times New Roman" panose="02020603050405020304" pitchFamily="18" charset="0"/>
                <a:ea typeface="Gill Sans"/>
                <a:cs typeface="Times New Roman" panose="02020603050405020304" pitchFamily="18" charset="0"/>
                <a:sym typeface="Gill Sans"/>
              </a:rPr>
              <a:t>Pandas</a:t>
            </a:r>
            <a:endParaRPr dirty="0">
              <a:solidFill>
                <a:srgbClr val="0A0A0A"/>
              </a:solidFill>
              <a:latin typeface="Times New Roman" panose="02020603050405020304" pitchFamily="18" charset="0"/>
              <a:ea typeface="Gill Sans"/>
              <a:cs typeface="Times New Roman" panose="02020603050405020304" pitchFamily="18" charset="0"/>
              <a:sym typeface="Gill Sans"/>
            </a:endParaRPr>
          </a:p>
          <a:p>
            <a:pPr marL="901700" marR="0" lvl="1" indent="-342900" algn="l" rtl="0">
              <a:lnSpc>
                <a:spcPct val="100000"/>
              </a:lnSpc>
              <a:spcBef>
                <a:spcPts val="100"/>
              </a:spcBef>
              <a:spcAft>
                <a:spcPts val="0"/>
              </a:spcAft>
              <a:buClr>
                <a:srgbClr val="0A0A0A"/>
              </a:buClr>
              <a:buSzPts val="2000"/>
              <a:buFont typeface="Gill Sans"/>
              <a:buChar char="○"/>
            </a:pPr>
            <a:r>
              <a:rPr lang="en" sz="2000" i="0" u="none" strike="noStrike" cap="none" dirty="0">
                <a:solidFill>
                  <a:srgbClr val="0A0A0A"/>
                </a:solidFill>
                <a:latin typeface="Times New Roman" panose="02020603050405020304" pitchFamily="18" charset="0"/>
                <a:ea typeface="Gill Sans"/>
                <a:cs typeface="Times New Roman" panose="02020603050405020304" pitchFamily="18" charset="0"/>
                <a:sym typeface="Gill Sans"/>
              </a:rPr>
              <a:t>Matplotlib</a:t>
            </a:r>
            <a:endParaRPr dirty="0">
              <a:solidFill>
                <a:srgbClr val="0A0A0A"/>
              </a:solidFill>
              <a:latin typeface="Times New Roman" panose="02020603050405020304" pitchFamily="18" charset="0"/>
              <a:ea typeface="Gill Sans"/>
              <a:cs typeface="Times New Roman" panose="02020603050405020304" pitchFamily="18" charset="0"/>
              <a:sym typeface="Gill Sans"/>
            </a:endParaRPr>
          </a:p>
          <a:p>
            <a:pPr marL="901700" marR="0" lvl="1" indent="-342900" algn="l" rtl="0">
              <a:lnSpc>
                <a:spcPct val="100000"/>
              </a:lnSpc>
              <a:spcBef>
                <a:spcPts val="100"/>
              </a:spcBef>
              <a:spcAft>
                <a:spcPts val="0"/>
              </a:spcAft>
              <a:buClr>
                <a:srgbClr val="0A0A0A"/>
              </a:buClr>
              <a:buSzPts val="2000"/>
              <a:buFont typeface="Gill Sans"/>
              <a:buChar char="○"/>
            </a:pPr>
            <a:r>
              <a:rPr lang="en" sz="2000" i="0" u="none" strike="noStrike" cap="none" dirty="0">
                <a:solidFill>
                  <a:srgbClr val="0A0A0A"/>
                </a:solidFill>
                <a:latin typeface="Times New Roman" panose="02020603050405020304" pitchFamily="18" charset="0"/>
                <a:ea typeface="Gill Sans"/>
                <a:cs typeface="Times New Roman" panose="02020603050405020304" pitchFamily="18" charset="0"/>
                <a:sym typeface="Gill Sans"/>
              </a:rPr>
              <a:t>SciKit-Learn</a:t>
            </a:r>
            <a:endParaRPr sz="2000" i="0" u="none" strike="noStrike" cap="none" dirty="0">
              <a:solidFill>
                <a:srgbClr val="0A0A0A"/>
              </a:solidFill>
              <a:latin typeface="Times New Roman" panose="02020603050405020304" pitchFamily="18" charset="0"/>
              <a:ea typeface="Gill Sans"/>
              <a:cs typeface="Times New Roman" panose="02020603050405020304" pitchFamily="18" charset="0"/>
              <a:sym typeface="Gill Sans"/>
            </a:endParaRPr>
          </a:p>
          <a:p>
            <a:pPr marL="901700" marR="0" lvl="1" indent="-342900" algn="l" rtl="0">
              <a:lnSpc>
                <a:spcPct val="100000"/>
              </a:lnSpc>
              <a:spcBef>
                <a:spcPts val="100"/>
              </a:spcBef>
              <a:spcAft>
                <a:spcPts val="0"/>
              </a:spcAft>
              <a:buClr>
                <a:srgbClr val="0A0A0A"/>
              </a:buClr>
              <a:buSzPts val="2000"/>
              <a:buFont typeface="Gill Sans"/>
              <a:buChar char="○"/>
            </a:pPr>
            <a:r>
              <a:rPr lang="en" sz="2000" i="0" u="none" strike="noStrike" cap="none" dirty="0">
                <a:solidFill>
                  <a:srgbClr val="0A0A0A"/>
                </a:solidFill>
                <a:latin typeface="Times New Roman" panose="02020603050405020304" pitchFamily="18" charset="0"/>
                <a:ea typeface="Gill Sans"/>
                <a:cs typeface="Times New Roman" panose="02020603050405020304" pitchFamily="18" charset="0"/>
                <a:sym typeface="Gill Sans"/>
              </a:rPr>
              <a:t>NLTK</a:t>
            </a:r>
            <a:endParaRPr dirty="0">
              <a:solidFill>
                <a:srgbClr val="0A0A0A"/>
              </a:solidFill>
              <a:latin typeface="Times New Roman" panose="02020603050405020304" pitchFamily="18" charset="0"/>
              <a:ea typeface="Gill Sans"/>
              <a:cs typeface="Times New Roman" panose="02020603050405020304" pitchFamily="18" charset="0"/>
              <a:sym typeface="Gill Sans"/>
            </a:endParaRPr>
          </a:p>
          <a:p>
            <a:pPr marL="558800" marR="0" lvl="1" indent="0" algn="l" rtl="0">
              <a:lnSpc>
                <a:spcPct val="100000"/>
              </a:lnSpc>
              <a:spcBef>
                <a:spcPts val="100"/>
              </a:spcBef>
              <a:spcAft>
                <a:spcPts val="0"/>
              </a:spcAft>
              <a:buClr>
                <a:schemeClr val="dk2"/>
              </a:buClr>
              <a:buSzPts val="2000"/>
              <a:buFont typeface="Gill Sans"/>
              <a:buNone/>
            </a:pPr>
            <a:endParaRPr sz="2000" i="0" u="none" strike="noStrike" cap="none" dirty="0">
              <a:solidFill>
                <a:srgbClr val="0A0A0A"/>
              </a:solidFill>
              <a:latin typeface="Times New Roman" panose="02020603050405020304" pitchFamily="18" charset="0"/>
              <a:ea typeface="Gill Sans"/>
              <a:cs typeface="Times New Roman" panose="02020603050405020304" pitchFamily="18" charset="0"/>
              <a:sym typeface="Gill Sans"/>
            </a:endParaRPr>
          </a:p>
          <a:p>
            <a:pPr marL="558800" marR="0" lvl="1" indent="0" algn="l" rtl="0">
              <a:lnSpc>
                <a:spcPct val="100000"/>
              </a:lnSpc>
              <a:spcBef>
                <a:spcPts val="100"/>
              </a:spcBef>
              <a:spcAft>
                <a:spcPts val="0"/>
              </a:spcAft>
              <a:buClr>
                <a:schemeClr val="dk2"/>
              </a:buClr>
              <a:buSzPts val="2000"/>
              <a:buFont typeface="Gill Sans"/>
              <a:buNone/>
            </a:pPr>
            <a:r>
              <a:rPr lang="en" sz="2400" i="0" u="none" strike="noStrike" cap="none" dirty="0">
                <a:solidFill>
                  <a:srgbClr val="0A0A0A"/>
                </a:solidFill>
                <a:latin typeface="Times New Roman" panose="02020603050405020304" pitchFamily="18" charset="0"/>
                <a:ea typeface="Gill Sans"/>
                <a:cs typeface="Times New Roman" panose="02020603050405020304" pitchFamily="18" charset="0"/>
                <a:sym typeface="Gill Sans"/>
              </a:rPr>
              <a:t>	 	</a:t>
            </a:r>
            <a:endParaRPr sz="1800" i="0" u="none" strike="noStrike" cap="none" dirty="0">
              <a:solidFill>
                <a:srgbClr val="0A0A0A"/>
              </a:solidFill>
              <a:latin typeface="Times New Roman" panose="02020603050405020304" pitchFamily="18" charset="0"/>
              <a:ea typeface="Gill Sans"/>
              <a:cs typeface="Times New Roman" panose="02020603050405020304" pitchFamily="18" charset="0"/>
              <a:sym typeface="Gill Sans"/>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9"/>
        <p:cNvGrpSpPr/>
        <p:nvPr/>
      </p:nvGrpSpPr>
      <p:grpSpPr>
        <a:xfrm>
          <a:off x="0" y="0"/>
          <a:ext cx="0" cy="0"/>
          <a:chOff x="0" y="0"/>
          <a:chExt cx="0" cy="0"/>
        </a:xfrm>
      </p:grpSpPr>
      <p:sp>
        <p:nvSpPr>
          <p:cNvPr id="500" name="Google Shape;500;p69"/>
          <p:cNvSpPr txBox="1">
            <a:spLocks noGrp="1"/>
          </p:cNvSpPr>
          <p:nvPr>
            <p:ph type="title"/>
          </p:nvPr>
        </p:nvSpPr>
        <p:spPr>
          <a:xfrm>
            <a:off x="623400" y="485425"/>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200"/>
              <a:buNone/>
            </a:pPr>
            <a:r>
              <a:rPr lang="en" sz="3200" dirty="0">
                <a:latin typeface="Times New Roman" panose="02020603050405020304" pitchFamily="18" charset="0"/>
                <a:cs typeface="Times New Roman" panose="02020603050405020304" pitchFamily="18" charset="0"/>
              </a:rPr>
              <a:t>Summary</a:t>
            </a:r>
            <a:r>
              <a:rPr lang="en" dirty="0">
                <a:latin typeface="Times New Roman" panose="02020603050405020304" pitchFamily="18" charset="0"/>
                <a:cs typeface="Times New Roman" panose="02020603050405020304" pitchFamily="18" charset="0"/>
              </a:rPr>
              <a:t>:</a:t>
            </a:r>
            <a:endParaRPr sz="3200" dirty="0">
              <a:latin typeface="Times New Roman" panose="02020603050405020304" pitchFamily="18" charset="0"/>
              <a:cs typeface="Times New Roman" panose="02020603050405020304" pitchFamily="18" charset="0"/>
            </a:endParaRPr>
          </a:p>
        </p:txBody>
      </p:sp>
      <p:sp>
        <p:nvSpPr>
          <p:cNvPr id="501" name="Google Shape;501;p69"/>
          <p:cNvSpPr txBox="1">
            <a:spLocks noGrp="1"/>
          </p:cNvSpPr>
          <p:nvPr>
            <p:ph type="body" idx="1"/>
          </p:nvPr>
        </p:nvSpPr>
        <p:spPr>
          <a:xfrm>
            <a:off x="623400" y="1152475"/>
            <a:ext cx="8520600" cy="3863100"/>
          </a:xfrm>
          <a:prstGeom prst="rect">
            <a:avLst/>
          </a:prstGeom>
          <a:noFill/>
          <a:ln>
            <a:noFill/>
          </a:ln>
        </p:spPr>
        <p:txBody>
          <a:bodyPr spcFirstLastPara="1" wrap="square" lIns="91425" tIns="91425" rIns="91425" bIns="91425" anchor="t" anchorCtr="0">
            <a:noAutofit/>
          </a:bodyPr>
          <a:lstStyle/>
          <a:p>
            <a:pPr marL="457200" lvl="0" indent="-381000" algn="l" rtl="0">
              <a:lnSpc>
                <a:spcPct val="115000"/>
              </a:lnSpc>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Now you have an idea of</a:t>
            </a:r>
            <a:r>
              <a:rPr lang="en" dirty="0">
                <a:latin typeface="Times New Roman" panose="02020603050405020304" pitchFamily="18" charset="0"/>
                <a:cs typeface="Times New Roman" panose="02020603050405020304" pitchFamily="18" charset="0"/>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23"/>
                  </a:ext>
                </a:extLst>
              </a:rPr>
              <a:t> </a:t>
            </a:r>
            <a:r>
              <a:rPr lang="en" dirty="0">
                <a:latin typeface="Times New Roman" panose="02020603050405020304" pitchFamily="18" charset="0"/>
                <a:cs typeface="Times New Roman" panose="02020603050405020304" pitchFamily="18" charset="0"/>
              </a:rPr>
              <a:t>what NLP is, its applications and the emerging trends and challenges in using it.</a:t>
            </a:r>
            <a:endParaRPr dirty="0">
              <a:latin typeface="Times New Roman" panose="02020603050405020304" pitchFamily="18" charset="0"/>
              <a:cs typeface="Times New Roman" panose="02020603050405020304" pitchFamily="18" charset="0"/>
            </a:endParaRPr>
          </a:p>
          <a:p>
            <a:pPr marL="457200" lvl="0" indent="-381000" algn="l" rtl="0">
              <a:lnSpc>
                <a:spcPct val="115000"/>
              </a:lnSpc>
              <a:spcBef>
                <a:spcPts val="0"/>
              </a:spcBef>
              <a:spcAft>
                <a:spcPts val="0"/>
              </a:spcAft>
              <a:buSzPts val="2400"/>
              <a:buChar char="●"/>
            </a:pPr>
            <a:r>
              <a:rPr lang="en" dirty="0">
                <a:latin typeface="Times New Roman" panose="02020603050405020304" pitchFamily="18" charset="0"/>
                <a:cs typeface="Times New Roman" panose="02020603050405020304" pitchFamily="18" charset="0"/>
              </a:rPr>
              <a:t>You also learnt about the basic concepts of NLP like</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Corpus and Vocabulary</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Text Normalization (Tokenization , Stemming and Lemmatization, Stop words, Sentence segmentation )</a:t>
            </a:r>
            <a:endParaRPr dirty="0">
              <a:latin typeface="Times New Roman" panose="02020603050405020304" pitchFamily="18" charset="0"/>
              <a:cs typeface="Times New Roman" panose="02020603050405020304" pitchFamily="18" charset="0"/>
            </a:endParaRP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POS tagging, Named Entity Recognition, Co-referencing Resolution</a:t>
            </a:r>
          </a:p>
          <a:p>
            <a:pPr marL="914400" lvl="1" indent="-355600" algn="l" rtl="0">
              <a:lnSpc>
                <a:spcPct val="115000"/>
              </a:lnSpc>
              <a:spcBef>
                <a:spcPts val="0"/>
              </a:spcBef>
              <a:spcAft>
                <a:spcPts val="0"/>
              </a:spcAft>
              <a:buSzPts val="2000"/>
              <a:buChar char="○"/>
            </a:pPr>
            <a:r>
              <a:rPr lang="en" dirty="0">
                <a:latin typeface="Times New Roman" panose="02020603050405020304" pitchFamily="18" charset="0"/>
                <a:cs typeface="Times New Roman" panose="02020603050405020304" pitchFamily="18" charset="0"/>
              </a:rPr>
              <a:t>Parsing</a:t>
            </a:r>
          </a:p>
          <a:p>
            <a:pPr marL="914400" lvl="1" indent="-355600" algn="l" rtl="0">
              <a:lnSpc>
                <a:spcPct val="115000"/>
              </a:lnSpc>
              <a:spcBef>
                <a:spcPts val="0"/>
              </a:spcBef>
              <a:spcAft>
                <a:spcPts val="0"/>
              </a:spcAft>
              <a:buSzPts val="2000"/>
              <a:buChar char="○"/>
            </a:pPr>
            <a:endParaRPr lang="en" dirty="0">
              <a:latin typeface="Times New Roman" panose="02020603050405020304" pitchFamily="18" charset="0"/>
              <a:cs typeface="Times New Roman" panose="02020603050405020304" pitchFamily="18" charset="0"/>
            </a:endParaRPr>
          </a:p>
          <a:p>
            <a:pPr>
              <a:spcBef>
                <a:spcPts val="0"/>
              </a:spcBef>
              <a:buFont typeface="Gill Sans"/>
              <a:buChar char="●"/>
            </a:pPr>
            <a:r>
              <a:rPr lang="en-US" dirty="0">
                <a:latin typeface="Times New Roman" panose="02020603050405020304" pitchFamily="18" charset="0"/>
                <a:cs typeface="Times New Roman" panose="02020603050405020304" pitchFamily="18" charset="0"/>
              </a:rPr>
              <a:t>Implementation of the above concepts using NLTK</a:t>
            </a:r>
          </a:p>
          <a:p>
            <a:pPr marL="914400" lvl="1" indent="-355600" algn="l" rtl="0">
              <a:lnSpc>
                <a:spcPct val="115000"/>
              </a:lnSpc>
              <a:spcBef>
                <a:spcPts val="0"/>
              </a:spcBef>
              <a:spcAft>
                <a:spcPts val="0"/>
              </a:spcAft>
              <a:buSzPts val="2000"/>
              <a:buChar char="○"/>
            </a:pPr>
            <a:endParaRPr lang="en" dirty="0">
              <a:latin typeface="Times New Roman" panose="02020603050405020304" pitchFamily="18" charset="0"/>
              <a:cs typeface="Times New Roman" panose="02020603050405020304" pitchFamily="18" charset="0"/>
            </a:endParaRPr>
          </a:p>
        </p:txBody>
      </p:sp>
      <p:sp>
        <p:nvSpPr>
          <p:cNvPr id="502" name="Google Shape;502;p69"/>
          <p:cNvSpPr txBox="1">
            <a:spLocks noGrp="1"/>
          </p:cNvSpPr>
          <p:nvPr>
            <p:ph type="sldNum" idx="12"/>
          </p:nvPr>
        </p:nvSpPr>
        <p:spPr>
          <a:xfrm>
            <a:off x="8" y="4749892"/>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800"/>
              <a:buFont typeface="Arial"/>
              <a:buNone/>
            </a:pPr>
            <a:fld id="{00000000-1234-1234-1234-123412341234}" type="slidenum">
              <a:rPr lang="en">
                <a:solidFill>
                  <a:srgbClr val="3F3F3F"/>
                </a:solidFill>
                <a:latin typeface="Roboto"/>
                <a:ea typeface="Roboto"/>
                <a:cs typeface="Roboto"/>
                <a:sym typeface="Roboto"/>
              </a:rPr>
              <a:pPr marL="0" lvl="0" indent="0" algn="l" rtl="0">
                <a:spcBef>
                  <a:spcPts val="0"/>
                </a:spcBef>
                <a:spcAft>
                  <a:spcPts val="0"/>
                </a:spcAft>
                <a:buClr>
                  <a:srgbClr val="000000"/>
                </a:buClr>
                <a:buSzPts val="1800"/>
                <a:buFont typeface="Arial"/>
                <a:buNone/>
              </a:pPr>
              <a:t>42</a:t>
            </a:fld>
            <a:endParaRPr>
              <a:solidFill>
                <a:srgbClr val="3F3F3F"/>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6"/>
        <p:cNvGrpSpPr/>
        <p:nvPr/>
      </p:nvGrpSpPr>
      <p:grpSpPr>
        <a:xfrm>
          <a:off x="0" y="0"/>
          <a:ext cx="0" cy="0"/>
          <a:chOff x="0" y="0"/>
          <a:chExt cx="0" cy="0"/>
        </a:xfrm>
      </p:grpSpPr>
      <p:sp>
        <p:nvSpPr>
          <p:cNvPr id="507" name="Google Shape;507;p22"/>
          <p:cNvSpPr txBox="1">
            <a:spLocks noGrp="1"/>
          </p:cNvSpPr>
          <p:nvPr>
            <p:ph type="title"/>
          </p:nvPr>
        </p:nvSpPr>
        <p:spPr>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200"/>
              <a:buNone/>
            </a:pPr>
            <a:r>
              <a:rPr lang="en" dirty="0">
                <a:latin typeface="Times New Roman" panose="02020603050405020304" pitchFamily="18" charset="0"/>
                <a:cs typeface="Times New Roman" panose="02020603050405020304" pitchFamily="18" charset="0"/>
              </a:rPr>
              <a:t>THANK YOU</a:t>
            </a:r>
            <a:endParaRPr dirty="0">
              <a:latin typeface="Times New Roman" panose="02020603050405020304" pitchFamily="18" charset="0"/>
              <a:cs typeface="Times New Roman" panose="02020603050405020304" pitchFamily="18" charset="0"/>
            </a:endParaRPr>
          </a:p>
        </p:txBody>
      </p:sp>
      <p:sp>
        <p:nvSpPr>
          <p:cNvPr id="508" name="Google Shape;508;p22"/>
          <p:cNvSpPr txBox="1">
            <a:spLocks noGrp="1"/>
          </p:cNvSpPr>
          <p:nvPr>
            <p:ph type="sldNum" idx="12"/>
          </p:nvPr>
        </p:nvSpPr>
        <p:spPr>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800"/>
              <a:buNone/>
            </a:pPr>
            <a:fld id="{00000000-1234-1234-1234-123412341234}" type="slidenum">
              <a:rPr lang="en"/>
              <a:pPr marL="0" lvl="0" indent="0" algn="r" rtl="0">
                <a:lnSpc>
                  <a:spcPct val="100000"/>
                </a:lnSpc>
                <a:spcBef>
                  <a:spcPts val="0"/>
                </a:spcBef>
                <a:spcAft>
                  <a:spcPts val="0"/>
                </a:spcAft>
                <a:buSzPts val="1800"/>
                <a:buNone/>
              </a:pPr>
              <a:t>43</a:t>
            </a:fld>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1609</TotalTime>
  <Words>2713</Words>
  <Application>Microsoft Office PowerPoint</Application>
  <PresentationFormat>On-screen Show (16:9)</PresentationFormat>
  <Paragraphs>552</Paragraphs>
  <Slides>43</Slides>
  <Notes>41</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43</vt:i4>
      </vt:variant>
    </vt:vector>
  </HeadingPairs>
  <TitlesOfParts>
    <vt:vector size="55" baseType="lpstr">
      <vt:lpstr>Arial</vt:lpstr>
      <vt:lpstr>Times New Roman</vt:lpstr>
      <vt:lpstr>Calibri</vt:lpstr>
      <vt:lpstr>Helvetica Neue</vt:lpstr>
      <vt:lpstr>Roboto</vt:lpstr>
      <vt:lpstr>Gill Sans</vt:lpstr>
      <vt:lpstr>Open Sans</vt:lpstr>
      <vt:lpstr>Lato</vt:lpstr>
      <vt:lpstr>Courier New</vt:lpstr>
      <vt:lpstr>Garamond</vt:lpstr>
      <vt:lpstr>Calibri Light</vt:lpstr>
      <vt:lpstr>Office Theme</vt:lpstr>
      <vt:lpstr>Natural Language Processing</vt:lpstr>
      <vt:lpstr>Slide 2</vt:lpstr>
      <vt:lpstr>Learning Objectives</vt:lpstr>
      <vt:lpstr>What is NLP?</vt:lpstr>
      <vt:lpstr>Why NLP is important</vt:lpstr>
      <vt:lpstr>Applications and emerging trends in NLP</vt:lpstr>
      <vt:lpstr>Applications and emerging trends in NLP</vt:lpstr>
      <vt:lpstr>Applications and emerging trends in NLP</vt:lpstr>
      <vt:lpstr>Challenges in NLP</vt:lpstr>
      <vt:lpstr>Challenges in NLP - Ambiguity</vt:lpstr>
      <vt:lpstr>Challenges in NLP - Ambiguity</vt:lpstr>
      <vt:lpstr>Challenges in NLP - Ambiguity in Preposition Attachment</vt:lpstr>
      <vt:lpstr>Concepts in NLP</vt:lpstr>
      <vt:lpstr>Tokenization</vt:lpstr>
      <vt:lpstr>Tokenization</vt:lpstr>
      <vt:lpstr>Sentence Segmentation</vt:lpstr>
      <vt:lpstr>Corpus and Vocabulary</vt:lpstr>
      <vt:lpstr>Some popular Corpus Available </vt:lpstr>
      <vt:lpstr>Stop words</vt:lpstr>
      <vt:lpstr>Stemming and Lemmatization</vt:lpstr>
      <vt:lpstr>Stemming and Lemmatization</vt:lpstr>
      <vt:lpstr>Stemming and Lemmatization</vt:lpstr>
      <vt:lpstr>Name Entity Recognition</vt:lpstr>
      <vt:lpstr>Name Entity Recognition</vt:lpstr>
      <vt:lpstr>Coreference Resolution</vt:lpstr>
      <vt:lpstr>Coreference Resolution</vt:lpstr>
      <vt:lpstr>POS tagging</vt:lpstr>
      <vt:lpstr>POS Tagging</vt:lpstr>
      <vt:lpstr>NLTK:</vt:lpstr>
      <vt:lpstr>NLTK:</vt:lpstr>
      <vt:lpstr>Operations using NLTK:</vt:lpstr>
      <vt:lpstr>Accessing Text Corpora in NLTK:</vt:lpstr>
      <vt:lpstr>Accessing Gutenberg corpus:</vt:lpstr>
      <vt:lpstr>Accessing Browns corpus:</vt:lpstr>
      <vt:lpstr>Text Preprocessing in NLP:</vt:lpstr>
      <vt:lpstr>Steps in Text Preprocessing:</vt:lpstr>
      <vt:lpstr>Steps in Text Preprocessing:</vt:lpstr>
      <vt:lpstr>Steps in Text Preprocessing:</vt:lpstr>
      <vt:lpstr>Steps in Text Preprocessing:</vt:lpstr>
      <vt:lpstr>Steps in Text Preprocessing:</vt:lpstr>
      <vt:lpstr>How do we implement these NLP concepts:  </vt:lpstr>
      <vt:lpstr>Summary:</vt:lpstr>
      <vt:lpstr>THANK YOU</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Natural Language Processing using Python</dc:title>
  <dc:creator>DELL</dc:creator>
  <cp:lastModifiedBy>Shalini</cp:lastModifiedBy>
  <cp:revision>28</cp:revision>
  <dcterms:modified xsi:type="dcterms:W3CDTF">2024-09-18T18:46:12Z</dcterms:modified>
</cp:coreProperties>
</file>