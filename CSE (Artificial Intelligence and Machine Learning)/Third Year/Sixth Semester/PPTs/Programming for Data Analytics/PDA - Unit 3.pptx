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60" r:id="rId5"/>
  </p:sldMasterIdLst>
  <p:notesMasterIdLst>
    <p:notesMasterId r:id="rId133"/>
  </p:notesMasterIdLst>
  <p:handoutMasterIdLst>
    <p:handoutMasterId r:id="rId134"/>
  </p:handoutMasterIdLst>
  <p:sldIdLst>
    <p:sldId id="1355" r:id="rId6"/>
    <p:sldId id="1357" r:id="rId7"/>
    <p:sldId id="1358" r:id="rId8"/>
    <p:sldId id="1359" r:id="rId9"/>
    <p:sldId id="1356" r:id="rId10"/>
    <p:sldId id="1092" r:id="rId11"/>
    <p:sldId id="1095" r:id="rId12"/>
    <p:sldId id="1097" r:id="rId13"/>
    <p:sldId id="709" r:id="rId14"/>
    <p:sldId id="710" r:id="rId15"/>
    <p:sldId id="711" r:id="rId16"/>
    <p:sldId id="712" r:id="rId17"/>
    <p:sldId id="713" r:id="rId18"/>
    <p:sldId id="714" r:id="rId19"/>
    <p:sldId id="715" r:id="rId20"/>
    <p:sldId id="716" r:id="rId21"/>
    <p:sldId id="865" r:id="rId22"/>
    <p:sldId id="718" r:id="rId23"/>
    <p:sldId id="864" r:id="rId24"/>
    <p:sldId id="721" r:id="rId25"/>
    <p:sldId id="722" r:id="rId26"/>
    <p:sldId id="723" r:id="rId27"/>
    <p:sldId id="724" r:id="rId28"/>
    <p:sldId id="725" r:id="rId29"/>
    <p:sldId id="726" r:id="rId30"/>
    <p:sldId id="727" r:id="rId31"/>
    <p:sldId id="729" r:id="rId32"/>
    <p:sldId id="968" r:id="rId33"/>
    <p:sldId id="732" r:id="rId34"/>
    <p:sldId id="733" r:id="rId35"/>
    <p:sldId id="1104" r:id="rId36"/>
    <p:sldId id="1269" r:id="rId37"/>
    <p:sldId id="399" r:id="rId38"/>
    <p:sldId id="1227" r:id="rId39"/>
    <p:sldId id="1270" r:id="rId40"/>
    <p:sldId id="1271" r:id="rId41"/>
    <p:sldId id="1272" r:id="rId42"/>
    <p:sldId id="1273" r:id="rId43"/>
    <p:sldId id="1274" r:id="rId44"/>
    <p:sldId id="1275" r:id="rId45"/>
    <p:sldId id="1276" r:id="rId46"/>
    <p:sldId id="1277" r:id="rId47"/>
    <p:sldId id="1278" r:id="rId48"/>
    <p:sldId id="1279" r:id="rId49"/>
    <p:sldId id="1280" r:id="rId50"/>
    <p:sldId id="1281" r:id="rId51"/>
    <p:sldId id="1229" r:id="rId52"/>
    <p:sldId id="1283" r:id="rId53"/>
    <p:sldId id="1282" r:id="rId54"/>
    <p:sldId id="1230" r:id="rId55"/>
    <p:sldId id="1232" r:id="rId56"/>
    <p:sldId id="1233" r:id="rId57"/>
    <p:sldId id="1234" r:id="rId58"/>
    <p:sldId id="1235" r:id="rId59"/>
    <p:sldId id="1236" r:id="rId60"/>
    <p:sldId id="1237" r:id="rId61"/>
    <p:sldId id="1231" r:id="rId62"/>
    <p:sldId id="1238" r:id="rId63"/>
    <p:sldId id="1239" r:id="rId64"/>
    <p:sldId id="1240" r:id="rId65"/>
    <p:sldId id="1241" r:id="rId66"/>
    <p:sldId id="1127" r:id="rId67"/>
    <p:sldId id="1242" r:id="rId68"/>
    <p:sldId id="1243" r:id="rId69"/>
    <p:sldId id="1244" r:id="rId70"/>
    <p:sldId id="1128" r:id="rId71"/>
    <p:sldId id="1245" r:id="rId72"/>
    <p:sldId id="1132" r:id="rId73"/>
    <p:sldId id="1211" r:id="rId74"/>
    <p:sldId id="1210" r:id="rId75"/>
    <p:sldId id="1216" r:id="rId76"/>
    <p:sldId id="1217" r:id="rId77"/>
    <p:sldId id="1218" r:id="rId78"/>
    <p:sldId id="1284" r:id="rId79"/>
    <p:sldId id="1285" r:id="rId80"/>
    <p:sldId id="1286" r:id="rId81"/>
    <p:sldId id="1287" r:id="rId82"/>
    <p:sldId id="1288" r:id="rId83"/>
    <p:sldId id="1360" r:id="rId84"/>
    <p:sldId id="1361" r:id="rId85"/>
    <p:sldId id="1362" r:id="rId86"/>
    <p:sldId id="1363" r:id="rId87"/>
    <p:sldId id="1364" r:id="rId88"/>
    <p:sldId id="1365" r:id="rId89"/>
    <p:sldId id="1289" r:id="rId90"/>
    <p:sldId id="1290" r:id="rId91"/>
    <p:sldId id="1291" r:id="rId92"/>
    <p:sldId id="1292" r:id="rId93"/>
    <p:sldId id="1293" r:id="rId94"/>
    <p:sldId id="1294" r:id="rId95"/>
    <p:sldId id="1295" r:id="rId96"/>
    <p:sldId id="1296" r:id="rId97"/>
    <p:sldId id="1297" r:id="rId98"/>
    <p:sldId id="1298" r:id="rId99"/>
    <p:sldId id="1299" r:id="rId100"/>
    <p:sldId id="1300" r:id="rId101"/>
    <p:sldId id="1301" r:id="rId102"/>
    <p:sldId id="1302" r:id="rId103"/>
    <p:sldId id="1303" r:id="rId104"/>
    <p:sldId id="1304" r:id="rId105"/>
    <p:sldId id="1305" r:id="rId106"/>
    <p:sldId id="1306" r:id="rId107"/>
    <p:sldId id="1307" r:id="rId108"/>
    <p:sldId id="1368" r:id="rId109"/>
    <p:sldId id="1366" r:id="rId110"/>
    <p:sldId id="1367" r:id="rId111"/>
    <p:sldId id="1308" r:id="rId112"/>
    <p:sldId id="1369" r:id="rId113"/>
    <p:sldId id="1309" r:id="rId114"/>
    <p:sldId id="1310" r:id="rId115"/>
    <p:sldId id="1311" r:id="rId116"/>
    <p:sldId id="295" r:id="rId117"/>
    <p:sldId id="1221" r:id="rId118"/>
    <p:sldId id="1222" r:id="rId119"/>
    <p:sldId id="1199" r:id="rId120"/>
    <p:sldId id="1246" r:id="rId121"/>
    <p:sldId id="1090" r:id="rId122"/>
    <p:sldId id="1017" r:id="rId123"/>
    <p:sldId id="1316" r:id="rId124"/>
    <p:sldId id="1317" r:id="rId125"/>
    <p:sldId id="1318" r:id="rId126"/>
    <p:sldId id="1312" r:id="rId127"/>
    <p:sldId id="1313" r:id="rId128"/>
    <p:sldId id="1025" r:id="rId129"/>
    <p:sldId id="1026" r:id="rId130"/>
    <p:sldId id="1118" r:id="rId131"/>
    <p:sldId id="863" r:id="rId132"/>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8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907">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3DC192-155C-E0D5-5CAD-8F40F00594E0}" v="3" dt="2024-06-05T14:50:21.471"/>
    <p1510:client id="{80DD20F9-4FEA-D6FD-3DE2-901ECDED46A7}" v="1" dt="2024-06-05T13:29:10.717"/>
    <p1510:client id="{ADD955D3-6F84-5E5F-8077-56C1701F7F42}" v="4" dt="2024-06-05T11:21:00.139"/>
    <p1510:client id="{E2063103-DA29-9E3E-539F-9501496829BC}" v="7" dt="2024-06-04T22:30:00.057"/>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80"/>
        <p:guide pos="3840"/>
      </p:guideLst>
    </p:cSldViewPr>
  </p:slideViewPr>
  <p:notesViewPr>
    <p:cSldViewPr snapToGrid="0">
      <p:cViewPr>
        <p:scale>
          <a:sx n="1" d="2"/>
          <a:sy n="1" d="2"/>
        </p:scale>
        <p:origin x="0" y="0"/>
      </p:cViewPr>
      <p:guideLst>
        <p:guide orient="horz" pos="2907"/>
        <p:guide pos="2160"/>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2.xml"/><Relationship Id="rId21" Type="http://schemas.openxmlformats.org/officeDocument/2006/relationships/slide" Target="slides/slide16.xml"/><Relationship Id="rId42" Type="http://schemas.openxmlformats.org/officeDocument/2006/relationships/slide" Target="slides/slide37.xml"/><Relationship Id="rId63" Type="http://schemas.openxmlformats.org/officeDocument/2006/relationships/slide" Target="slides/slide58.xml"/><Relationship Id="rId84" Type="http://schemas.openxmlformats.org/officeDocument/2006/relationships/slide" Target="slides/slide79.xml"/><Relationship Id="rId138" Type="http://schemas.openxmlformats.org/officeDocument/2006/relationships/tableStyles" Target="tableStyles.xml"/><Relationship Id="rId16" Type="http://schemas.openxmlformats.org/officeDocument/2006/relationships/slide" Target="slides/slide11.xml"/><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slide" Target="slides/slide97.xml"/><Relationship Id="rId123" Type="http://schemas.openxmlformats.org/officeDocument/2006/relationships/slide" Target="slides/slide118.xml"/><Relationship Id="rId128" Type="http://schemas.openxmlformats.org/officeDocument/2006/relationships/slide" Target="slides/slide123.xml"/><Relationship Id="rId5" Type="http://schemas.openxmlformats.org/officeDocument/2006/relationships/slideMaster" Target="slideMasters/slideMaster2.xml"/><Relationship Id="rId90" Type="http://schemas.openxmlformats.org/officeDocument/2006/relationships/slide" Target="slides/slide85.xml"/><Relationship Id="rId95" Type="http://schemas.openxmlformats.org/officeDocument/2006/relationships/slide" Target="slides/slide90.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113" Type="http://schemas.openxmlformats.org/officeDocument/2006/relationships/slide" Target="slides/slide108.xml"/><Relationship Id="rId118" Type="http://schemas.openxmlformats.org/officeDocument/2006/relationships/slide" Target="slides/slide113.xml"/><Relationship Id="rId134" Type="http://schemas.openxmlformats.org/officeDocument/2006/relationships/handoutMaster" Target="handoutMasters/handoutMaster1.xml"/><Relationship Id="rId139" Type="http://schemas.microsoft.com/office/2015/10/relationships/revisionInfo" Target="revisionInfo.xml"/><Relationship Id="rId80" Type="http://schemas.openxmlformats.org/officeDocument/2006/relationships/slide" Target="slides/slide75.xml"/><Relationship Id="rId85" Type="http://schemas.openxmlformats.org/officeDocument/2006/relationships/slide" Target="slides/slide80.xml"/><Relationship Id="rId12" Type="http://schemas.openxmlformats.org/officeDocument/2006/relationships/slide" Target="slides/slide7.xml"/><Relationship Id="rId17" Type="http://schemas.openxmlformats.org/officeDocument/2006/relationships/slide" Target="slides/slide12.xml"/><Relationship Id="rId33" Type="http://schemas.openxmlformats.org/officeDocument/2006/relationships/slide" Target="slides/slide28.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08" Type="http://schemas.openxmlformats.org/officeDocument/2006/relationships/slide" Target="slides/slide103.xml"/><Relationship Id="rId124" Type="http://schemas.openxmlformats.org/officeDocument/2006/relationships/slide" Target="slides/slide119.xml"/><Relationship Id="rId129" Type="http://schemas.openxmlformats.org/officeDocument/2006/relationships/slide" Target="slides/slide124.xml"/><Relationship Id="rId54" Type="http://schemas.openxmlformats.org/officeDocument/2006/relationships/slide" Target="slides/slide49.xml"/><Relationship Id="rId70" Type="http://schemas.openxmlformats.org/officeDocument/2006/relationships/slide" Target="slides/slide65.xml"/><Relationship Id="rId75" Type="http://schemas.openxmlformats.org/officeDocument/2006/relationships/slide" Target="slides/slide70.xml"/><Relationship Id="rId91" Type="http://schemas.openxmlformats.org/officeDocument/2006/relationships/slide" Target="slides/slide86.xml"/><Relationship Id="rId96" Type="http://schemas.openxmlformats.org/officeDocument/2006/relationships/slide" Target="slides/slide91.xml"/><Relationship Id="rId1" Type="http://schemas.openxmlformats.org/officeDocument/2006/relationships/customXml" Target="../customXml/item1.xml"/><Relationship Id="rId6" Type="http://schemas.openxmlformats.org/officeDocument/2006/relationships/slide" Target="slides/slide1.xml"/><Relationship Id="rId23" Type="http://schemas.openxmlformats.org/officeDocument/2006/relationships/slide" Target="slides/slide18.xml"/><Relationship Id="rId28" Type="http://schemas.openxmlformats.org/officeDocument/2006/relationships/slide" Target="slides/slide23.xml"/><Relationship Id="rId49" Type="http://schemas.openxmlformats.org/officeDocument/2006/relationships/slide" Target="slides/slide44.xml"/><Relationship Id="rId114" Type="http://schemas.openxmlformats.org/officeDocument/2006/relationships/slide" Target="slides/slide109.xml"/><Relationship Id="rId119" Type="http://schemas.openxmlformats.org/officeDocument/2006/relationships/slide" Target="slides/slide114.xml"/><Relationship Id="rId44" Type="http://schemas.openxmlformats.org/officeDocument/2006/relationships/slide" Target="slides/slide39.xml"/><Relationship Id="rId60" Type="http://schemas.openxmlformats.org/officeDocument/2006/relationships/slide" Target="slides/slide55.xml"/><Relationship Id="rId65" Type="http://schemas.openxmlformats.org/officeDocument/2006/relationships/slide" Target="slides/slide60.xml"/><Relationship Id="rId81" Type="http://schemas.openxmlformats.org/officeDocument/2006/relationships/slide" Target="slides/slide76.xml"/><Relationship Id="rId86" Type="http://schemas.openxmlformats.org/officeDocument/2006/relationships/slide" Target="slides/slide81.xml"/><Relationship Id="rId130" Type="http://schemas.openxmlformats.org/officeDocument/2006/relationships/slide" Target="slides/slide125.xml"/><Relationship Id="rId135" Type="http://schemas.openxmlformats.org/officeDocument/2006/relationships/presProps" Target="presProps.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slide" Target="slides/slide10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120" Type="http://schemas.openxmlformats.org/officeDocument/2006/relationships/slide" Target="slides/slide115.xml"/><Relationship Id="rId125" Type="http://schemas.openxmlformats.org/officeDocument/2006/relationships/slide" Target="slides/slide120.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15" Type="http://schemas.openxmlformats.org/officeDocument/2006/relationships/slide" Target="slides/slide110.xml"/><Relationship Id="rId131" Type="http://schemas.openxmlformats.org/officeDocument/2006/relationships/slide" Target="slides/slide126.xml"/><Relationship Id="rId136" Type="http://schemas.openxmlformats.org/officeDocument/2006/relationships/viewProps" Target="viewProps.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126" Type="http://schemas.openxmlformats.org/officeDocument/2006/relationships/slide" Target="slides/slide12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slide" Target="slides/slide93.xml"/><Relationship Id="rId121" Type="http://schemas.openxmlformats.org/officeDocument/2006/relationships/slide" Target="slides/slide116.xml"/><Relationship Id="rId3" Type="http://schemas.openxmlformats.org/officeDocument/2006/relationships/customXml" Target="../customXml/item3.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116" Type="http://schemas.openxmlformats.org/officeDocument/2006/relationships/slide" Target="slides/slide111.xml"/><Relationship Id="rId137" Type="http://schemas.openxmlformats.org/officeDocument/2006/relationships/theme" Target="theme/theme1.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88" Type="http://schemas.openxmlformats.org/officeDocument/2006/relationships/slide" Target="slides/slide83.xml"/><Relationship Id="rId111" Type="http://schemas.openxmlformats.org/officeDocument/2006/relationships/slide" Target="slides/slide106.xml"/><Relationship Id="rId132" Type="http://schemas.openxmlformats.org/officeDocument/2006/relationships/slide" Target="slides/slide127.xml"/><Relationship Id="rId15" Type="http://schemas.openxmlformats.org/officeDocument/2006/relationships/slide" Target="slides/slide10.xml"/><Relationship Id="rId36" Type="http://schemas.openxmlformats.org/officeDocument/2006/relationships/slide" Target="slides/slide31.xml"/><Relationship Id="rId57" Type="http://schemas.openxmlformats.org/officeDocument/2006/relationships/slide" Target="slides/slide52.xml"/><Relationship Id="rId106" Type="http://schemas.openxmlformats.org/officeDocument/2006/relationships/slide" Target="slides/slide101.xml"/><Relationship Id="rId127" Type="http://schemas.openxmlformats.org/officeDocument/2006/relationships/slide" Target="slides/slide122.xml"/><Relationship Id="rId10" Type="http://schemas.openxmlformats.org/officeDocument/2006/relationships/slide" Target="slides/slide5.xml"/><Relationship Id="rId31" Type="http://schemas.openxmlformats.org/officeDocument/2006/relationships/slide" Target="slides/slide26.xml"/><Relationship Id="rId52" Type="http://schemas.openxmlformats.org/officeDocument/2006/relationships/slide" Target="slides/slide47.xml"/><Relationship Id="rId73" Type="http://schemas.openxmlformats.org/officeDocument/2006/relationships/slide" Target="slides/slide68.xml"/><Relationship Id="rId78" Type="http://schemas.openxmlformats.org/officeDocument/2006/relationships/slide" Target="slides/slide73.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122" Type="http://schemas.openxmlformats.org/officeDocument/2006/relationships/slide" Target="slides/slide117.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47" Type="http://schemas.openxmlformats.org/officeDocument/2006/relationships/slide" Target="slides/slide42.xml"/><Relationship Id="rId68" Type="http://schemas.openxmlformats.org/officeDocument/2006/relationships/slide" Target="slides/slide63.xml"/><Relationship Id="rId89" Type="http://schemas.openxmlformats.org/officeDocument/2006/relationships/slide" Target="slides/slide84.xml"/><Relationship Id="rId112" Type="http://schemas.openxmlformats.org/officeDocument/2006/relationships/slide" Target="slides/slide107.xml"/><Relationship Id="rId133"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D9BAE549-8344-B145-926C-F643EB0AEEB1}" type="datetimeFigureOut">
              <a:rPr lang="en-US"/>
              <a:t>2/28/2025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latin typeface="Calibri" panose="020F0502020204030204" pitchFamily="34" charset="0"/>
              </a:defRPr>
            </a:lvl1pPr>
          </a:lstStyle>
          <a:p>
            <a:pPr>
              <a:defRPr/>
            </a:pPr>
            <a:fld id="{E5458A82-0A30-9846-BD48-09BBBFCBC470}" type="slidenum">
              <a:rPr lang="en-US" altLang="en-US"/>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2730CC4C-3B7F-894F-B85F-BF4B019C584A}" type="datetimeFigureOut">
              <a:rPr lang="en-US"/>
              <a:t>2/28/2025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latin typeface="Calibri" panose="020F0502020204030204" pitchFamily="34" charset="0"/>
              </a:defRPr>
            </a:lvl1pPr>
          </a:lstStyle>
          <a:p>
            <a:pPr>
              <a:defRPr/>
            </a:pPr>
            <a:fld id="{C4AB57E2-81E1-2F4C-A9F8-3FB6F2953D99}" type="slidenum">
              <a:rPr lang="en-US" altLang="en-US"/>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27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US" altLang="en-US"/>
          </a:p>
        </p:txBody>
      </p:sp>
      <p:sp>
        <p:nvSpPr>
          <p:cNvPr id="327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38F3A8A-DBDD-6245-B52B-889CD3B6F09C}" type="slidenum">
              <a:rPr lang="en-US" altLang="en-US" smtClean="0">
                <a:latin typeface="Calibri" panose="020F0502020204030204" pitchFamily="34" charset="0"/>
              </a:rPr>
              <a:t>28</a:t>
            </a:fld>
            <a:endParaRPr lang="en-US" altLang="en-US">
              <a:latin typeface="Calibri" panose="020F050202020403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68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US" altLang="en-US"/>
          </a:p>
        </p:txBody>
      </p:sp>
      <p:sp>
        <p:nvSpPr>
          <p:cNvPr id="368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1F1CAE1-3BBA-1F42-890D-234A7B405DB9}" type="slidenum">
              <a:rPr lang="en-US" altLang="en-US" smtClean="0">
                <a:latin typeface="Calibri" panose="020F0502020204030204" pitchFamily="34" charset="0"/>
              </a:rPr>
              <a:t>31</a:t>
            </a:fld>
            <a:endParaRPr lang="en-US" altLang="en-US">
              <a:latin typeface="Calibri" panose="020F050202020403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68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US" altLang="en-US"/>
          </a:p>
        </p:txBody>
      </p:sp>
      <p:sp>
        <p:nvSpPr>
          <p:cNvPr id="368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1F1CAE1-3BBA-1F42-890D-234A7B405DB9}" type="slidenum">
              <a:rPr lang="en-US" altLang="en-US" smtClean="0">
                <a:latin typeface="Calibri" panose="020F0502020204030204" pitchFamily="34" charset="0"/>
              </a:rPr>
              <a:t>32</a:t>
            </a:fld>
            <a:endParaRPr lang="en-US" altLang="en-US">
              <a:latin typeface="Calibri" panose="020F050202020403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eaLnBrk="1" fontAlgn="auto" hangingPunct="1">
              <a:spcBef>
                <a:spcPts val="0"/>
              </a:spcBef>
              <a:spcAft>
                <a:spcPts val="0"/>
              </a:spcAft>
              <a:defRPr/>
            </a:pPr>
            <a:endParaRPr lang="en-GB"/>
          </a:p>
        </p:txBody>
      </p:sp>
      <p:sp>
        <p:nvSpPr>
          <p:cNvPr id="38916"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C804637-591E-B847-A508-956967651ACC}" type="slidenum">
              <a:rPr lang="en-GB" altLang="en-US" smtClean="0">
                <a:latin typeface="Calibri" panose="020F0502020204030204" pitchFamily="34" charset="0"/>
              </a:rPr>
              <a:t>33</a:t>
            </a:fld>
            <a:endParaRPr lang="en-GB" altLang="en-US">
              <a:latin typeface="Calibri" panose="020F050202020403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eaLnBrk="1" fontAlgn="auto" hangingPunct="1">
              <a:spcBef>
                <a:spcPts val="0"/>
              </a:spcBef>
              <a:spcAft>
                <a:spcPts val="0"/>
              </a:spcAft>
              <a:defRPr/>
            </a:pPr>
            <a:endParaRPr lang="en-GB"/>
          </a:p>
        </p:txBody>
      </p:sp>
      <p:sp>
        <p:nvSpPr>
          <p:cNvPr id="38916"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C804637-591E-B847-A508-956967651ACC}" type="slidenum">
              <a:rPr lang="en-GB" altLang="en-US" smtClean="0">
                <a:latin typeface="Calibri" panose="020F0502020204030204" pitchFamily="34" charset="0"/>
              </a:rPr>
              <a:t>34</a:t>
            </a:fld>
            <a:endParaRPr lang="en-GB" altLang="en-US">
              <a:latin typeface="Calibri" panose="020F050202020403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eaLnBrk="1" fontAlgn="auto" hangingPunct="1">
              <a:spcBef>
                <a:spcPts val="0"/>
              </a:spcBef>
              <a:spcAft>
                <a:spcPts val="0"/>
              </a:spcAft>
              <a:defRPr/>
            </a:pPr>
            <a:endParaRPr lang="en-GB"/>
          </a:p>
        </p:txBody>
      </p:sp>
      <p:sp>
        <p:nvSpPr>
          <p:cNvPr id="38916"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C804637-591E-B847-A508-956967651ACC}" type="slidenum">
              <a:rPr lang="en-GB" altLang="en-US" smtClean="0">
                <a:latin typeface="Calibri" panose="020F0502020204030204" pitchFamily="34" charset="0"/>
              </a:rPr>
              <a:t>35</a:t>
            </a:fld>
            <a:endParaRPr lang="en-GB" altLang="en-US">
              <a:latin typeface="Calibri" panose="020F050202020403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eaLnBrk="1" fontAlgn="auto" hangingPunct="1">
              <a:spcBef>
                <a:spcPts val="0"/>
              </a:spcBef>
              <a:spcAft>
                <a:spcPts val="0"/>
              </a:spcAft>
              <a:defRPr/>
            </a:pPr>
            <a:endParaRPr lang="en-GB"/>
          </a:p>
        </p:txBody>
      </p:sp>
      <p:sp>
        <p:nvSpPr>
          <p:cNvPr id="38916"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C804637-591E-B847-A508-956967651ACC}" type="slidenum">
              <a:rPr lang="en-GB" altLang="en-US" smtClean="0">
                <a:latin typeface="Calibri" panose="020F0502020204030204" pitchFamily="34" charset="0"/>
              </a:rPr>
              <a:t>47</a:t>
            </a:fld>
            <a:endParaRPr lang="en-GB" altLang="en-US">
              <a:latin typeface="Calibri" panose="020F050202020403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eaLnBrk="1" fontAlgn="auto" hangingPunct="1">
              <a:spcBef>
                <a:spcPts val="0"/>
              </a:spcBef>
              <a:spcAft>
                <a:spcPts val="0"/>
              </a:spcAft>
              <a:defRPr/>
            </a:pPr>
            <a:endParaRPr lang="en-GB"/>
          </a:p>
        </p:txBody>
      </p:sp>
      <p:sp>
        <p:nvSpPr>
          <p:cNvPr id="38916"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C804637-591E-B847-A508-956967651ACC}" type="slidenum">
              <a:rPr lang="en-GB" altLang="en-US" smtClean="0">
                <a:latin typeface="Calibri" panose="020F0502020204030204" pitchFamily="34" charset="0"/>
              </a:rPr>
              <a:t>48</a:t>
            </a:fld>
            <a:endParaRPr lang="en-GB" altLang="en-US">
              <a:latin typeface="Calibri" panose="020F050202020403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eaLnBrk="1" fontAlgn="auto" hangingPunct="1">
              <a:spcBef>
                <a:spcPts val="0"/>
              </a:spcBef>
              <a:spcAft>
                <a:spcPts val="0"/>
              </a:spcAft>
              <a:defRPr/>
            </a:pPr>
            <a:endParaRPr lang="en-GB"/>
          </a:p>
        </p:txBody>
      </p:sp>
      <p:sp>
        <p:nvSpPr>
          <p:cNvPr id="38916"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C804637-591E-B847-A508-956967651ACC}" type="slidenum">
              <a:rPr lang="en-GB" altLang="en-US" smtClean="0">
                <a:latin typeface="Calibri" panose="020F0502020204030204" pitchFamily="34" charset="0"/>
              </a:rPr>
              <a:t>49</a:t>
            </a:fld>
            <a:endParaRPr lang="en-GB" altLang="en-US">
              <a:latin typeface="Calibri" panose="020F050202020403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eaLnBrk="1" fontAlgn="auto" hangingPunct="1">
              <a:spcBef>
                <a:spcPts val="0"/>
              </a:spcBef>
              <a:spcAft>
                <a:spcPts val="0"/>
              </a:spcAft>
              <a:defRPr/>
            </a:pPr>
            <a:endParaRPr lang="en-GB"/>
          </a:p>
        </p:txBody>
      </p:sp>
      <p:sp>
        <p:nvSpPr>
          <p:cNvPr id="38916"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C804637-591E-B847-A508-956967651ACC}" type="slidenum">
              <a:rPr lang="en-GB" altLang="en-US" smtClean="0">
                <a:latin typeface="Calibri" panose="020F0502020204030204" pitchFamily="34" charset="0"/>
              </a:rPr>
              <a:t>50</a:t>
            </a:fld>
            <a:endParaRPr lang="en-GB" altLang="en-US">
              <a:latin typeface="Calibri" panose="020F050202020403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eaLnBrk="1" fontAlgn="auto" hangingPunct="1">
              <a:spcBef>
                <a:spcPts val="0"/>
              </a:spcBef>
              <a:spcAft>
                <a:spcPts val="0"/>
              </a:spcAft>
              <a:defRPr/>
            </a:pPr>
            <a:endParaRPr lang="en-GB"/>
          </a:p>
        </p:txBody>
      </p:sp>
      <p:sp>
        <p:nvSpPr>
          <p:cNvPr id="38916"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C804637-591E-B847-A508-956967651ACC}" type="slidenum">
              <a:rPr lang="en-GB" altLang="en-US" smtClean="0">
                <a:latin typeface="Calibri" panose="020F0502020204030204" pitchFamily="34" charset="0"/>
              </a:rPr>
              <a:t>51</a:t>
            </a:fld>
            <a:endParaRPr lang="en-GB" altLang="en-US">
              <a:latin typeface="Calibri" panose="020F050202020403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eaLnBrk="1" fontAlgn="auto" hangingPunct="1">
              <a:spcBef>
                <a:spcPts val="0"/>
              </a:spcBef>
              <a:spcAft>
                <a:spcPts val="0"/>
              </a:spcAft>
              <a:defRPr/>
            </a:pPr>
            <a:endParaRPr lang="en-GB"/>
          </a:p>
        </p:txBody>
      </p:sp>
      <p:sp>
        <p:nvSpPr>
          <p:cNvPr id="38916"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C804637-591E-B847-A508-956967651ACC}" type="slidenum">
              <a:rPr lang="en-GB" altLang="en-US" smtClean="0">
                <a:latin typeface="Calibri" panose="020F0502020204030204" pitchFamily="34" charset="0"/>
              </a:rPr>
              <a:t>52</a:t>
            </a:fld>
            <a:endParaRPr lang="en-GB" altLang="en-US">
              <a:latin typeface="Calibri" panose="020F050202020403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eaLnBrk="1" fontAlgn="auto" hangingPunct="1">
              <a:spcBef>
                <a:spcPts val="0"/>
              </a:spcBef>
              <a:spcAft>
                <a:spcPts val="0"/>
              </a:spcAft>
              <a:defRPr/>
            </a:pPr>
            <a:endParaRPr lang="en-GB"/>
          </a:p>
        </p:txBody>
      </p:sp>
      <p:sp>
        <p:nvSpPr>
          <p:cNvPr id="38916"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C804637-591E-B847-A508-956967651ACC}" type="slidenum">
              <a:rPr lang="en-GB" altLang="en-US" smtClean="0">
                <a:latin typeface="Calibri" panose="020F0502020204030204" pitchFamily="34" charset="0"/>
              </a:rPr>
              <a:t>53</a:t>
            </a:fld>
            <a:endParaRPr lang="en-GB" altLang="en-US">
              <a:latin typeface="Calibri" panose="020F050202020403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eaLnBrk="1" fontAlgn="auto" hangingPunct="1">
              <a:spcBef>
                <a:spcPts val="0"/>
              </a:spcBef>
              <a:spcAft>
                <a:spcPts val="0"/>
              </a:spcAft>
              <a:defRPr/>
            </a:pPr>
            <a:endParaRPr lang="en-GB"/>
          </a:p>
        </p:txBody>
      </p:sp>
      <p:sp>
        <p:nvSpPr>
          <p:cNvPr id="38916"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C804637-591E-B847-A508-956967651ACC}" type="slidenum">
              <a:rPr lang="en-GB" altLang="en-US" smtClean="0">
                <a:latin typeface="Calibri" panose="020F0502020204030204" pitchFamily="34" charset="0"/>
              </a:rPr>
              <a:t>54</a:t>
            </a:fld>
            <a:endParaRPr lang="en-GB" altLang="en-US">
              <a:latin typeface="Calibri" panose="020F050202020403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eaLnBrk="1" fontAlgn="auto" hangingPunct="1">
              <a:spcBef>
                <a:spcPts val="0"/>
              </a:spcBef>
              <a:spcAft>
                <a:spcPts val="0"/>
              </a:spcAft>
              <a:defRPr/>
            </a:pPr>
            <a:endParaRPr lang="en-GB"/>
          </a:p>
        </p:txBody>
      </p:sp>
      <p:sp>
        <p:nvSpPr>
          <p:cNvPr id="38916"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C804637-591E-B847-A508-956967651ACC}" type="slidenum">
              <a:rPr lang="en-GB" altLang="en-US" smtClean="0">
                <a:latin typeface="Calibri" panose="020F0502020204030204" pitchFamily="34" charset="0"/>
              </a:rPr>
              <a:t>55</a:t>
            </a:fld>
            <a:endParaRPr lang="en-GB" altLang="en-US">
              <a:latin typeface="Calibri" panose="020F050202020403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eaLnBrk="1" fontAlgn="auto" hangingPunct="1">
              <a:spcBef>
                <a:spcPts val="0"/>
              </a:spcBef>
              <a:spcAft>
                <a:spcPts val="0"/>
              </a:spcAft>
              <a:defRPr/>
            </a:pPr>
            <a:endParaRPr lang="en-GB"/>
          </a:p>
        </p:txBody>
      </p:sp>
      <p:sp>
        <p:nvSpPr>
          <p:cNvPr id="38916"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C804637-591E-B847-A508-956967651ACC}" type="slidenum">
              <a:rPr lang="en-GB" altLang="en-US" smtClean="0">
                <a:latin typeface="Calibri" panose="020F0502020204030204" pitchFamily="34" charset="0"/>
              </a:rPr>
              <a:t>56</a:t>
            </a:fld>
            <a:endParaRPr lang="en-GB" altLang="en-US">
              <a:latin typeface="Calibri" panose="020F050202020403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eaLnBrk="1" fontAlgn="auto" hangingPunct="1">
              <a:spcBef>
                <a:spcPts val="0"/>
              </a:spcBef>
              <a:spcAft>
                <a:spcPts val="0"/>
              </a:spcAft>
              <a:defRPr/>
            </a:pPr>
            <a:endParaRPr lang="en-GB"/>
          </a:p>
        </p:txBody>
      </p:sp>
      <p:sp>
        <p:nvSpPr>
          <p:cNvPr id="38916"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C804637-591E-B847-A508-956967651ACC}" type="slidenum">
              <a:rPr lang="en-GB" altLang="en-US" smtClean="0">
                <a:latin typeface="Calibri" panose="020F0502020204030204" pitchFamily="34" charset="0"/>
              </a:rPr>
              <a:t>57</a:t>
            </a:fld>
            <a:endParaRPr lang="en-GB" altLang="en-US">
              <a:latin typeface="Calibri" panose="020F050202020403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eaLnBrk="1" fontAlgn="auto" hangingPunct="1">
              <a:spcBef>
                <a:spcPts val="0"/>
              </a:spcBef>
              <a:spcAft>
                <a:spcPts val="0"/>
              </a:spcAft>
              <a:defRPr/>
            </a:pPr>
            <a:endParaRPr lang="en-GB"/>
          </a:p>
        </p:txBody>
      </p:sp>
      <p:sp>
        <p:nvSpPr>
          <p:cNvPr id="38916"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C804637-591E-B847-A508-956967651ACC}" type="slidenum">
              <a:rPr lang="en-GB" altLang="en-US" smtClean="0">
                <a:latin typeface="Calibri" panose="020F0502020204030204" pitchFamily="34" charset="0"/>
              </a:rPr>
              <a:t>58</a:t>
            </a:fld>
            <a:endParaRPr lang="en-GB" altLang="en-US">
              <a:latin typeface="Calibri" panose="020F050202020403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eaLnBrk="1" fontAlgn="auto" hangingPunct="1">
              <a:spcBef>
                <a:spcPts val="0"/>
              </a:spcBef>
              <a:spcAft>
                <a:spcPts val="0"/>
              </a:spcAft>
              <a:defRPr/>
            </a:pPr>
            <a:endParaRPr lang="en-GB"/>
          </a:p>
        </p:txBody>
      </p:sp>
      <p:sp>
        <p:nvSpPr>
          <p:cNvPr id="38916"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C804637-591E-B847-A508-956967651ACC}" type="slidenum">
              <a:rPr lang="en-GB" altLang="en-US" smtClean="0">
                <a:latin typeface="Calibri" panose="020F0502020204030204" pitchFamily="34" charset="0"/>
              </a:rPr>
              <a:t>59</a:t>
            </a:fld>
            <a:endParaRPr lang="en-GB" altLang="en-US">
              <a:latin typeface="Calibri" panose="020F050202020403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eaLnBrk="1" fontAlgn="auto" hangingPunct="1">
              <a:spcBef>
                <a:spcPts val="0"/>
              </a:spcBef>
              <a:spcAft>
                <a:spcPts val="0"/>
              </a:spcAft>
              <a:defRPr/>
            </a:pPr>
            <a:endParaRPr lang="en-GB"/>
          </a:p>
        </p:txBody>
      </p:sp>
      <p:sp>
        <p:nvSpPr>
          <p:cNvPr id="38916"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C804637-591E-B847-A508-956967651ACC}" type="slidenum">
              <a:rPr lang="en-GB" altLang="en-US" smtClean="0">
                <a:latin typeface="Calibri" panose="020F0502020204030204" pitchFamily="34" charset="0"/>
              </a:rPr>
              <a:t>60</a:t>
            </a:fld>
            <a:endParaRPr lang="en-GB" altLang="en-US">
              <a:latin typeface="Calibri" panose="020F050202020403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eaLnBrk="1" fontAlgn="auto" hangingPunct="1">
              <a:spcBef>
                <a:spcPts val="0"/>
              </a:spcBef>
              <a:spcAft>
                <a:spcPts val="0"/>
              </a:spcAft>
              <a:defRPr/>
            </a:pPr>
            <a:endParaRPr lang="en-GB"/>
          </a:p>
        </p:txBody>
      </p:sp>
      <p:sp>
        <p:nvSpPr>
          <p:cNvPr id="38916"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C804637-591E-B847-A508-956967651ACC}" type="slidenum">
              <a:rPr lang="en-GB" altLang="en-US" smtClean="0">
                <a:latin typeface="Calibri" panose="020F0502020204030204" pitchFamily="34" charset="0"/>
              </a:rPr>
              <a:t>61</a:t>
            </a:fld>
            <a:endParaRPr lang="en-GB" altLang="en-US">
              <a:latin typeface="Calibri" panose="020F050202020403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C4AB57E2-81E1-2F4C-A9F8-3FB6F2953D99}" type="slidenum">
              <a:rPr lang="en-US" altLang="en-US" smtClean="0"/>
              <a:t>62</a:t>
            </a:fld>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C4AB57E2-81E1-2F4C-A9F8-3FB6F2953D99}" type="slidenum">
              <a:rPr lang="en-US" altLang="en-US" smtClean="0"/>
              <a:t>66</a:t>
            </a:fld>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C4AB57E2-81E1-2F4C-A9F8-3FB6F2953D99}" type="slidenum">
              <a:rPr lang="en-US" altLang="en-US" smtClean="0"/>
              <a:t>67</a:t>
            </a:fld>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C4AB57E2-81E1-2F4C-A9F8-3FB6F2953D99}" type="slidenum">
              <a:rPr lang="en-US" altLang="en-US" smtClean="0"/>
              <a:t>114</a:t>
            </a:fld>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C4AB57E2-81E1-2F4C-A9F8-3FB6F2953D99}" type="slidenum">
              <a:rPr lang="en-US" altLang="en-US" smtClean="0"/>
              <a:t>119</a:t>
            </a:fld>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C4AB57E2-81E1-2F4C-A9F8-3FB6F2953D99}" type="slidenum">
              <a:rPr lang="en-US" altLang="en-US" smtClean="0"/>
              <a:t>120</a:t>
            </a:fld>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C4AB57E2-81E1-2F4C-A9F8-3FB6F2953D99}" type="slidenum">
              <a:rPr lang="en-US" altLang="en-US" smtClean="0"/>
              <a:t>121</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3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r>
              <a:rPr lang="en-IN"/>
              <a:t>25-12-2022</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Barkha Bhardwaj                    ACSAI0617 Programming For Data Analytics                    UNIT - 3</a:t>
            </a:r>
          </a:p>
        </p:txBody>
      </p:sp>
      <p:sp>
        <p:nvSpPr>
          <p:cNvPr id="6" name="Slide Number Placeholder 5"/>
          <p:cNvSpPr>
            <a:spLocks noGrp="1"/>
          </p:cNvSpPr>
          <p:nvPr>
            <p:ph type="sldNum" sz="quarter" idx="12"/>
          </p:nvPr>
        </p:nvSpPr>
        <p:spPr/>
        <p:txBody>
          <a:bodyPr/>
          <a:lstStyle>
            <a:lvl1pPr>
              <a:defRPr/>
            </a:lvl1pPr>
          </a:lstStyle>
          <a:p>
            <a:pPr>
              <a:defRPr/>
            </a:pPr>
            <a:fld id="{92275CD0-3FF5-0E44-B27A-146D729C1AD7}" type="slidenum">
              <a:rPr lang="en-US" altLang="en-US"/>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r>
              <a:rPr lang="en-IN"/>
              <a:t>25-12-2022</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Barkha Bhardwaj                    ACSAI0617 Programming For Data Analytics                    UNIT - 3</a:t>
            </a:r>
          </a:p>
        </p:txBody>
      </p:sp>
      <p:sp>
        <p:nvSpPr>
          <p:cNvPr id="6" name="Slide Number Placeholder 5"/>
          <p:cNvSpPr>
            <a:spLocks noGrp="1"/>
          </p:cNvSpPr>
          <p:nvPr>
            <p:ph type="sldNum" sz="quarter" idx="12"/>
          </p:nvPr>
        </p:nvSpPr>
        <p:spPr/>
        <p:txBody>
          <a:bodyPr/>
          <a:lstStyle>
            <a:lvl1pPr>
              <a:defRPr/>
            </a:lvl1pPr>
          </a:lstStyle>
          <a:p>
            <a:pPr>
              <a:defRPr/>
            </a:pPr>
            <a:fld id="{78BCF514-F634-7C42-A999-9C2070783D3D}" type="slidenum">
              <a:rPr lang="en-US" altLang="en-US"/>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1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r>
              <a:rPr lang="en-IN"/>
              <a:t>25-12-2022</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Barkha Bhardwaj                    ACSAI0617 Programming For Data Analytics                    UNIT - 3</a:t>
            </a:r>
          </a:p>
        </p:txBody>
      </p:sp>
      <p:sp>
        <p:nvSpPr>
          <p:cNvPr id="6" name="Slide Number Placeholder 5"/>
          <p:cNvSpPr>
            <a:spLocks noGrp="1"/>
          </p:cNvSpPr>
          <p:nvPr>
            <p:ph type="sldNum" sz="quarter" idx="12"/>
          </p:nvPr>
        </p:nvSpPr>
        <p:spPr/>
        <p:txBody>
          <a:bodyPr/>
          <a:lstStyle>
            <a:lvl1pPr>
              <a:defRPr/>
            </a:lvl1pPr>
          </a:lstStyle>
          <a:p>
            <a:pPr>
              <a:defRPr/>
            </a:pPr>
            <a:fld id="{EF46BB4C-AA8A-F146-A3AF-9B7ACB621F48}" type="slidenum">
              <a:rPr lang="en-US" altLang="en-US"/>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6"/>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6"/>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r>
              <a:rPr lang="en-IN"/>
              <a:t>25-12-2022</a:t>
            </a:r>
            <a:endParaRPr lang="en-US"/>
          </a:p>
        </p:txBody>
      </p:sp>
      <p:sp>
        <p:nvSpPr>
          <p:cNvPr id="6" name="Footer Placeholder 4"/>
          <p:cNvSpPr>
            <a:spLocks noGrp="1"/>
          </p:cNvSpPr>
          <p:nvPr>
            <p:ph type="ftr" sz="quarter" idx="11"/>
          </p:nvPr>
        </p:nvSpPr>
        <p:spPr/>
        <p:txBody>
          <a:bodyPr/>
          <a:lstStyle>
            <a:lvl1pPr>
              <a:defRPr/>
            </a:lvl1pPr>
          </a:lstStyle>
          <a:p>
            <a:pPr>
              <a:defRPr/>
            </a:pPr>
            <a:r>
              <a:rPr lang="en-US"/>
              <a:t>Barkha Bhardwaj                    ACSAI0617 Programming For Data Analytics                    UNIT - 3</a:t>
            </a:r>
          </a:p>
        </p:txBody>
      </p:sp>
      <p:sp>
        <p:nvSpPr>
          <p:cNvPr id="7" name="Slide Number Placeholder 5"/>
          <p:cNvSpPr>
            <a:spLocks noGrp="1"/>
          </p:cNvSpPr>
          <p:nvPr>
            <p:ph type="sldNum" sz="quarter" idx="12"/>
          </p:nvPr>
        </p:nvSpPr>
        <p:spPr/>
        <p:txBody>
          <a:bodyPr/>
          <a:lstStyle>
            <a:lvl1pPr>
              <a:defRPr/>
            </a:lvl1pPr>
          </a:lstStyle>
          <a:p>
            <a:pPr>
              <a:defRPr/>
            </a:pPr>
            <a:fld id="{0D770857-1062-F641-945D-78195C805C0A}" type="slidenum">
              <a:rPr lang="en-US" altLang="en-US"/>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4"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74"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r>
              <a:rPr lang="en-IN"/>
              <a:t>25-12-2022</a:t>
            </a:r>
            <a:endParaRPr lang="en-US"/>
          </a:p>
        </p:txBody>
      </p:sp>
      <p:sp>
        <p:nvSpPr>
          <p:cNvPr id="8" name="Footer Placeholder 4"/>
          <p:cNvSpPr>
            <a:spLocks noGrp="1"/>
          </p:cNvSpPr>
          <p:nvPr>
            <p:ph type="ftr" sz="quarter" idx="11"/>
          </p:nvPr>
        </p:nvSpPr>
        <p:spPr/>
        <p:txBody>
          <a:bodyPr/>
          <a:lstStyle>
            <a:lvl1pPr>
              <a:defRPr/>
            </a:lvl1pPr>
          </a:lstStyle>
          <a:p>
            <a:pPr>
              <a:defRPr/>
            </a:pPr>
            <a:r>
              <a:rPr lang="en-US"/>
              <a:t>Barkha Bhardwaj                    ACSAI0617 Programming For Data Analytics                    UNIT - 3</a:t>
            </a:r>
          </a:p>
        </p:txBody>
      </p:sp>
      <p:sp>
        <p:nvSpPr>
          <p:cNvPr id="9" name="Slide Number Placeholder 5"/>
          <p:cNvSpPr>
            <a:spLocks noGrp="1"/>
          </p:cNvSpPr>
          <p:nvPr>
            <p:ph type="sldNum" sz="quarter" idx="12"/>
          </p:nvPr>
        </p:nvSpPr>
        <p:spPr/>
        <p:txBody>
          <a:bodyPr/>
          <a:lstStyle>
            <a:lvl1pPr>
              <a:defRPr/>
            </a:lvl1pPr>
          </a:lstStyle>
          <a:p>
            <a:pPr>
              <a:defRPr/>
            </a:pPr>
            <a:fld id="{FF42FCB7-4634-4C4E-976E-89FE17C3D68F}" type="slidenum">
              <a:rPr lang="en-US" altLang="en-US"/>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r>
              <a:rPr lang="en-IN"/>
              <a:t>25-12-2022</a:t>
            </a:r>
            <a:endParaRPr lang="en-US"/>
          </a:p>
        </p:txBody>
      </p:sp>
      <p:sp>
        <p:nvSpPr>
          <p:cNvPr id="4" name="Footer Placeholder 4"/>
          <p:cNvSpPr>
            <a:spLocks noGrp="1"/>
          </p:cNvSpPr>
          <p:nvPr>
            <p:ph type="ftr" sz="quarter" idx="11"/>
          </p:nvPr>
        </p:nvSpPr>
        <p:spPr/>
        <p:txBody>
          <a:bodyPr/>
          <a:lstStyle>
            <a:lvl1pPr>
              <a:defRPr/>
            </a:lvl1pPr>
          </a:lstStyle>
          <a:p>
            <a:pPr>
              <a:defRPr/>
            </a:pPr>
            <a:r>
              <a:rPr lang="en-US"/>
              <a:t>Barkha Bhardwaj                    ACSAI0617 Programming For Data Analytics                    UNIT - 3</a:t>
            </a:r>
          </a:p>
        </p:txBody>
      </p:sp>
      <p:sp>
        <p:nvSpPr>
          <p:cNvPr id="5" name="Slide Number Placeholder 5"/>
          <p:cNvSpPr>
            <a:spLocks noGrp="1"/>
          </p:cNvSpPr>
          <p:nvPr>
            <p:ph type="sldNum" sz="quarter" idx="12"/>
          </p:nvPr>
        </p:nvSpPr>
        <p:spPr/>
        <p:txBody>
          <a:bodyPr/>
          <a:lstStyle>
            <a:lvl1pPr>
              <a:defRPr/>
            </a:lvl1pPr>
          </a:lstStyle>
          <a:p>
            <a:pPr>
              <a:defRPr/>
            </a:pPr>
            <a:fld id="{FA2878EE-471E-D74B-BE24-65A2E17FCFBD}" type="slidenum">
              <a:rPr lang="en-US" altLang="en-US"/>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r>
              <a:rPr lang="en-IN"/>
              <a:t>25-12-2022</a:t>
            </a:r>
            <a:endParaRPr lang="en-US"/>
          </a:p>
        </p:txBody>
      </p:sp>
      <p:sp>
        <p:nvSpPr>
          <p:cNvPr id="3" name="Footer Placeholder 4"/>
          <p:cNvSpPr>
            <a:spLocks noGrp="1"/>
          </p:cNvSpPr>
          <p:nvPr>
            <p:ph type="ftr" sz="quarter" idx="11"/>
          </p:nvPr>
        </p:nvSpPr>
        <p:spPr/>
        <p:txBody>
          <a:bodyPr/>
          <a:lstStyle>
            <a:lvl1pPr>
              <a:defRPr/>
            </a:lvl1pPr>
          </a:lstStyle>
          <a:p>
            <a:pPr>
              <a:defRPr/>
            </a:pPr>
            <a:r>
              <a:rPr lang="en-US"/>
              <a:t>Barkha Bhardwaj                    ACSAI0617 Programming For Data Analytics                    UNIT - 3</a:t>
            </a:r>
          </a:p>
        </p:txBody>
      </p:sp>
      <p:sp>
        <p:nvSpPr>
          <p:cNvPr id="4" name="Slide Number Placeholder 5"/>
          <p:cNvSpPr>
            <a:spLocks noGrp="1"/>
          </p:cNvSpPr>
          <p:nvPr>
            <p:ph type="sldNum" sz="quarter" idx="12"/>
          </p:nvPr>
        </p:nvSpPr>
        <p:spPr/>
        <p:txBody>
          <a:bodyPr/>
          <a:lstStyle>
            <a:lvl1pPr>
              <a:defRPr/>
            </a:lvl1pPr>
          </a:lstStyle>
          <a:p>
            <a:pPr>
              <a:defRPr/>
            </a:pPr>
            <a:fld id="{AE862DA0-639E-9840-BF76-C4D54476F18A}" type="slidenum">
              <a:rPr lang="en-US" altLang="en-US"/>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6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3"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IN"/>
              <a:t>25-12-2022</a:t>
            </a:r>
            <a:endParaRPr lang="en-US"/>
          </a:p>
        </p:txBody>
      </p:sp>
      <p:sp>
        <p:nvSpPr>
          <p:cNvPr id="6" name="Footer Placeholder 4"/>
          <p:cNvSpPr>
            <a:spLocks noGrp="1"/>
          </p:cNvSpPr>
          <p:nvPr>
            <p:ph type="ftr" sz="quarter" idx="11"/>
          </p:nvPr>
        </p:nvSpPr>
        <p:spPr/>
        <p:txBody>
          <a:bodyPr/>
          <a:lstStyle>
            <a:lvl1pPr>
              <a:defRPr/>
            </a:lvl1pPr>
          </a:lstStyle>
          <a:p>
            <a:pPr>
              <a:defRPr/>
            </a:pPr>
            <a:r>
              <a:rPr lang="en-US"/>
              <a:t>Barkha Bhardwaj                    ACSAI0617 Programming For Data Analytics                    UNIT - 3</a:t>
            </a:r>
          </a:p>
        </p:txBody>
      </p:sp>
      <p:sp>
        <p:nvSpPr>
          <p:cNvPr id="7" name="Slide Number Placeholder 5"/>
          <p:cNvSpPr>
            <a:spLocks noGrp="1"/>
          </p:cNvSpPr>
          <p:nvPr>
            <p:ph type="sldNum" sz="quarter" idx="12"/>
          </p:nvPr>
        </p:nvSpPr>
        <p:spPr/>
        <p:txBody>
          <a:bodyPr/>
          <a:lstStyle>
            <a:lvl1pPr>
              <a:defRPr/>
            </a:lvl1pPr>
          </a:lstStyle>
          <a:p>
            <a:pPr>
              <a:defRPr/>
            </a:pPr>
            <a:fld id="{9D47F289-7CE8-474B-B119-FCF6EE825663}" type="slidenum">
              <a:rPr lang="en-US" altLang="en-US"/>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IN"/>
              <a:t>25-12-2022</a:t>
            </a:r>
            <a:endParaRPr lang="en-US"/>
          </a:p>
        </p:txBody>
      </p:sp>
      <p:sp>
        <p:nvSpPr>
          <p:cNvPr id="6" name="Footer Placeholder 4"/>
          <p:cNvSpPr>
            <a:spLocks noGrp="1"/>
          </p:cNvSpPr>
          <p:nvPr>
            <p:ph type="ftr" sz="quarter" idx="11"/>
          </p:nvPr>
        </p:nvSpPr>
        <p:spPr/>
        <p:txBody>
          <a:bodyPr/>
          <a:lstStyle>
            <a:lvl1pPr>
              <a:defRPr/>
            </a:lvl1pPr>
          </a:lstStyle>
          <a:p>
            <a:pPr>
              <a:defRPr/>
            </a:pPr>
            <a:r>
              <a:rPr lang="en-US"/>
              <a:t>Barkha Bhardwaj                    ACSAI0617 Programming For Data Analytics                    UNIT - 3</a:t>
            </a:r>
          </a:p>
        </p:txBody>
      </p:sp>
      <p:sp>
        <p:nvSpPr>
          <p:cNvPr id="7" name="Slide Number Placeholder 5"/>
          <p:cNvSpPr>
            <a:spLocks noGrp="1"/>
          </p:cNvSpPr>
          <p:nvPr>
            <p:ph type="sldNum" sz="quarter" idx="12"/>
          </p:nvPr>
        </p:nvSpPr>
        <p:spPr/>
        <p:txBody>
          <a:bodyPr/>
          <a:lstStyle>
            <a:lvl1pPr>
              <a:defRPr/>
            </a:lvl1pPr>
          </a:lstStyle>
          <a:p>
            <a:pPr>
              <a:defRPr/>
            </a:pPr>
            <a:fld id="{E802C477-6740-5D4B-9C19-C3F898AB9D28}" type="slidenum">
              <a:rPr lang="en-US" altLang="en-US"/>
              <a:t>‹#›</a:t>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r>
              <a:rPr lang="en-IN"/>
              <a:t>25-12-2022</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Barkha Bhardwaj                    ACSAI0617 Programming For Data Analytics                    UNIT - 3</a:t>
            </a:r>
          </a:p>
        </p:txBody>
      </p:sp>
      <p:sp>
        <p:nvSpPr>
          <p:cNvPr id="6" name="Slide Number Placeholder 5"/>
          <p:cNvSpPr>
            <a:spLocks noGrp="1"/>
          </p:cNvSpPr>
          <p:nvPr>
            <p:ph type="sldNum" sz="quarter" idx="12"/>
          </p:nvPr>
        </p:nvSpPr>
        <p:spPr/>
        <p:txBody>
          <a:bodyPr/>
          <a:lstStyle>
            <a:lvl1pPr>
              <a:defRPr/>
            </a:lvl1pPr>
          </a:lstStyle>
          <a:p>
            <a:pPr>
              <a:defRPr/>
            </a:pPr>
            <a:fld id="{EDB26BEB-A27F-4348-9790-E3CC78DD3BAF}" type="slidenum">
              <a:rPr lang="en-US" altLang="en-US"/>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r>
              <a:rPr lang="en-IN"/>
              <a:t>25-12-2022</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Barkha Bhardwaj                    ACSAI0617 Programming For Data Analytics                    UNIT - 3</a:t>
            </a:r>
          </a:p>
        </p:txBody>
      </p:sp>
      <p:sp>
        <p:nvSpPr>
          <p:cNvPr id="6" name="Slide Number Placeholder 5"/>
          <p:cNvSpPr>
            <a:spLocks noGrp="1"/>
          </p:cNvSpPr>
          <p:nvPr>
            <p:ph type="sldNum" sz="quarter" idx="12"/>
          </p:nvPr>
        </p:nvSpPr>
        <p:spPr/>
        <p:txBody>
          <a:bodyPr/>
          <a:lstStyle>
            <a:lvl1pPr>
              <a:defRPr/>
            </a:lvl1pPr>
          </a:lstStyle>
          <a:p>
            <a:pPr>
              <a:defRPr/>
            </a:pPr>
            <a:fld id="{129B8A00-A10E-1242-858A-37730070BE6B}" type="slidenum">
              <a:rPr lang="en-US" altLang="en-US"/>
              <a:t>‹#›</a:t>
            </a:fld>
            <a:endParaRPr lang="en-US"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r>
              <a:rPr lang="en-IN"/>
              <a:t>25-12-2022</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Barkha Bhardwaj                    ACSAI0617 Programming For Data Analytics                    UNIT - 3</a:t>
            </a:r>
          </a:p>
        </p:txBody>
      </p:sp>
      <p:sp>
        <p:nvSpPr>
          <p:cNvPr id="6" name="Slide Number Placeholder 5"/>
          <p:cNvSpPr>
            <a:spLocks noGrp="1"/>
          </p:cNvSpPr>
          <p:nvPr>
            <p:ph type="sldNum" sz="quarter" idx="12"/>
          </p:nvPr>
        </p:nvSpPr>
        <p:spPr/>
        <p:txBody>
          <a:bodyPr/>
          <a:lstStyle>
            <a:lvl1pPr>
              <a:defRPr/>
            </a:lvl1pPr>
          </a:lstStyle>
          <a:p>
            <a:pPr>
              <a:defRPr/>
            </a:pPr>
            <a:fld id="{E387A88A-6127-1844-B274-B81CD6E6BF94}" type="slidenum">
              <a:rPr lang="en-US"/>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r>
              <a:rPr lang="en-IN"/>
              <a:t>25-12-2022</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Barkha Bhardwaj                    ACSAI0617 Programming For Data Analytics                    UNIT - 3</a:t>
            </a:r>
          </a:p>
        </p:txBody>
      </p:sp>
      <p:sp>
        <p:nvSpPr>
          <p:cNvPr id="6" name="Slide Number Placeholder 5"/>
          <p:cNvSpPr>
            <a:spLocks noGrp="1"/>
          </p:cNvSpPr>
          <p:nvPr>
            <p:ph type="sldNum" sz="quarter" idx="12"/>
          </p:nvPr>
        </p:nvSpPr>
        <p:spPr/>
        <p:txBody>
          <a:bodyPr/>
          <a:lstStyle>
            <a:lvl1pPr>
              <a:defRPr/>
            </a:lvl1pPr>
          </a:lstStyle>
          <a:p>
            <a:pPr>
              <a:defRPr/>
            </a:pPr>
            <a:fld id="{2CB0C4C0-4E35-384B-BF33-4D36325BD52E}" type="slidenum">
              <a:rPr lang="en-US"/>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r>
              <a:rPr lang="en-IN"/>
              <a:t>25-12-2022</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Barkha Bhardwaj                    ACSAI0617 Programming For Data Analytics                    UNIT - 3</a:t>
            </a:r>
          </a:p>
        </p:txBody>
      </p:sp>
      <p:sp>
        <p:nvSpPr>
          <p:cNvPr id="6" name="Slide Number Placeholder 5"/>
          <p:cNvSpPr>
            <a:spLocks noGrp="1"/>
          </p:cNvSpPr>
          <p:nvPr>
            <p:ph type="sldNum" sz="quarter" idx="12"/>
          </p:nvPr>
        </p:nvSpPr>
        <p:spPr/>
        <p:txBody>
          <a:bodyPr/>
          <a:lstStyle>
            <a:lvl1pPr>
              <a:defRPr/>
            </a:lvl1pPr>
          </a:lstStyle>
          <a:p>
            <a:pPr>
              <a:defRPr/>
            </a:pPr>
            <a:fld id="{27753E45-966D-9540-85E5-805DE4FC1D73}" type="slidenum">
              <a:rPr lang="en-US"/>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r>
              <a:rPr lang="en-IN"/>
              <a:t>25-12-2022</a:t>
            </a:r>
            <a:endParaRPr lang="en-US"/>
          </a:p>
        </p:txBody>
      </p:sp>
      <p:sp>
        <p:nvSpPr>
          <p:cNvPr id="6" name="Footer Placeholder 4"/>
          <p:cNvSpPr>
            <a:spLocks noGrp="1"/>
          </p:cNvSpPr>
          <p:nvPr>
            <p:ph type="ftr" sz="quarter" idx="11"/>
          </p:nvPr>
        </p:nvSpPr>
        <p:spPr/>
        <p:txBody>
          <a:bodyPr/>
          <a:lstStyle>
            <a:lvl1pPr>
              <a:defRPr/>
            </a:lvl1pPr>
          </a:lstStyle>
          <a:p>
            <a:pPr>
              <a:defRPr/>
            </a:pPr>
            <a:r>
              <a:rPr lang="en-US"/>
              <a:t>Barkha Bhardwaj                    ACSAI0617 Programming For Data Analytics                    UNIT - 3</a:t>
            </a:r>
          </a:p>
        </p:txBody>
      </p:sp>
      <p:sp>
        <p:nvSpPr>
          <p:cNvPr id="7" name="Slide Number Placeholder 5"/>
          <p:cNvSpPr>
            <a:spLocks noGrp="1"/>
          </p:cNvSpPr>
          <p:nvPr>
            <p:ph type="sldNum" sz="quarter" idx="12"/>
          </p:nvPr>
        </p:nvSpPr>
        <p:spPr/>
        <p:txBody>
          <a:bodyPr/>
          <a:lstStyle>
            <a:lvl1pPr>
              <a:defRPr/>
            </a:lvl1pPr>
          </a:lstStyle>
          <a:p>
            <a:pPr>
              <a:defRPr/>
            </a:pPr>
            <a:fld id="{55B253CE-88CF-4E4C-9634-9545A3AE75C0}" type="slidenum">
              <a:rPr lang="en-US"/>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r>
              <a:rPr lang="en-IN"/>
              <a:t>25-12-2022</a:t>
            </a:r>
            <a:endParaRPr lang="en-US"/>
          </a:p>
        </p:txBody>
      </p:sp>
      <p:sp>
        <p:nvSpPr>
          <p:cNvPr id="8" name="Footer Placeholder 4"/>
          <p:cNvSpPr>
            <a:spLocks noGrp="1"/>
          </p:cNvSpPr>
          <p:nvPr>
            <p:ph type="ftr" sz="quarter" idx="11"/>
          </p:nvPr>
        </p:nvSpPr>
        <p:spPr/>
        <p:txBody>
          <a:bodyPr/>
          <a:lstStyle>
            <a:lvl1pPr>
              <a:defRPr/>
            </a:lvl1pPr>
          </a:lstStyle>
          <a:p>
            <a:pPr>
              <a:defRPr/>
            </a:pPr>
            <a:r>
              <a:rPr lang="en-US"/>
              <a:t>Barkha Bhardwaj                    ACSAI0617 Programming For Data Analytics                    UNIT - 3</a:t>
            </a:r>
          </a:p>
        </p:txBody>
      </p:sp>
      <p:sp>
        <p:nvSpPr>
          <p:cNvPr id="9" name="Slide Number Placeholder 5"/>
          <p:cNvSpPr>
            <a:spLocks noGrp="1"/>
          </p:cNvSpPr>
          <p:nvPr>
            <p:ph type="sldNum" sz="quarter" idx="12"/>
          </p:nvPr>
        </p:nvSpPr>
        <p:spPr/>
        <p:txBody>
          <a:bodyPr/>
          <a:lstStyle>
            <a:lvl1pPr>
              <a:defRPr/>
            </a:lvl1pPr>
          </a:lstStyle>
          <a:p>
            <a:pPr>
              <a:defRPr/>
            </a:pPr>
            <a:fld id="{0ECCF7D3-C1EC-184E-AAB7-94F8D7AC71A3}" type="slidenum">
              <a:rPr lang="en-US"/>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r>
              <a:rPr lang="en-IN"/>
              <a:t>25-12-2022</a:t>
            </a:r>
            <a:endParaRPr lang="en-US"/>
          </a:p>
        </p:txBody>
      </p:sp>
      <p:sp>
        <p:nvSpPr>
          <p:cNvPr id="4" name="Footer Placeholder 4"/>
          <p:cNvSpPr>
            <a:spLocks noGrp="1"/>
          </p:cNvSpPr>
          <p:nvPr>
            <p:ph type="ftr" sz="quarter" idx="11"/>
          </p:nvPr>
        </p:nvSpPr>
        <p:spPr/>
        <p:txBody>
          <a:bodyPr/>
          <a:lstStyle>
            <a:lvl1pPr>
              <a:defRPr/>
            </a:lvl1pPr>
          </a:lstStyle>
          <a:p>
            <a:pPr>
              <a:defRPr/>
            </a:pPr>
            <a:r>
              <a:rPr lang="en-US"/>
              <a:t>Barkha Bhardwaj                    ACSAI0617 Programming For Data Analytics                    UNIT - 3</a:t>
            </a:r>
          </a:p>
        </p:txBody>
      </p:sp>
      <p:sp>
        <p:nvSpPr>
          <p:cNvPr id="5" name="Slide Number Placeholder 5"/>
          <p:cNvSpPr>
            <a:spLocks noGrp="1"/>
          </p:cNvSpPr>
          <p:nvPr>
            <p:ph type="sldNum" sz="quarter" idx="12"/>
          </p:nvPr>
        </p:nvSpPr>
        <p:spPr/>
        <p:txBody>
          <a:bodyPr/>
          <a:lstStyle>
            <a:lvl1pPr>
              <a:defRPr/>
            </a:lvl1pPr>
          </a:lstStyle>
          <a:p>
            <a:pPr>
              <a:defRPr/>
            </a:pPr>
            <a:fld id="{95BC7C9A-076A-5A4E-ACA4-D54FBC314C97}" type="slidenum">
              <a:rPr lang="en-US"/>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r>
              <a:rPr lang="en-IN"/>
              <a:t>25-12-2022</a:t>
            </a:r>
            <a:endParaRPr lang="en-US"/>
          </a:p>
        </p:txBody>
      </p:sp>
      <p:sp>
        <p:nvSpPr>
          <p:cNvPr id="3" name="Footer Placeholder 4"/>
          <p:cNvSpPr>
            <a:spLocks noGrp="1"/>
          </p:cNvSpPr>
          <p:nvPr>
            <p:ph type="ftr" sz="quarter" idx="11"/>
          </p:nvPr>
        </p:nvSpPr>
        <p:spPr/>
        <p:txBody>
          <a:bodyPr/>
          <a:lstStyle>
            <a:lvl1pPr>
              <a:defRPr/>
            </a:lvl1pPr>
          </a:lstStyle>
          <a:p>
            <a:pPr>
              <a:defRPr/>
            </a:pPr>
            <a:r>
              <a:rPr lang="en-US"/>
              <a:t>Barkha Bhardwaj                    ACSAI0617 Programming For Data Analytics                    UNIT - 3</a:t>
            </a:r>
          </a:p>
        </p:txBody>
      </p:sp>
      <p:sp>
        <p:nvSpPr>
          <p:cNvPr id="4" name="Slide Number Placeholder 5"/>
          <p:cNvSpPr>
            <a:spLocks noGrp="1"/>
          </p:cNvSpPr>
          <p:nvPr>
            <p:ph type="sldNum" sz="quarter" idx="12"/>
          </p:nvPr>
        </p:nvSpPr>
        <p:spPr/>
        <p:txBody>
          <a:bodyPr/>
          <a:lstStyle>
            <a:lvl1pPr>
              <a:defRPr/>
            </a:lvl1pPr>
          </a:lstStyle>
          <a:p>
            <a:pPr>
              <a:defRPr/>
            </a:pPr>
            <a:fld id="{5225EF8B-3A9C-EC40-A271-1927D90DB8C5}" type="slidenum">
              <a:rPr lang="en-US"/>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IN"/>
              <a:t>25-12-2022</a:t>
            </a:r>
            <a:endParaRPr lang="en-US"/>
          </a:p>
        </p:txBody>
      </p:sp>
      <p:sp>
        <p:nvSpPr>
          <p:cNvPr id="6" name="Footer Placeholder 4"/>
          <p:cNvSpPr>
            <a:spLocks noGrp="1"/>
          </p:cNvSpPr>
          <p:nvPr>
            <p:ph type="ftr" sz="quarter" idx="11"/>
          </p:nvPr>
        </p:nvSpPr>
        <p:spPr/>
        <p:txBody>
          <a:bodyPr/>
          <a:lstStyle>
            <a:lvl1pPr>
              <a:defRPr/>
            </a:lvl1pPr>
          </a:lstStyle>
          <a:p>
            <a:pPr>
              <a:defRPr/>
            </a:pPr>
            <a:r>
              <a:rPr lang="en-US"/>
              <a:t>Barkha Bhardwaj                    ACSAI0617 Programming For Data Analytics                    UNIT - 3</a:t>
            </a:r>
          </a:p>
        </p:txBody>
      </p:sp>
      <p:sp>
        <p:nvSpPr>
          <p:cNvPr id="7" name="Slide Number Placeholder 5"/>
          <p:cNvSpPr>
            <a:spLocks noGrp="1"/>
          </p:cNvSpPr>
          <p:nvPr>
            <p:ph type="sldNum" sz="quarter" idx="12"/>
          </p:nvPr>
        </p:nvSpPr>
        <p:spPr/>
        <p:txBody>
          <a:bodyPr/>
          <a:lstStyle>
            <a:lvl1pPr>
              <a:defRPr/>
            </a:lvl1pPr>
          </a:lstStyle>
          <a:p>
            <a:pPr>
              <a:defRPr/>
            </a:pPr>
            <a:fld id="{4ECA9A4B-92E6-D046-BF96-12C89E72CE79}" type="slidenum">
              <a:rPr lang="en-US"/>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IN"/>
              <a:t>25-12-2022</a:t>
            </a:r>
            <a:endParaRPr lang="en-US"/>
          </a:p>
        </p:txBody>
      </p:sp>
      <p:sp>
        <p:nvSpPr>
          <p:cNvPr id="6" name="Footer Placeholder 4"/>
          <p:cNvSpPr>
            <a:spLocks noGrp="1"/>
          </p:cNvSpPr>
          <p:nvPr>
            <p:ph type="ftr" sz="quarter" idx="11"/>
          </p:nvPr>
        </p:nvSpPr>
        <p:spPr/>
        <p:txBody>
          <a:bodyPr/>
          <a:lstStyle>
            <a:lvl1pPr>
              <a:defRPr/>
            </a:lvl1pPr>
          </a:lstStyle>
          <a:p>
            <a:pPr>
              <a:defRPr/>
            </a:pPr>
            <a:r>
              <a:rPr lang="en-US"/>
              <a:t>Barkha Bhardwaj                    ACSAI0617 Programming For Data Analytics                    UNIT - 3</a:t>
            </a:r>
          </a:p>
        </p:txBody>
      </p:sp>
      <p:sp>
        <p:nvSpPr>
          <p:cNvPr id="7" name="Slide Number Placeholder 5"/>
          <p:cNvSpPr>
            <a:spLocks noGrp="1"/>
          </p:cNvSpPr>
          <p:nvPr>
            <p:ph type="sldNum" sz="quarter" idx="12"/>
          </p:nvPr>
        </p:nvSpPr>
        <p:spPr/>
        <p:txBody>
          <a:bodyPr/>
          <a:lstStyle>
            <a:lvl1pPr>
              <a:defRPr/>
            </a:lvl1pPr>
          </a:lstStyle>
          <a:p>
            <a:pPr>
              <a:defRPr/>
            </a:pPr>
            <a:fld id="{1BD8B270-DC71-D040-8F9A-3D0B6DF7FCDB}" type="slidenum">
              <a:rPr lang="en-US"/>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r>
              <a:rPr lang="en-IN"/>
              <a:t>25-12-2022</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Barkha Bhardwaj                    ACSAI0617 Programming For Data Analytics                    UNIT - 3</a:t>
            </a:r>
          </a:p>
        </p:txBody>
      </p:sp>
      <p:sp>
        <p:nvSpPr>
          <p:cNvPr id="6" name="Slide Number Placeholder 5"/>
          <p:cNvSpPr>
            <a:spLocks noGrp="1"/>
          </p:cNvSpPr>
          <p:nvPr>
            <p:ph type="sldNum" sz="quarter" idx="12"/>
          </p:nvPr>
        </p:nvSpPr>
        <p:spPr/>
        <p:txBody>
          <a:bodyPr/>
          <a:lstStyle>
            <a:lvl1pPr>
              <a:defRPr/>
            </a:lvl1pPr>
          </a:lstStyle>
          <a:p>
            <a:pPr>
              <a:defRPr/>
            </a:pPr>
            <a:fld id="{717A8AC5-465E-1145-9B95-7D02666410B9}" type="slidenum">
              <a:rPr lang="en-US"/>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r>
              <a:rPr lang="en-IN"/>
              <a:t>25-12-2022</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Barkha Bhardwaj                    ACSAI0617 Programming For Data Analytics                    UNIT - 3</a:t>
            </a:r>
          </a:p>
        </p:txBody>
      </p:sp>
      <p:sp>
        <p:nvSpPr>
          <p:cNvPr id="6" name="Slide Number Placeholder 5"/>
          <p:cNvSpPr>
            <a:spLocks noGrp="1"/>
          </p:cNvSpPr>
          <p:nvPr>
            <p:ph type="sldNum" sz="quarter" idx="12"/>
          </p:nvPr>
        </p:nvSpPr>
        <p:spPr/>
        <p:txBody>
          <a:bodyPr/>
          <a:lstStyle>
            <a:lvl1pPr>
              <a:defRPr/>
            </a:lvl1pPr>
          </a:lstStyle>
          <a:p>
            <a:pPr>
              <a:defRPr/>
            </a:pPr>
            <a:fld id="{AC8C4A4F-A120-7B44-A0A5-1930D9CC6766}"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en-US"/>
              <a:t>Click to edit Master title style</a:t>
            </a:r>
          </a:p>
        </p:txBody>
      </p:sp>
      <p:sp>
        <p:nvSpPr>
          <p:cNvPr id="1027" name="Text Placeholder 2"/>
          <p:cNvSpPr>
            <a:spLocks noGrp="1"/>
          </p:cNvSpPr>
          <p:nvPr>
            <p:ph type="body" idx="1"/>
          </p:nvPr>
        </p:nvSpPr>
        <p:spPr bwMode="auto">
          <a:xfrm>
            <a:off x="609600" y="1600200"/>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tint val="75000"/>
                  </a:schemeClr>
                </a:solidFill>
                <a:latin typeface="+mn-lt"/>
                <a:cs typeface="+mn-cs"/>
              </a:defRPr>
            </a:lvl1pPr>
          </a:lstStyle>
          <a:p>
            <a:pPr>
              <a:defRPr/>
            </a:pPr>
            <a:r>
              <a:rPr lang="en-IN"/>
              <a:t>25-12-2022</a:t>
            </a:r>
            <a:endParaRPr lang="en-US"/>
          </a:p>
        </p:txBody>
      </p:sp>
      <p:sp>
        <p:nvSpPr>
          <p:cNvPr id="5" name="Footer Placeholder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r>
              <a:rPr lang="en-US"/>
              <a:t>Barkha Bhardwaj                    ACSAI0617 Programming For Data Analytics                    UNIT - 3</a:t>
            </a:r>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wrap="square" lIns="91440" tIns="45720" rIns="91440" bIns="45720" numCol="1" anchor="ctr" anchorCtr="0" compatLnSpc="1"/>
          <a:lstStyle>
            <a:lvl1pPr algn="r" eaLnBrk="1" hangingPunct="1">
              <a:defRPr sz="1200">
                <a:solidFill>
                  <a:srgbClr val="898989"/>
                </a:solidFill>
                <a:latin typeface="Calibri" panose="020F0502020204030204" pitchFamily="34" charset="0"/>
              </a:defRPr>
            </a:lvl1pPr>
          </a:lstStyle>
          <a:p>
            <a:pPr>
              <a:defRPr/>
            </a:pPr>
            <a:fld id="{202D26BC-48FC-B44A-979C-F57E39232E09}" type="slidenum">
              <a:rPr lang="en-US" altLang="en-US"/>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en-US"/>
              <a:t>Click to edit Master title style</a:t>
            </a:r>
          </a:p>
        </p:txBody>
      </p:sp>
      <p:sp>
        <p:nvSpPr>
          <p:cNvPr id="2051" name="Text Placeholder 2"/>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mtClean="0">
                <a:solidFill>
                  <a:schemeClr val="tx1">
                    <a:tint val="75000"/>
                  </a:schemeClr>
                </a:solidFill>
              </a:defRPr>
            </a:lvl1pPr>
          </a:lstStyle>
          <a:p>
            <a:pPr>
              <a:defRPr/>
            </a:pPr>
            <a:r>
              <a:rPr lang="en-IN"/>
              <a:t>25-12-2022</a:t>
            </a:r>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en-US"/>
              <a:t>Barkha Bhardwaj                    ACSAI0617 Programming For Data Analytics                    UNIT - 3</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1C837480-2230-1140-8930-EB3AED162D3F}"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www.youtube.com/watch?v=C5R5SdYzQBI" TargetMode="External"/><Relationship Id="rId7" Type="http://schemas.openxmlformats.org/officeDocument/2006/relationships/image" Target="../media/image1.png"/><Relationship Id="rId2" Type="http://schemas.openxmlformats.org/officeDocument/2006/relationships/hyperlink" Target="https://www.ibm.com/cloud/blog/python-vs-r" TargetMode="External"/><Relationship Id="rId1" Type="http://schemas.openxmlformats.org/officeDocument/2006/relationships/slideLayout" Target="../slideLayouts/slideLayout2.xml"/><Relationship Id="rId6" Type="http://schemas.openxmlformats.org/officeDocument/2006/relationships/hyperlink" Target="https://www.youtube.com/watch?v=pWp3PhYI-OU" TargetMode="External"/><Relationship Id="rId5" Type="http://schemas.openxmlformats.org/officeDocument/2006/relationships/hyperlink" Target="https://www.youtube.com/watch?v=IjEZmH7byZQ" TargetMode="External"/><Relationship Id="rId4" Type="http://schemas.openxmlformats.org/officeDocument/2006/relationships/hyperlink" Target="https://hevodata.com/learn/data-engineering-and-data-engineers/"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https://www.geeksforgeeks.org/features-of-structured-query-language-sql/"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hyperlink" Target="https://www.geeksforgeeks.org/sql-drop-truncate/" TargetMode="External"/><Relationship Id="rId4" Type="http://schemas.openxmlformats.org/officeDocument/2006/relationships/hyperlink" Target="https://www.geeksforgeeks.org/sql-create/" TargetMode="External"/></Relationships>
</file>

<file path=ppt/slides/_rels/slide50.xml.rels><?xml version="1.0" encoding="UTF-8" standalone="yes"?>
<Relationships xmlns="http://schemas.openxmlformats.org/package/2006/relationships"><Relationship Id="rId3" Type="http://schemas.openxmlformats.org/officeDocument/2006/relationships/hyperlink" Target="https://www.geeksforgeeks.org/sql-drop-truncate/" TargetMode="External"/><Relationship Id="rId7"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s://www.geeksforgeeks.org/sql-alter-rename/" TargetMode="External"/><Relationship Id="rId5" Type="http://schemas.openxmlformats.org/officeDocument/2006/relationships/hyperlink" Target="https://www.geeksforgeeks.org/sql-comments/" TargetMode="External"/><Relationship Id="rId4" Type="http://schemas.openxmlformats.org/officeDocument/2006/relationships/hyperlink" Target="https://www.geeksforgeeks.org/sql-alter-add-drop-modify/" TargetMode="Externa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hyperlink" Target="https://mariadb.com/docs/skysql/connect/programming-languages/python/example-setup/"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hyperlink" Target="https://mariadb.com/docs/skysql/ref/mdb/sql-statements/ALTER_TABLE/" TargetMode="External"/></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hyperlink" Target="https://mariadb.com/docs/skysql/ref/mdb/sql-statements/DESC/" TargetMode="External"/><Relationship Id="rId4" Type="http://schemas.openxmlformats.org/officeDocument/2006/relationships/hyperlink" Target="https://mariadb.com/docs/server/ref/mdb/cli/mariadb/" TargetMode="External"/></Relationships>
</file>

<file path=ppt/slides/_rels/slide57.xml.rels><?xml version="1.0" encoding="UTF-8" standalone="yes"?>
<Relationships xmlns="http://schemas.openxmlformats.org/package/2006/relationships"><Relationship Id="rId3" Type="http://schemas.openxmlformats.org/officeDocument/2006/relationships/hyperlink" Target="https://www.geeksforgeeks.org/sql-insert-statement/" TargetMode="External"/><Relationship Id="rId7"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hyperlink" Target="https://www.geeksforgeeks.org/sql-lock-table/" TargetMode="External"/><Relationship Id="rId5" Type="http://schemas.openxmlformats.org/officeDocument/2006/relationships/hyperlink" Target="https://www.geeksforgeeks.org/sql-delete-statement/" TargetMode="External"/><Relationship Id="rId4" Type="http://schemas.openxmlformats.org/officeDocument/2006/relationships/hyperlink" Target="https://www.geeksforgeeks.org/sql-update-statement/" TargetMode="Externa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hyperlink" Target="https://mariadb.com/docs/skysql/ref/mdb/sql-statements/INSERT/" TargetMode="External"/><Relationship Id="rId7"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hyperlink" Target="https://mariadb.com/docs/skysql/connect/programming-languages/python/example-setup/" TargetMode="External"/><Relationship Id="rId5" Type="http://schemas.openxmlformats.org/officeDocument/2006/relationships/hyperlink" Target="https://mariadb.com/docs/skysql/ref/mdb/sql-statements/DELETE/" TargetMode="External"/><Relationship Id="rId4" Type="http://schemas.openxmlformats.org/officeDocument/2006/relationships/hyperlink" Target="https://mariadb.com/docs/skysql/ref/mdb/sql-statements/UPDATE/" TargetMode="External"/></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hyperlink" Target="https://mariadb.com/docs/skysql/ref/mdb/sql-statements/INSERT/"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3.xml"/><Relationship Id="rId4" Type="http://schemas.openxmlformats.org/officeDocument/2006/relationships/hyperlink" Target="https://www.mongodb.com/download-center/compass?tck=docs_compass" TargetMode="External"/></Relationships>
</file>

<file path=ppt/slides/_rels/slide1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hyperlink" Target="https://youtu.be/I4NRCN9DPTI" TargetMode="Externa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s://youtu.be/IESCYrdaiVY" TargetMode="External"/></Relationships>
</file>

<file path=ppt/slides/_rels/slide1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1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noGrp="1"/>
          </p:cNvSpPr>
          <p:nvPr>
            <p:ph type="ftr" sz="quarter" idx="11"/>
          </p:nvPr>
        </p:nvSpPr>
        <p:spPr>
          <a:xfrm>
            <a:off x="3276600" y="6356350"/>
            <a:ext cx="6086475" cy="501650"/>
          </a:xfrm>
          <a:noFill/>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Mr. Raj u  UNIT-2 ACSAI0617 Programming For Data Analytics</a:t>
            </a:r>
          </a:p>
        </p:txBody>
      </p:sp>
      <p:sp>
        <p:nvSpPr>
          <p:cNvPr id="6" name="Date Placeholder 5"/>
          <p:cNvSpPr txBox="1">
            <a:spLocks noGrp="1"/>
          </p:cNvSpPr>
          <p:nvPr>
            <p:ph type="dt" sz="half" idx="10"/>
          </p:nvPr>
        </p:nvSpPr>
        <p:spPr>
          <a:noFill/>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fld id="{B699A9E4-53E5-499C-B919-B107CE14C8AE}" type="datetime1">
              <a:rPr kumimoji="0" lang="en-US" sz="1200" b="0" i="0" u="none" strike="noStrike" kern="1200" cap="none" spc="0" normalizeH="0" baseline="0" noProof="0" smtClean="0">
                <a:ln>
                  <a:noFill/>
                </a:ln>
                <a:solidFill>
                  <a:schemeClr val="tx1">
                    <a:tint val="75000"/>
                  </a:schemeClr>
                </a:solidFill>
                <a:effectLst/>
                <a:uLnTx/>
                <a:uFillTx/>
                <a:latin typeface="+mn-lt"/>
                <a:ea typeface="+mn-ea"/>
                <a:cs typeface="+mn-cs"/>
              </a:rPr>
              <a:t>2/28/2025</a:t>
            </a:fld>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3" name="Subtitle 2"/>
          <p:cNvSpPr txBox="1"/>
          <p:nvPr/>
        </p:nvSpPr>
        <p:spPr>
          <a:xfrm>
            <a:off x="2895600" y="1362393"/>
            <a:ext cx="6400800" cy="1544638"/>
          </a:xfrm>
          <a:prstGeom prst="rect">
            <a:avLst/>
          </a:prstGeom>
        </p:spPr>
        <p:style>
          <a:lnRef idx="2">
            <a:schemeClr val="accent5"/>
          </a:lnRef>
          <a:fillRef idx="1">
            <a:schemeClr val="lt1"/>
          </a:fillRef>
          <a:effectRef idx="0">
            <a:schemeClr val="accent5"/>
          </a:effectRef>
          <a:fontRef idx="minor">
            <a:schemeClr val="dk1"/>
          </a:fontRef>
        </p:style>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228600" marR="0" lvl="0" indent="-228600" algn="l" defTabSz="914400" rtl="0" eaLnBrk="1" fontAlgn="base" latinLnBrk="0" hangingPunct="1">
              <a:lnSpc>
                <a:spcPct val="90000"/>
              </a:lnSpc>
              <a:spcBef>
                <a:spcPts val="1000"/>
              </a:spcBef>
              <a:spcAft>
                <a:spcPct val="0"/>
              </a:spcAft>
              <a:buClrTx/>
              <a:buSzTx/>
              <a:buFont typeface="Arial" panose="020B0604020202020204" pitchFamily="34" charset="0"/>
              <a:buChar char="•"/>
              <a:defRPr/>
            </a:pPr>
            <a:endParaRPr kumimoji="0" lang="en-US" sz="2400" b="1" i="0" u="none" strike="noStrike" kern="1200" cap="none" spc="0" normalizeH="0" baseline="0" noProof="0">
              <a:ln>
                <a:noFill/>
              </a:ln>
              <a:solidFill>
                <a:schemeClr val="tx1"/>
              </a:solidFill>
              <a:effectLst/>
              <a:uLnTx/>
              <a:uFillTx/>
              <a:latin typeface="+mn-lt"/>
              <a:ea typeface="+mn-ea"/>
              <a:cs typeface="+mn-cs"/>
            </a:endParaRPr>
          </a:p>
          <a:p>
            <a:pPr marL="0" marR="0" lvl="0" indent="0" algn="ctr" defTabSz="914400" rtl="0" eaLnBrk="1" fontAlgn="base" latinLnBrk="0" hangingPunct="1">
              <a:lnSpc>
                <a:spcPct val="70000"/>
              </a:lnSpc>
              <a:spcBef>
                <a:spcPts val="1000"/>
              </a:spcBef>
              <a:spcAft>
                <a:spcPts val="600"/>
              </a:spcAft>
              <a:buClrTx/>
              <a:buSzTx/>
              <a:buFont typeface="Arial" panose="020B0604020202020204" pitchFamily="34" charset="0"/>
              <a:buNone/>
              <a:defRPr/>
            </a:pPr>
            <a:r>
              <a:rPr kumimoji="0" lang="en-US" sz="2800" b="1" i="0" u="none" strike="noStrike" kern="1200" cap="none" spc="0" normalizeH="0" baseline="0" noProof="0">
                <a:ln>
                  <a:noFill/>
                </a:ln>
                <a:solidFill>
                  <a:schemeClr val="dk1"/>
                </a:solidFill>
                <a:effectLst/>
                <a:uLnTx/>
                <a:uFillTx/>
                <a:latin typeface="+mn-lt"/>
                <a:ea typeface="+mn-ea"/>
                <a:cs typeface="+mn-cs"/>
              </a:rPr>
              <a:t>Programming For Data Analytics</a:t>
            </a:r>
          </a:p>
          <a:p>
            <a:pPr marL="0" marR="0" lvl="0" indent="0" algn="ctr" defTabSz="914400" rtl="0" eaLnBrk="1" fontAlgn="base" latinLnBrk="0" hangingPunct="1">
              <a:lnSpc>
                <a:spcPct val="70000"/>
              </a:lnSpc>
              <a:spcBef>
                <a:spcPts val="1000"/>
              </a:spcBef>
              <a:spcAft>
                <a:spcPts val="600"/>
              </a:spcAft>
              <a:buClrTx/>
              <a:buSzTx/>
              <a:buFont typeface="Arial" panose="020B0604020202020204" pitchFamily="34" charset="0"/>
              <a:buNone/>
              <a:defRPr/>
            </a:pPr>
            <a:r>
              <a:rPr kumimoji="0" lang="en-IN" sz="2800" b="1" i="0" u="none" strike="noStrike" kern="1200" cap="none" spc="0" normalizeH="0" baseline="0" noProof="0">
                <a:ln>
                  <a:noFill/>
                </a:ln>
                <a:solidFill>
                  <a:schemeClr val="dk1"/>
                </a:solidFill>
                <a:effectLst/>
                <a:uLnTx/>
                <a:uFillTx/>
                <a:latin typeface="+mn-lt"/>
                <a:ea typeface="+mn-ea"/>
                <a:cs typeface="+mn-cs"/>
              </a:rPr>
              <a:t>ACSAI0617</a:t>
            </a:r>
            <a:endParaRPr kumimoji="0" lang="en-US" sz="2200" b="1" i="0" u="none" strike="noStrike" kern="1200" cap="none" spc="0" normalizeH="0" baseline="0" noProof="0">
              <a:ln>
                <a:noFill/>
              </a:ln>
              <a:solidFill>
                <a:schemeClr val="dk1"/>
              </a:solidFill>
              <a:effectLst/>
              <a:uLnTx/>
              <a:uFillTx/>
              <a:latin typeface="Times New Roman" panose="02020603050405020304" pitchFamily="18" charset="0"/>
              <a:ea typeface="+mn-ea"/>
              <a:cs typeface="Times New Roman" panose="02020603050405020304" pitchFamily="18" charset="0"/>
            </a:endParaRPr>
          </a:p>
        </p:txBody>
      </p:sp>
      <p:sp>
        <p:nvSpPr>
          <p:cNvPr id="14" name="Subtitle 2"/>
          <p:cNvSpPr txBox="1"/>
          <p:nvPr/>
        </p:nvSpPr>
        <p:spPr>
          <a:xfrm>
            <a:off x="1104900" y="3325813"/>
            <a:ext cx="2014538" cy="533400"/>
          </a:xfrm>
          <a:prstGeom prst="rect">
            <a:avLst/>
          </a:prstGeom>
        </p:spPr>
        <p:style>
          <a:lnRef idx="2">
            <a:schemeClr val="accent5"/>
          </a:lnRef>
          <a:fillRef idx="1">
            <a:schemeClr val="lt1"/>
          </a:fillRef>
          <a:effectRef idx="0">
            <a:schemeClr val="accent5"/>
          </a:effectRef>
          <a:fontRef idx="minor">
            <a:schemeClr val="dk1"/>
          </a:fontRef>
        </p:style>
        <p:txBody>
          <a:bodyPr>
            <a:normAutofit/>
          </a:bodyPr>
          <a:lstStyle/>
          <a:p>
            <a:pPr marL="0" marR="0" lvl="0" indent="0" algn="ctr" defTabSz="914400" rtl="0" eaLnBrk="1" fontAlgn="auto" latinLnBrk="0" hangingPunct="1">
              <a:lnSpc>
                <a:spcPct val="100000"/>
              </a:lnSpc>
              <a:spcBef>
                <a:spcPct val="20000"/>
              </a:spcBef>
              <a:spcAft>
                <a:spcPts val="0"/>
              </a:spcAft>
              <a:buClrTx/>
              <a:buSzTx/>
              <a:buFontTx/>
              <a:buNone/>
              <a:defRPr/>
            </a:pPr>
            <a:r>
              <a:rPr kumimoji="0" lang="en-US" sz="2800" b="1"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Unit: 3</a:t>
            </a:r>
          </a:p>
        </p:txBody>
      </p:sp>
      <p:sp>
        <p:nvSpPr>
          <p:cNvPr id="15" name="Subtitle 2"/>
          <p:cNvSpPr txBox="1"/>
          <p:nvPr/>
        </p:nvSpPr>
        <p:spPr>
          <a:xfrm>
            <a:off x="501650" y="4159250"/>
            <a:ext cx="4637088" cy="914400"/>
          </a:xfrm>
          <a:prstGeom prst="rect">
            <a:avLst/>
          </a:prstGeom>
        </p:spPr>
        <p:style>
          <a:lnRef idx="2">
            <a:schemeClr val="accent5"/>
          </a:lnRef>
          <a:fillRef idx="1">
            <a:schemeClr val="lt1"/>
          </a:fillRef>
          <a:effectRef idx="0">
            <a:schemeClr val="accent5"/>
          </a:effectRef>
          <a:fontRef idx="minor">
            <a:schemeClr val="dk1"/>
          </a:fontRef>
        </p:style>
        <p:txBody>
          <a:bodyPr/>
          <a:lstStyle/>
          <a:p>
            <a:pPr algn="ctr" eaLnBrk="1" hangingPunct="1">
              <a:lnSpc>
                <a:spcPct val="115000"/>
              </a:lnSpc>
              <a:spcBef>
                <a:spcPts val="0"/>
              </a:spcBef>
              <a:spcAft>
                <a:spcPts val="1000"/>
              </a:spcAft>
              <a:tabLst>
                <a:tab pos="1533525" algn="l"/>
              </a:tabLst>
              <a:defRPr/>
            </a:pPr>
            <a:r>
              <a:rPr lang="en-IN" sz="2400" b="1">
                <a:sym typeface="+mn-ea"/>
              </a:rPr>
              <a:t>Data Engineering Foundation</a:t>
            </a:r>
            <a:endParaRPr kumimoji="0" lang="en-US" sz="2400" b="1" i="0" u="none" strike="noStrike" kern="1200" cap="none" spc="0" normalizeH="0" baseline="0" noProof="0">
              <a:ln>
                <a:noFill/>
              </a:ln>
              <a:solidFill>
                <a:schemeClr val="tx1"/>
              </a:solidFill>
              <a:effectLst/>
              <a:uLnTx/>
              <a:uFillTx/>
              <a:latin typeface="+mn-lt"/>
              <a:ea typeface="+mn-ea"/>
              <a:cs typeface="+mn-cs"/>
            </a:endParaRPr>
          </a:p>
        </p:txBody>
      </p:sp>
      <p:sp>
        <p:nvSpPr>
          <p:cNvPr id="16" name="Subtitle 2"/>
          <p:cNvSpPr txBox="1"/>
          <p:nvPr/>
        </p:nvSpPr>
        <p:spPr>
          <a:xfrm>
            <a:off x="7467600" y="5091430"/>
            <a:ext cx="4273550" cy="1095375"/>
          </a:xfrm>
          <a:prstGeom prst="rect">
            <a:avLst/>
          </a:prstGeom>
        </p:spPr>
        <p:style>
          <a:lnRef idx="2">
            <a:schemeClr val="accent5"/>
          </a:lnRef>
          <a:fillRef idx="1">
            <a:schemeClr val="lt1"/>
          </a:fillRef>
          <a:effectRef idx="0">
            <a:schemeClr val="accent5"/>
          </a:effectRef>
          <a:fontRef idx="minor">
            <a:schemeClr val="dk1"/>
          </a:fontRef>
        </p:style>
        <p:txBody>
          <a:bodyPr>
            <a:normAutofit lnSpcReduction="20000"/>
          </a:bodyPr>
          <a:lstStyle/>
          <a:p>
            <a:pPr marL="0" marR="0" lvl="0" indent="0" algn="ctr" defTabSz="914400" rtl="0" eaLnBrk="1" fontAlgn="auto" latinLnBrk="0" hangingPunct="1">
              <a:lnSpc>
                <a:spcPct val="100000"/>
              </a:lnSpc>
              <a:spcBef>
                <a:spcPct val="20000"/>
              </a:spcBef>
              <a:spcAft>
                <a:spcPts val="0"/>
              </a:spcAft>
              <a:buClrTx/>
              <a:buSzTx/>
              <a:buFontTx/>
              <a:buNone/>
              <a:defRPr/>
            </a:pPr>
            <a:r>
              <a:rPr kumimoji="0" lang="en-US" sz="2200" b="1" i="0" u="none" strike="noStrike" kern="1200" cap="none" spc="0" normalizeH="0" baseline="0" noProof="0">
                <a:ln>
                  <a:noFill/>
                </a:ln>
                <a:solidFill>
                  <a:schemeClr val="dk1"/>
                </a:solidFill>
                <a:effectLst/>
                <a:uLnTx/>
                <a:uFillTx/>
                <a:latin typeface="Times New Roman" panose="02020603050405020304" pitchFamily="18" charset="0"/>
                <a:ea typeface="+mn-ea"/>
                <a:cs typeface="+mn-cs"/>
              </a:rPr>
              <a:t>Mr. Raj u</a:t>
            </a:r>
          </a:p>
          <a:p>
            <a:pPr marL="0" marR="0" lvl="0" indent="0" algn="ctr" defTabSz="914400" rtl="0" eaLnBrk="1" fontAlgn="auto" latinLnBrk="0" hangingPunct="1">
              <a:lnSpc>
                <a:spcPct val="100000"/>
              </a:lnSpc>
              <a:spcBef>
                <a:spcPct val="20000"/>
              </a:spcBef>
              <a:spcAft>
                <a:spcPts val="0"/>
              </a:spcAft>
              <a:buClrTx/>
              <a:buSzTx/>
              <a:buFontTx/>
              <a:buNone/>
              <a:defRPr/>
            </a:pPr>
            <a:r>
              <a:rPr kumimoji="0" lang="en-US" sz="2200" b="1" i="0" u="none" strike="noStrike" kern="1200" cap="none" spc="0" normalizeH="0" baseline="0" noProof="0">
                <a:ln>
                  <a:noFill/>
                </a:ln>
                <a:solidFill>
                  <a:schemeClr val="dk1"/>
                </a:solidFill>
                <a:effectLst/>
                <a:uLnTx/>
                <a:uFillTx/>
                <a:latin typeface="Times New Roman" panose="02020603050405020304" pitchFamily="18" charset="0"/>
                <a:ea typeface="+mn-ea"/>
                <a:cs typeface="+mn-cs"/>
              </a:rPr>
              <a:t>Assistant Professor</a:t>
            </a:r>
          </a:p>
          <a:p>
            <a:pPr marL="0" marR="0" lvl="0" indent="0" algn="ctr" defTabSz="914400" rtl="0" eaLnBrk="1" fontAlgn="auto" latinLnBrk="0" hangingPunct="1">
              <a:lnSpc>
                <a:spcPct val="100000"/>
              </a:lnSpc>
              <a:spcBef>
                <a:spcPct val="20000"/>
              </a:spcBef>
              <a:spcAft>
                <a:spcPts val="0"/>
              </a:spcAft>
              <a:buClrTx/>
              <a:buSzTx/>
              <a:buFontTx/>
              <a:buNone/>
              <a:defRPr/>
            </a:pPr>
            <a:r>
              <a:rPr kumimoji="0" lang="en-US" sz="2200" b="1" i="0" u="none" strike="noStrike" kern="1200" cap="none" spc="0" normalizeH="0" baseline="0" noProof="0">
                <a:ln>
                  <a:noFill/>
                </a:ln>
                <a:solidFill>
                  <a:schemeClr val="dk1"/>
                </a:solidFill>
                <a:effectLst/>
                <a:uLnTx/>
                <a:uFillTx/>
                <a:latin typeface="Times New Roman" panose="02020603050405020304" pitchFamily="18" charset="0"/>
                <a:ea typeface="+mn-ea"/>
                <a:cs typeface="+mn-cs"/>
              </a:rPr>
              <a:t>Department</a:t>
            </a:r>
            <a:r>
              <a:rPr kumimoji="0" lang="en-US" sz="2200" b="0" i="0" u="none" strike="noStrike" kern="1200" cap="none" spc="0" normalizeH="0" baseline="0" noProof="0">
                <a:ln>
                  <a:noFill/>
                </a:ln>
                <a:solidFill>
                  <a:schemeClr val="tx1"/>
                </a:solidFill>
                <a:effectLst/>
                <a:uLnTx/>
                <a:uFillTx/>
                <a:latin typeface="+mn-lt"/>
                <a:ea typeface="+mn-ea"/>
                <a:cs typeface="+mn-cs"/>
              </a:rPr>
              <a:t> </a:t>
            </a:r>
            <a:r>
              <a:rPr kumimoji="0" lang="en-US" sz="2200" b="1" i="0" u="none" strike="noStrike" kern="1200" cap="none" spc="0" normalizeH="0" baseline="0" noProof="0">
                <a:ln>
                  <a:noFill/>
                </a:ln>
                <a:effectLst/>
                <a:uLnTx/>
                <a:uFillTx/>
                <a:latin typeface="Times New Roman" panose="02020603050405020304" pitchFamily="18" charset="0"/>
                <a:ea typeface="+mn-ea"/>
                <a:cs typeface="+mn-cs"/>
              </a:rPr>
              <a:t>CSE-Data Science</a:t>
            </a:r>
            <a:endParaRPr kumimoji="0" 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17" name="Subtitle 2"/>
          <p:cNvSpPr txBox="1"/>
          <p:nvPr/>
        </p:nvSpPr>
        <p:spPr>
          <a:xfrm>
            <a:off x="501650" y="5278438"/>
            <a:ext cx="4637088" cy="958850"/>
          </a:xfrm>
          <a:prstGeom prst="rect">
            <a:avLst/>
          </a:prstGeom>
        </p:spPr>
        <p:style>
          <a:lnRef idx="2">
            <a:schemeClr val="accent5"/>
          </a:lnRef>
          <a:fillRef idx="1">
            <a:schemeClr val="lt1"/>
          </a:fillRef>
          <a:effectRef idx="0">
            <a:schemeClr val="accent5"/>
          </a:effectRef>
          <a:fontRef idx="minor">
            <a:schemeClr val="dk1"/>
          </a:fontRef>
        </p:style>
        <p:txBody>
          <a:bodyPr/>
          <a:lstStyle/>
          <a:p>
            <a:pPr marL="0" marR="0" lvl="0" indent="0" algn="ctr" defTabSz="914400" rtl="0" eaLnBrk="1" fontAlgn="auto" latinLnBrk="0" hangingPunct="1">
              <a:lnSpc>
                <a:spcPct val="100000"/>
              </a:lnSpc>
              <a:spcBef>
                <a:spcPct val="20000"/>
              </a:spcBef>
              <a:spcAft>
                <a:spcPts val="0"/>
              </a:spcAft>
              <a:buClrTx/>
              <a:buSzTx/>
              <a:buFontTx/>
              <a:buNone/>
              <a:defRPr/>
            </a:pPr>
            <a:r>
              <a:rPr kumimoji="0" lang="en-US" sz="2200" b="1" i="0" u="none" strike="noStrike" kern="1200" cap="none" spc="0" normalizeH="0" baseline="0" noProof="0">
                <a:ln>
                  <a:noFill/>
                </a:ln>
                <a:solidFill>
                  <a:schemeClr val="dk1"/>
                </a:solidFill>
                <a:effectLst/>
                <a:uLnTx/>
                <a:uFillTx/>
                <a:latin typeface="Times New Roman" panose="02020603050405020304" pitchFamily="18" charset="0"/>
                <a:ea typeface="+mn-ea"/>
                <a:cs typeface="Times New Roman" panose="02020603050405020304" pitchFamily="18" charset="0"/>
              </a:rPr>
              <a:t>Course Details</a:t>
            </a:r>
            <a:br>
              <a:rPr kumimoji="0" lang="en-US" sz="2200" b="1" i="0" u="none" strike="noStrike" kern="1200" cap="none" spc="0" normalizeH="0" baseline="0" noProof="0">
                <a:ln>
                  <a:noFill/>
                </a:ln>
                <a:solidFill>
                  <a:schemeClr val="dk1"/>
                </a:solidFill>
                <a:effectLst/>
                <a:uLnTx/>
                <a:uFillTx/>
                <a:latin typeface="Times New Roman" panose="02020603050405020304" pitchFamily="18" charset="0"/>
                <a:ea typeface="+mn-ea"/>
                <a:cs typeface="Times New Roman" panose="02020603050405020304" pitchFamily="18" charset="0"/>
              </a:rPr>
            </a:br>
            <a:r>
              <a:rPr kumimoji="0" lang="en-US" sz="2200" b="1" i="0" u="none" strike="noStrike" kern="1200" cap="none" spc="0" normalizeH="0" baseline="0" noProof="0">
                <a:ln>
                  <a:noFill/>
                </a:ln>
                <a:solidFill>
                  <a:schemeClr val="dk1"/>
                </a:solidFill>
                <a:effectLst/>
                <a:uLnTx/>
                <a:uFillTx/>
                <a:latin typeface="Times New Roman" panose="02020603050405020304" pitchFamily="18" charset="0"/>
                <a:ea typeface="+mn-ea"/>
                <a:cs typeface="Times New Roman" panose="02020603050405020304" pitchFamily="18" charset="0"/>
              </a:rPr>
              <a:t>(</a:t>
            </a:r>
            <a:r>
              <a:rPr kumimoji="0" lang="en-US" sz="2200" b="1" i="0" u="none" strike="noStrike" kern="1200" cap="none" spc="0" normalizeH="0" baseline="0" noProof="0" err="1">
                <a:ln>
                  <a:noFill/>
                </a:ln>
                <a:solidFill>
                  <a:schemeClr val="dk1"/>
                </a:solidFill>
                <a:effectLst/>
                <a:uLnTx/>
                <a:uFillTx/>
                <a:latin typeface="Times New Roman" panose="02020603050405020304" pitchFamily="18" charset="0"/>
                <a:ea typeface="+mn-ea"/>
                <a:cs typeface="Times New Roman" panose="02020603050405020304" pitchFamily="18" charset="0"/>
              </a:rPr>
              <a:t>B.Tech</a:t>
            </a:r>
            <a:r>
              <a:rPr kumimoji="0" lang="en-US" sz="2200" b="1" i="0" u="none" strike="noStrike" kern="1200" cap="none" spc="0" normalizeH="0" baseline="0" noProof="0">
                <a:ln>
                  <a:noFill/>
                </a:ln>
                <a:solidFill>
                  <a:schemeClr val="dk1"/>
                </a:solidFill>
                <a:effectLst/>
                <a:uLnTx/>
                <a:uFillTx/>
                <a:latin typeface="Times New Roman" panose="02020603050405020304" pitchFamily="18" charset="0"/>
                <a:ea typeface="+mn-ea"/>
                <a:cs typeface="Times New Roman" panose="02020603050405020304" pitchFamily="18" charset="0"/>
              </a:rPr>
              <a:t> 6</a:t>
            </a:r>
            <a:r>
              <a:rPr kumimoji="0" lang="en-US" sz="2200" b="1" i="0" u="none" strike="noStrike" kern="1200" cap="none" spc="0" normalizeH="0" baseline="30000" noProof="0">
                <a:ln>
                  <a:noFill/>
                </a:ln>
                <a:solidFill>
                  <a:schemeClr val="dk1"/>
                </a:solidFill>
                <a:effectLst/>
                <a:uLnTx/>
                <a:uFillTx/>
                <a:latin typeface="Times New Roman" panose="02020603050405020304" pitchFamily="18" charset="0"/>
                <a:ea typeface="+mn-ea"/>
                <a:cs typeface="Times New Roman" panose="02020603050405020304" pitchFamily="18" charset="0"/>
              </a:rPr>
              <a:t>rth</a:t>
            </a:r>
            <a:r>
              <a:rPr kumimoji="0" lang="en-US" sz="2200" b="1" i="0" u="none" strike="noStrike" kern="1200" cap="none" spc="0" normalizeH="0" baseline="0" noProof="0">
                <a:ln>
                  <a:noFill/>
                </a:ln>
                <a:solidFill>
                  <a:schemeClr val="dk1"/>
                </a:solidFill>
                <a:effectLst/>
                <a:uLnTx/>
                <a:uFillTx/>
                <a:latin typeface="Times New Roman" panose="02020603050405020304" pitchFamily="18" charset="0"/>
                <a:ea typeface="+mn-ea"/>
                <a:cs typeface="Times New Roman" panose="02020603050405020304" pitchFamily="18" charset="0"/>
              </a:rPr>
              <a:t> Sem /3</a:t>
            </a:r>
            <a:r>
              <a:rPr kumimoji="0" lang="en-US" sz="2200" b="1" i="0" u="none" strike="noStrike" kern="1200" cap="none" spc="0" normalizeH="0" baseline="30000" noProof="0">
                <a:ln>
                  <a:noFill/>
                </a:ln>
                <a:solidFill>
                  <a:schemeClr val="dk1"/>
                </a:solidFill>
                <a:effectLst/>
                <a:uLnTx/>
                <a:uFillTx/>
                <a:latin typeface="Times New Roman" panose="02020603050405020304" pitchFamily="18" charset="0"/>
                <a:ea typeface="+mn-ea"/>
                <a:cs typeface="Times New Roman" panose="02020603050405020304" pitchFamily="18" charset="0"/>
              </a:rPr>
              <a:t>rd</a:t>
            </a:r>
            <a:r>
              <a:rPr kumimoji="0" lang="en-US" sz="2200" b="1" i="0" u="none" strike="noStrike" kern="1200" cap="none" spc="0" normalizeH="0" baseline="0" noProof="0">
                <a:ln>
                  <a:noFill/>
                </a:ln>
                <a:solidFill>
                  <a:schemeClr val="dk1"/>
                </a:solidFill>
                <a:effectLst/>
                <a:uLnTx/>
                <a:uFillTx/>
                <a:latin typeface="Times New Roman" panose="02020603050405020304" pitchFamily="18" charset="0"/>
                <a:ea typeface="+mn-ea"/>
                <a:cs typeface="Times New Roman" panose="02020603050405020304" pitchFamily="18" charset="0"/>
              </a:rPr>
              <a:t>  Year)</a:t>
            </a:r>
          </a:p>
        </p:txBody>
      </p:sp>
      <p:sp>
        <p:nvSpPr>
          <p:cNvPr id="6152" name="Slide Number Placeholder 1"/>
          <p:cNvSpPr>
            <a:spLocks noGrp="1"/>
          </p:cNvSpPr>
          <p:nvPr>
            <p:ph type="sldNum" sz="quarter" idx="12"/>
          </p:nvPr>
        </p:nvSpPr>
        <p:spPr>
          <a:noFill/>
          <a:ln>
            <a:noFill/>
          </a:ln>
        </p:spPr>
        <p:txBody>
          <a:bodyPr wrap="square" lIns="91440" tIns="45720" rIns="91440" bIns="45720"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buFontTx/>
            </a:pPr>
            <a:fld id="{9A0DB2DC-4C9A-4742-B13C-FB6460FD3503}" type="slidenum">
              <a:rPr lang="en-US" altLang="en-US" sz="1200" dirty="0">
                <a:solidFill>
                  <a:srgbClr val="898989"/>
                </a:solidFill>
                <a:latin typeface="Calibri" panose="020F0502020204030204" pitchFamily="34" charset="0"/>
              </a:rPr>
              <a:t>1</a:t>
            </a:fld>
            <a:endParaRPr lang="en-US" altLang="en-US" sz="1200">
              <a:solidFill>
                <a:srgbClr val="898989"/>
              </a:solidFill>
              <a:latin typeface="Calibri" panose="020F0502020204030204" pitchFamily="34" charset="0"/>
              <a:ea typeface="Arial" panose="020B0604020202020204" pitchFamily="34" charset="0"/>
            </a:endParaRPr>
          </a:p>
        </p:txBody>
      </p:sp>
      <p:pic>
        <p:nvPicPr>
          <p:cNvPr id="6153" name="Picture 14" descr="NIET"/>
          <p:cNvPicPr>
            <a:picLocks noChangeAspect="1"/>
          </p:cNvPicPr>
          <p:nvPr/>
        </p:nvPicPr>
        <p:blipFill>
          <a:blip r:embed="rId2"/>
          <a:stretch>
            <a:fillRect/>
          </a:stretch>
        </p:blipFill>
        <p:spPr>
          <a:xfrm>
            <a:off x="0" y="152400"/>
            <a:ext cx="1371600" cy="735013"/>
          </a:xfrm>
          <a:prstGeom prst="rect">
            <a:avLst/>
          </a:prstGeom>
          <a:noFill/>
          <a:ln w="9525">
            <a:noFill/>
          </a:ln>
        </p:spPr>
      </p:pic>
      <p:sp>
        <p:nvSpPr>
          <p:cNvPr id="23" name="Title 1"/>
          <p:cNvSpPr>
            <a:spLocks noGrp="1"/>
          </p:cNvSpPr>
          <p:nvPr>
            <p:ph type="title"/>
          </p:nvPr>
        </p:nvSpPr>
        <p:spPr>
          <a:xfrm>
            <a:off x="1524000" y="1588"/>
            <a:ext cx="10668000" cy="885825"/>
          </a:xfrm>
          <a:gradFill rotWithShape="1">
            <a:gsLst>
              <a:gs pos="0">
                <a:schemeClr val="accent5">
                  <a:tint val="50000"/>
                  <a:satMod val="300000"/>
                </a:schemeClr>
              </a:gs>
              <a:gs pos="35000">
                <a:schemeClr val="accent5">
                  <a:tint val="37000"/>
                  <a:satMod val="300000"/>
                </a:schemeClr>
              </a:gs>
              <a:gs pos="100000">
                <a:schemeClr val="accent5">
                  <a:tint val="15000"/>
                  <a:satMod val="350000"/>
                </a:schemeClr>
              </a:gs>
            </a:gsLst>
            <a:lin ang="16200000" scaled="1"/>
          </a:gradFill>
          <a:ln>
            <a:solidFill>
              <a:schemeClr val="accent5">
                <a:shade val="95000"/>
                <a:satMod val="105000"/>
              </a:schemeClr>
            </a:solidFill>
          </a:ln>
          <a:effectLst>
            <a:outerShdw blurRad="40000" dist="20000" dir="5400000" rotWithShape="0">
              <a:srgbClr val="000000">
                <a:alpha val="38000"/>
              </a:srgbClr>
            </a:outerShdw>
          </a:effec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2800" b="0" i="0" u="none" strike="noStrike" kern="1200" cap="none" spc="0" normalizeH="0" baseline="0" noProof="0">
                <a:ln>
                  <a:noFill/>
                </a:ln>
                <a:solidFill>
                  <a:schemeClr val="dk1"/>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rPr>
              <a:t>  </a:t>
            </a:r>
            <a:r>
              <a:rPr kumimoji="0" lang="en-US" sz="2800" b="1" i="0" u="none" strike="noStrike" kern="1200" cap="none" spc="0" normalizeH="0" baseline="0" noProof="0" err="1">
                <a:ln>
                  <a:noFill/>
                </a:ln>
                <a:solidFill>
                  <a:schemeClr val="dk1"/>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rPr>
              <a:t>Noida</a:t>
            </a:r>
            <a:r>
              <a:rPr kumimoji="0" lang="en-US" sz="2800" b="1" i="0" u="none" strike="noStrike" kern="1200" cap="none" spc="0" normalizeH="0" baseline="0" noProof="0">
                <a:ln>
                  <a:noFill/>
                </a:ln>
                <a:solidFill>
                  <a:schemeClr val="dk1"/>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rPr>
              <a:t> Institute of Engineering and Technology, Greater </a:t>
            </a:r>
            <a:r>
              <a:rPr kumimoji="0" lang="en-US" sz="2800" b="1" i="0" u="none" strike="noStrike" kern="1200" cap="none" spc="0" normalizeH="0" baseline="0" noProof="0" err="1">
                <a:ln>
                  <a:noFill/>
                </a:ln>
                <a:solidFill>
                  <a:schemeClr val="dk1"/>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rPr>
              <a:t>Noida</a:t>
            </a:r>
            <a:endParaRPr kumimoji="0" lang="en-IN" sz="2800" b="1" i="0" u="none" strike="noStrike" kern="1200" cap="none" spc="0" normalizeH="0" baseline="0" noProof="0">
              <a:ln>
                <a:noFill/>
              </a:ln>
              <a:solidFill>
                <a:schemeClr val="dk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10744200" cy="5334000"/>
          </a:xfrm>
        </p:spPr>
        <p:txBody>
          <a:bodyPr vert="horz" wrap="square" lIns="91440" tIns="45720" rIns="91440" bIns="45720" numCol="1" anchor="t" anchorCtr="0" compatLnSpc="1">
            <a:noAutofit/>
          </a:bodyPr>
          <a:lstStyle/>
          <a:p>
            <a:pPr marL="457200" marR="0" lvl="0" indent="-457200" algn="l" defTabSz="914400" rtl="0" eaLnBrk="0" fontAlgn="base" latinLnBrk="0" hangingPunct="0">
              <a:lnSpc>
                <a:spcPct val="100000"/>
              </a:lnSpc>
              <a:spcBef>
                <a:spcPct val="20000"/>
              </a:spcBef>
              <a:spcAft>
                <a:spcPct val="0"/>
              </a:spcAft>
              <a:buClrTx/>
              <a:buSzTx/>
              <a:buFont typeface="+mj-lt"/>
              <a:buAutoNum type="arabicPeriod"/>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Name of Subject with code, Course and Subject Teacher</a:t>
            </a:r>
          </a:p>
          <a:p>
            <a:pPr marL="457200" marR="0" lvl="0" indent="-457200" algn="l" defTabSz="914400" rtl="0" eaLnBrk="0" fontAlgn="base" latinLnBrk="0" hangingPunct="0">
              <a:lnSpc>
                <a:spcPct val="100000"/>
              </a:lnSpc>
              <a:spcBef>
                <a:spcPct val="20000"/>
              </a:spcBef>
              <a:spcAft>
                <a:spcPct val="0"/>
              </a:spcAft>
              <a:buClrTx/>
              <a:buSzTx/>
              <a:buFont typeface="+mj-lt"/>
              <a:buAutoNum type="arabicPeriod"/>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Brief Introduction of Faculty member with Photograph</a:t>
            </a:r>
          </a:p>
          <a:p>
            <a:pPr marL="457200" marR="0" lvl="0" indent="-457200" algn="l" defTabSz="914400" rtl="0" eaLnBrk="0" fontAlgn="base" latinLnBrk="0" hangingPunct="0">
              <a:lnSpc>
                <a:spcPct val="100000"/>
              </a:lnSpc>
              <a:spcBef>
                <a:spcPct val="20000"/>
              </a:spcBef>
              <a:spcAft>
                <a:spcPct val="0"/>
              </a:spcAft>
              <a:buClrTx/>
              <a:buSzTx/>
              <a:buFont typeface="+mj-lt"/>
              <a:buAutoNum type="arabicPeriod"/>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Evaluation Scheme</a:t>
            </a:r>
          </a:p>
          <a:p>
            <a:pPr marL="457200" marR="0" lvl="0" indent="-457200" algn="l" defTabSz="914400" rtl="0" eaLnBrk="0" fontAlgn="base" latinLnBrk="0" hangingPunct="0">
              <a:lnSpc>
                <a:spcPct val="100000"/>
              </a:lnSpc>
              <a:spcBef>
                <a:spcPct val="20000"/>
              </a:spcBef>
              <a:spcAft>
                <a:spcPct val="0"/>
              </a:spcAft>
              <a:buClrTx/>
              <a:buSzTx/>
              <a:buFont typeface="+mj-lt"/>
              <a:buAutoNum type="arabicPeriod"/>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Subject Syllabus</a:t>
            </a:r>
          </a:p>
          <a:p>
            <a:pPr marL="457200" marR="0" lvl="0" indent="-457200" algn="l" defTabSz="914400" rtl="0" eaLnBrk="0" fontAlgn="base" latinLnBrk="0" hangingPunct="0">
              <a:lnSpc>
                <a:spcPct val="100000"/>
              </a:lnSpc>
              <a:spcBef>
                <a:spcPct val="20000"/>
              </a:spcBef>
              <a:spcAft>
                <a:spcPct val="0"/>
              </a:spcAft>
              <a:buClrTx/>
              <a:buSzTx/>
              <a:buFont typeface="+mj-lt"/>
              <a:buAutoNum type="arabicPeriod"/>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Branch wise Applications</a:t>
            </a:r>
          </a:p>
          <a:p>
            <a:pPr marL="457200" marR="0" lvl="0" indent="-457200" algn="l" defTabSz="914400" rtl="0" eaLnBrk="0" fontAlgn="base" latinLnBrk="0" hangingPunct="0">
              <a:lnSpc>
                <a:spcPct val="100000"/>
              </a:lnSpc>
              <a:spcBef>
                <a:spcPct val="20000"/>
              </a:spcBef>
              <a:spcAft>
                <a:spcPct val="0"/>
              </a:spcAft>
              <a:buClrTx/>
              <a:buSzTx/>
              <a:buFont typeface="+mj-lt"/>
              <a:buAutoNum type="arabicPeriod"/>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Course Objective (Point wise)</a:t>
            </a:r>
          </a:p>
          <a:p>
            <a:pPr marL="457200" marR="0" lvl="0" indent="-457200" algn="l" defTabSz="914400" rtl="0" eaLnBrk="0" fontAlgn="base" latinLnBrk="0" hangingPunct="0">
              <a:lnSpc>
                <a:spcPct val="100000"/>
              </a:lnSpc>
              <a:spcBef>
                <a:spcPct val="20000"/>
              </a:spcBef>
              <a:spcAft>
                <a:spcPct val="0"/>
              </a:spcAft>
              <a:buClrTx/>
              <a:buSzTx/>
              <a:buFont typeface="+mj-lt"/>
              <a:buAutoNum type="arabicPeriod"/>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Course Outcomes (COs)</a:t>
            </a:r>
          </a:p>
          <a:p>
            <a:pPr marL="457200" marR="0" lvl="0" indent="-457200" algn="l" defTabSz="914400" rtl="0" eaLnBrk="0" fontAlgn="base" latinLnBrk="0" hangingPunct="0">
              <a:lnSpc>
                <a:spcPct val="100000"/>
              </a:lnSpc>
              <a:spcBef>
                <a:spcPct val="20000"/>
              </a:spcBef>
              <a:spcAft>
                <a:spcPct val="0"/>
              </a:spcAft>
              <a:buClrTx/>
              <a:buSzTx/>
              <a:buFont typeface="+mj-lt"/>
              <a:buAutoNum type="arabicPeriod"/>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Program Outcomes only heading (POs)</a:t>
            </a:r>
          </a:p>
          <a:p>
            <a:pPr marL="457200" marR="0" lvl="0" indent="-457200" algn="l" defTabSz="914400" rtl="0" eaLnBrk="0" fontAlgn="base" latinLnBrk="0" hangingPunct="0">
              <a:lnSpc>
                <a:spcPct val="100000"/>
              </a:lnSpc>
              <a:spcBef>
                <a:spcPct val="20000"/>
              </a:spcBef>
              <a:spcAft>
                <a:spcPct val="0"/>
              </a:spcAft>
              <a:buClrTx/>
              <a:buSzTx/>
              <a:buFont typeface="+mj-lt"/>
              <a:buAutoNum type="arabicPeriod"/>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COs and POs Mapping</a:t>
            </a:r>
          </a:p>
          <a:p>
            <a:pPr marL="457200" marR="0" lvl="0" indent="-457200" algn="l" defTabSz="914400" rtl="0" eaLnBrk="0" fontAlgn="base" latinLnBrk="0" hangingPunct="0">
              <a:lnSpc>
                <a:spcPct val="100000"/>
              </a:lnSpc>
              <a:spcBef>
                <a:spcPct val="20000"/>
              </a:spcBef>
              <a:spcAft>
                <a:spcPct val="0"/>
              </a:spcAft>
              <a:buClrTx/>
              <a:buSzTx/>
              <a:buFont typeface="+mj-lt"/>
              <a:buAutoNum type="arabicPeriod"/>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Program Specific Outcomes (PSOs)</a:t>
            </a:r>
          </a:p>
          <a:p>
            <a:pPr marL="342900" marR="0" lvl="0" indent="-3429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endPar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endPar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endPar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4" name="Date Placeholder 3"/>
          <p:cNvSpPr txBox="1">
            <a:spLocks noGrp="1"/>
          </p:cNvSpPr>
          <p:nvPr>
            <p:ph type="dt" sz="half" idx="10"/>
          </p:nvPr>
        </p:nvSpPr>
        <p:spPr>
          <a:noFill/>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fld id="{48F1416C-05CF-4C38-9D4C-61E92841E860}" type="datetime1">
              <a:rPr kumimoji="0" lang="en-US" sz="1200" b="0" i="0" u="none" strike="noStrike" kern="1200" cap="none" spc="0" normalizeH="0" baseline="0" noProof="0" smtClean="0">
                <a:ln>
                  <a:noFill/>
                </a:ln>
                <a:solidFill>
                  <a:schemeClr val="tx1">
                    <a:tint val="75000"/>
                  </a:schemeClr>
                </a:solidFill>
                <a:effectLst/>
                <a:uLnTx/>
                <a:uFillTx/>
                <a:latin typeface="+mn-lt"/>
                <a:ea typeface="+mn-ea"/>
                <a:cs typeface="+mn-cs"/>
              </a:rPr>
              <a:t>2/28/2025</a:t>
            </a:fld>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txBox="1">
            <a:spLocks noGrp="1"/>
          </p:cNvSpPr>
          <p:nvPr>
            <p:ph type="ftr" sz="quarter" idx="11"/>
          </p:nvPr>
        </p:nvSpPr>
        <p:spPr>
          <a:xfrm>
            <a:off x="4038600" y="6356350"/>
            <a:ext cx="4846638" cy="365125"/>
          </a:xfrm>
          <a:noFill/>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Mr. Raj u  UNIT-2 ACSAI0617 Programming For Data Analytics</a:t>
            </a:r>
          </a:p>
        </p:txBody>
      </p:sp>
      <p:sp>
        <p:nvSpPr>
          <p:cNvPr id="7172" name="Slide Number Placeholder 1"/>
          <p:cNvSpPr>
            <a:spLocks noGrp="1"/>
          </p:cNvSpPr>
          <p:nvPr>
            <p:ph type="sldNum" sz="quarter" idx="12"/>
          </p:nvPr>
        </p:nvSpPr>
        <p:spPr>
          <a:noFill/>
          <a:ln>
            <a:noFill/>
          </a:ln>
        </p:spPr>
        <p:txBody>
          <a:bodyPr wrap="square" lIns="91440" tIns="45720" rIns="91440" bIns="45720"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buFontTx/>
            </a:pPr>
            <a:fld id="{9A0DB2DC-4C9A-4742-B13C-FB6460FD3503}" type="slidenum">
              <a:rPr lang="en-US" altLang="en-US" sz="1200" dirty="0">
                <a:solidFill>
                  <a:srgbClr val="898989"/>
                </a:solidFill>
                <a:latin typeface="Calibri" panose="020F0502020204030204" pitchFamily="34" charset="0"/>
              </a:rPr>
              <a:t>2</a:t>
            </a:fld>
            <a:endParaRPr lang="en-US" altLang="en-US" sz="1200">
              <a:solidFill>
                <a:srgbClr val="898989"/>
              </a:solidFill>
              <a:latin typeface="Calibri" panose="020F0502020204030204" pitchFamily="34" charset="0"/>
              <a:ea typeface="Arial" panose="020B0604020202020204" pitchFamily="34" charset="0"/>
            </a:endParaRPr>
          </a:p>
        </p:txBody>
      </p:sp>
      <p:pic>
        <p:nvPicPr>
          <p:cNvPr id="7173" name="Picture 14" descr="NIET"/>
          <p:cNvPicPr>
            <a:picLocks noChangeAspect="1"/>
          </p:cNvPicPr>
          <p:nvPr/>
        </p:nvPicPr>
        <p:blipFill>
          <a:blip r:embed="rId2"/>
          <a:stretch>
            <a:fillRect/>
          </a:stretch>
        </p:blipFill>
        <p:spPr>
          <a:xfrm>
            <a:off x="0" y="14288"/>
            <a:ext cx="1581150" cy="847725"/>
          </a:xfrm>
          <a:prstGeom prst="rect">
            <a:avLst/>
          </a:prstGeom>
          <a:noFill/>
          <a:ln w="9525">
            <a:noFill/>
          </a:ln>
        </p:spPr>
      </p:pic>
      <p:sp>
        <p:nvSpPr>
          <p:cNvPr id="11" name="Title 1"/>
          <p:cNvSpPr txBox="1"/>
          <p:nvPr/>
        </p:nvSpPr>
        <p:spPr>
          <a:xfrm>
            <a:off x="1787525" y="1588"/>
            <a:ext cx="10404475" cy="885825"/>
          </a:xfrm>
          <a:prstGeom prst="rect">
            <a:avLst/>
          </a:prstGeom>
        </p:spPr>
        <p:style>
          <a:lnRef idx="1">
            <a:schemeClr val="accent5"/>
          </a:lnRef>
          <a:fillRef idx="2">
            <a:schemeClr val="accent5"/>
          </a:fillRef>
          <a:effectRef idx="1">
            <a:schemeClr val="accent5"/>
          </a:effectRef>
          <a:fontRef idx="minor">
            <a:schemeClr val="dk1"/>
          </a:fontRef>
        </p:style>
        <p:txBody>
          <a:bodyPr anchor="ctr">
            <a:normAutofit/>
          </a:body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sz="3200" b="1" i="0" u="none" strike="noStrike" kern="1200" cap="none" spc="0" normalizeH="0" baseline="0" noProof="0">
                <a:ln>
                  <a:noFill/>
                </a:ln>
                <a:solidFill>
                  <a:schemeClr val="dk1"/>
                </a:solidFill>
                <a:effectLst/>
                <a:uLnTx/>
                <a:uFillTx/>
                <a:latin typeface="Times New Roman" panose="02020603050405020304" pitchFamily="18" charset="0"/>
                <a:ea typeface="+mn-ea"/>
                <a:cs typeface="Times New Roman" panose="02020603050405020304" pitchFamily="18" charset="0"/>
              </a:rPr>
              <a:t>  Table of Contents</a:t>
            </a:r>
            <a:endParaRPr kumimoji="0" lang="en-IN" sz="3200" b="1" i="0" u="none" strike="noStrike" kern="1200" cap="none" spc="0" normalizeH="0" baseline="0" noProof="0">
              <a:ln>
                <a:noFill/>
              </a:ln>
              <a:solidFill>
                <a:schemeClr val="dk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10744200" cy="5334000"/>
          </a:xfrm>
        </p:spPr>
        <p:txBody>
          <a:bodyPr vert="horz" wrap="square" lIns="91440" tIns="45720" rIns="91440" bIns="45720" numCol="1" anchor="t" anchorCtr="0" compatLnSpc="1">
            <a:noAutofit/>
          </a:bodyPr>
          <a:lstStyle/>
          <a:p>
            <a:pPr marL="457200" marR="0" lvl="0" indent="-457200" algn="l" defTabSz="914400" rtl="0" eaLnBrk="0" fontAlgn="base" latinLnBrk="0" hangingPunct="0">
              <a:lnSpc>
                <a:spcPct val="100000"/>
              </a:lnSpc>
              <a:spcBef>
                <a:spcPct val="20000"/>
              </a:spcBef>
              <a:spcAft>
                <a:spcPct val="0"/>
              </a:spcAft>
              <a:buClrTx/>
              <a:buSzTx/>
              <a:buFont typeface="Arial" panose="020B0604020202020204" pitchFamily="34" charset="0"/>
              <a:buAutoNum type="arabicPeriod" startAt="11"/>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COs and PSOs Mapping</a:t>
            </a:r>
          </a:p>
          <a:p>
            <a:pPr marL="457200" marR="0" lvl="0" indent="-457200" algn="l" defTabSz="914400" rtl="0" eaLnBrk="0" fontAlgn="base" latinLnBrk="0" hangingPunct="0">
              <a:lnSpc>
                <a:spcPct val="100000"/>
              </a:lnSpc>
              <a:spcBef>
                <a:spcPct val="20000"/>
              </a:spcBef>
              <a:spcAft>
                <a:spcPct val="0"/>
              </a:spcAft>
              <a:buClrTx/>
              <a:buSzTx/>
              <a:buFont typeface="Arial" panose="020B0604020202020204" pitchFamily="34" charset="0"/>
              <a:buAutoNum type="arabicPeriod" startAt="11"/>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Program Educational Objectives (PEOs)</a:t>
            </a:r>
          </a:p>
          <a:p>
            <a:pPr marL="457200" marR="0" lvl="0" indent="-457200" algn="l" defTabSz="914400" rtl="0" eaLnBrk="0" fontAlgn="base" latinLnBrk="0" hangingPunct="0">
              <a:lnSpc>
                <a:spcPct val="100000"/>
              </a:lnSpc>
              <a:spcBef>
                <a:spcPct val="20000"/>
              </a:spcBef>
              <a:spcAft>
                <a:spcPct val="0"/>
              </a:spcAft>
              <a:buClrTx/>
              <a:buSzTx/>
              <a:buFont typeface="Arial" panose="020B0604020202020204" pitchFamily="34" charset="0"/>
              <a:buAutoNum type="arabicPeriod" startAt="11"/>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Result Analysis (Department Result, Subject Result and </a:t>
            </a:r>
            <a:r>
              <a:rPr kumimoji="0" lang="en-US" sz="2400" b="0" i="0" u="none" strike="noStrike" kern="1200" cap="none" spc="0" normalizeH="0" baseline="0" noProof="0" err="1">
                <a:ln>
                  <a:noFill/>
                </a:ln>
                <a:solidFill>
                  <a:schemeClr val="tx1"/>
                </a:solidFill>
                <a:effectLst/>
                <a:uLnTx/>
                <a:uFillTx/>
                <a:latin typeface="Times New Roman" panose="02020603050405020304" pitchFamily="18" charset="0"/>
                <a:ea typeface="+mn-ea"/>
                <a:cs typeface="Times New Roman" panose="02020603050405020304" pitchFamily="18" charset="0"/>
              </a:rPr>
              <a:t>Indivisual</a:t>
            </a: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 Faculty Result)</a:t>
            </a:r>
          </a:p>
          <a:p>
            <a:pPr marL="457200" marR="0" lvl="0" indent="-457200" algn="l" defTabSz="914400" rtl="0" eaLnBrk="0" fontAlgn="base" latinLnBrk="0" hangingPunct="0">
              <a:lnSpc>
                <a:spcPct val="100000"/>
              </a:lnSpc>
              <a:spcBef>
                <a:spcPct val="20000"/>
              </a:spcBef>
              <a:spcAft>
                <a:spcPct val="0"/>
              </a:spcAft>
              <a:buClrTx/>
              <a:buSzTx/>
              <a:buFont typeface="Arial" panose="020B0604020202020204" pitchFamily="34" charset="0"/>
              <a:buAutoNum type="arabicPeriod" startAt="11"/>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End Semester Question Paper Templates (Offline Pattern/Online Pattern)</a:t>
            </a:r>
          </a:p>
          <a:p>
            <a:pPr marL="457200" marR="0" lvl="0" indent="-457200" algn="l" defTabSz="914400" rtl="0" eaLnBrk="0" fontAlgn="base" latinLnBrk="0" hangingPunct="0">
              <a:lnSpc>
                <a:spcPct val="100000"/>
              </a:lnSpc>
              <a:spcBef>
                <a:spcPct val="20000"/>
              </a:spcBef>
              <a:spcAft>
                <a:spcPct val="0"/>
              </a:spcAft>
              <a:buClrTx/>
              <a:buSzTx/>
              <a:buFont typeface="Arial" panose="020B0604020202020204" pitchFamily="34" charset="0"/>
              <a:buAutoNum type="arabicPeriod" startAt="11"/>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Prerequisite/ Recap </a:t>
            </a:r>
          </a:p>
          <a:p>
            <a:pPr marL="457200" marR="0" lvl="0" indent="-457200" algn="l" defTabSz="914400" rtl="0" eaLnBrk="0" fontAlgn="base" latinLnBrk="0" hangingPunct="0">
              <a:lnSpc>
                <a:spcPct val="100000"/>
              </a:lnSpc>
              <a:spcBef>
                <a:spcPct val="20000"/>
              </a:spcBef>
              <a:spcAft>
                <a:spcPct val="0"/>
              </a:spcAft>
              <a:buClrTx/>
              <a:buSzTx/>
              <a:buFont typeface="Arial" panose="020B0604020202020204" pitchFamily="34" charset="0"/>
              <a:buAutoNum type="arabicPeriod" startAt="11"/>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Brief Introduction about the Subject with videos</a:t>
            </a:r>
          </a:p>
          <a:p>
            <a:pPr marL="457200" marR="0" lvl="0" indent="-457200" algn="l" defTabSz="914400" rtl="0" eaLnBrk="0" fontAlgn="base" latinLnBrk="0" hangingPunct="0">
              <a:lnSpc>
                <a:spcPct val="100000"/>
              </a:lnSpc>
              <a:spcBef>
                <a:spcPct val="20000"/>
              </a:spcBef>
              <a:spcAft>
                <a:spcPct val="0"/>
              </a:spcAft>
              <a:buClrTx/>
              <a:buSzTx/>
              <a:buFont typeface="Arial" panose="020B0604020202020204" pitchFamily="34" charset="0"/>
              <a:buAutoNum type="arabicPeriod" startAt="11"/>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Unit Content</a:t>
            </a:r>
          </a:p>
          <a:p>
            <a:pPr marL="457200" marR="0" lvl="0" indent="-457200" algn="l" defTabSz="914400" rtl="0" eaLnBrk="0" fontAlgn="base" latinLnBrk="0" hangingPunct="0">
              <a:lnSpc>
                <a:spcPct val="100000"/>
              </a:lnSpc>
              <a:spcBef>
                <a:spcPct val="20000"/>
              </a:spcBef>
              <a:spcAft>
                <a:spcPct val="0"/>
              </a:spcAft>
              <a:buClrTx/>
              <a:buSzTx/>
              <a:buFont typeface="Arial" panose="020B0604020202020204" pitchFamily="34" charset="0"/>
              <a:buAutoNum type="arabicPeriod" startAt="11"/>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Unit Objective</a:t>
            </a:r>
          </a:p>
          <a:p>
            <a:pPr marL="457200" marR="0" lvl="0" indent="-457200" algn="l" defTabSz="914400" rtl="0" eaLnBrk="0" fontAlgn="base" latinLnBrk="0" hangingPunct="0">
              <a:lnSpc>
                <a:spcPct val="100000"/>
              </a:lnSpc>
              <a:spcBef>
                <a:spcPct val="20000"/>
              </a:spcBef>
              <a:spcAft>
                <a:spcPct val="0"/>
              </a:spcAft>
              <a:buClrTx/>
              <a:buSzTx/>
              <a:buFont typeface="Arial" panose="020B0604020202020204" pitchFamily="34" charset="0"/>
              <a:buAutoNum type="arabicPeriod" startAt="11"/>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Topic Objective/Topic Outcome</a:t>
            </a:r>
          </a:p>
          <a:p>
            <a:pPr marL="457200" marR="0" lvl="0" indent="-457200" algn="l" defTabSz="914400" rtl="0" eaLnBrk="0" fontAlgn="base" latinLnBrk="0" hangingPunct="0">
              <a:lnSpc>
                <a:spcPct val="100000"/>
              </a:lnSpc>
              <a:spcBef>
                <a:spcPct val="20000"/>
              </a:spcBef>
              <a:spcAft>
                <a:spcPct val="0"/>
              </a:spcAft>
              <a:buClrTx/>
              <a:buSzTx/>
              <a:buFont typeface="Arial" panose="020B0604020202020204" pitchFamily="34" charset="0"/>
              <a:buAutoNum type="arabicPeriod" startAt="11"/>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Lecture related to topic</a:t>
            </a:r>
          </a:p>
          <a:p>
            <a:pPr marL="457200" marR="0" lvl="0" indent="-457200" algn="l" defTabSz="914400" rtl="0" eaLnBrk="0" fontAlgn="base" latinLnBrk="0" hangingPunct="0">
              <a:lnSpc>
                <a:spcPct val="100000"/>
              </a:lnSpc>
              <a:spcBef>
                <a:spcPct val="20000"/>
              </a:spcBef>
              <a:spcAft>
                <a:spcPct val="0"/>
              </a:spcAft>
              <a:buClrTx/>
              <a:buSzTx/>
              <a:buFont typeface="Arial" panose="020B0604020202020204" pitchFamily="34" charset="0"/>
              <a:buAutoNum type="arabicPeriod" startAt="11"/>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Daily Quiz</a:t>
            </a:r>
          </a:p>
          <a:p>
            <a:pPr marL="457200" marR="0" lvl="0" indent="-457200" algn="l" defTabSz="914400" rtl="0" eaLnBrk="0" fontAlgn="base" latinLnBrk="0" hangingPunct="0">
              <a:lnSpc>
                <a:spcPct val="100000"/>
              </a:lnSpc>
              <a:spcBef>
                <a:spcPct val="20000"/>
              </a:spcBef>
              <a:spcAft>
                <a:spcPct val="0"/>
              </a:spcAft>
              <a:buClrTx/>
              <a:buSzTx/>
              <a:buFont typeface="Arial" panose="020B0604020202020204" pitchFamily="34" charset="0"/>
              <a:buAutoNum type="arabicPeriod" startAt="11"/>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Weekly Assignment</a:t>
            </a:r>
          </a:p>
          <a:p>
            <a:pPr marL="342900" marR="0" lvl="0" indent="-342900" algn="l" defTabSz="914400" rtl="0" eaLnBrk="0" fontAlgn="base" latinLnBrk="0" hangingPunct="0">
              <a:lnSpc>
                <a:spcPct val="150000"/>
              </a:lnSpc>
              <a:spcBef>
                <a:spcPct val="20000"/>
              </a:spcBef>
              <a:spcAft>
                <a:spcPct val="0"/>
              </a:spcAft>
              <a:buClrTx/>
              <a:buSzTx/>
              <a:buFont typeface="Arial" panose="020B0604020202020204" pitchFamily="34" charset="0"/>
              <a:buNone/>
              <a:defRPr/>
            </a:pPr>
            <a:endParaRPr kumimoji="0" lang="en-US" sz="18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endParaRPr kumimoji="0" lang="en-US" sz="18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endParaRPr kumimoji="0" lang="en-US" sz="18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endParaRPr kumimoji="0" lang="en-US" sz="18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4" name="Date Placeholder 3"/>
          <p:cNvSpPr txBox="1">
            <a:spLocks noGrp="1"/>
          </p:cNvSpPr>
          <p:nvPr>
            <p:ph type="dt" sz="half" idx="10"/>
          </p:nvPr>
        </p:nvSpPr>
        <p:spPr>
          <a:noFill/>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fld id="{0D22D5B4-ADE6-4E80-BCEF-C2E611C4E6BC}" type="datetime1">
              <a:rPr kumimoji="0" lang="en-US" sz="1200" b="0" i="0" u="none" strike="noStrike" kern="1200" cap="none" spc="0" normalizeH="0" baseline="0" noProof="0" smtClean="0">
                <a:ln>
                  <a:noFill/>
                </a:ln>
                <a:solidFill>
                  <a:schemeClr val="tx1">
                    <a:tint val="75000"/>
                  </a:schemeClr>
                </a:solidFill>
                <a:effectLst/>
                <a:uLnTx/>
                <a:uFillTx/>
                <a:latin typeface="+mn-lt"/>
                <a:ea typeface="+mn-ea"/>
                <a:cs typeface="+mn-cs"/>
              </a:rPr>
              <a:t>2/28/2025</a:t>
            </a:fld>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txBox="1">
            <a:spLocks noGrp="1"/>
          </p:cNvSpPr>
          <p:nvPr>
            <p:ph type="ftr" sz="quarter" idx="11"/>
          </p:nvPr>
        </p:nvSpPr>
        <p:spPr>
          <a:xfrm>
            <a:off x="4038600" y="6356350"/>
            <a:ext cx="4846638" cy="365125"/>
          </a:xfrm>
          <a:noFill/>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Mr. Raj u  UNIT-2 ACSAI0617 Programming For Data Analytics</a:t>
            </a:r>
          </a:p>
        </p:txBody>
      </p:sp>
      <p:sp>
        <p:nvSpPr>
          <p:cNvPr id="8196" name="Slide Number Placeholder 1"/>
          <p:cNvSpPr>
            <a:spLocks noGrp="1"/>
          </p:cNvSpPr>
          <p:nvPr>
            <p:ph type="sldNum" sz="quarter" idx="12"/>
          </p:nvPr>
        </p:nvSpPr>
        <p:spPr>
          <a:noFill/>
          <a:ln>
            <a:noFill/>
          </a:ln>
        </p:spPr>
        <p:txBody>
          <a:bodyPr wrap="square" lIns="91440" tIns="45720" rIns="91440" bIns="45720"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buFontTx/>
            </a:pPr>
            <a:fld id="{9A0DB2DC-4C9A-4742-B13C-FB6460FD3503}" type="slidenum">
              <a:rPr lang="en-US" altLang="en-US" sz="1200" dirty="0">
                <a:solidFill>
                  <a:srgbClr val="898989"/>
                </a:solidFill>
                <a:latin typeface="Calibri" panose="020F0502020204030204" pitchFamily="34" charset="0"/>
              </a:rPr>
              <a:t>3</a:t>
            </a:fld>
            <a:endParaRPr lang="en-US" altLang="en-US" sz="1200">
              <a:solidFill>
                <a:srgbClr val="898989"/>
              </a:solidFill>
              <a:latin typeface="Calibri" panose="020F0502020204030204" pitchFamily="34" charset="0"/>
              <a:ea typeface="Arial" panose="020B0604020202020204" pitchFamily="34" charset="0"/>
            </a:endParaRPr>
          </a:p>
        </p:txBody>
      </p:sp>
      <p:pic>
        <p:nvPicPr>
          <p:cNvPr id="8197" name="Picture 14" descr="NIET"/>
          <p:cNvPicPr>
            <a:picLocks noChangeAspect="1"/>
          </p:cNvPicPr>
          <p:nvPr/>
        </p:nvPicPr>
        <p:blipFill>
          <a:blip r:embed="rId2"/>
          <a:stretch>
            <a:fillRect/>
          </a:stretch>
        </p:blipFill>
        <p:spPr>
          <a:xfrm>
            <a:off x="0" y="14288"/>
            <a:ext cx="1581150" cy="847725"/>
          </a:xfrm>
          <a:prstGeom prst="rect">
            <a:avLst/>
          </a:prstGeom>
          <a:noFill/>
          <a:ln w="9525">
            <a:noFill/>
          </a:ln>
        </p:spPr>
      </p:pic>
      <p:sp>
        <p:nvSpPr>
          <p:cNvPr id="11" name="Title 1"/>
          <p:cNvSpPr txBox="1"/>
          <p:nvPr/>
        </p:nvSpPr>
        <p:spPr>
          <a:xfrm>
            <a:off x="1787525" y="1588"/>
            <a:ext cx="10404475" cy="885825"/>
          </a:xfrm>
          <a:prstGeom prst="rect">
            <a:avLst/>
          </a:prstGeom>
        </p:spPr>
        <p:style>
          <a:lnRef idx="1">
            <a:schemeClr val="accent5"/>
          </a:lnRef>
          <a:fillRef idx="2">
            <a:schemeClr val="accent5"/>
          </a:fillRef>
          <a:effectRef idx="1">
            <a:schemeClr val="accent5"/>
          </a:effectRef>
          <a:fontRef idx="minor">
            <a:schemeClr val="dk1"/>
          </a:fontRef>
        </p:style>
        <p:txBody>
          <a:bodyPr anchor="ctr">
            <a:normAutofit/>
          </a:body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sz="3200" b="1" i="0" u="none" strike="noStrike" kern="1200" cap="none" spc="0" normalizeH="0" baseline="0" noProof="0">
                <a:ln>
                  <a:noFill/>
                </a:ln>
                <a:solidFill>
                  <a:schemeClr val="dk1"/>
                </a:solidFill>
                <a:effectLst/>
                <a:uLnTx/>
                <a:uFillTx/>
                <a:latin typeface="Times New Roman" panose="02020603050405020304" pitchFamily="18" charset="0"/>
                <a:ea typeface="+mn-ea"/>
                <a:cs typeface="Times New Roman" panose="02020603050405020304" pitchFamily="18" charset="0"/>
              </a:rPr>
              <a:t>  Conti….</a:t>
            </a:r>
            <a:endParaRPr kumimoji="0" lang="en-IN" sz="3200" b="1" i="0" u="none" strike="noStrike" kern="1200" cap="none" spc="0" normalizeH="0" baseline="0" noProof="0">
              <a:ln>
                <a:noFill/>
              </a:ln>
              <a:solidFill>
                <a:schemeClr val="dk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10744200" cy="5334000"/>
          </a:xfrm>
        </p:spPr>
        <p:txBody>
          <a:bodyPr vert="horz" wrap="square" lIns="91440" tIns="45720" rIns="91440" bIns="45720" numCol="1" anchor="t" anchorCtr="0" compatLnSpc="1">
            <a:noAutofit/>
          </a:bodyPr>
          <a:lstStyle/>
          <a:p>
            <a:pPr marL="457200" marR="0" lvl="0" indent="-457200" algn="l" defTabSz="914400" rtl="0" eaLnBrk="0" fontAlgn="base" latinLnBrk="0" hangingPunct="0">
              <a:lnSpc>
                <a:spcPct val="100000"/>
              </a:lnSpc>
              <a:spcBef>
                <a:spcPct val="20000"/>
              </a:spcBef>
              <a:spcAft>
                <a:spcPct val="0"/>
              </a:spcAft>
              <a:buClrTx/>
              <a:buSzTx/>
              <a:buFont typeface="Arial" panose="020B0604020202020204" pitchFamily="34" charset="0"/>
              <a:buAutoNum type="arabicPlain" startAt="23"/>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Topic Links</a:t>
            </a:r>
          </a:p>
          <a:p>
            <a:pPr marL="457200" marR="0" lvl="0" indent="-457200" algn="l" defTabSz="914400" rtl="0" eaLnBrk="0" fontAlgn="base" latinLnBrk="0" hangingPunct="0">
              <a:lnSpc>
                <a:spcPct val="100000"/>
              </a:lnSpc>
              <a:spcBef>
                <a:spcPct val="20000"/>
              </a:spcBef>
              <a:spcAft>
                <a:spcPct val="0"/>
              </a:spcAft>
              <a:buClrTx/>
              <a:buSzTx/>
              <a:buFont typeface="Arial" panose="020B0604020202020204" pitchFamily="34" charset="0"/>
              <a:buAutoNum type="arabicPlain" startAt="23"/>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MCQ (End of Unit)</a:t>
            </a:r>
          </a:p>
          <a:p>
            <a:pPr marL="457200" marR="0" lvl="0" indent="-457200" algn="l" defTabSz="914400" rtl="0" eaLnBrk="0" fontAlgn="base" latinLnBrk="0" hangingPunct="0">
              <a:lnSpc>
                <a:spcPct val="100000"/>
              </a:lnSpc>
              <a:spcBef>
                <a:spcPct val="20000"/>
              </a:spcBef>
              <a:spcAft>
                <a:spcPct val="0"/>
              </a:spcAft>
              <a:buClrTx/>
              <a:buSzTx/>
              <a:buFont typeface="Arial" panose="020B0604020202020204" pitchFamily="34" charset="0"/>
              <a:buAutoNum type="arabicPlain" startAt="23"/>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Glossary Questions</a:t>
            </a:r>
          </a:p>
          <a:p>
            <a:pPr marL="457200" marR="0" lvl="0" indent="-457200" algn="l" defTabSz="914400" rtl="0" eaLnBrk="0" fontAlgn="base" latinLnBrk="0" hangingPunct="0">
              <a:lnSpc>
                <a:spcPct val="100000"/>
              </a:lnSpc>
              <a:spcBef>
                <a:spcPct val="20000"/>
              </a:spcBef>
              <a:spcAft>
                <a:spcPct val="0"/>
              </a:spcAft>
              <a:buClrTx/>
              <a:buSzTx/>
              <a:buFont typeface="Arial" panose="020B0604020202020204" pitchFamily="34" charset="0"/>
              <a:buAutoNum type="arabicPlain" startAt="23"/>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Old Question Papers (</a:t>
            </a:r>
            <a:r>
              <a:rPr kumimoji="0" lang="en-US" sz="2400" b="0" i="0" u="none" strike="noStrike" kern="1200" cap="none" spc="0" normalizeH="0" baseline="0" noProof="0" err="1">
                <a:ln>
                  <a:noFill/>
                </a:ln>
                <a:solidFill>
                  <a:schemeClr val="tx1"/>
                </a:solidFill>
                <a:effectLst/>
                <a:uLnTx/>
                <a:uFillTx/>
                <a:latin typeface="Times New Roman" panose="02020603050405020304" pitchFamily="18" charset="0"/>
                <a:ea typeface="+mn-ea"/>
                <a:cs typeface="Times New Roman" panose="02020603050405020304" pitchFamily="18" charset="0"/>
              </a:rPr>
              <a:t>Sessional</a:t>
            </a: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 + University)</a:t>
            </a:r>
          </a:p>
          <a:p>
            <a:pPr marL="457200" marR="0" lvl="0" indent="-457200" algn="l" defTabSz="914400" rtl="0" eaLnBrk="0" fontAlgn="base" latinLnBrk="0" hangingPunct="0">
              <a:lnSpc>
                <a:spcPct val="100000"/>
              </a:lnSpc>
              <a:spcBef>
                <a:spcPct val="20000"/>
              </a:spcBef>
              <a:spcAft>
                <a:spcPct val="0"/>
              </a:spcAft>
              <a:buClrTx/>
              <a:buSzTx/>
              <a:buFont typeface="Arial" panose="020B0604020202020204" pitchFamily="34" charset="0"/>
              <a:buAutoNum type="arabicPlain" startAt="23"/>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Expected Questions</a:t>
            </a:r>
          </a:p>
          <a:p>
            <a:pPr marL="457200" marR="0" lvl="0" indent="-457200" algn="l" defTabSz="914400" rtl="0" eaLnBrk="0" fontAlgn="base" latinLnBrk="0" hangingPunct="0">
              <a:lnSpc>
                <a:spcPct val="100000"/>
              </a:lnSpc>
              <a:spcBef>
                <a:spcPct val="20000"/>
              </a:spcBef>
              <a:spcAft>
                <a:spcPct val="0"/>
              </a:spcAft>
              <a:buClrTx/>
              <a:buSzTx/>
              <a:buFont typeface="Arial" panose="020B0604020202020204" pitchFamily="34" charset="0"/>
              <a:buAutoNum type="arabicPlain" startAt="23"/>
              <a:defRPr/>
            </a:pPr>
            <a:r>
              <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Recap of Unit</a:t>
            </a:r>
          </a:p>
          <a:p>
            <a:pPr marL="342900" marR="0" lvl="0" indent="-3429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endPar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4" name="Date Placeholder 3"/>
          <p:cNvSpPr txBox="1">
            <a:spLocks noGrp="1"/>
          </p:cNvSpPr>
          <p:nvPr>
            <p:ph type="dt" sz="half" idx="10"/>
          </p:nvPr>
        </p:nvSpPr>
        <p:spPr>
          <a:noFill/>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fld id="{15C5B3C9-CB75-4221-9551-D786CE3378CC}" type="datetime1">
              <a:rPr kumimoji="0" lang="en-US" sz="1200" b="0" i="0" u="none" strike="noStrike" kern="1200" cap="none" spc="0" normalizeH="0" baseline="0" noProof="0" smtClean="0">
                <a:ln>
                  <a:noFill/>
                </a:ln>
                <a:solidFill>
                  <a:schemeClr val="tx1">
                    <a:tint val="75000"/>
                  </a:schemeClr>
                </a:solidFill>
                <a:effectLst/>
                <a:uLnTx/>
                <a:uFillTx/>
                <a:latin typeface="+mn-lt"/>
                <a:ea typeface="+mn-ea"/>
                <a:cs typeface="+mn-cs"/>
              </a:rPr>
              <a:t>2/28/2025</a:t>
            </a:fld>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txBox="1">
            <a:spLocks noGrp="1"/>
          </p:cNvSpPr>
          <p:nvPr>
            <p:ph type="ftr" sz="quarter" idx="11"/>
          </p:nvPr>
        </p:nvSpPr>
        <p:spPr>
          <a:xfrm>
            <a:off x="4038600" y="6356350"/>
            <a:ext cx="4846638" cy="365125"/>
          </a:xfrm>
          <a:noFill/>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Mr. Raj u  UNIT-2 ACSAI0617 Programming For Data Analytics</a:t>
            </a:r>
          </a:p>
        </p:txBody>
      </p:sp>
      <p:sp>
        <p:nvSpPr>
          <p:cNvPr id="9220" name="Slide Number Placeholder 1"/>
          <p:cNvSpPr>
            <a:spLocks noGrp="1"/>
          </p:cNvSpPr>
          <p:nvPr>
            <p:ph type="sldNum" sz="quarter" idx="12"/>
          </p:nvPr>
        </p:nvSpPr>
        <p:spPr>
          <a:noFill/>
          <a:ln>
            <a:noFill/>
          </a:ln>
        </p:spPr>
        <p:txBody>
          <a:bodyPr wrap="square" lIns="91440" tIns="45720" rIns="91440" bIns="45720"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buFontTx/>
            </a:pPr>
            <a:fld id="{9A0DB2DC-4C9A-4742-B13C-FB6460FD3503}" type="slidenum">
              <a:rPr lang="en-US" altLang="en-US" sz="1200" dirty="0">
                <a:solidFill>
                  <a:srgbClr val="898989"/>
                </a:solidFill>
                <a:latin typeface="Calibri" panose="020F0502020204030204" pitchFamily="34" charset="0"/>
              </a:rPr>
              <a:t>4</a:t>
            </a:fld>
            <a:endParaRPr lang="en-US" altLang="en-US" sz="1200">
              <a:solidFill>
                <a:srgbClr val="898989"/>
              </a:solidFill>
              <a:latin typeface="Calibri" panose="020F0502020204030204" pitchFamily="34" charset="0"/>
              <a:ea typeface="Arial" panose="020B0604020202020204" pitchFamily="34" charset="0"/>
            </a:endParaRPr>
          </a:p>
        </p:txBody>
      </p:sp>
      <p:pic>
        <p:nvPicPr>
          <p:cNvPr id="9221" name="Picture 14" descr="NIET"/>
          <p:cNvPicPr>
            <a:picLocks noChangeAspect="1"/>
          </p:cNvPicPr>
          <p:nvPr/>
        </p:nvPicPr>
        <p:blipFill>
          <a:blip r:embed="rId2"/>
          <a:stretch>
            <a:fillRect/>
          </a:stretch>
        </p:blipFill>
        <p:spPr>
          <a:xfrm>
            <a:off x="0" y="14288"/>
            <a:ext cx="1581150" cy="847725"/>
          </a:xfrm>
          <a:prstGeom prst="rect">
            <a:avLst/>
          </a:prstGeom>
          <a:noFill/>
          <a:ln w="9525">
            <a:noFill/>
          </a:ln>
        </p:spPr>
      </p:pic>
      <p:sp>
        <p:nvSpPr>
          <p:cNvPr id="11" name="Title 1"/>
          <p:cNvSpPr txBox="1"/>
          <p:nvPr/>
        </p:nvSpPr>
        <p:spPr>
          <a:xfrm>
            <a:off x="1787525" y="1588"/>
            <a:ext cx="10404475" cy="885825"/>
          </a:xfrm>
          <a:prstGeom prst="rect">
            <a:avLst/>
          </a:prstGeom>
        </p:spPr>
        <p:style>
          <a:lnRef idx="1">
            <a:schemeClr val="accent5"/>
          </a:lnRef>
          <a:fillRef idx="2">
            <a:schemeClr val="accent5"/>
          </a:fillRef>
          <a:effectRef idx="1">
            <a:schemeClr val="accent5"/>
          </a:effectRef>
          <a:fontRef idx="minor">
            <a:schemeClr val="dk1"/>
          </a:fontRef>
        </p:style>
        <p:txBody>
          <a:bodyPr anchor="ctr">
            <a:normAutofit/>
          </a:body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sz="3200" b="1" i="0" u="none" strike="noStrike" kern="1200" cap="none" spc="0" normalizeH="0" baseline="0" noProof="0">
                <a:ln>
                  <a:noFill/>
                </a:ln>
                <a:solidFill>
                  <a:schemeClr val="dk1"/>
                </a:solidFill>
                <a:effectLst/>
                <a:uLnTx/>
                <a:uFillTx/>
                <a:latin typeface="Times New Roman" panose="02020603050405020304" pitchFamily="18" charset="0"/>
                <a:ea typeface="+mn-ea"/>
                <a:cs typeface="Times New Roman" panose="02020603050405020304" pitchFamily="18" charset="0"/>
              </a:rPr>
              <a:t>Conti…</a:t>
            </a:r>
            <a:endParaRPr kumimoji="0" lang="en-IN" sz="3200" b="1" i="0" u="none" strike="noStrike" kern="1200" cap="none" spc="0" normalizeH="0" baseline="0" noProof="0">
              <a:ln>
                <a:noFill/>
              </a:ln>
              <a:solidFill>
                <a:schemeClr val="dk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1828800" y="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IN" sz="4000" b="0" i="0" u="none" strike="noStrike" kern="1200" cap="none" spc="0" normalizeH="0" baseline="0" noProof="0">
                <a:ln>
                  <a:noFill/>
                </a:ln>
                <a:solidFill>
                  <a:schemeClr val="dk1"/>
                </a:solidFill>
                <a:effectLst/>
                <a:uLnTx/>
                <a:uFillTx/>
                <a:latin typeface="+mn-lt"/>
                <a:ea typeface="+mn-ea"/>
                <a:cs typeface="+mn-cs"/>
              </a:rPr>
              <a:t>Brief Introduction</a:t>
            </a:r>
            <a:endParaRPr kumimoji="0" lang="en-US" sz="4000" b="0" i="0" u="none" strike="noStrike" kern="1200" cap="none" spc="0" normalizeH="0" baseline="0" noProof="0">
              <a:ln>
                <a:noFill/>
              </a:ln>
              <a:solidFill>
                <a:prstClr val="black"/>
              </a:solidFill>
              <a:effectLst/>
              <a:uLnTx/>
              <a:uFillTx/>
              <a:latin typeface="+mn-lt"/>
              <a:ea typeface="+mn-ea"/>
              <a:cs typeface="+mn-cs"/>
            </a:endParaRPr>
          </a:p>
        </p:txBody>
      </p:sp>
      <p:pic>
        <p:nvPicPr>
          <p:cNvPr id="10242" name="Picture 2"/>
          <p:cNvPicPr>
            <a:picLocks noChangeAspect="1"/>
          </p:cNvPicPr>
          <p:nvPr/>
        </p:nvPicPr>
        <p:blipFill>
          <a:blip r:embed="rId2"/>
          <a:stretch>
            <a:fillRect/>
          </a:stretch>
        </p:blipFill>
        <p:spPr>
          <a:xfrm>
            <a:off x="304800" y="1347788"/>
            <a:ext cx="10972800" cy="4524375"/>
          </a:xfrm>
          <a:prstGeom prst="rect">
            <a:avLst/>
          </a:prstGeom>
          <a:noFill/>
          <a:ln w="9525">
            <a:noFill/>
          </a:ln>
        </p:spPr>
      </p:pic>
      <p:sp>
        <p:nvSpPr>
          <p:cNvPr id="3" name="Footer Placeholder 2"/>
          <p:cNvSpPr txBox="1">
            <a:spLocks noGrp="1"/>
          </p:cNvSpPr>
          <p:nvPr>
            <p:ph type="ftr" sz="quarter" idx="11"/>
          </p:nvPr>
        </p:nvSpPr>
        <p:spPr>
          <a:xfrm>
            <a:off x="2590800" y="6356350"/>
            <a:ext cx="5435600" cy="501650"/>
          </a:xfrm>
          <a:noFill/>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Mr. Raj u  UNIT-2 ACSAI0617 Programming For Data Analytics</a:t>
            </a:r>
          </a:p>
        </p:txBody>
      </p:sp>
      <p:sp>
        <p:nvSpPr>
          <p:cNvPr id="10244" name="TextBox 12"/>
          <p:cNvSpPr txBox="1"/>
          <p:nvPr/>
        </p:nvSpPr>
        <p:spPr>
          <a:xfrm>
            <a:off x="304800" y="925830"/>
            <a:ext cx="11527790" cy="5169535"/>
          </a:xfrm>
          <a:prstGeom prst="rect">
            <a:avLst/>
          </a:prstGeom>
          <a:noFill/>
          <a:ln w="9525">
            <a:noFill/>
          </a:ln>
        </p:spPr>
        <p:txBody>
          <a:bodyPr wrap="square" lIns="91440" tIns="45720" rIns="91440" bIns="45720" anchor="t" anchorCtr="0">
            <a:spAutoFit/>
          </a:bodyPr>
          <a:lstStyle/>
          <a:p>
            <a:pPr algn="just"/>
            <a:r>
              <a:rPr lang="en-US" altLang="en-IN" sz="2200">
                <a:latin typeface="Arial"/>
                <a:ea typeface="Arial" panose="020B0604020202020204" pitchFamily="34" charset="0"/>
                <a:cs typeface="Arial"/>
              </a:rPr>
              <a:t>My Self Mr. Raju working as Assistant Professor in Department of CSE-Data Science, NIET, Greater Noida since Nov., 2021. I have submitted my Ph.D in Jamia Millia Islamia, New Delhi. I have teaching experience of more than 9 years in Diploma and Degree Colleges. I have also worked on different Social Awareness programs in Previous College. I have published more than 6 papers in various reputed journals. </a:t>
            </a:r>
            <a:endParaRPr lang="en-US" altLang="en-IN" sz="2200">
              <a:latin typeface="Arial" panose="020B0604020202020204" pitchFamily="34" charset="0"/>
              <a:ea typeface="Arial" panose="020B0604020202020204" pitchFamily="34" charset="0"/>
            </a:endParaRPr>
          </a:p>
          <a:p>
            <a:pPr algn="just" eaLnBrk="0" hangingPunct="0">
              <a:buFontTx/>
            </a:pPr>
            <a:r>
              <a:rPr lang="en-US" altLang="en-IN" sz="2200">
                <a:latin typeface="Arial" panose="020B0604020202020204" pitchFamily="34" charset="0"/>
                <a:ea typeface="Arial" panose="020B0604020202020204" pitchFamily="34" charset="0"/>
              </a:rPr>
              <a:t>I have received my M.Tech Degree and Bachelor Degree from Department of Computer Engineering, Jamia Millia Islamia.</a:t>
            </a:r>
          </a:p>
          <a:p>
            <a:pPr algn="just" eaLnBrk="0" hangingPunct="0">
              <a:buFontTx/>
            </a:pPr>
            <a:r>
              <a:rPr lang="en-US" altLang="en-IN" sz="2200">
                <a:latin typeface="Arial" panose="020B0604020202020204" pitchFamily="34" charset="0"/>
                <a:ea typeface="Arial" panose="020B0604020202020204" pitchFamily="34" charset="0"/>
              </a:rPr>
              <a:t>My Area of Expertise are Operating System, DBMS, IoT, IoT Security etc.,</a:t>
            </a:r>
          </a:p>
          <a:p>
            <a:pPr algn="just" eaLnBrk="0" hangingPunct="0">
              <a:buFontTx/>
            </a:pPr>
            <a:r>
              <a:rPr lang="en-US" altLang="en-IN" sz="2200">
                <a:latin typeface="Arial" panose="020B0604020202020204" pitchFamily="34" charset="0"/>
                <a:ea typeface="Arial" panose="020B0604020202020204" pitchFamily="34" charset="0"/>
              </a:rPr>
              <a:t>languages know: C, C++, Python, R</a:t>
            </a:r>
          </a:p>
          <a:p>
            <a:pPr algn="just" eaLnBrk="0" hangingPunct="0">
              <a:buFontTx/>
            </a:pPr>
            <a:endParaRPr lang="en-US" altLang="en-IN" sz="2200">
              <a:latin typeface="Arial" panose="020B0604020202020204" pitchFamily="34" charset="0"/>
              <a:ea typeface="Arial" panose="020B0604020202020204" pitchFamily="34" charset="0"/>
            </a:endParaRPr>
          </a:p>
          <a:p>
            <a:pPr algn="just" eaLnBrk="0" hangingPunct="0">
              <a:buFontTx/>
            </a:pPr>
            <a:r>
              <a:rPr lang="en-US" altLang="en-IN" sz="2200" b="1">
                <a:latin typeface="Arial"/>
                <a:ea typeface="Arial" panose="020B0604020202020204" pitchFamily="34" charset="0"/>
                <a:cs typeface="Arial"/>
              </a:rPr>
              <a:t>Mr. Raju</a:t>
            </a:r>
            <a:endParaRPr lang="en-US" altLang="en-IN" sz="2200" b="1">
              <a:latin typeface="Arial" panose="020B0604020202020204" pitchFamily="34" charset="0"/>
              <a:ea typeface="Arial" panose="020B0604020202020204" pitchFamily="34" charset="0"/>
            </a:endParaRPr>
          </a:p>
          <a:p>
            <a:pPr algn="just" eaLnBrk="0" hangingPunct="0">
              <a:buFontTx/>
            </a:pPr>
            <a:r>
              <a:rPr lang="en-US" altLang="en-IN" sz="2200">
                <a:latin typeface="Arial" panose="020B0604020202020204" pitchFamily="34" charset="0"/>
                <a:ea typeface="Arial" panose="020B0604020202020204" pitchFamily="34" charset="0"/>
              </a:rPr>
              <a:t>Assistant Professor</a:t>
            </a:r>
          </a:p>
          <a:p>
            <a:pPr algn="just" eaLnBrk="0" hangingPunct="0">
              <a:buFontTx/>
            </a:pPr>
            <a:r>
              <a:rPr lang="en-US" altLang="en-IN" sz="2200">
                <a:latin typeface="Arial" panose="020B0604020202020204" pitchFamily="34" charset="0"/>
                <a:ea typeface="Arial" panose="020B0604020202020204" pitchFamily="34" charset="0"/>
              </a:rPr>
              <a:t>Department of Data Science</a:t>
            </a:r>
          </a:p>
          <a:p>
            <a:pPr algn="just" eaLnBrk="0" hangingPunct="0">
              <a:buFontTx/>
            </a:pPr>
            <a:r>
              <a:rPr lang="en-US" altLang="en-IN" sz="2200">
                <a:latin typeface="Arial" panose="020B0604020202020204" pitchFamily="34" charset="0"/>
                <a:ea typeface="Arial" panose="020B0604020202020204" pitchFamily="34" charset="0"/>
              </a:rPr>
              <a:t>Email: raju@niet.co.in</a:t>
            </a:r>
          </a:p>
          <a:p>
            <a:pPr algn="just" eaLnBrk="0" hangingPunct="0">
              <a:buFontTx/>
            </a:pPr>
            <a:r>
              <a:rPr lang="en-US" altLang="en-IN" sz="2200">
                <a:latin typeface="Arial" panose="020B0604020202020204" pitchFamily="34" charset="0"/>
                <a:ea typeface="Arial" panose="020B0604020202020204" pitchFamily="34" charset="0"/>
              </a:rPr>
              <a:t>Contact No. 9716505971</a:t>
            </a:r>
          </a:p>
        </p:txBody>
      </p:sp>
      <p:sp>
        <p:nvSpPr>
          <p:cNvPr id="9" name="Date Placeholder 8"/>
          <p:cNvSpPr txBox="1">
            <a:spLocks noGrp="1"/>
          </p:cNvSpPr>
          <p:nvPr>
            <p:ph type="dt" sz="half" idx="10"/>
          </p:nvPr>
        </p:nvSpPr>
        <p:spPr>
          <a:noFill/>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fld id="{BE251B48-8EFF-4B00-9A56-D33102BBEC0C}" type="datetime1">
              <a:rPr kumimoji="0" lang="en-US" sz="1200" b="0" i="0" u="none" strike="noStrike" kern="1200" cap="none" spc="0" normalizeH="0" baseline="0" noProof="0" smtClean="0">
                <a:ln>
                  <a:noFill/>
                </a:ln>
                <a:solidFill>
                  <a:schemeClr val="tx1">
                    <a:tint val="75000"/>
                  </a:schemeClr>
                </a:solidFill>
                <a:effectLst/>
                <a:uLnTx/>
                <a:uFillTx/>
                <a:latin typeface="+mn-lt"/>
                <a:ea typeface="+mn-ea"/>
                <a:cs typeface="+mn-cs"/>
              </a:rPr>
              <a:t>2/28/2025</a:t>
            </a:fld>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0247" name="Slide Number Placeholder 9"/>
          <p:cNvSpPr>
            <a:spLocks noGrp="1"/>
          </p:cNvSpPr>
          <p:nvPr>
            <p:ph type="sldNum" sz="quarter" idx="12"/>
          </p:nvPr>
        </p:nvSpPr>
        <p:spPr>
          <a:noFill/>
          <a:ln>
            <a:noFill/>
          </a:ln>
        </p:spPr>
        <p:txBody>
          <a:bodyPr wrap="square" lIns="91440" tIns="45720" rIns="91440" bIns="45720"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buFontTx/>
            </a:pPr>
            <a:fld id="{9A0DB2DC-4C9A-4742-B13C-FB6460FD3503}" type="slidenum">
              <a:rPr lang="en-US" altLang="en-US" sz="1200" dirty="0">
                <a:solidFill>
                  <a:srgbClr val="898989"/>
                </a:solidFill>
                <a:latin typeface="Calibri" panose="020F0502020204030204" pitchFamily="34" charset="0"/>
              </a:rPr>
              <a:t>5</a:t>
            </a:fld>
            <a:endParaRPr lang="en-US" altLang="en-US" sz="1200">
              <a:solidFill>
                <a:srgbClr val="898989"/>
              </a:solidFill>
              <a:latin typeface="Calibri" panose="020F0502020204030204" pitchFamily="34" charset="0"/>
              <a:ea typeface="Arial" panose="020B0604020202020204" pitchFamily="34" charset="0"/>
            </a:endParaRPr>
          </a:p>
        </p:txBody>
      </p:sp>
      <p:pic>
        <p:nvPicPr>
          <p:cNvPr id="9221" name="Picture 14" descr="NIET"/>
          <p:cNvPicPr>
            <a:picLocks noChangeAspect="1"/>
          </p:cNvPicPr>
          <p:nvPr/>
        </p:nvPicPr>
        <p:blipFill>
          <a:blip r:embed="rId3"/>
          <a:stretch>
            <a:fillRect/>
          </a:stretch>
        </p:blipFill>
        <p:spPr>
          <a:xfrm>
            <a:off x="0" y="14288"/>
            <a:ext cx="1581150" cy="847725"/>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10744200" cy="5334000"/>
          </a:xfrm>
        </p:spPr>
        <p:txBody>
          <a:bodyPr>
            <a:noAutofit/>
          </a:bodyPr>
          <a:lstStyle/>
          <a:p>
            <a:pPr marL="457200" indent="-457200">
              <a:buFont typeface="+mj-lt"/>
              <a:buAutoNum type="arabicPeriod"/>
              <a:defRPr/>
            </a:pPr>
            <a:r>
              <a:rPr lang="en-US" sz="2400">
                <a:latin typeface="Times New Roman" panose="02020603050405020304" pitchFamily="18" charset="0"/>
                <a:cs typeface="Times New Roman" panose="02020603050405020304" pitchFamily="18" charset="0"/>
              </a:rPr>
              <a:t>Name of Subject with code, Course and Subject Teacher</a:t>
            </a:r>
          </a:p>
          <a:p>
            <a:pPr marL="457200" indent="-457200">
              <a:buFont typeface="+mj-lt"/>
              <a:buAutoNum type="arabicPeriod"/>
              <a:defRPr/>
            </a:pPr>
            <a:r>
              <a:rPr lang="en-US" sz="2400">
                <a:latin typeface="Times New Roman" panose="02020603050405020304" pitchFamily="18" charset="0"/>
                <a:cs typeface="Times New Roman" panose="02020603050405020304" pitchFamily="18" charset="0"/>
              </a:rPr>
              <a:t>Brief Introduction of Faculty member with Photograph</a:t>
            </a:r>
          </a:p>
          <a:p>
            <a:pPr marL="457200" indent="-457200">
              <a:buFont typeface="+mj-lt"/>
              <a:buAutoNum type="arabicPeriod"/>
              <a:defRPr/>
            </a:pPr>
            <a:r>
              <a:rPr lang="en-US" sz="2400">
                <a:latin typeface="Times New Roman" panose="02020603050405020304" pitchFamily="18" charset="0"/>
                <a:cs typeface="Times New Roman" panose="02020603050405020304" pitchFamily="18" charset="0"/>
              </a:rPr>
              <a:t>Evaluation Scheme</a:t>
            </a:r>
          </a:p>
          <a:p>
            <a:pPr marL="457200" indent="-457200">
              <a:buFont typeface="+mj-lt"/>
              <a:buAutoNum type="arabicPeriod"/>
              <a:defRPr/>
            </a:pPr>
            <a:r>
              <a:rPr lang="en-US" sz="2400">
                <a:latin typeface="Times New Roman" panose="02020603050405020304" pitchFamily="18" charset="0"/>
                <a:cs typeface="Times New Roman" panose="02020603050405020304" pitchFamily="18" charset="0"/>
              </a:rPr>
              <a:t>Subject Syllabus</a:t>
            </a:r>
          </a:p>
          <a:p>
            <a:pPr marL="457200" indent="-457200">
              <a:buFont typeface="+mj-lt"/>
              <a:buAutoNum type="arabicPeriod"/>
              <a:defRPr/>
            </a:pPr>
            <a:r>
              <a:rPr lang="en-US" sz="2400">
                <a:latin typeface="Times New Roman" panose="02020603050405020304" pitchFamily="18" charset="0"/>
                <a:cs typeface="Times New Roman" panose="02020603050405020304" pitchFamily="18" charset="0"/>
              </a:rPr>
              <a:t>Branch wise Applications</a:t>
            </a:r>
          </a:p>
          <a:p>
            <a:pPr marL="457200" indent="-457200">
              <a:buFont typeface="+mj-lt"/>
              <a:buAutoNum type="arabicPeriod"/>
              <a:defRPr/>
            </a:pPr>
            <a:r>
              <a:rPr lang="en-US" sz="2400">
                <a:latin typeface="Times New Roman" panose="02020603050405020304" pitchFamily="18" charset="0"/>
                <a:cs typeface="Times New Roman" panose="02020603050405020304" pitchFamily="18" charset="0"/>
              </a:rPr>
              <a:t>Course Objective (Point wise)</a:t>
            </a:r>
          </a:p>
          <a:p>
            <a:pPr marL="457200" indent="-457200">
              <a:buFont typeface="+mj-lt"/>
              <a:buAutoNum type="arabicPeriod"/>
              <a:defRPr/>
            </a:pPr>
            <a:r>
              <a:rPr lang="en-US" sz="2400">
                <a:latin typeface="Times New Roman" panose="02020603050405020304" pitchFamily="18" charset="0"/>
                <a:cs typeface="Times New Roman" panose="02020603050405020304" pitchFamily="18" charset="0"/>
              </a:rPr>
              <a:t>Course Outcomes (COs)</a:t>
            </a:r>
          </a:p>
          <a:p>
            <a:pPr marL="457200" indent="-457200">
              <a:buFont typeface="+mj-lt"/>
              <a:buAutoNum type="arabicPeriod"/>
              <a:defRPr/>
            </a:pPr>
            <a:r>
              <a:rPr lang="en-US" sz="2400">
                <a:latin typeface="Times New Roman" panose="02020603050405020304" pitchFamily="18" charset="0"/>
                <a:cs typeface="Times New Roman" panose="02020603050405020304" pitchFamily="18" charset="0"/>
              </a:rPr>
              <a:t>Program Outcomes only heading (POs)</a:t>
            </a:r>
          </a:p>
          <a:p>
            <a:pPr marL="457200" indent="-457200">
              <a:buFont typeface="+mj-lt"/>
              <a:buAutoNum type="arabicPeriod"/>
              <a:defRPr/>
            </a:pPr>
            <a:r>
              <a:rPr lang="en-US" sz="2400">
                <a:latin typeface="Times New Roman" panose="02020603050405020304" pitchFamily="18" charset="0"/>
                <a:cs typeface="Times New Roman" panose="02020603050405020304" pitchFamily="18" charset="0"/>
              </a:rPr>
              <a:t>COs and POs Mapping</a:t>
            </a:r>
          </a:p>
          <a:p>
            <a:pPr marL="457200" indent="-457200">
              <a:buFont typeface="+mj-lt"/>
              <a:buAutoNum type="arabicPeriod"/>
              <a:defRPr/>
            </a:pPr>
            <a:r>
              <a:rPr lang="en-US" sz="2400">
                <a:latin typeface="Times New Roman" panose="02020603050405020304" pitchFamily="18" charset="0"/>
                <a:cs typeface="Times New Roman" panose="02020603050405020304" pitchFamily="18" charset="0"/>
              </a:rPr>
              <a:t>Program Specific Outcomes (PSOs)</a:t>
            </a:r>
          </a:p>
          <a:p>
            <a:pPr>
              <a:lnSpc>
                <a:spcPct val="150000"/>
              </a:lnSpc>
              <a:defRPr/>
            </a:pPr>
            <a:endParaRPr lang="en-US" sz="2400">
              <a:latin typeface="Times New Roman" panose="02020603050405020304" pitchFamily="18" charset="0"/>
              <a:cs typeface="Times New Roman" panose="02020603050405020304" pitchFamily="18" charset="0"/>
            </a:endParaRPr>
          </a:p>
          <a:p>
            <a:pPr>
              <a:lnSpc>
                <a:spcPct val="150000"/>
              </a:lnSpc>
              <a:defRPr/>
            </a:pPr>
            <a:endParaRPr lang="en-US" sz="2400">
              <a:latin typeface="Times New Roman" panose="02020603050405020304" pitchFamily="18" charset="0"/>
              <a:cs typeface="Times New Roman" panose="02020603050405020304" pitchFamily="18" charset="0"/>
            </a:endParaRPr>
          </a:p>
          <a:p>
            <a:pPr>
              <a:lnSpc>
                <a:spcPct val="150000"/>
              </a:lnSpc>
              <a:defRPr/>
            </a:pPr>
            <a:endParaRPr lang="en-US" sz="24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quarter" idx="10"/>
          </p:nvPr>
        </p:nvSpPr>
        <p:spPr/>
        <p:txBody>
          <a:bodyPr/>
          <a:lstStyle/>
          <a:p>
            <a:pPr>
              <a:defRPr/>
            </a:pPr>
            <a:r>
              <a:rPr lang="en-IN"/>
              <a:t>25-12-2022</a:t>
            </a:r>
            <a:endParaRPr lang="en-US"/>
          </a:p>
        </p:txBody>
      </p:sp>
      <p:sp>
        <p:nvSpPr>
          <p:cNvPr id="5" name="Footer Placeholder 4"/>
          <p:cNvSpPr>
            <a:spLocks noGrp="1"/>
          </p:cNvSpPr>
          <p:nvPr>
            <p:ph type="ftr" sz="quarter" idx="11"/>
          </p:nvPr>
        </p:nvSpPr>
        <p:spPr>
          <a:xfrm>
            <a:off x="3581400" y="6356350"/>
            <a:ext cx="6477000" cy="365125"/>
          </a:xfrm>
        </p:spPr>
        <p:txBody>
          <a:bodyPr/>
          <a:lstStyle/>
          <a:p>
            <a:pPr>
              <a:defRPr/>
            </a:pPr>
            <a:r>
              <a:rPr lang="en-US"/>
              <a:t>Barkha Bhardwaj                    ACSAI0617 Programming For Data Analytics                    UNIT - 3</a:t>
            </a:r>
          </a:p>
        </p:txBody>
      </p:sp>
      <p:sp>
        <p:nvSpPr>
          <p:cNvPr id="7173"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BD3E500-81A4-364A-8E87-1704FECE2AB5}" type="slidenum">
              <a:rPr lang="en-US" altLang="en-US" sz="1200" smtClean="0">
                <a:solidFill>
                  <a:srgbClr val="898989"/>
                </a:solidFill>
              </a:rPr>
              <a:t>6</a:t>
            </a:fld>
            <a:endParaRPr lang="en-US" altLang="en-US" sz="1200">
              <a:solidFill>
                <a:srgbClr val="898989"/>
              </a:solidFill>
            </a:endParaRPr>
          </a:p>
        </p:txBody>
      </p:sp>
      <p:pic>
        <p:nvPicPr>
          <p:cNvPr id="7174"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288"/>
            <a:ext cx="158115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itle 1"/>
          <p:cNvSpPr txBox="1"/>
          <p:nvPr/>
        </p:nvSpPr>
        <p:spPr>
          <a:xfrm>
            <a:off x="1787525" y="1588"/>
            <a:ext cx="10404475" cy="885825"/>
          </a:xfrm>
          <a:prstGeom prst="rect">
            <a:avLst/>
          </a:prstGeom>
        </p:spPr>
        <p:style>
          <a:lnRef idx="1">
            <a:schemeClr val="accent5"/>
          </a:lnRef>
          <a:fillRef idx="2">
            <a:schemeClr val="accent5"/>
          </a:fillRef>
          <a:effectRef idx="1">
            <a:schemeClr val="accent5"/>
          </a:effectRef>
          <a:fontRef idx="minor">
            <a:schemeClr val="dk1"/>
          </a:fontRef>
        </p:style>
        <p:txBody>
          <a:bodyPr anchor="ctr">
            <a:normAutofit/>
          </a:bodyPr>
          <a:lstStyle/>
          <a:p>
            <a:pPr algn="ctr" eaLnBrk="1" fontAlgn="auto" hangingPunct="1">
              <a:lnSpc>
                <a:spcPct val="90000"/>
              </a:lnSpc>
              <a:spcAft>
                <a:spcPts val="0"/>
              </a:spcAft>
              <a:defRPr/>
            </a:pPr>
            <a:r>
              <a:rPr lang="en-US" sz="3200" b="1">
                <a:latin typeface="Times New Roman" panose="02020603050405020304" pitchFamily="18" charset="0"/>
                <a:cs typeface="Times New Roman" panose="02020603050405020304" pitchFamily="18" charset="0"/>
              </a:rPr>
              <a:t>  Table of Contents</a:t>
            </a:r>
            <a:endParaRPr lang="en-IN" sz="3200" b="1">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10744200" cy="5334000"/>
          </a:xfrm>
        </p:spPr>
        <p:txBody>
          <a:bodyPr>
            <a:noAutofit/>
          </a:bodyPr>
          <a:lstStyle/>
          <a:p>
            <a:pPr marL="457200" indent="-457200">
              <a:buFont typeface="Arial" panose="020B0604020202020204" pitchFamily="34" charset="0"/>
              <a:buAutoNum type="arabicPeriod" startAt="11"/>
              <a:defRPr/>
            </a:pPr>
            <a:r>
              <a:rPr lang="en-US" sz="2400">
                <a:latin typeface="Times New Roman" panose="02020603050405020304" pitchFamily="18" charset="0"/>
                <a:cs typeface="Times New Roman" panose="02020603050405020304" pitchFamily="18" charset="0"/>
              </a:rPr>
              <a:t>COs and PSOs Mapping</a:t>
            </a:r>
          </a:p>
          <a:p>
            <a:pPr marL="457200" indent="-457200">
              <a:buFont typeface="Arial" panose="020B0604020202020204" pitchFamily="34" charset="0"/>
              <a:buAutoNum type="arabicPeriod" startAt="11"/>
              <a:defRPr/>
            </a:pPr>
            <a:r>
              <a:rPr lang="en-US" sz="2400">
                <a:latin typeface="Times New Roman" panose="02020603050405020304" pitchFamily="18" charset="0"/>
                <a:cs typeface="Times New Roman" panose="02020603050405020304" pitchFamily="18" charset="0"/>
              </a:rPr>
              <a:t>Program Educational Objectives (PEOs)</a:t>
            </a:r>
          </a:p>
          <a:p>
            <a:pPr marL="457200" indent="-457200">
              <a:buFont typeface="Arial" panose="020B0604020202020204" pitchFamily="34" charset="0"/>
              <a:buAutoNum type="arabicPeriod" startAt="11"/>
              <a:defRPr/>
            </a:pPr>
            <a:r>
              <a:rPr lang="en-US" sz="2400">
                <a:latin typeface="Times New Roman" panose="02020603050405020304" pitchFamily="18" charset="0"/>
                <a:cs typeface="Times New Roman" panose="02020603050405020304" pitchFamily="18" charset="0"/>
              </a:rPr>
              <a:t>Result Analysis (Department Result, Subject Result and </a:t>
            </a:r>
            <a:r>
              <a:rPr lang="en-US" sz="2400" err="1">
                <a:latin typeface="Times New Roman" panose="02020603050405020304" pitchFamily="18" charset="0"/>
                <a:cs typeface="Times New Roman" panose="02020603050405020304" pitchFamily="18" charset="0"/>
              </a:rPr>
              <a:t>Indivisual</a:t>
            </a:r>
            <a:r>
              <a:rPr lang="en-US" sz="2400">
                <a:latin typeface="Times New Roman" panose="02020603050405020304" pitchFamily="18" charset="0"/>
                <a:cs typeface="Times New Roman" panose="02020603050405020304" pitchFamily="18" charset="0"/>
              </a:rPr>
              <a:t> Faculty Result)</a:t>
            </a:r>
          </a:p>
          <a:p>
            <a:pPr marL="457200" indent="-457200">
              <a:buFont typeface="Arial" panose="020B0604020202020204" pitchFamily="34" charset="0"/>
              <a:buAutoNum type="arabicPeriod" startAt="11"/>
              <a:defRPr/>
            </a:pPr>
            <a:r>
              <a:rPr lang="en-US" sz="2400">
                <a:latin typeface="Times New Roman" panose="02020603050405020304" pitchFamily="18" charset="0"/>
                <a:cs typeface="Times New Roman" panose="02020603050405020304" pitchFamily="18" charset="0"/>
              </a:rPr>
              <a:t>End Semester Question Paper Templates (Offline Pattern/Online Pattern)</a:t>
            </a:r>
          </a:p>
          <a:p>
            <a:pPr marL="457200" indent="-457200">
              <a:buFont typeface="Arial" panose="020B0604020202020204" pitchFamily="34" charset="0"/>
              <a:buAutoNum type="arabicPeriod" startAt="11"/>
              <a:defRPr/>
            </a:pPr>
            <a:r>
              <a:rPr lang="en-US" sz="2400">
                <a:latin typeface="Times New Roman" panose="02020603050405020304" pitchFamily="18" charset="0"/>
                <a:cs typeface="Times New Roman" panose="02020603050405020304" pitchFamily="18" charset="0"/>
              </a:rPr>
              <a:t>Prerequisite/ Recap </a:t>
            </a:r>
          </a:p>
          <a:p>
            <a:pPr marL="457200" indent="-457200">
              <a:buFont typeface="Arial" panose="020B0604020202020204" pitchFamily="34" charset="0"/>
              <a:buAutoNum type="arabicPeriod" startAt="11"/>
              <a:defRPr/>
            </a:pPr>
            <a:r>
              <a:rPr lang="en-US" sz="2400">
                <a:latin typeface="Times New Roman" panose="02020603050405020304" pitchFamily="18" charset="0"/>
                <a:cs typeface="Times New Roman" panose="02020603050405020304" pitchFamily="18" charset="0"/>
              </a:rPr>
              <a:t>Brief Introduction about the Subject with videos</a:t>
            </a:r>
          </a:p>
          <a:p>
            <a:pPr marL="457200" indent="-457200">
              <a:buFont typeface="Arial" panose="020B0604020202020204" pitchFamily="34" charset="0"/>
              <a:buAutoNum type="arabicPeriod" startAt="11"/>
              <a:defRPr/>
            </a:pPr>
            <a:r>
              <a:rPr lang="en-US" sz="2400">
                <a:latin typeface="Times New Roman" panose="02020603050405020304" pitchFamily="18" charset="0"/>
                <a:cs typeface="Times New Roman" panose="02020603050405020304" pitchFamily="18" charset="0"/>
              </a:rPr>
              <a:t>Unit Content</a:t>
            </a:r>
          </a:p>
          <a:p>
            <a:pPr marL="457200" indent="-457200">
              <a:buFont typeface="Arial" panose="020B0604020202020204" pitchFamily="34" charset="0"/>
              <a:buAutoNum type="arabicPeriod" startAt="11"/>
              <a:defRPr/>
            </a:pPr>
            <a:r>
              <a:rPr lang="en-US" sz="2400">
                <a:latin typeface="Times New Roman" panose="02020603050405020304" pitchFamily="18" charset="0"/>
                <a:cs typeface="Times New Roman" panose="02020603050405020304" pitchFamily="18" charset="0"/>
              </a:rPr>
              <a:t>Unit Objective</a:t>
            </a:r>
          </a:p>
          <a:p>
            <a:pPr marL="457200" indent="-457200">
              <a:buFont typeface="Arial" panose="020B0604020202020204" pitchFamily="34" charset="0"/>
              <a:buAutoNum type="arabicPeriod" startAt="11"/>
              <a:defRPr/>
            </a:pPr>
            <a:r>
              <a:rPr lang="en-US" sz="2400">
                <a:latin typeface="Times New Roman" panose="02020603050405020304" pitchFamily="18" charset="0"/>
                <a:cs typeface="Times New Roman" panose="02020603050405020304" pitchFamily="18" charset="0"/>
              </a:rPr>
              <a:t>Topic Objective/Topic Outcome</a:t>
            </a:r>
          </a:p>
          <a:p>
            <a:pPr marL="457200" indent="-457200">
              <a:buFont typeface="Arial" panose="020B0604020202020204" pitchFamily="34" charset="0"/>
              <a:buAutoNum type="arabicPeriod" startAt="11"/>
              <a:defRPr/>
            </a:pPr>
            <a:r>
              <a:rPr lang="en-US" sz="2400">
                <a:latin typeface="Times New Roman" panose="02020603050405020304" pitchFamily="18" charset="0"/>
                <a:cs typeface="Times New Roman" panose="02020603050405020304" pitchFamily="18" charset="0"/>
              </a:rPr>
              <a:t>Lecture related to topic</a:t>
            </a:r>
          </a:p>
          <a:p>
            <a:pPr marL="457200" indent="-457200">
              <a:buFont typeface="Arial" panose="020B0604020202020204" pitchFamily="34" charset="0"/>
              <a:buAutoNum type="arabicPeriod" startAt="11"/>
              <a:defRPr/>
            </a:pPr>
            <a:r>
              <a:rPr lang="en-US" sz="2400">
                <a:latin typeface="Times New Roman" panose="02020603050405020304" pitchFamily="18" charset="0"/>
                <a:cs typeface="Times New Roman" panose="02020603050405020304" pitchFamily="18" charset="0"/>
              </a:rPr>
              <a:t>Daily Quiz</a:t>
            </a:r>
          </a:p>
          <a:p>
            <a:pPr marL="457200" indent="-457200">
              <a:buFont typeface="Arial" panose="020B0604020202020204" pitchFamily="34" charset="0"/>
              <a:buAutoNum type="arabicPeriod" startAt="11"/>
              <a:defRPr/>
            </a:pPr>
            <a:r>
              <a:rPr lang="en-US" sz="2400">
                <a:latin typeface="Times New Roman" panose="02020603050405020304" pitchFamily="18" charset="0"/>
                <a:cs typeface="Times New Roman" panose="02020603050405020304" pitchFamily="18" charset="0"/>
              </a:rPr>
              <a:t>Weekly Assignment</a:t>
            </a:r>
          </a:p>
          <a:p>
            <a:pPr>
              <a:lnSpc>
                <a:spcPct val="150000"/>
              </a:lnSpc>
              <a:buFont typeface="Arial" panose="020B0604020202020204" pitchFamily="34" charset="0"/>
              <a:buNone/>
              <a:defRPr/>
            </a:pPr>
            <a:endParaRPr lang="en-US" sz="1800">
              <a:latin typeface="Times New Roman" panose="02020603050405020304" pitchFamily="18" charset="0"/>
              <a:cs typeface="Times New Roman" panose="02020603050405020304" pitchFamily="18" charset="0"/>
            </a:endParaRPr>
          </a:p>
          <a:p>
            <a:pPr>
              <a:lnSpc>
                <a:spcPct val="150000"/>
              </a:lnSpc>
              <a:defRPr/>
            </a:pPr>
            <a:endParaRPr lang="en-US" sz="1800">
              <a:latin typeface="Times New Roman" panose="02020603050405020304" pitchFamily="18" charset="0"/>
              <a:cs typeface="Times New Roman" panose="02020603050405020304" pitchFamily="18" charset="0"/>
            </a:endParaRPr>
          </a:p>
          <a:p>
            <a:pPr>
              <a:lnSpc>
                <a:spcPct val="150000"/>
              </a:lnSpc>
              <a:defRPr/>
            </a:pPr>
            <a:endParaRPr lang="en-US" sz="1800">
              <a:latin typeface="Times New Roman" panose="02020603050405020304" pitchFamily="18" charset="0"/>
              <a:cs typeface="Times New Roman" panose="02020603050405020304" pitchFamily="18" charset="0"/>
            </a:endParaRPr>
          </a:p>
          <a:p>
            <a:pPr>
              <a:lnSpc>
                <a:spcPct val="150000"/>
              </a:lnSpc>
              <a:defRPr/>
            </a:pPr>
            <a:endParaRPr lang="en-US" sz="18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quarter" idx="10"/>
          </p:nvPr>
        </p:nvSpPr>
        <p:spPr/>
        <p:txBody>
          <a:bodyPr/>
          <a:lstStyle/>
          <a:p>
            <a:pPr>
              <a:defRPr/>
            </a:pPr>
            <a:r>
              <a:rPr lang="en-IN"/>
              <a:t>25-12-2022</a:t>
            </a:r>
            <a:endParaRPr lang="en-US"/>
          </a:p>
        </p:txBody>
      </p:sp>
      <p:sp>
        <p:nvSpPr>
          <p:cNvPr id="5" name="Footer Placeholder 4"/>
          <p:cNvSpPr>
            <a:spLocks noGrp="1"/>
          </p:cNvSpPr>
          <p:nvPr>
            <p:ph type="ftr" sz="quarter" idx="11"/>
          </p:nvPr>
        </p:nvSpPr>
        <p:spPr>
          <a:xfrm>
            <a:off x="3124200" y="6356350"/>
            <a:ext cx="6629400" cy="365125"/>
          </a:xfrm>
        </p:spPr>
        <p:txBody>
          <a:bodyPr/>
          <a:lstStyle/>
          <a:p>
            <a:pPr>
              <a:defRPr/>
            </a:pPr>
            <a:r>
              <a:rPr lang="en-US"/>
              <a:t>Barkha Bhardwaj                    ACSAI0617 Programming For Data Analytics                    UNIT - 3</a:t>
            </a:r>
          </a:p>
        </p:txBody>
      </p:sp>
      <p:sp>
        <p:nvSpPr>
          <p:cNvPr id="8197"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E21BFDB-1F6D-C143-A7F4-67A658119AAF}" type="slidenum">
              <a:rPr lang="en-US" altLang="en-US" sz="1200" smtClean="0">
                <a:solidFill>
                  <a:srgbClr val="898989"/>
                </a:solidFill>
              </a:rPr>
              <a:t>7</a:t>
            </a:fld>
            <a:endParaRPr lang="en-US" altLang="en-US" sz="1200">
              <a:solidFill>
                <a:srgbClr val="898989"/>
              </a:solidFill>
            </a:endParaRPr>
          </a:p>
        </p:txBody>
      </p:sp>
      <p:pic>
        <p:nvPicPr>
          <p:cNvPr id="8198"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288"/>
            <a:ext cx="158115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itle 1"/>
          <p:cNvSpPr txBox="1"/>
          <p:nvPr/>
        </p:nvSpPr>
        <p:spPr>
          <a:xfrm>
            <a:off x="1787525" y="1588"/>
            <a:ext cx="10404475" cy="885825"/>
          </a:xfrm>
          <a:prstGeom prst="rect">
            <a:avLst/>
          </a:prstGeom>
        </p:spPr>
        <p:style>
          <a:lnRef idx="1">
            <a:schemeClr val="accent5"/>
          </a:lnRef>
          <a:fillRef idx="2">
            <a:schemeClr val="accent5"/>
          </a:fillRef>
          <a:effectRef idx="1">
            <a:schemeClr val="accent5"/>
          </a:effectRef>
          <a:fontRef idx="minor">
            <a:schemeClr val="dk1"/>
          </a:fontRef>
        </p:style>
        <p:txBody>
          <a:bodyPr anchor="ctr">
            <a:normAutofit/>
          </a:bodyPr>
          <a:lstStyle/>
          <a:p>
            <a:pPr algn="ctr" eaLnBrk="1" fontAlgn="auto" hangingPunct="1">
              <a:lnSpc>
                <a:spcPct val="90000"/>
              </a:lnSpc>
              <a:spcAft>
                <a:spcPts val="0"/>
              </a:spcAft>
              <a:defRPr/>
            </a:pPr>
            <a:r>
              <a:rPr lang="en-US" sz="3200" b="1">
                <a:latin typeface="Times New Roman" panose="02020603050405020304" pitchFamily="18" charset="0"/>
                <a:cs typeface="Times New Roman" panose="02020603050405020304" pitchFamily="18" charset="0"/>
              </a:rPr>
              <a:t>  Conti….</a:t>
            </a:r>
            <a:endParaRPr lang="en-IN" sz="3200" b="1">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10744200" cy="5334000"/>
          </a:xfrm>
        </p:spPr>
        <p:txBody>
          <a:bodyPr>
            <a:noAutofit/>
          </a:bodyPr>
          <a:lstStyle/>
          <a:p>
            <a:pPr marL="457200" indent="-457200">
              <a:buFont typeface="Arial" panose="020B0604020202020204" pitchFamily="34" charset="0"/>
              <a:buAutoNum type="arabicPlain" startAt="23"/>
              <a:defRPr/>
            </a:pPr>
            <a:r>
              <a:rPr lang="en-US" sz="2400">
                <a:latin typeface="Times New Roman" panose="02020603050405020304" pitchFamily="18" charset="0"/>
                <a:cs typeface="Times New Roman" panose="02020603050405020304" pitchFamily="18" charset="0"/>
              </a:rPr>
              <a:t>Topic Links</a:t>
            </a:r>
          </a:p>
          <a:p>
            <a:pPr marL="457200" indent="-457200">
              <a:buFont typeface="Arial" panose="020B0604020202020204" pitchFamily="34" charset="0"/>
              <a:buAutoNum type="arabicPlain" startAt="23"/>
              <a:defRPr/>
            </a:pPr>
            <a:r>
              <a:rPr lang="en-US" sz="2400">
                <a:latin typeface="Times New Roman" panose="02020603050405020304" pitchFamily="18" charset="0"/>
                <a:cs typeface="Times New Roman" panose="02020603050405020304" pitchFamily="18" charset="0"/>
              </a:rPr>
              <a:t>MCQ (End of Unit)</a:t>
            </a:r>
          </a:p>
          <a:p>
            <a:pPr marL="457200" indent="-457200">
              <a:buFont typeface="Arial" panose="020B0604020202020204" pitchFamily="34" charset="0"/>
              <a:buAutoNum type="arabicPlain" startAt="23"/>
              <a:defRPr/>
            </a:pPr>
            <a:r>
              <a:rPr lang="en-US" sz="2400">
                <a:latin typeface="Times New Roman" panose="02020603050405020304" pitchFamily="18" charset="0"/>
                <a:cs typeface="Times New Roman" panose="02020603050405020304" pitchFamily="18" charset="0"/>
              </a:rPr>
              <a:t>Glossary Questions</a:t>
            </a:r>
          </a:p>
          <a:p>
            <a:pPr marL="457200" indent="-457200">
              <a:buFont typeface="Arial" panose="020B0604020202020204" pitchFamily="34" charset="0"/>
              <a:buAutoNum type="arabicPlain" startAt="23"/>
              <a:defRPr/>
            </a:pPr>
            <a:r>
              <a:rPr lang="en-US" sz="2400">
                <a:latin typeface="Times New Roman" panose="02020603050405020304" pitchFamily="18" charset="0"/>
                <a:cs typeface="Times New Roman" panose="02020603050405020304" pitchFamily="18" charset="0"/>
              </a:rPr>
              <a:t>Old Question Papers (</a:t>
            </a:r>
            <a:r>
              <a:rPr lang="en-US" sz="2400" err="1">
                <a:latin typeface="Times New Roman" panose="02020603050405020304" pitchFamily="18" charset="0"/>
                <a:cs typeface="Times New Roman" panose="02020603050405020304" pitchFamily="18" charset="0"/>
              </a:rPr>
              <a:t>Sessional</a:t>
            </a:r>
            <a:r>
              <a:rPr lang="en-US" sz="2400">
                <a:latin typeface="Times New Roman" panose="02020603050405020304" pitchFamily="18" charset="0"/>
                <a:cs typeface="Times New Roman" panose="02020603050405020304" pitchFamily="18" charset="0"/>
              </a:rPr>
              <a:t> + University)</a:t>
            </a:r>
          </a:p>
          <a:p>
            <a:pPr marL="457200" indent="-457200">
              <a:buFont typeface="Arial" panose="020B0604020202020204" pitchFamily="34" charset="0"/>
              <a:buAutoNum type="arabicPlain" startAt="23"/>
              <a:defRPr/>
            </a:pPr>
            <a:r>
              <a:rPr lang="en-US" sz="2400">
                <a:latin typeface="Times New Roman" panose="02020603050405020304" pitchFamily="18" charset="0"/>
                <a:cs typeface="Times New Roman" panose="02020603050405020304" pitchFamily="18" charset="0"/>
              </a:rPr>
              <a:t>Expected Questions</a:t>
            </a:r>
          </a:p>
          <a:p>
            <a:pPr marL="457200" indent="-457200">
              <a:buFont typeface="Arial" panose="020B0604020202020204" pitchFamily="34" charset="0"/>
              <a:buAutoNum type="arabicPlain" startAt="23"/>
              <a:defRPr/>
            </a:pPr>
            <a:r>
              <a:rPr lang="en-US" sz="2400">
                <a:latin typeface="Times New Roman" panose="02020603050405020304" pitchFamily="18" charset="0"/>
                <a:cs typeface="Times New Roman" panose="02020603050405020304" pitchFamily="18" charset="0"/>
              </a:rPr>
              <a:t>Recap of Unit</a:t>
            </a:r>
          </a:p>
          <a:p>
            <a:pPr>
              <a:lnSpc>
                <a:spcPct val="150000"/>
              </a:lnSpc>
              <a:defRPr/>
            </a:pPr>
            <a:endParaRPr lang="en-US" sz="24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quarter" idx="10"/>
          </p:nvPr>
        </p:nvSpPr>
        <p:spPr/>
        <p:txBody>
          <a:bodyPr/>
          <a:lstStyle/>
          <a:p>
            <a:pPr>
              <a:defRPr/>
            </a:pPr>
            <a:r>
              <a:rPr lang="en-IN"/>
              <a:t>25-12-2022</a:t>
            </a:r>
            <a:endParaRPr lang="en-US"/>
          </a:p>
        </p:txBody>
      </p:sp>
      <p:sp>
        <p:nvSpPr>
          <p:cNvPr id="5" name="Footer Placeholder 4"/>
          <p:cNvSpPr>
            <a:spLocks noGrp="1"/>
          </p:cNvSpPr>
          <p:nvPr>
            <p:ph type="ftr" sz="quarter" idx="11"/>
          </p:nvPr>
        </p:nvSpPr>
        <p:spPr>
          <a:xfrm>
            <a:off x="2971800" y="6356350"/>
            <a:ext cx="7315200" cy="365125"/>
          </a:xfrm>
        </p:spPr>
        <p:txBody>
          <a:bodyPr/>
          <a:lstStyle/>
          <a:p>
            <a:pPr>
              <a:defRPr/>
            </a:pPr>
            <a:r>
              <a:rPr lang="en-US"/>
              <a:t>Barkha Bhardwaj                    ACSAI0617 Programming For Data Analytics                    UNIT - 3</a:t>
            </a:r>
          </a:p>
        </p:txBody>
      </p:sp>
      <p:sp>
        <p:nvSpPr>
          <p:cNvPr id="9221"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5BE98ED-DDB2-F442-9DF9-B9F2DA2C2DB5}" type="slidenum">
              <a:rPr lang="en-US" altLang="en-US" sz="1200" smtClean="0">
                <a:solidFill>
                  <a:srgbClr val="898989"/>
                </a:solidFill>
              </a:rPr>
              <a:t>8</a:t>
            </a:fld>
            <a:endParaRPr lang="en-US" altLang="en-US" sz="1200">
              <a:solidFill>
                <a:srgbClr val="898989"/>
              </a:solidFill>
            </a:endParaRPr>
          </a:p>
        </p:txBody>
      </p:sp>
      <p:pic>
        <p:nvPicPr>
          <p:cNvPr id="9222"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288"/>
            <a:ext cx="158115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itle 1"/>
          <p:cNvSpPr txBox="1"/>
          <p:nvPr/>
        </p:nvSpPr>
        <p:spPr>
          <a:xfrm>
            <a:off x="1787525" y="1588"/>
            <a:ext cx="10404475" cy="885825"/>
          </a:xfrm>
          <a:prstGeom prst="rect">
            <a:avLst/>
          </a:prstGeom>
        </p:spPr>
        <p:style>
          <a:lnRef idx="1">
            <a:schemeClr val="accent5"/>
          </a:lnRef>
          <a:fillRef idx="2">
            <a:schemeClr val="accent5"/>
          </a:fillRef>
          <a:effectRef idx="1">
            <a:schemeClr val="accent5"/>
          </a:effectRef>
          <a:fontRef idx="minor">
            <a:schemeClr val="dk1"/>
          </a:fontRef>
        </p:style>
        <p:txBody>
          <a:bodyPr anchor="ctr">
            <a:normAutofit/>
          </a:bodyPr>
          <a:lstStyle/>
          <a:p>
            <a:pPr algn="ctr" eaLnBrk="1" fontAlgn="auto" hangingPunct="1">
              <a:lnSpc>
                <a:spcPct val="90000"/>
              </a:lnSpc>
              <a:spcAft>
                <a:spcPts val="0"/>
              </a:spcAft>
              <a:defRPr/>
            </a:pPr>
            <a:r>
              <a:rPr lang="en-US" sz="3200" b="1">
                <a:latin typeface="Times New Roman" panose="02020603050405020304" pitchFamily="18" charset="0"/>
                <a:cs typeface="Times New Roman" panose="02020603050405020304" pitchFamily="18" charset="0"/>
              </a:rPr>
              <a:t>Conti…</a:t>
            </a:r>
            <a:endParaRPr lang="en-IN" sz="3200" b="1">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992486"/>
            <a:ext cx="8145462" cy="536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Date Placeholder 3"/>
          <p:cNvSpPr>
            <a:spLocks noGrp="1"/>
          </p:cNvSpPr>
          <p:nvPr>
            <p:ph type="dt" sz="quarter" idx="10"/>
          </p:nvPr>
        </p:nvSpPr>
        <p:spPr/>
        <p:txBody>
          <a:bodyPr/>
          <a:lstStyle/>
          <a:p>
            <a:pPr>
              <a:defRPr/>
            </a:pPr>
            <a:r>
              <a:rPr lang="en-IN"/>
              <a:t>25-12-2022</a:t>
            </a:r>
            <a:endParaRPr lang="en-US"/>
          </a:p>
        </p:txBody>
      </p:sp>
      <p:sp>
        <p:nvSpPr>
          <p:cNvPr id="5" name="Footer Placeholder 4"/>
          <p:cNvSpPr>
            <a:spLocks noGrp="1"/>
          </p:cNvSpPr>
          <p:nvPr>
            <p:ph type="ftr" sz="quarter" idx="11"/>
          </p:nvPr>
        </p:nvSpPr>
        <p:spPr>
          <a:xfrm>
            <a:off x="4038600" y="6356350"/>
            <a:ext cx="5935662" cy="365125"/>
          </a:xfrm>
        </p:spPr>
        <p:txBody>
          <a:bodyPr/>
          <a:lstStyle/>
          <a:p>
            <a:pPr>
              <a:defRPr/>
            </a:pPr>
            <a:r>
              <a:rPr lang="en-US"/>
              <a:t>Barkha Bhardwaj                    ACSAI0617 Programming For Data Analytics                    UNIT - 3</a:t>
            </a:r>
          </a:p>
        </p:txBody>
      </p:sp>
      <p:sp>
        <p:nvSpPr>
          <p:cNvPr id="11269"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746111B-CB52-6B40-95B7-D8EB339826C6}" type="slidenum">
              <a:rPr lang="en-US" altLang="en-US" sz="1200" smtClean="0">
                <a:solidFill>
                  <a:srgbClr val="898989"/>
                </a:solidFill>
              </a:rPr>
              <a:t>9</a:t>
            </a:fld>
            <a:endParaRPr lang="en-US" altLang="en-US" sz="1200">
              <a:solidFill>
                <a:srgbClr val="898989"/>
              </a:solidFill>
            </a:endParaRPr>
          </a:p>
        </p:txBody>
      </p:sp>
      <p:pic>
        <p:nvPicPr>
          <p:cNvPr id="11270" name="Picture 14" descr="NI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58115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itle 1"/>
          <p:cNvSpPr>
            <a:spLocks noGrp="1"/>
          </p:cNvSpPr>
          <p:nvPr>
            <p:ph type="title"/>
          </p:nvPr>
        </p:nvSpPr>
        <p:spPr>
          <a:xfrm>
            <a:off x="1760538" y="1588"/>
            <a:ext cx="10431462" cy="796925"/>
          </a:xfrm>
        </p:spPr>
        <p:style>
          <a:lnRef idx="1">
            <a:schemeClr val="accent5"/>
          </a:lnRef>
          <a:fillRef idx="2">
            <a:schemeClr val="accent5"/>
          </a:fillRef>
          <a:effectRef idx="1">
            <a:schemeClr val="accent5"/>
          </a:effectRef>
          <a:fontRef idx="minor">
            <a:schemeClr val="dk1"/>
          </a:fontRef>
        </p:style>
        <p:txBody>
          <a:bodyPr rtlCol="0"/>
          <a:lstStyle/>
          <a:p>
            <a:pPr>
              <a:defRPr/>
            </a:pPr>
            <a:r>
              <a:rPr lang="en-US" sz="2800">
                <a:latin typeface="Times New Roman" panose="02020603050405020304" pitchFamily="18" charset="0"/>
                <a:cs typeface="Times New Roman" panose="02020603050405020304" pitchFamily="18" charset="0"/>
              </a:rPr>
              <a:t>  </a:t>
            </a:r>
            <a:r>
              <a:rPr lang="en-US" sz="3200" b="1">
                <a:latin typeface="Times New Roman" panose="02020603050405020304" pitchFamily="18" charset="0"/>
                <a:cs typeface="Times New Roman" panose="02020603050405020304" pitchFamily="18" charset="0"/>
              </a:rPr>
              <a:t>Evaluation Scheme</a:t>
            </a:r>
            <a:endParaRPr lang="en-IN" sz="3200" b="1">
              <a:latin typeface="Times New Roman" panose="02020603050405020304" pitchFamily="18" charset="0"/>
              <a:cs typeface="Times New Roman" panose="02020603050405020304" pitchFamily="18" charset="0"/>
            </a:endParaRPr>
          </a:p>
        </p:txBody>
      </p:sp>
      <p:sp>
        <p:nvSpPr>
          <p:cNvPr id="10" name="Rectangle 9"/>
          <p:cNvSpPr/>
          <p:nvPr/>
        </p:nvSpPr>
        <p:spPr>
          <a:xfrm>
            <a:off x="715963" y="3449638"/>
            <a:ext cx="10760075"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92505" fontAlgn="auto">
              <a:spcBef>
                <a:spcPts val="0"/>
              </a:spcBef>
              <a:spcAft>
                <a:spcPts val="0"/>
              </a:spcAft>
              <a:defRPr/>
            </a:pP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IN"/>
              <a:t>25-12-2022</a:t>
            </a:r>
            <a:endParaRPr lang="en-US"/>
          </a:p>
        </p:txBody>
      </p:sp>
      <p:sp>
        <p:nvSpPr>
          <p:cNvPr id="5" name="Footer Placeholder 4"/>
          <p:cNvSpPr>
            <a:spLocks noGrp="1"/>
          </p:cNvSpPr>
          <p:nvPr>
            <p:ph type="ftr" sz="quarter" idx="11"/>
          </p:nvPr>
        </p:nvSpPr>
        <p:spPr>
          <a:xfrm>
            <a:off x="3581400" y="6356350"/>
            <a:ext cx="6324600" cy="365125"/>
          </a:xfrm>
        </p:spPr>
        <p:txBody>
          <a:bodyPr/>
          <a:lstStyle/>
          <a:p>
            <a:pPr>
              <a:defRPr/>
            </a:pPr>
            <a:r>
              <a:rPr lang="en-US"/>
              <a:t>Barkha Bhardwaj                    ACSAI0617 Programming For Data Analytics                    UNIT - 3</a:t>
            </a:r>
          </a:p>
        </p:txBody>
      </p:sp>
      <p:graphicFrame>
        <p:nvGraphicFramePr>
          <p:cNvPr id="9" name="Content Placeholder 6"/>
          <p:cNvGraphicFramePr>
            <a:graphicFrameLocks noGrp="1"/>
          </p:cNvGraphicFramePr>
          <p:nvPr>
            <p:ph idx="1"/>
          </p:nvPr>
        </p:nvGraphicFramePr>
        <p:xfrm>
          <a:off x="381000" y="1066800"/>
          <a:ext cx="11460163" cy="4524188"/>
        </p:xfrm>
        <a:graphic>
          <a:graphicData uri="http://schemas.openxmlformats.org/drawingml/2006/table">
            <a:tbl>
              <a:tblPr firstRow="1" firstCol="1" bandRow="1">
                <a:tableStyleId>{BDBED569-4797-4DF1-A0F4-6AAB3CD982D8}</a:tableStyleId>
              </a:tblPr>
              <a:tblGrid>
                <a:gridCol w="2079599">
                  <a:extLst>
                    <a:ext uri="{9D8B030D-6E8A-4147-A177-3AD203B41FA5}">
                      <a16:colId xmlns:a16="http://schemas.microsoft.com/office/drawing/2014/main" val="20000"/>
                    </a:ext>
                  </a:extLst>
                </a:gridCol>
                <a:gridCol w="7303044">
                  <a:extLst>
                    <a:ext uri="{9D8B030D-6E8A-4147-A177-3AD203B41FA5}">
                      <a16:colId xmlns:a16="http://schemas.microsoft.com/office/drawing/2014/main" val="20001"/>
                    </a:ext>
                  </a:extLst>
                </a:gridCol>
                <a:gridCol w="2077520">
                  <a:extLst>
                    <a:ext uri="{9D8B030D-6E8A-4147-A177-3AD203B41FA5}">
                      <a16:colId xmlns:a16="http://schemas.microsoft.com/office/drawing/2014/main" val="20002"/>
                    </a:ext>
                  </a:extLst>
                </a:gridCol>
              </a:tblGrid>
              <a:tr h="478138">
                <a:tc>
                  <a:txBody>
                    <a:bodyPr/>
                    <a:lstStyle/>
                    <a:p>
                      <a:pPr marL="0" marR="0">
                        <a:lnSpc>
                          <a:spcPct val="115000"/>
                        </a:lnSpc>
                        <a:spcBef>
                          <a:spcPts val="0"/>
                        </a:spcBef>
                        <a:spcAft>
                          <a:spcPts val="0"/>
                        </a:spcAft>
                        <a:tabLst>
                          <a:tab pos="1533525" algn="l"/>
                        </a:tabLst>
                      </a:pPr>
                      <a:r>
                        <a:rPr lang="en-US" sz="2000">
                          <a:solidFill>
                            <a:schemeClr val="tx1"/>
                          </a:solidFill>
                          <a:effectLst/>
                        </a:rPr>
                        <a:t>UNIT-I</a:t>
                      </a:r>
                      <a:endParaRPr lang="en-US" sz="1600">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just" defTabSz="914400" rtl="0" eaLnBrk="1" latinLnBrk="0" hangingPunct="1">
                        <a:lnSpc>
                          <a:spcPct val="115000"/>
                        </a:lnSpc>
                        <a:spcBef>
                          <a:spcPts val="0"/>
                        </a:spcBef>
                        <a:spcAft>
                          <a:spcPts val="1000"/>
                        </a:spcAft>
                        <a:tabLst>
                          <a:tab pos="1533525" algn="l"/>
                        </a:tabLst>
                      </a:pPr>
                      <a:r>
                        <a:rPr lang="en-US" sz="1800" b="1" kern="1200">
                          <a:solidFill>
                            <a:schemeClr val="tx1"/>
                          </a:solidFill>
                          <a:effectLst/>
                          <a:latin typeface="+mn-lt"/>
                          <a:ea typeface="+mn-ea"/>
                          <a:cs typeface="+mn-cs"/>
                        </a:rPr>
                        <a:t>BASIC DATA ANALYSIS USING PYTHON/R</a:t>
                      </a:r>
                    </a:p>
                  </a:txBody>
                  <a:tcPr marL="68580" marR="68580" marT="0" marB="0"/>
                </a:tc>
                <a:tc>
                  <a:txBody>
                    <a:bodyPr/>
                    <a:lstStyle/>
                    <a:p>
                      <a:pPr marL="0" marR="0" algn="ctr" defTabSz="914400" rtl="0" eaLnBrk="1" latinLnBrk="0" hangingPunct="1">
                        <a:lnSpc>
                          <a:spcPct val="115000"/>
                        </a:lnSpc>
                        <a:spcBef>
                          <a:spcPts val="0"/>
                        </a:spcBef>
                        <a:spcAft>
                          <a:spcPts val="1000"/>
                        </a:spcAft>
                        <a:tabLst>
                          <a:tab pos="1533525" algn="l"/>
                        </a:tabLst>
                      </a:pPr>
                      <a:r>
                        <a:rPr lang="en-US" sz="1800" b="1" kern="1200">
                          <a:solidFill>
                            <a:schemeClr val="tx1"/>
                          </a:solidFill>
                          <a:effectLst/>
                          <a:latin typeface="+mn-lt"/>
                          <a:ea typeface="+mn-ea"/>
                          <a:cs typeface="+mn-cs"/>
                        </a:rPr>
                        <a:t>     8 Hours</a:t>
                      </a:r>
                    </a:p>
                  </a:txBody>
                  <a:tcPr marL="68580" marR="68580" marT="0" marB="0"/>
                </a:tc>
                <a:extLst>
                  <a:ext uri="{0D108BD9-81ED-4DB2-BD59-A6C34878D82A}">
                    <a16:rowId xmlns:a16="http://schemas.microsoft.com/office/drawing/2014/main" val="10000"/>
                  </a:ext>
                </a:extLst>
              </a:tr>
              <a:tr h="1033082">
                <a:tc gridSpan="3">
                  <a:txBody>
                    <a:bodyPr/>
                    <a:lstStyle/>
                    <a:p>
                      <a:pPr algn="just"/>
                      <a:r>
                        <a:rPr lang="en-US" sz="1800" b="0" i="0" u="none" strike="noStrike" kern="1200" baseline="0">
                          <a:solidFill>
                            <a:schemeClr val="tx1"/>
                          </a:solidFill>
                          <a:latin typeface="+mn-lt"/>
                          <a:ea typeface="+mn-ea"/>
                          <a:cs typeface="+mn-cs"/>
                        </a:rPr>
                        <a:t>Pandas data structures Series and Data Frame, Data wrangling using pandas, Statistics with Pandas, Mathematical Computing Using NumPy, Data visualization with Python Descriptive and Inferential Statistics, Introduction to Model Building, Probability and Hypothesis Testing, Sensitivity Analysis, Regular expression: RE </a:t>
                      </a:r>
                      <a:r>
                        <a:rPr lang="en-IN" sz="1800" b="0" i="0" u="none" strike="noStrike" kern="1200" baseline="0">
                          <a:solidFill>
                            <a:schemeClr val="tx1"/>
                          </a:solidFill>
                          <a:latin typeface="+mn-lt"/>
                          <a:ea typeface="+mn-ea"/>
                          <a:cs typeface="+mn-cs"/>
                        </a:rPr>
                        <a:t>packages.</a:t>
                      </a:r>
                      <a:endParaRPr lang="en-US" sz="1800" b="0">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495300">
                <a:tc>
                  <a:txBody>
                    <a:bodyPr/>
                    <a:lstStyle/>
                    <a:p>
                      <a:pPr marL="0" marR="0" algn="just" defTabSz="914400" rtl="0" eaLnBrk="1" latinLnBrk="0" hangingPunct="1">
                        <a:lnSpc>
                          <a:spcPct val="115000"/>
                        </a:lnSpc>
                        <a:spcBef>
                          <a:spcPts val="0"/>
                        </a:spcBef>
                        <a:spcAft>
                          <a:spcPts val="1000"/>
                        </a:spcAft>
                        <a:tabLst>
                          <a:tab pos="1533525" algn="l"/>
                        </a:tabLst>
                      </a:pPr>
                      <a:r>
                        <a:rPr lang="en-US" sz="1800" b="1" kern="1200">
                          <a:solidFill>
                            <a:schemeClr val="tx1"/>
                          </a:solidFill>
                          <a:effectLst/>
                          <a:latin typeface="+mn-lt"/>
                          <a:ea typeface="+mn-ea"/>
                          <a:cs typeface="+mn-cs"/>
                        </a:rPr>
                        <a:t>UNIT-II</a:t>
                      </a:r>
                    </a:p>
                  </a:txBody>
                  <a:tcPr marL="68580" marR="68580" marT="0" marB="0"/>
                </a:tc>
                <a:tc>
                  <a:txBody>
                    <a:bodyPr/>
                    <a:lstStyle/>
                    <a:p>
                      <a:pPr marL="0" algn="just" defTabSz="914400" rtl="0" eaLnBrk="1" latinLnBrk="0" hangingPunct="1">
                        <a:lnSpc>
                          <a:spcPct val="115000"/>
                        </a:lnSpc>
                        <a:spcAft>
                          <a:spcPts val="1000"/>
                        </a:spcAft>
                      </a:pPr>
                      <a:r>
                        <a:rPr lang="en-IN" sz="1800" b="1" kern="1200">
                          <a:solidFill>
                            <a:schemeClr val="tx1"/>
                          </a:solidFill>
                          <a:effectLst/>
                          <a:latin typeface="+mn-lt"/>
                          <a:ea typeface="+mn-ea"/>
                          <a:cs typeface="+mn-cs"/>
                        </a:rPr>
                        <a:t>R GRAPHICAL USER INTERFACES</a:t>
                      </a:r>
                    </a:p>
                  </a:txBody>
                  <a:tcPr marL="68580" marR="68580" marT="0" marB="0"/>
                </a:tc>
                <a:tc>
                  <a:txBody>
                    <a:bodyPr/>
                    <a:lstStyle/>
                    <a:p>
                      <a:pPr marL="0" marR="0" algn="ctr" defTabSz="914400" rtl="0" eaLnBrk="1" latinLnBrk="0" hangingPunct="1">
                        <a:lnSpc>
                          <a:spcPct val="115000"/>
                        </a:lnSpc>
                        <a:spcBef>
                          <a:spcPts val="0"/>
                        </a:spcBef>
                        <a:spcAft>
                          <a:spcPts val="1000"/>
                        </a:spcAft>
                        <a:tabLst>
                          <a:tab pos="1533525" algn="l"/>
                        </a:tabLst>
                      </a:pPr>
                      <a:r>
                        <a:rPr lang="en-US" sz="1800" b="1" kern="1200">
                          <a:solidFill>
                            <a:schemeClr val="tx1"/>
                          </a:solidFill>
                          <a:effectLst/>
                          <a:latin typeface="+mn-lt"/>
                          <a:ea typeface="+mn-ea"/>
                          <a:cs typeface="+mn-cs"/>
                        </a:rPr>
                        <a:t> 8 Hours</a:t>
                      </a:r>
                    </a:p>
                  </a:txBody>
                  <a:tcPr marL="68580" marR="68580" marT="0" marB="0"/>
                </a:tc>
                <a:extLst>
                  <a:ext uri="{0D108BD9-81ED-4DB2-BD59-A6C34878D82A}">
                    <a16:rowId xmlns:a16="http://schemas.microsoft.com/office/drawing/2014/main" val="10002"/>
                  </a:ext>
                </a:extLst>
              </a:tr>
              <a:tr h="1082762">
                <a:tc gridSpan="3">
                  <a:txBody>
                    <a:bodyPr/>
                    <a:lstStyle/>
                    <a:p>
                      <a:pPr algn="just"/>
                      <a:r>
                        <a:rPr lang="en-US" sz="1800" b="0" i="0" u="none" strike="noStrike" kern="1200" baseline="0">
                          <a:solidFill>
                            <a:schemeClr val="tx1"/>
                          </a:solidFill>
                          <a:latin typeface="+mn-lt"/>
                          <a:ea typeface="+mn-ea"/>
                          <a:cs typeface="+mn-cs"/>
                        </a:rPr>
                        <a:t>Built-in functions, Data Objects-Data Types &amp; Data Structure, Structure of Data Items, Manipulating and Processing Data in R using </a:t>
                      </a:r>
                      <a:r>
                        <a:rPr lang="en-US" sz="1800" b="0" i="0" u="none" strike="noStrike" kern="1200" baseline="0" err="1">
                          <a:solidFill>
                            <a:schemeClr val="tx1"/>
                          </a:solidFill>
                          <a:latin typeface="+mn-lt"/>
                          <a:ea typeface="+mn-ea"/>
                          <a:cs typeface="+mn-cs"/>
                        </a:rPr>
                        <a:t>Dplyr</a:t>
                      </a:r>
                      <a:r>
                        <a:rPr lang="en-US" sz="1800" b="0" i="0" u="none" strike="noStrike" kern="1200" baseline="0">
                          <a:solidFill>
                            <a:schemeClr val="tx1"/>
                          </a:solidFill>
                          <a:latin typeface="+mn-lt"/>
                          <a:ea typeface="+mn-ea"/>
                          <a:cs typeface="+mn-cs"/>
                        </a:rPr>
                        <a:t> package &amp; </a:t>
                      </a:r>
                      <a:r>
                        <a:rPr lang="en-US" sz="1800" b="0" i="0" u="none" strike="noStrike" kern="1200" baseline="0" err="1">
                          <a:solidFill>
                            <a:schemeClr val="tx1"/>
                          </a:solidFill>
                          <a:latin typeface="+mn-lt"/>
                          <a:ea typeface="+mn-ea"/>
                          <a:cs typeface="+mn-cs"/>
                        </a:rPr>
                        <a:t>Stringr</a:t>
                      </a:r>
                      <a:r>
                        <a:rPr lang="en-US" sz="1800" b="0" i="0" u="none" strike="noStrike" kern="1200" baseline="0">
                          <a:solidFill>
                            <a:schemeClr val="tx1"/>
                          </a:solidFill>
                          <a:latin typeface="+mn-lt"/>
                          <a:ea typeface="+mn-ea"/>
                          <a:cs typeface="+mn-cs"/>
                        </a:rPr>
                        <a:t> package, Building R Packages, Running and Manipulating Packages, data import and export, attribute and data types, descriptive statistics, exploratory data analysis, </a:t>
                      </a:r>
                      <a:r>
                        <a:rPr lang="en-IN" sz="1800" b="0" i="0" u="none" strike="noStrike" kern="1200" baseline="0" err="1">
                          <a:solidFill>
                            <a:schemeClr val="tx1"/>
                          </a:solidFill>
                          <a:latin typeface="+mn-lt"/>
                          <a:ea typeface="+mn-ea"/>
                          <a:cs typeface="+mn-cs"/>
                        </a:rPr>
                        <a:t>Flexdashboard</a:t>
                      </a:r>
                      <a:r>
                        <a:rPr lang="en-IN" sz="1800" b="0" i="0" u="none" strike="noStrike" kern="1200" baseline="0">
                          <a:solidFill>
                            <a:schemeClr val="tx1"/>
                          </a:solidFill>
                          <a:latin typeface="+mn-lt"/>
                          <a:ea typeface="+mn-ea"/>
                          <a:cs typeface="+mn-cs"/>
                        </a:rPr>
                        <a:t> and R-shiny. </a:t>
                      </a:r>
                      <a:endParaRPr lang="en-IN" sz="1800" b="0" kern="1200">
                        <a:solidFill>
                          <a:schemeClr val="tx1"/>
                        </a:solidFill>
                        <a:effectLst/>
                        <a:latin typeface="+mn-lt"/>
                        <a:ea typeface="+mn-ea"/>
                        <a:cs typeface="+mn-cs"/>
                      </a:endParaRPr>
                    </a:p>
                  </a:txBody>
                  <a:tcPr marL="68580" marR="68580" marT="0"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r h="560070">
                <a:tc>
                  <a:txBody>
                    <a:bodyPr/>
                    <a:lstStyle/>
                    <a:p>
                      <a:pPr marL="0" marR="0">
                        <a:lnSpc>
                          <a:spcPct val="115000"/>
                        </a:lnSpc>
                        <a:spcBef>
                          <a:spcPts val="0"/>
                        </a:spcBef>
                        <a:spcAft>
                          <a:spcPts val="0"/>
                        </a:spcAft>
                        <a:tabLst>
                          <a:tab pos="1533525" algn="l"/>
                        </a:tabLst>
                      </a:pPr>
                      <a:r>
                        <a:rPr lang="en-US" sz="2000">
                          <a:solidFill>
                            <a:schemeClr val="tx1"/>
                          </a:solidFill>
                          <a:effectLst/>
                        </a:rPr>
                        <a:t>UNIT-III</a:t>
                      </a:r>
                      <a:endParaRPr lang="en-US" sz="1600">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gn="just">
                        <a:lnSpc>
                          <a:spcPct val="115000"/>
                        </a:lnSpc>
                        <a:spcAft>
                          <a:spcPts val="1000"/>
                        </a:spcAft>
                      </a:pPr>
                      <a:r>
                        <a:rPr lang="en-IN" sz="1800" b="1" kern="1200">
                          <a:solidFill>
                            <a:schemeClr val="tx1"/>
                          </a:solidFill>
                          <a:effectLst/>
                          <a:latin typeface="+mn-lt"/>
                          <a:ea typeface="+mn-ea"/>
                          <a:cs typeface="+mn-cs"/>
                        </a:rPr>
                        <a:t>DATA ENGINEERING FOUNDATION</a:t>
                      </a:r>
                    </a:p>
                  </a:txBody>
                  <a:tcPr marL="68580" marR="68580" marT="0" marB="0"/>
                </a:tc>
                <a:tc>
                  <a:txBody>
                    <a:bodyPr/>
                    <a:lstStyle/>
                    <a:p>
                      <a:pPr marL="0" marR="0" lvl="0" indent="0" algn="ctr" defTabSz="914400" rtl="0" eaLnBrk="1" fontAlgn="auto" latinLnBrk="0" hangingPunct="1">
                        <a:lnSpc>
                          <a:spcPct val="115000"/>
                        </a:lnSpc>
                        <a:spcBef>
                          <a:spcPts val="0"/>
                        </a:spcBef>
                        <a:spcAft>
                          <a:spcPts val="0"/>
                        </a:spcAft>
                        <a:buClrTx/>
                        <a:buSzTx/>
                        <a:buFontTx/>
                        <a:buNone/>
                        <a:tabLst>
                          <a:tab pos="1533525" algn="l"/>
                        </a:tabLst>
                        <a:defRPr/>
                      </a:pPr>
                      <a:r>
                        <a:rPr lang="en-US" sz="1600" b="1" kern="1200">
                          <a:solidFill>
                            <a:schemeClr val="tx1"/>
                          </a:solidFill>
                          <a:effectLst/>
                          <a:latin typeface="+mn-lt"/>
                          <a:ea typeface="+mn-ea"/>
                          <a:cs typeface="+mn-cs"/>
                        </a:rPr>
                        <a:t> 8 Hours</a:t>
                      </a:r>
                    </a:p>
                    <a:p>
                      <a:pPr marL="0" marR="0">
                        <a:lnSpc>
                          <a:spcPct val="115000"/>
                        </a:lnSpc>
                        <a:spcBef>
                          <a:spcPts val="0"/>
                        </a:spcBef>
                        <a:spcAft>
                          <a:spcPts val="0"/>
                        </a:spcAft>
                        <a:tabLst>
                          <a:tab pos="1533525" algn="l"/>
                        </a:tabLst>
                      </a:pPr>
                      <a:endParaRPr lang="en-US" sz="1600">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4"/>
                  </a:ext>
                </a:extLst>
              </a:tr>
              <a:tr h="874836">
                <a:tc gridSpan="3">
                  <a:txBody>
                    <a:bodyPr/>
                    <a:lstStyle/>
                    <a:p>
                      <a:pPr algn="just"/>
                      <a:r>
                        <a:rPr lang="en-US" sz="1800" b="0" i="0" u="none" strike="noStrike" kern="1200" baseline="0">
                          <a:solidFill>
                            <a:schemeClr val="tx1"/>
                          </a:solidFill>
                          <a:latin typeface="+mn-lt"/>
                          <a:ea typeface="+mn-ea"/>
                          <a:cs typeface="+mn-cs"/>
                        </a:rPr>
                        <a:t>Connecting to a database (</a:t>
                      </a:r>
                      <a:r>
                        <a:rPr lang="en-US" sz="1800" b="0" i="0" u="none" strike="noStrike" kern="1200" baseline="0" err="1">
                          <a:solidFill>
                            <a:schemeClr val="tx1"/>
                          </a:solidFill>
                          <a:latin typeface="+mn-lt"/>
                          <a:ea typeface="+mn-ea"/>
                          <a:cs typeface="+mn-cs"/>
                        </a:rPr>
                        <a:t>sqlite</a:t>
                      </a:r>
                      <a:r>
                        <a:rPr lang="en-US" sz="1800" b="0" i="0" u="none" strike="noStrike" kern="1200" baseline="0">
                          <a:solidFill>
                            <a:schemeClr val="tx1"/>
                          </a:solidFill>
                          <a:latin typeface="+mn-lt"/>
                          <a:ea typeface="+mn-ea"/>
                          <a:cs typeface="+mn-cs"/>
                        </a:rPr>
                        <a:t>) using Python, Sending DML and DDL queries and processing the result from a </a:t>
                      </a:r>
                      <a:r>
                        <a:rPr lang="en-IN" sz="1800" b="0" i="0" u="none" strike="noStrike" kern="1200" baseline="0">
                          <a:solidFill>
                            <a:schemeClr val="tx1"/>
                          </a:solidFill>
                          <a:latin typeface="+mn-lt"/>
                          <a:ea typeface="+mn-ea"/>
                          <a:cs typeface="+mn-cs"/>
                        </a:rPr>
                        <a:t>Python Program, Handling error, NOSQL query using MongoDB, MongoDB Compass.</a:t>
                      </a:r>
                      <a:endParaRPr lang="en-IN" sz="1600">
                        <a:solidFill>
                          <a:schemeClr val="tx1"/>
                        </a:solidFill>
                        <a:effectLst/>
                        <a:latin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marL="68580" marR="68580" marT="0" marB="0"/>
                </a:tc>
                <a:tc hMerge="1">
                  <a:txBody>
                    <a:bodyPr/>
                    <a:lstStyle/>
                    <a:p>
                      <a:endParaRPr lang="en-US"/>
                    </a:p>
                  </a:txBody>
                  <a:tcPr marL="68580" marR="68580" marT="0" marB="0"/>
                </a:tc>
                <a:extLst>
                  <a:ext uri="{0D108BD9-81ED-4DB2-BD59-A6C34878D82A}">
                    <a16:rowId xmlns:a16="http://schemas.microsoft.com/office/drawing/2014/main" val="10005"/>
                  </a:ext>
                </a:extLst>
              </a:tr>
            </a:tbl>
          </a:graphicData>
        </a:graphic>
      </p:graphicFrame>
      <p:sp>
        <p:nvSpPr>
          <p:cNvPr id="12320"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1A1907C-2DB7-354B-A5BE-7F376481906B}" type="slidenum">
              <a:rPr lang="en-US" altLang="en-US" sz="1200" smtClean="0">
                <a:solidFill>
                  <a:srgbClr val="898989"/>
                </a:solidFill>
              </a:rPr>
              <a:t>10</a:t>
            </a:fld>
            <a:endParaRPr lang="en-US" altLang="en-US" sz="1200">
              <a:solidFill>
                <a:srgbClr val="898989"/>
              </a:solidFill>
            </a:endParaRPr>
          </a:p>
        </p:txBody>
      </p:sp>
      <p:pic>
        <p:nvPicPr>
          <p:cNvPr id="12321"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8115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itle 1"/>
          <p:cNvSpPr txBox="1"/>
          <p:nvPr/>
        </p:nvSpPr>
        <p:spPr>
          <a:xfrm>
            <a:off x="1787525" y="1588"/>
            <a:ext cx="10404475" cy="885825"/>
          </a:xfrm>
          <a:prstGeom prst="rect">
            <a:avLst/>
          </a:prstGeom>
        </p:spPr>
        <p:style>
          <a:lnRef idx="1">
            <a:schemeClr val="accent5"/>
          </a:lnRef>
          <a:fillRef idx="2">
            <a:schemeClr val="accent5"/>
          </a:fillRef>
          <a:effectRef idx="1">
            <a:schemeClr val="accent5"/>
          </a:effectRef>
          <a:fontRef idx="minor">
            <a:schemeClr val="dk1"/>
          </a:fontRef>
        </p:style>
        <p:txBody>
          <a:bodyPr anchor="ctr">
            <a:normAutofit/>
          </a:bodyPr>
          <a:lstStyle/>
          <a:p>
            <a:pPr algn="ctr" eaLnBrk="1" fontAlgn="auto" hangingPunct="1">
              <a:lnSpc>
                <a:spcPct val="90000"/>
              </a:lnSpc>
              <a:spcAft>
                <a:spcPts val="0"/>
              </a:spcAft>
              <a:defRPr/>
            </a:pPr>
            <a:r>
              <a:rPr lang="en-US" sz="2800">
                <a:latin typeface="Times New Roman" panose="02020603050405020304" pitchFamily="18" charset="0"/>
                <a:cs typeface="Times New Roman" panose="02020603050405020304" pitchFamily="18" charset="0"/>
              </a:rPr>
              <a:t>  </a:t>
            </a:r>
            <a:r>
              <a:rPr lang="en-US" sz="3200" b="1">
                <a:latin typeface="Times New Roman" panose="02020603050405020304" pitchFamily="18" charset="0"/>
                <a:cs typeface="Times New Roman" panose="02020603050405020304" pitchFamily="18" charset="0"/>
              </a:rPr>
              <a:t>Syllabus</a:t>
            </a:r>
            <a:endParaRPr lang="en-IN" sz="3200" b="1">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IN"/>
              <a:t>25-12-2022</a:t>
            </a:r>
            <a:endParaRPr lang="en-US"/>
          </a:p>
        </p:txBody>
      </p:sp>
      <p:sp>
        <p:nvSpPr>
          <p:cNvPr id="5" name="Footer Placeholder 4"/>
          <p:cNvSpPr>
            <a:spLocks noGrp="1"/>
          </p:cNvSpPr>
          <p:nvPr>
            <p:ph type="ftr" sz="quarter" idx="11"/>
          </p:nvPr>
        </p:nvSpPr>
        <p:spPr>
          <a:xfrm>
            <a:off x="2895600" y="6356350"/>
            <a:ext cx="6477000" cy="501650"/>
          </a:xfrm>
        </p:spPr>
        <p:txBody>
          <a:bodyPr/>
          <a:lstStyle/>
          <a:p>
            <a:pPr>
              <a:defRPr/>
            </a:pPr>
            <a:r>
              <a:rPr lang="en-US"/>
              <a:t>Barkha Bhardwaj                    ACSAI0617 Programming For Data Analytics                    UNIT - 3</a:t>
            </a:r>
          </a:p>
        </p:txBody>
      </p:sp>
      <p:graphicFrame>
        <p:nvGraphicFramePr>
          <p:cNvPr id="12" name="Content Placeholder 6"/>
          <p:cNvGraphicFramePr>
            <a:graphicFrameLocks noGrp="1"/>
          </p:cNvGraphicFramePr>
          <p:nvPr>
            <p:ph idx="1"/>
            <p:extLst>
              <p:ext uri="{D42A27DB-BD31-4B8C-83A1-F6EECF244321}">
                <p14:modId xmlns:p14="http://schemas.microsoft.com/office/powerpoint/2010/main" val="4144596320"/>
              </p:ext>
            </p:extLst>
          </p:nvPr>
        </p:nvGraphicFramePr>
        <p:xfrm>
          <a:off x="387350" y="1371600"/>
          <a:ext cx="11195050" cy="3230563"/>
        </p:xfrm>
        <a:graphic>
          <a:graphicData uri="http://schemas.openxmlformats.org/drawingml/2006/table">
            <a:tbl>
              <a:tblPr firstRow="1" firstCol="1" bandRow="1">
                <a:tableStyleId>{BDBED569-4797-4DF1-A0F4-6AAB3CD982D8}</a:tableStyleId>
              </a:tblPr>
              <a:tblGrid>
                <a:gridCol w="2031492">
                  <a:extLst>
                    <a:ext uri="{9D8B030D-6E8A-4147-A177-3AD203B41FA5}">
                      <a16:colId xmlns:a16="http://schemas.microsoft.com/office/drawing/2014/main" val="20000"/>
                    </a:ext>
                  </a:extLst>
                </a:gridCol>
                <a:gridCol w="7134098">
                  <a:extLst>
                    <a:ext uri="{9D8B030D-6E8A-4147-A177-3AD203B41FA5}">
                      <a16:colId xmlns:a16="http://schemas.microsoft.com/office/drawing/2014/main" val="20001"/>
                    </a:ext>
                  </a:extLst>
                </a:gridCol>
                <a:gridCol w="2029460">
                  <a:extLst>
                    <a:ext uri="{9D8B030D-6E8A-4147-A177-3AD203B41FA5}">
                      <a16:colId xmlns:a16="http://schemas.microsoft.com/office/drawing/2014/main" val="20002"/>
                    </a:ext>
                  </a:extLst>
                </a:gridCol>
              </a:tblGrid>
              <a:tr h="366047">
                <a:tc>
                  <a:txBody>
                    <a:bodyPr/>
                    <a:lstStyle/>
                    <a:p>
                      <a:pPr marL="0" marR="0" algn="just">
                        <a:lnSpc>
                          <a:spcPct val="115000"/>
                        </a:lnSpc>
                        <a:spcBef>
                          <a:spcPts val="0"/>
                        </a:spcBef>
                        <a:spcAft>
                          <a:spcPts val="0"/>
                        </a:spcAft>
                        <a:tabLst>
                          <a:tab pos="1533525" algn="l"/>
                        </a:tabLst>
                      </a:pPr>
                      <a:r>
                        <a:rPr lang="en-US" sz="1800">
                          <a:solidFill>
                            <a:schemeClr val="tx1"/>
                          </a:solidFill>
                          <a:effectLst/>
                        </a:rPr>
                        <a:t>UNIT-IV</a:t>
                      </a:r>
                      <a:endParaRPr lang="en-US" sz="1800">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76" marR="68576" marT="0" marB="0"/>
                </a:tc>
                <a:tc>
                  <a:txBody>
                    <a:bodyPr/>
                    <a:lstStyle/>
                    <a:p>
                      <a:pPr marL="0" marR="0" lvl="0" indent="0" algn="l" defTabSz="914400" rtl="0" eaLnBrk="1" fontAlgn="auto" latinLnBrk="0" hangingPunct="1">
                        <a:lnSpc>
                          <a:spcPct val="115000"/>
                        </a:lnSpc>
                        <a:spcBef>
                          <a:spcPts val="0"/>
                        </a:spcBef>
                        <a:spcAft>
                          <a:spcPts val="0"/>
                        </a:spcAft>
                        <a:buClrTx/>
                        <a:buSzTx/>
                        <a:buFontTx/>
                        <a:buNone/>
                        <a:tabLst>
                          <a:tab pos="1533525" algn="l"/>
                        </a:tabLst>
                        <a:defRPr/>
                      </a:pPr>
                      <a:r>
                        <a:rPr lang="en-US" sz="1800" b="1" kern="1200">
                          <a:solidFill>
                            <a:schemeClr val="tx1"/>
                          </a:solidFill>
                          <a:effectLst/>
                          <a:latin typeface="+mn-lt"/>
                          <a:ea typeface="+mn-ea"/>
                          <a:cs typeface="+mn-cs"/>
                        </a:rPr>
                        <a:t>INTRODUCTION TO TENSOR FLOW AND AI</a:t>
                      </a:r>
                      <a:endParaRPr lang="en-IN" sz="1800" b="1" kern="1200">
                        <a:solidFill>
                          <a:schemeClr val="tx1"/>
                        </a:solidFill>
                        <a:effectLst/>
                        <a:latin typeface="+mn-lt"/>
                        <a:ea typeface="+mn-ea"/>
                        <a:cs typeface="+mn-cs"/>
                      </a:endParaRPr>
                    </a:p>
                  </a:txBody>
                  <a:tcPr marL="68576" marR="68576" marT="0" marB="0"/>
                </a:tc>
                <a:tc>
                  <a:txBody>
                    <a:bodyPr/>
                    <a:lstStyle/>
                    <a:p>
                      <a:pPr marL="0" marR="0" algn="ctr">
                        <a:lnSpc>
                          <a:spcPct val="115000"/>
                        </a:lnSpc>
                        <a:spcBef>
                          <a:spcPts val="0"/>
                        </a:spcBef>
                        <a:spcAft>
                          <a:spcPts val="0"/>
                        </a:spcAft>
                        <a:tabLst>
                          <a:tab pos="1533525" algn="l"/>
                        </a:tabLst>
                      </a:pPr>
                      <a:r>
                        <a:rPr lang="en-US" sz="1600">
                          <a:solidFill>
                            <a:schemeClr val="tx1"/>
                          </a:solidFill>
                          <a:effectLst/>
                        </a:rPr>
                        <a:t>8 hours</a:t>
                      </a:r>
                      <a:endParaRPr lang="en-US" sz="1200">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76" marR="68576" marT="0" marB="0"/>
                </a:tc>
                <a:extLst>
                  <a:ext uri="{0D108BD9-81ED-4DB2-BD59-A6C34878D82A}">
                    <a16:rowId xmlns:a16="http://schemas.microsoft.com/office/drawing/2014/main" val="10000"/>
                  </a:ext>
                </a:extLst>
              </a:tr>
              <a:tr h="1310000">
                <a:tc gridSpan="3">
                  <a:txBody>
                    <a:bodyPr/>
                    <a:lstStyle/>
                    <a:p>
                      <a:pPr algn="just"/>
                      <a:r>
                        <a:rPr lang="en-US" sz="1800" b="0" i="0" u="none" strike="noStrike" kern="1200" baseline="0">
                          <a:solidFill>
                            <a:schemeClr val="tx1"/>
                          </a:solidFill>
                          <a:latin typeface="+mn-lt"/>
                          <a:ea typeface="+mn-ea"/>
                          <a:cs typeface="+mn-cs"/>
                        </a:rPr>
                        <a:t>Introduction, Using TensorFlow for AI Systems, Up and Running with TensorFlow, Understanding TensorFlow Basics, Convolutional Neural Networks, Working with Text and Sequences, and </a:t>
                      </a:r>
                      <a:r>
                        <a:rPr lang="en-US" sz="1800" b="0" i="0" u="none" strike="noStrike" kern="1200" baseline="0" err="1">
                          <a:solidFill>
                            <a:schemeClr val="tx1"/>
                          </a:solidFill>
                          <a:latin typeface="+mn-lt"/>
                          <a:ea typeface="+mn-ea"/>
                          <a:cs typeface="+mn-cs"/>
                        </a:rPr>
                        <a:t>TensorBoard</a:t>
                      </a:r>
                      <a:r>
                        <a:rPr lang="en-US" sz="1800" b="0" i="0" u="none" strike="noStrike" kern="1200" baseline="0">
                          <a:solidFill>
                            <a:schemeClr val="tx1"/>
                          </a:solidFill>
                          <a:latin typeface="+mn-lt"/>
                          <a:ea typeface="+mn-ea"/>
                          <a:cs typeface="+mn-cs"/>
                        </a:rPr>
                        <a:t> Visualization, Word Vectors, Advanced RNN, and Embedding Visualization. TensorFlow Abstractions and Simplifications, Queues, Threads, and Reading Data, Distributed TensorFlow, Exporting and Serving Models with TensorFlow.</a:t>
                      </a:r>
                      <a:endParaRPr lang="en-IN" sz="1600" b="0" kern="1200">
                        <a:solidFill>
                          <a:schemeClr val="tx1"/>
                        </a:solidFill>
                        <a:effectLst/>
                        <a:latin typeface="+mn-lt"/>
                        <a:ea typeface="+mn-ea"/>
                        <a:cs typeface="+mn-cs"/>
                      </a:endParaRPr>
                    </a:p>
                  </a:txBody>
                  <a:tcPr marL="68576" marR="68576" marT="0"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366047">
                <a:tc>
                  <a:txBody>
                    <a:bodyPr/>
                    <a:lstStyle/>
                    <a:p>
                      <a:pPr marL="0" marR="0" algn="just">
                        <a:lnSpc>
                          <a:spcPct val="115000"/>
                        </a:lnSpc>
                        <a:spcBef>
                          <a:spcPts val="0"/>
                        </a:spcBef>
                        <a:spcAft>
                          <a:spcPts val="0"/>
                        </a:spcAft>
                        <a:tabLst>
                          <a:tab pos="1533525" algn="l"/>
                        </a:tabLst>
                      </a:pPr>
                      <a:r>
                        <a:rPr lang="en-US" sz="1800">
                          <a:solidFill>
                            <a:schemeClr val="tx1"/>
                          </a:solidFill>
                          <a:effectLst/>
                        </a:rPr>
                        <a:t>UNIT-V</a:t>
                      </a:r>
                      <a:endParaRPr lang="en-US" sz="1800">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76" marR="68576" marT="0" marB="0"/>
                </a:tc>
                <a:tc>
                  <a:txBody>
                    <a:bodyPr/>
                    <a:lstStyle/>
                    <a:p>
                      <a:pPr marL="0" marR="0" lvl="0" indent="0" algn="l" defTabSz="914400" rtl="0" eaLnBrk="1" fontAlgn="auto" latinLnBrk="0" hangingPunct="1">
                        <a:lnSpc>
                          <a:spcPct val="115000"/>
                        </a:lnSpc>
                        <a:spcBef>
                          <a:spcPts val="0"/>
                        </a:spcBef>
                        <a:spcAft>
                          <a:spcPts val="0"/>
                        </a:spcAft>
                        <a:buClrTx/>
                        <a:buSzTx/>
                        <a:buFontTx/>
                        <a:buNone/>
                        <a:tabLst>
                          <a:tab pos="1533525" algn="l"/>
                        </a:tabLst>
                        <a:defRPr/>
                      </a:pPr>
                      <a:r>
                        <a:rPr lang="en-IN" sz="1800" b="1" kern="1200">
                          <a:solidFill>
                            <a:schemeClr val="tx1"/>
                          </a:solidFill>
                          <a:effectLst/>
                          <a:latin typeface="+mn-lt"/>
                          <a:ea typeface="+mn-ea"/>
                          <a:cs typeface="+mn-cs"/>
                        </a:rPr>
                        <a:t>DEEP LEARNING WITH KERAS</a:t>
                      </a:r>
                      <a:endParaRPr lang="en-US" sz="1800" b="1" kern="1200">
                        <a:solidFill>
                          <a:schemeClr val="tx1"/>
                        </a:solidFill>
                        <a:effectLst/>
                        <a:latin typeface="+mn-lt"/>
                        <a:ea typeface="+mn-ea"/>
                        <a:cs typeface="+mn-cs"/>
                      </a:endParaRPr>
                    </a:p>
                  </a:txBody>
                  <a:tcPr marL="68576" marR="68576" marT="0" marB="0"/>
                </a:tc>
                <a:tc>
                  <a:txBody>
                    <a:bodyPr/>
                    <a:lstStyle/>
                    <a:p>
                      <a:pPr marL="0" marR="0" algn="ctr">
                        <a:lnSpc>
                          <a:spcPct val="115000"/>
                        </a:lnSpc>
                        <a:spcBef>
                          <a:spcPts val="0"/>
                        </a:spcBef>
                        <a:spcAft>
                          <a:spcPts val="0"/>
                        </a:spcAft>
                        <a:tabLst>
                          <a:tab pos="1533525" algn="l"/>
                        </a:tabLst>
                      </a:pPr>
                      <a:r>
                        <a:rPr lang="en-US" sz="1800" b="1" kern="1200">
                          <a:solidFill>
                            <a:schemeClr val="tx1"/>
                          </a:solidFill>
                          <a:effectLst/>
                          <a:latin typeface="+mn-lt"/>
                          <a:ea typeface="+mn-ea"/>
                          <a:cs typeface="+mn-cs"/>
                        </a:rPr>
                        <a:t>8 hours</a:t>
                      </a:r>
                    </a:p>
                  </a:txBody>
                  <a:tcPr marL="68576" marR="68576" marT="0" marB="0"/>
                </a:tc>
                <a:extLst>
                  <a:ext uri="{0D108BD9-81ED-4DB2-BD59-A6C34878D82A}">
                    <a16:rowId xmlns:a16="http://schemas.microsoft.com/office/drawing/2014/main" val="10002"/>
                  </a:ext>
                </a:extLst>
              </a:tr>
              <a:tr h="1188469">
                <a:tc gridSpan="3">
                  <a:txBody>
                    <a:bodyPr/>
                    <a:lstStyle/>
                    <a:p>
                      <a:pPr algn="just"/>
                      <a:r>
                        <a:rPr lang="en-US" sz="1800" b="0" i="0" u="none" strike="noStrike" kern="1200" baseline="0">
                          <a:solidFill>
                            <a:schemeClr val="tx1"/>
                          </a:solidFill>
                          <a:latin typeface="+mn-lt"/>
                          <a:ea typeface="+mn-ea"/>
                          <a:cs typeface="+mn-cs"/>
                        </a:rPr>
                        <a:t>Introducing Advanced Deep Learning with </a:t>
                      </a:r>
                      <a:r>
                        <a:rPr lang="en-US" sz="1800" b="0" i="0" u="none" strike="noStrike" kern="1200" baseline="0" err="1">
                          <a:solidFill>
                            <a:schemeClr val="tx1"/>
                          </a:solidFill>
                          <a:latin typeface="+mn-lt"/>
                          <a:ea typeface="+mn-ea"/>
                          <a:cs typeface="+mn-cs"/>
                        </a:rPr>
                        <a:t>Keras</a:t>
                      </a:r>
                      <a:r>
                        <a:rPr lang="en-US" sz="1800" b="0" i="0" u="none" strike="noStrike" kern="1200" baseline="0">
                          <a:solidFill>
                            <a:schemeClr val="tx1"/>
                          </a:solidFill>
                          <a:latin typeface="+mn-lt"/>
                          <a:ea typeface="+mn-ea"/>
                          <a:cs typeface="+mn-cs"/>
                        </a:rPr>
                        <a:t>, Deep Neural Networks, Autoencoders, Generative Adversarial </a:t>
                      </a:r>
                      <a:r>
                        <a:rPr lang="en-IN" sz="1800" b="0" i="0" u="none" strike="noStrike" kern="1200" baseline="0">
                          <a:solidFill>
                            <a:schemeClr val="tx1"/>
                          </a:solidFill>
                          <a:latin typeface="+mn-lt"/>
                          <a:ea typeface="+mn-ea"/>
                          <a:cs typeface="+mn-cs"/>
                        </a:rPr>
                        <a:t>Networks (GANs), Improved GANs, Disentangled Representation GANs, Cross-Domain GANs, Variational</a:t>
                      </a:r>
                    </a:p>
                    <a:p>
                      <a:pPr algn="just"/>
                      <a:r>
                        <a:rPr lang="en-US" sz="1800" b="0" i="0" u="none" strike="noStrike" kern="1200" baseline="0">
                          <a:solidFill>
                            <a:schemeClr val="tx1"/>
                          </a:solidFill>
                          <a:latin typeface="+mn-lt"/>
                          <a:ea typeface="+mn-ea"/>
                          <a:cs typeface="+mn-cs"/>
                        </a:rPr>
                        <a:t>Autoencoders (VAEs), Deep Reinforcement Learning, Policy Gradient Methods.</a:t>
                      </a:r>
                      <a:endParaRPr lang="en-US" sz="1600" b="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76" marR="68576" marT="0"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bl>
          </a:graphicData>
        </a:graphic>
      </p:graphicFrame>
      <p:sp>
        <p:nvSpPr>
          <p:cNvPr id="13336"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C97AE3E-12A1-944F-9B06-65310866655E}" type="slidenum">
              <a:rPr lang="en-US" altLang="en-US" sz="1200" smtClean="0">
                <a:solidFill>
                  <a:srgbClr val="898989"/>
                </a:solidFill>
              </a:rPr>
              <a:t>11</a:t>
            </a:fld>
            <a:endParaRPr lang="en-US" altLang="en-US" sz="1200">
              <a:solidFill>
                <a:srgbClr val="898989"/>
              </a:solidFill>
            </a:endParaRPr>
          </a:p>
        </p:txBody>
      </p:sp>
      <p:pic>
        <p:nvPicPr>
          <p:cNvPr id="13337"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8115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itle 1"/>
          <p:cNvSpPr txBox="1"/>
          <p:nvPr/>
        </p:nvSpPr>
        <p:spPr>
          <a:xfrm>
            <a:off x="1787525" y="1588"/>
            <a:ext cx="10404475" cy="885825"/>
          </a:xfrm>
          <a:prstGeom prst="rect">
            <a:avLst/>
          </a:prstGeom>
        </p:spPr>
        <p:style>
          <a:lnRef idx="1">
            <a:schemeClr val="accent5"/>
          </a:lnRef>
          <a:fillRef idx="2">
            <a:schemeClr val="accent5"/>
          </a:fillRef>
          <a:effectRef idx="1">
            <a:schemeClr val="accent5"/>
          </a:effectRef>
          <a:fontRef idx="minor">
            <a:schemeClr val="dk1"/>
          </a:fontRef>
        </p:style>
        <p:txBody>
          <a:bodyPr anchor="ctr">
            <a:normAutofit/>
          </a:bodyPr>
          <a:lstStyle/>
          <a:p>
            <a:pPr algn="ctr" eaLnBrk="1" fontAlgn="auto" hangingPunct="1">
              <a:lnSpc>
                <a:spcPct val="90000"/>
              </a:lnSpc>
              <a:spcAft>
                <a:spcPts val="0"/>
              </a:spcAft>
              <a:defRPr/>
            </a:pPr>
            <a:r>
              <a:rPr lang="en-US" sz="3200" b="1">
                <a:latin typeface="Times New Roman" panose="02020603050405020304" pitchFamily="18" charset="0"/>
                <a:cs typeface="Times New Roman" panose="02020603050405020304" pitchFamily="18" charset="0"/>
              </a:rPr>
              <a:t>  Syllabus</a:t>
            </a:r>
            <a:endParaRPr lang="en-IN" sz="3200" b="1">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857250"/>
            <a:ext cx="11887200" cy="5334000"/>
          </a:xfrm>
        </p:spPr>
        <p:txBody>
          <a:bodyPr>
            <a:noAutofit/>
          </a:bodyPr>
          <a:lstStyle/>
          <a:p>
            <a:pPr marL="0" indent="0" algn="just">
              <a:buFont typeface="Arial" panose="020B0604020202020204" pitchFamily="34" charset="0"/>
              <a:buNone/>
              <a:defRPr/>
            </a:pPr>
            <a:r>
              <a:rPr lang="en-US" sz="2400"/>
              <a:t>Data analytics is used in most sectors of businesses. Here are some primary areas where data analytics does its magic:</a:t>
            </a:r>
          </a:p>
          <a:p>
            <a:pPr algn="just">
              <a:buFont typeface="+mj-lt"/>
              <a:buAutoNum type="arabicPeriod"/>
              <a:defRPr/>
            </a:pPr>
            <a:r>
              <a:rPr lang="en-US" sz="2400">
                <a:solidFill>
                  <a:srgbClr val="51565E"/>
                </a:solidFill>
              </a:rPr>
              <a:t>Data analytics is used in the banking and e-commerce industries to detect fraudulent transactions.</a:t>
            </a:r>
          </a:p>
          <a:p>
            <a:pPr algn="just">
              <a:buFont typeface="+mj-lt"/>
              <a:buAutoNum type="arabicPeriod"/>
              <a:defRPr/>
            </a:pPr>
            <a:r>
              <a:rPr lang="en-US" sz="2400">
                <a:solidFill>
                  <a:srgbClr val="51565E"/>
                </a:solidFill>
              </a:rPr>
              <a:t>The healthcare sector uses data analytics to improve patient health by detecting diseases before they happen. It is commonly used for cancer detection.</a:t>
            </a:r>
          </a:p>
          <a:p>
            <a:pPr algn="just">
              <a:buFont typeface="+mj-lt"/>
              <a:buAutoNum type="arabicPeriod"/>
              <a:defRPr/>
            </a:pPr>
            <a:r>
              <a:rPr lang="en-US" sz="2400">
                <a:solidFill>
                  <a:srgbClr val="51565E"/>
                </a:solidFill>
              </a:rPr>
              <a:t>Data analytics finds its usage in inventory management to keep track of different items.</a:t>
            </a:r>
          </a:p>
          <a:p>
            <a:pPr algn="just">
              <a:buFont typeface="+mj-lt"/>
              <a:buAutoNum type="arabicPeriod"/>
              <a:defRPr/>
            </a:pPr>
            <a:r>
              <a:rPr lang="en-US" sz="2400">
                <a:solidFill>
                  <a:srgbClr val="51565E"/>
                </a:solidFill>
              </a:rPr>
              <a:t>Logistics companies use data analytics to ensure faster delivery of products by optimizing vehicle routes.</a:t>
            </a:r>
          </a:p>
          <a:p>
            <a:pPr algn="just">
              <a:buFont typeface="+mj-lt"/>
              <a:buAutoNum type="arabicPeriod"/>
              <a:defRPr/>
            </a:pPr>
            <a:r>
              <a:rPr lang="en-US" sz="2400">
                <a:solidFill>
                  <a:srgbClr val="51565E"/>
                </a:solidFill>
              </a:rPr>
              <a:t>Marketing professionals use analytics to reach out to the right customers and perform targeted marketing to increase ROI.</a:t>
            </a:r>
          </a:p>
          <a:p>
            <a:pPr algn="just">
              <a:buFont typeface="+mj-lt"/>
              <a:buAutoNum type="arabicPeriod"/>
              <a:defRPr/>
            </a:pPr>
            <a:r>
              <a:rPr lang="en-US" sz="2400">
                <a:solidFill>
                  <a:srgbClr val="51565E"/>
                </a:solidFill>
              </a:rPr>
              <a:t>Data analytics can be used for city planning, to build smart cities.</a:t>
            </a:r>
          </a:p>
          <a:p>
            <a:pPr marL="0" indent="0" algn="just">
              <a:buFont typeface="Arial" panose="020B0604020202020204" pitchFamily="34" charset="0"/>
              <a:buNone/>
              <a:defRPr/>
            </a:pPr>
            <a:endParaRPr lang="en-US" sz="22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quarter" idx="10"/>
          </p:nvPr>
        </p:nvSpPr>
        <p:spPr/>
        <p:txBody>
          <a:bodyPr/>
          <a:lstStyle/>
          <a:p>
            <a:pPr>
              <a:defRPr/>
            </a:pPr>
            <a:r>
              <a:rPr lang="en-IN"/>
              <a:t>25-12-2022</a:t>
            </a:r>
            <a:endParaRPr lang="en-US"/>
          </a:p>
        </p:txBody>
      </p:sp>
      <p:sp>
        <p:nvSpPr>
          <p:cNvPr id="5" name="Footer Placeholder 4"/>
          <p:cNvSpPr>
            <a:spLocks noGrp="1"/>
          </p:cNvSpPr>
          <p:nvPr>
            <p:ph type="ftr" sz="quarter" idx="11"/>
          </p:nvPr>
        </p:nvSpPr>
        <p:spPr>
          <a:xfrm>
            <a:off x="2667000" y="6356350"/>
            <a:ext cx="6218238" cy="501650"/>
          </a:xfrm>
        </p:spPr>
        <p:txBody>
          <a:bodyPr/>
          <a:lstStyle/>
          <a:p>
            <a:pPr>
              <a:defRPr/>
            </a:pPr>
            <a:r>
              <a:rPr lang="en-US"/>
              <a:t>Barkha Bhardwaj                    ACSAI0617 Programming For Data Analytics                    UNIT - 3</a:t>
            </a:r>
          </a:p>
        </p:txBody>
      </p:sp>
      <p:sp>
        <p:nvSpPr>
          <p:cNvPr id="14341"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6155B47-58C2-3B4D-A2AC-3EADB8ADEDD0}" type="slidenum">
              <a:rPr lang="en-US" altLang="en-US" sz="1200" smtClean="0">
                <a:solidFill>
                  <a:srgbClr val="898989"/>
                </a:solidFill>
              </a:rPr>
              <a:t>12</a:t>
            </a:fld>
            <a:endParaRPr lang="en-US" altLang="en-US" sz="1200">
              <a:solidFill>
                <a:srgbClr val="898989"/>
              </a:solidFill>
            </a:endParaRPr>
          </a:p>
        </p:txBody>
      </p:sp>
      <p:pic>
        <p:nvPicPr>
          <p:cNvPr id="14342"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288"/>
            <a:ext cx="158115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itle 1"/>
          <p:cNvSpPr txBox="1"/>
          <p:nvPr/>
        </p:nvSpPr>
        <p:spPr>
          <a:xfrm>
            <a:off x="1787525" y="1588"/>
            <a:ext cx="10404475" cy="885825"/>
          </a:xfrm>
          <a:prstGeom prst="rect">
            <a:avLst/>
          </a:prstGeom>
        </p:spPr>
        <p:style>
          <a:lnRef idx="1">
            <a:schemeClr val="accent5"/>
          </a:lnRef>
          <a:fillRef idx="2">
            <a:schemeClr val="accent5"/>
          </a:fillRef>
          <a:effectRef idx="1">
            <a:schemeClr val="accent5"/>
          </a:effectRef>
          <a:fontRef idx="minor">
            <a:schemeClr val="dk1"/>
          </a:fontRef>
        </p:style>
        <p:txBody>
          <a:bodyPr anchor="ctr">
            <a:normAutofit/>
          </a:bodyPr>
          <a:lstStyle/>
          <a:p>
            <a:pPr algn="ctr" eaLnBrk="1" fontAlgn="auto" hangingPunct="1">
              <a:lnSpc>
                <a:spcPct val="90000"/>
              </a:lnSpc>
              <a:spcAft>
                <a:spcPts val="0"/>
              </a:spcAft>
              <a:defRPr/>
            </a:pPr>
            <a:r>
              <a:rPr lang="en-US" sz="3200" b="1">
                <a:latin typeface="Times New Roman" panose="02020603050405020304" pitchFamily="18" charset="0"/>
                <a:cs typeface="Times New Roman" panose="02020603050405020304" pitchFamily="18" charset="0"/>
              </a:rPr>
              <a:t>  Branch-wise Applications</a:t>
            </a:r>
            <a:endParaRPr lang="en-IN" sz="3200" b="1">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p:cNvGraphicFramePr>
            <a:graphicFrameLocks noGrp="1"/>
          </p:cNvGraphicFramePr>
          <p:nvPr>
            <p:ph idx="1"/>
          </p:nvPr>
        </p:nvGraphicFramePr>
        <p:xfrm>
          <a:off x="790575" y="847725"/>
          <a:ext cx="10541000" cy="4976813"/>
        </p:xfrm>
        <a:graphic>
          <a:graphicData uri="http://schemas.openxmlformats.org/drawingml/2006/table">
            <a:tbl>
              <a:tblPr firstRow="1" firstCol="1" bandRow="1">
                <a:tableStyleId>{5C22544A-7EE6-4342-B048-85BDC9FD1C3A}</a:tableStyleId>
              </a:tblPr>
              <a:tblGrid>
                <a:gridCol w="10541000">
                  <a:extLst>
                    <a:ext uri="{9D8B030D-6E8A-4147-A177-3AD203B41FA5}">
                      <a16:colId xmlns:a16="http://schemas.microsoft.com/office/drawing/2014/main" val="20000"/>
                    </a:ext>
                  </a:extLst>
                </a:gridCol>
              </a:tblGrid>
              <a:tr h="596227">
                <a:tc>
                  <a:txBody>
                    <a:bodyPr/>
                    <a:lstStyle/>
                    <a:p>
                      <a:pPr marL="0" marR="0">
                        <a:lnSpc>
                          <a:spcPct val="115000"/>
                        </a:lnSpc>
                        <a:spcBef>
                          <a:spcPts val="0"/>
                        </a:spcBef>
                        <a:spcAft>
                          <a:spcPts val="1000"/>
                        </a:spcAft>
                        <a:tabLst>
                          <a:tab pos="1533525" algn="l"/>
                        </a:tabLst>
                      </a:pPr>
                      <a:endParaRPr lang="en-US" sz="2400">
                        <a:solidFill>
                          <a:schemeClr val="tx1"/>
                        </a:solidFill>
                        <a:effectLst/>
                        <a:latin typeface="Calibri" panose="020F0502020204030204" pitchFamily="34" charset="0"/>
                        <a:ea typeface="Calibri" panose="020F0502020204030204" pitchFamily="34" charset="0"/>
                        <a:cs typeface="Mangal" panose="02040503050203030202"/>
                      </a:endParaRPr>
                    </a:p>
                  </a:txBody>
                  <a:tcPr marL="68582" marR="68582" marT="0" marB="0">
                    <a:solidFill>
                      <a:schemeClr val="bg1"/>
                    </a:solidFill>
                  </a:tcPr>
                </a:tc>
                <a:extLst>
                  <a:ext uri="{0D108BD9-81ED-4DB2-BD59-A6C34878D82A}">
                    <a16:rowId xmlns:a16="http://schemas.microsoft.com/office/drawing/2014/main" val="10000"/>
                  </a:ext>
                </a:extLst>
              </a:tr>
              <a:tr h="4380586">
                <a:tc>
                  <a:txBody>
                    <a:bodyPr/>
                    <a:lstStyle/>
                    <a:p>
                      <a:pPr marL="342900" indent="-342900" algn="just">
                        <a:lnSpc>
                          <a:spcPct val="150000"/>
                        </a:lnSpc>
                        <a:buFont typeface="Arial" panose="020B0604020202020204" pitchFamily="34" charset="0"/>
                        <a:buChar char="•"/>
                      </a:pPr>
                      <a:r>
                        <a:rPr lang="en-US" sz="2400" b="0" kern="1200">
                          <a:solidFill>
                            <a:schemeClr val="tx1"/>
                          </a:solidFill>
                          <a:effectLst/>
                          <a:latin typeface="Times New Roman" panose="02020603050405020304" pitchFamily="18" charset="0"/>
                          <a:ea typeface="+mn-ea"/>
                          <a:cs typeface="Times New Roman" panose="02020603050405020304" pitchFamily="18" charset="0"/>
                        </a:rPr>
                        <a:t>Demonstrate knowledge of statistical data analysis techniques utilized in business decision making.</a:t>
                      </a:r>
                    </a:p>
                    <a:p>
                      <a:pPr marL="342900" indent="-342900" algn="just">
                        <a:lnSpc>
                          <a:spcPct val="150000"/>
                        </a:lnSpc>
                        <a:buFont typeface="Arial" panose="020B0604020202020204" pitchFamily="34" charset="0"/>
                        <a:buChar char="•"/>
                      </a:pPr>
                      <a:r>
                        <a:rPr lang="en-US" sz="2400" b="0" kern="1200">
                          <a:solidFill>
                            <a:schemeClr val="tx1"/>
                          </a:solidFill>
                          <a:effectLst/>
                          <a:latin typeface="Times New Roman" panose="02020603050405020304" pitchFamily="18" charset="0"/>
                          <a:ea typeface="+mn-ea"/>
                          <a:cs typeface="Times New Roman" panose="02020603050405020304" pitchFamily="18" charset="0"/>
                        </a:rPr>
                        <a:t>Apply principles of Data Science to the analysis of business problems. </a:t>
                      </a:r>
                    </a:p>
                    <a:p>
                      <a:pPr marL="342900" indent="-342900" algn="just">
                        <a:lnSpc>
                          <a:spcPct val="150000"/>
                        </a:lnSpc>
                        <a:buFont typeface="Arial" panose="020B0604020202020204" pitchFamily="34" charset="0"/>
                        <a:buChar char="•"/>
                      </a:pPr>
                      <a:r>
                        <a:rPr lang="en-US" sz="2400" b="0" kern="1200">
                          <a:solidFill>
                            <a:schemeClr val="tx1"/>
                          </a:solidFill>
                          <a:effectLst/>
                          <a:latin typeface="Times New Roman" panose="02020603050405020304" pitchFamily="18" charset="0"/>
                          <a:ea typeface="+mn-ea"/>
                          <a:cs typeface="Times New Roman" panose="02020603050405020304" pitchFamily="18" charset="0"/>
                        </a:rPr>
                        <a:t>Use data mining software to solve real-world problems. </a:t>
                      </a:r>
                    </a:p>
                    <a:p>
                      <a:pPr marL="342900" indent="-342900" algn="just">
                        <a:lnSpc>
                          <a:spcPct val="150000"/>
                        </a:lnSpc>
                        <a:buFont typeface="Arial" panose="020B0604020202020204" pitchFamily="34" charset="0"/>
                        <a:buChar char="•"/>
                      </a:pPr>
                      <a:r>
                        <a:rPr lang="en-US" sz="2400" b="0" kern="1200">
                          <a:solidFill>
                            <a:schemeClr val="tx1"/>
                          </a:solidFill>
                          <a:effectLst/>
                          <a:latin typeface="Times New Roman" panose="02020603050405020304" pitchFamily="18" charset="0"/>
                          <a:ea typeface="+mn-ea"/>
                          <a:cs typeface="Times New Roman" panose="02020603050405020304" pitchFamily="18" charset="0"/>
                        </a:rPr>
                        <a:t>Employ cutting edge tools and technologies to analyze Big Data.</a:t>
                      </a:r>
                    </a:p>
                  </a:txBody>
                  <a:tcPr marL="68582" marR="68582" marT="0" marB="0">
                    <a:solidFill>
                      <a:schemeClr val="bg1"/>
                    </a:solidFill>
                  </a:tcPr>
                </a:tc>
                <a:extLst>
                  <a:ext uri="{0D108BD9-81ED-4DB2-BD59-A6C34878D82A}">
                    <a16:rowId xmlns:a16="http://schemas.microsoft.com/office/drawing/2014/main" val="10001"/>
                  </a:ext>
                </a:extLst>
              </a:tr>
            </a:tbl>
          </a:graphicData>
        </a:graphic>
      </p:graphicFrame>
      <p:sp>
        <p:nvSpPr>
          <p:cNvPr id="4" name="Date Placeholder 3"/>
          <p:cNvSpPr>
            <a:spLocks noGrp="1"/>
          </p:cNvSpPr>
          <p:nvPr>
            <p:ph type="dt" sz="quarter" idx="10"/>
          </p:nvPr>
        </p:nvSpPr>
        <p:spPr/>
        <p:txBody>
          <a:bodyPr/>
          <a:lstStyle/>
          <a:p>
            <a:pPr>
              <a:defRPr/>
            </a:pPr>
            <a:r>
              <a:rPr lang="en-IN"/>
              <a:t>25-12-2022</a:t>
            </a:r>
            <a:endParaRPr lang="en-US"/>
          </a:p>
        </p:txBody>
      </p:sp>
      <p:sp>
        <p:nvSpPr>
          <p:cNvPr id="5" name="Footer Placeholder 4"/>
          <p:cNvSpPr>
            <a:spLocks noGrp="1"/>
          </p:cNvSpPr>
          <p:nvPr>
            <p:ph type="ftr" sz="quarter" idx="11"/>
          </p:nvPr>
        </p:nvSpPr>
        <p:spPr>
          <a:xfrm>
            <a:off x="2743200" y="6356350"/>
            <a:ext cx="6373813" cy="501650"/>
          </a:xfrm>
        </p:spPr>
        <p:txBody>
          <a:bodyPr/>
          <a:lstStyle/>
          <a:p>
            <a:pPr>
              <a:defRPr/>
            </a:pPr>
            <a:r>
              <a:rPr lang="en-US"/>
              <a:t>Barkha Bhardwaj                    ACSAI0617 Programming For Data Analytics                    UNIT - 3</a:t>
            </a:r>
          </a:p>
        </p:txBody>
      </p:sp>
      <p:sp>
        <p:nvSpPr>
          <p:cNvPr id="15372"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EAB5BCF-4482-A941-97ED-1CA4C51E57D1}" type="slidenum">
              <a:rPr lang="en-US" altLang="en-US" sz="1200" smtClean="0">
                <a:solidFill>
                  <a:srgbClr val="898989"/>
                </a:solidFill>
              </a:rPr>
              <a:t>13</a:t>
            </a:fld>
            <a:endParaRPr lang="en-US" altLang="en-US" sz="1200">
              <a:solidFill>
                <a:srgbClr val="898989"/>
              </a:solidFill>
            </a:endParaRPr>
          </a:p>
        </p:txBody>
      </p:sp>
      <p:pic>
        <p:nvPicPr>
          <p:cNvPr id="15373"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8115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1"/>
          <p:cNvSpPr txBox="1"/>
          <p:nvPr/>
        </p:nvSpPr>
        <p:spPr>
          <a:xfrm>
            <a:off x="1787525" y="1588"/>
            <a:ext cx="10404475" cy="885825"/>
          </a:xfrm>
          <a:prstGeom prst="rect">
            <a:avLst/>
          </a:prstGeom>
        </p:spPr>
        <p:style>
          <a:lnRef idx="1">
            <a:schemeClr val="accent5"/>
          </a:lnRef>
          <a:fillRef idx="2">
            <a:schemeClr val="accent5"/>
          </a:fillRef>
          <a:effectRef idx="1">
            <a:schemeClr val="accent5"/>
          </a:effectRef>
          <a:fontRef idx="minor">
            <a:schemeClr val="dk1"/>
          </a:fontRef>
        </p:style>
        <p:txBody>
          <a:bodyPr anchor="ctr">
            <a:normAutofit/>
          </a:bodyPr>
          <a:lstStyle/>
          <a:p>
            <a:pPr algn="ctr" eaLnBrk="1" fontAlgn="auto" hangingPunct="1">
              <a:lnSpc>
                <a:spcPct val="90000"/>
              </a:lnSpc>
              <a:spcAft>
                <a:spcPts val="0"/>
              </a:spcAft>
              <a:defRPr/>
            </a:pPr>
            <a:r>
              <a:rPr lang="en-US" sz="2800">
                <a:latin typeface="Times New Roman" panose="02020603050405020304" pitchFamily="18" charset="0"/>
                <a:cs typeface="Times New Roman" panose="02020603050405020304" pitchFamily="18" charset="0"/>
              </a:rPr>
              <a:t>  </a:t>
            </a:r>
            <a:r>
              <a:rPr lang="en-US" sz="3200" b="1">
                <a:latin typeface="Times New Roman" panose="02020603050405020304" pitchFamily="18" charset="0"/>
                <a:cs typeface="Times New Roman" panose="02020603050405020304" pitchFamily="18" charset="0"/>
              </a:rPr>
              <a:t>Course Objectives</a:t>
            </a:r>
            <a:endParaRPr lang="en-IN" sz="3200" b="1">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ontent Placeholder 2"/>
          <p:cNvSpPr>
            <a:spLocks noGrp="1"/>
          </p:cNvSpPr>
          <p:nvPr>
            <p:ph idx="1"/>
          </p:nvPr>
        </p:nvSpPr>
        <p:spPr>
          <a:xfrm>
            <a:off x="903288" y="1066800"/>
            <a:ext cx="10515600" cy="4740275"/>
          </a:xfrm>
        </p:spPr>
        <p:txBody>
          <a:bodyPr/>
          <a:lstStyle/>
          <a:p>
            <a:pPr marL="0" indent="0">
              <a:buFont typeface="Arial" panose="020B0604020202020204" pitchFamily="34" charset="0"/>
              <a:buNone/>
            </a:pPr>
            <a:r>
              <a:rPr lang="en-US" altLang="en-US" sz="1800">
                <a:latin typeface="Times New Roman" panose="02020603050405020304" pitchFamily="18" charset="0"/>
                <a:cs typeface="Times New Roman" panose="02020603050405020304" pitchFamily="18" charset="0"/>
              </a:rPr>
              <a:t>After completion of this course students will be able to:</a:t>
            </a:r>
          </a:p>
          <a:p>
            <a:pPr marL="0" indent="0">
              <a:buFont typeface="Arial" panose="020B0604020202020204" pitchFamily="34" charset="0"/>
              <a:buNone/>
            </a:pPr>
            <a:endParaRPr lang="en-US" altLang="en-US"/>
          </a:p>
        </p:txBody>
      </p:sp>
      <p:sp>
        <p:nvSpPr>
          <p:cNvPr id="4" name="Date Placeholder 3"/>
          <p:cNvSpPr>
            <a:spLocks noGrp="1"/>
          </p:cNvSpPr>
          <p:nvPr>
            <p:ph type="dt" sz="quarter" idx="10"/>
          </p:nvPr>
        </p:nvSpPr>
        <p:spPr/>
        <p:txBody>
          <a:bodyPr/>
          <a:lstStyle/>
          <a:p>
            <a:pPr>
              <a:defRPr/>
            </a:pPr>
            <a:r>
              <a:rPr lang="en-IN"/>
              <a:t>25-12-2022</a:t>
            </a:r>
            <a:endParaRPr lang="en-US"/>
          </a:p>
        </p:txBody>
      </p:sp>
      <p:sp>
        <p:nvSpPr>
          <p:cNvPr id="5" name="Footer Placeholder 4"/>
          <p:cNvSpPr>
            <a:spLocks noGrp="1"/>
          </p:cNvSpPr>
          <p:nvPr>
            <p:ph type="ftr" sz="quarter" idx="11"/>
          </p:nvPr>
        </p:nvSpPr>
        <p:spPr>
          <a:xfrm>
            <a:off x="2743200" y="6356350"/>
            <a:ext cx="6237288" cy="501650"/>
          </a:xfrm>
        </p:spPr>
        <p:txBody>
          <a:bodyPr/>
          <a:lstStyle/>
          <a:p>
            <a:pPr>
              <a:defRPr/>
            </a:pPr>
            <a:r>
              <a:rPr lang="en-US"/>
              <a:t>Barkha Bhardwaj                    ACSAI0617 Programming For Data Analytics                    UNIT - 3</a:t>
            </a:r>
          </a:p>
        </p:txBody>
      </p:sp>
      <p:graphicFrame>
        <p:nvGraphicFramePr>
          <p:cNvPr id="9" name="Table 8"/>
          <p:cNvGraphicFramePr>
            <a:graphicFrameLocks noGrp="1"/>
          </p:cNvGraphicFramePr>
          <p:nvPr/>
        </p:nvGraphicFramePr>
        <p:xfrm>
          <a:off x="762000" y="1524000"/>
          <a:ext cx="10744200" cy="4637086"/>
        </p:xfrm>
        <a:graphic>
          <a:graphicData uri="http://schemas.openxmlformats.org/drawingml/2006/table">
            <a:tbl>
              <a:tblPr firstRow="1" firstCol="1" bandRow="1">
                <a:tableStyleId>{5C22544A-7EE6-4342-B048-85BDC9FD1C3A}</a:tableStyleId>
              </a:tblPr>
              <a:tblGrid>
                <a:gridCol w="1987512">
                  <a:extLst>
                    <a:ext uri="{9D8B030D-6E8A-4147-A177-3AD203B41FA5}">
                      <a16:colId xmlns:a16="http://schemas.microsoft.com/office/drawing/2014/main" val="20000"/>
                    </a:ext>
                  </a:extLst>
                </a:gridCol>
                <a:gridCol w="8756688">
                  <a:extLst>
                    <a:ext uri="{9D8B030D-6E8A-4147-A177-3AD203B41FA5}">
                      <a16:colId xmlns:a16="http://schemas.microsoft.com/office/drawing/2014/main" val="20001"/>
                    </a:ext>
                  </a:extLst>
                </a:gridCol>
              </a:tblGrid>
              <a:tr h="909018">
                <a:tc>
                  <a:txBody>
                    <a:bodyPr/>
                    <a:lstStyle/>
                    <a:p>
                      <a:pPr marL="0" marR="0" algn="ctr" defTabSz="914400" rtl="0" eaLnBrk="1" latinLnBrk="0" hangingPunct="1">
                        <a:lnSpc>
                          <a:spcPct val="150000"/>
                        </a:lnSpc>
                        <a:spcBef>
                          <a:spcPts val="0"/>
                        </a:spcBef>
                        <a:spcAft>
                          <a:spcPts val="1000"/>
                        </a:spcAft>
                      </a:pPr>
                      <a:r>
                        <a:rPr lang="en-US" sz="2100" b="1" kern="1200">
                          <a:solidFill>
                            <a:schemeClr val="bg1"/>
                          </a:solidFill>
                          <a:effectLst/>
                          <a:latin typeface="Times New Roman" panose="02020603050405020304" pitchFamily="18" charset="0"/>
                          <a:ea typeface="+mn-ea"/>
                          <a:cs typeface="Times New Roman" panose="02020603050405020304" pitchFamily="18" charset="0"/>
                        </a:rPr>
                        <a:t>CO1</a:t>
                      </a:r>
                    </a:p>
                  </a:txBody>
                  <a:tcPr marL="68580" marR="68580" marT="0" marB="0"/>
                </a:tc>
                <a:tc>
                  <a:txBody>
                    <a:bodyPr/>
                    <a:lstStyle/>
                    <a:p>
                      <a:pPr marL="0" marR="0" algn="just" defTabSz="914400" rtl="0" eaLnBrk="1" latinLnBrk="0" hangingPunct="1">
                        <a:lnSpc>
                          <a:spcPct val="150000"/>
                        </a:lnSpc>
                        <a:spcBef>
                          <a:spcPts val="0"/>
                        </a:spcBef>
                        <a:spcAft>
                          <a:spcPts val="1000"/>
                        </a:spcAft>
                      </a:pPr>
                      <a:r>
                        <a:rPr lang="en-US" sz="2100" b="1" kern="1200">
                          <a:solidFill>
                            <a:schemeClr val="bg1"/>
                          </a:solidFill>
                          <a:effectLst/>
                          <a:latin typeface="Times New Roman" panose="02020603050405020304" pitchFamily="18" charset="0"/>
                          <a:ea typeface="+mn-ea"/>
                          <a:cs typeface="Times New Roman" panose="02020603050405020304" pitchFamily="18" charset="0"/>
                        </a:rPr>
                        <a:t>Install, Code and Use Python &amp; R Programming Language in R Studio IDE to perform basic tasks on Vectors, Matrices and Data frames. 	</a:t>
                      </a:r>
                    </a:p>
                  </a:txBody>
                  <a:tcPr marL="68580" marR="68580" marT="0" marB="0" anchor="ctr"/>
                </a:tc>
                <a:extLst>
                  <a:ext uri="{0D108BD9-81ED-4DB2-BD59-A6C34878D82A}">
                    <a16:rowId xmlns:a16="http://schemas.microsoft.com/office/drawing/2014/main" val="10000"/>
                  </a:ext>
                </a:extLst>
              </a:tr>
              <a:tr h="909018">
                <a:tc>
                  <a:txBody>
                    <a:bodyPr/>
                    <a:lstStyle/>
                    <a:p>
                      <a:pPr marL="0" marR="0" algn="ctr">
                        <a:lnSpc>
                          <a:spcPct val="200000"/>
                        </a:lnSpc>
                        <a:spcBef>
                          <a:spcPts val="0"/>
                        </a:spcBef>
                        <a:spcAft>
                          <a:spcPts val="1000"/>
                        </a:spcAft>
                      </a:pPr>
                      <a:r>
                        <a:rPr lang="en-US" sz="2100" b="1">
                          <a:solidFill>
                            <a:schemeClr val="bg1"/>
                          </a:solidFill>
                          <a:effectLst/>
                          <a:latin typeface="Times New Roman" panose="02020603050405020304" pitchFamily="18" charset="0"/>
                          <a:cs typeface="Times New Roman" panose="02020603050405020304" pitchFamily="18" charset="0"/>
                        </a:rPr>
                        <a:t>CO2</a:t>
                      </a:r>
                      <a:endParaRPr lang="en-US" sz="2100" b="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l"/>
                      <a:r>
                        <a:rPr lang="en-US" sz="2100" kern="1200">
                          <a:solidFill>
                            <a:schemeClr val="dk1"/>
                          </a:solidFill>
                          <a:effectLst/>
                          <a:latin typeface="Times New Roman" panose="02020603050405020304" pitchFamily="18" charset="0"/>
                          <a:ea typeface="+mn-ea"/>
                          <a:cs typeface="Times New Roman" panose="02020603050405020304" pitchFamily="18" charset="0"/>
                        </a:rPr>
                        <a:t>Implement the concept of the R packages. </a:t>
                      </a:r>
                      <a:r>
                        <a:rPr lang="en-US" sz="1800" b="0" i="0" u="none" strike="noStrike" kern="1200" baseline="0">
                          <a:solidFill>
                            <a:schemeClr val="dk1"/>
                          </a:solidFill>
                          <a:latin typeface="+mn-lt"/>
                          <a:ea typeface="+mn-ea"/>
                          <a:cs typeface="+mn-cs"/>
                        </a:rPr>
                        <a:t>	</a:t>
                      </a:r>
                    </a:p>
                  </a:txBody>
                  <a:tcPr marL="68580" marR="68580" marT="0" marB="0" anchor="ctr"/>
                </a:tc>
                <a:extLst>
                  <a:ext uri="{0D108BD9-81ED-4DB2-BD59-A6C34878D82A}">
                    <a16:rowId xmlns:a16="http://schemas.microsoft.com/office/drawing/2014/main" val="10001"/>
                  </a:ext>
                </a:extLst>
              </a:tr>
              <a:tr h="1001014">
                <a:tc>
                  <a:txBody>
                    <a:bodyPr/>
                    <a:lstStyle/>
                    <a:p>
                      <a:pPr marL="0" marR="0" algn="ctr" defTabSz="914400" rtl="0" eaLnBrk="1" latinLnBrk="0" hangingPunct="1">
                        <a:lnSpc>
                          <a:spcPct val="200000"/>
                        </a:lnSpc>
                        <a:spcBef>
                          <a:spcPts val="0"/>
                        </a:spcBef>
                        <a:spcAft>
                          <a:spcPts val="1000"/>
                        </a:spcAft>
                      </a:pPr>
                      <a:r>
                        <a:rPr lang="en-US" sz="2100" b="1" kern="1200">
                          <a:solidFill>
                            <a:srgbClr val="FF0000"/>
                          </a:solidFill>
                          <a:effectLst/>
                          <a:latin typeface="Times New Roman" panose="02020603050405020304" pitchFamily="18" charset="0"/>
                          <a:ea typeface="+mn-ea"/>
                          <a:cs typeface="Times New Roman" panose="02020603050405020304" pitchFamily="18" charset="0"/>
                        </a:rPr>
                        <a:t>CO3</a:t>
                      </a:r>
                    </a:p>
                  </a:txBody>
                  <a:tcPr marL="68580" marR="68580" marT="0" marB="0"/>
                </a:tc>
                <a:tc>
                  <a:txBody>
                    <a:bodyPr/>
                    <a:lstStyle/>
                    <a:p>
                      <a:pPr marL="0" algn="l" defTabSz="914400" rtl="0" eaLnBrk="1" latinLnBrk="0" hangingPunct="1"/>
                      <a:r>
                        <a:rPr lang="en-US" sz="2100" kern="1200">
                          <a:solidFill>
                            <a:srgbClr val="FF0000"/>
                          </a:solidFill>
                          <a:effectLst/>
                          <a:latin typeface="Times New Roman" panose="02020603050405020304" pitchFamily="18" charset="0"/>
                          <a:ea typeface="+mn-ea"/>
                          <a:cs typeface="Times New Roman" panose="02020603050405020304" pitchFamily="18" charset="0"/>
                        </a:rPr>
                        <a:t>Understand the basic concept of the MongoDB. 	</a:t>
                      </a:r>
                    </a:p>
                  </a:txBody>
                  <a:tcPr marL="68580" marR="68580" marT="0" marB="0" anchor="ctr"/>
                </a:tc>
                <a:extLst>
                  <a:ext uri="{0D108BD9-81ED-4DB2-BD59-A6C34878D82A}">
                    <a16:rowId xmlns:a16="http://schemas.microsoft.com/office/drawing/2014/main" val="10002"/>
                  </a:ext>
                </a:extLst>
              </a:tr>
              <a:tr h="909018">
                <a:tc>
                  <a:txBody>
                    <a:bodyPr/>
                    <a:lstStyle/>
                    <a:p>
                      <a:pPr marL="0" marR="0" algn="ctr" defTabSz="914400" rtl="0" eaLnBrk="1" latinLnBrk="0" hangingPunct="1">
                        <a:lnSpc>
                          <a:spcPct val="200000"/>
                        </a:lnSpc>
                        <a:spcBef>
                          <a:spcPts val="0"/>
                        </a:spcBef>
                        <a:spcAft>
                          <a:spcPts val="1000"/>
                        </a:spcAft>
                      </a:pPr>
                      <a:r>
                        <a:rPr lang="en-US" sz="2100" b="1" kern="1200">
                          <a:solidFill>
                            <a:schemeClr val="bg1"/>
                          </a:solidFill>
                          <a:effectLst/>
                          <a:latin typeface="Times New Roman" panose="02020603050405020304" pitchFamily="18" charset="0"/>
                          <a:ea typeface="+mn-ea"/>
                          <a:cs typeface="Times New Roman" panose="02020603050405020304" pitchFamily="18" charset="0"/>
                        </a:rPr>
                        <a:t>CO4</a:t>
                      </a:r>
                    </a:p>
                  </a:txBody>
                  <a:tcPr marL="68580" marR="68580" marT="0" marB="0"/>
                </a:tc>
                <a:tc>
                  <a:txBody>
                    <a:bodyPr/>
                    <a:lstStyle/>
                    <a:p>
                      <a:r>
                        <a:rPr lang="en-US" sz="2100" kern="1200">
                          <a:solidFill>
                            <a:schemeClr val="dk1"/>
                          </a:solidFill>
                          <a:effectLst/>
                          <a:latin typeface="Times New Roman" panose="02020603050405020304" pitchFamily="18" charset="0"/>
                          <a:ea typeface="+mn-ea"/>
                          <a:cs typeface="Times New Roman" panose="02020603050405020304" pitchFamily="18" charset="0"/>
                        </a:rPr>
                        <a:t>Understand and apply the concept of the RNN and </a:t>
                      </a:r>
                      <a:r>
                        <a:rPr lang="en-US" sz="2100" kern="1200" err="1">
                          <a:solidFill>
                            <a:schemeClr val="dk1"/>
                          </a:solidFill>
                          <a:effectLst/>
                          <a:latin typeface="Times New Roman" panose="02020603050405020304" pitchFamily="18" charset="0"/>
                          <a:ea typeface="+mn-ea"/>
                          <a:cs typeface="Times New Roman" panose="02020603050405020304" pitchFamily="18" charset="0"/>
                        </a:rPr>
                        <a:t>tensorflow</a:t>
                      </a:r>
                      <a:r>
                        <a:rPr lang="en-US" sz="2100" kern="1200">
                          <a:solidFill>
                            <a:schemeClr val="dk1"/>
                          </a:solidFill>
                          <a:effectLst/>
                          <a:latin typeface="Times New Roman" panose="02020603050405020304" pitchFamily="18" charset="0"/>
                          <a:ea typeface="+mn-ea"/>
                          <a:cs typeface="Times New Roman" panose="02020603050405020304" pitchFamily="18" charset="0"/>
                        </a:rPr>
                        <a:t>. </a:t>
                      </a:r>
                      <a:r>
                        <a:rPr lang="en-US" sz="1800" b="0" i="0" u="none" strike="noStrike" kern="1200" baseline="0">
                          <a:solidFill>
                            <a:schemeClr val="dk1"/>
                          </a:solidFill>
                          <a:latin typeface="+mn-lt"/>
                          <a:ea typeface="+mn-ea"/>
                          <a:cs typeface="+mn-cs"/>
                        </a:rPr>
                        <a:t>	</a:t>
                      </a:r>
                    </a:p>
                  </a:txBody>
                  <a:tcPr marL="68580" marR="68580" marT="0" marB="0" anchor="ctr"/>
                </a:tc>
                <a:extLst>
                  <a:ext uri="{0D108BD9-81ED-4DB2-BD59-A6C34878D82A}">
                    <a16:rowId xmlns:a16="http://schemas.microsoft.com/office/drawing/2014/main" val="10003"/>
                  </a:ext>
                </a:extLst>
              </a:tr>
              <a:tr h="909018">
                <a:tc>
                  <a:txBody>
                    <a:bodyPr/>
                    <a:lstStyle/>
                    <a:p>
                      <a:pPr marL="0" marR="0" algn="ctr" defTabSz="914400" rtl="0" eaLnBrk="1" latinLnBrk="0" hangingPunct="1">
                        <a:lnSpc>
                          <a:spcPct val="200000"/>
                        </a:lnSpc>
                        <a:spcBef>
                          <a:spcPts val="0"/>
                        </a:spcBef>
                        <a:spcAft>
                          <a:spcPts val="1000"/>
                        </a:spcAft>
                      </a:pPr>
                      <a:r>
                        <a:rPr lang="en-US" sz="2100" b="1" kern="1200">
                          <a:solidFill>
                            <a:schemeClr val="bg1"/>
                          </a:solidFill>
                          <a:effectLst/>
                          <a:latin typeface="Times New Roman" panose="02020603050405020304" pitchFamily="18" charset="0"/>
                          <a:ea typeface="+mn-ea"/>
                          <a:cs typeface="Times New Roman" panose="02020603050405020304" pitchFamily="18" charset="0"/>
                        </a:rPr>
                        <a:t>CO5</a:t>
                      </a:r>
                    </a:p>
                  </a:txBody>
                  <a:tcPr marL="68580" marR="68580" marT="0" marB="0"/>
                </a:tc>
                <a:tc>
                  <a:txBody>
                    <a:bodyPr/>
                    <a:lstStyle/>
                    <a:p>
                      <a:r>
                        <a:rPr lang="en-US" sz="2100" kern="1200">
                          <a:solidFill>
                            <a:schemeClr val="dk1"/>
                          </a:solidFill>
                          <a:effectLst/>
                          <a:latin typeface="Times New Roman" panose="02020603050405020304" pitchFamily="18" charset="0"/>
                          <a:ea typeface="+mn-ea"/>
                          <a:cs typeface="Times New Roman" panose="02020603050405020304" pitchFamily="18" charset="0"/>
                        </a:rPr>
                        <a:t>Understand and evaluate the concept of the </a:t>
                      </a:r>
                      <a:r>
                        <a:rPr lang="en-US" sz="2100" kern="1200" err="1">
                          <a:solidFill>
                            <a:schemeClr val="dk1"/>
                          </a:solidFill>
                          <a:effectLst/>
                          <a:latin typeface="Times New Roman" panose="02020603050405020304" pitchFamily="18" charset="0"/>
                          <a:ea typeface="+mn-ea"/>
                          <a:cs typeface="Times New Roman" panose="02020603050405020304" pitchFamily="18" charset="0"/>
                        </a:rPr>
                        <a:t>keras</a:t>
                      </a:r>
                      <a:r>
                        <a:rPr lang="en-US" sz="2100" kern="1200">
                          <a:solidFill>
                            <a:schemeClr val="dk1"/>
                          </a:solidFill>
                          <a:effectLst/>
                          <a:latin typeface="Times New Roman" panose="02020603050405020304" pitchFamily="18" charset="0"/>
                          <a:ea typeface="+mn-ea"/>
                          <a:cs typeface="Times New Roman" panose="02020603050405020304" pitchFamily="18" charset="0"/>
                        </a:rPr>
                        <a:t> in deep learning. 	</a:t>
                      </a:r>
                    </a:p>
                  </a:txBody>
                  <a:tcPr marL="68580" marR="68580" marT="0" marB="0" anchor="ctr"/>
                </a:tc>
                <a:extLst>
                  <a:ext uri="{0D108BD9-81ED-4DB2-BD59-A6C34878D82A}">
                    <a16:rowId xmlns:a16="http://schemas.microsoft.com/office/drawing/2014/main" val="10004"/>
                  </a:ext>
                </a:extLst>
              </a:tr>
            </a:tbl>
          </a:graphicData>
        </a:graphic>
      </p:graphicFrame>
      <p:sp>
        <p:nvSpPr>
          <p:cNvPr id="16409"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C59DD58-DA6F-C243-99A2-614837238D61}" type="slidenum">
              <a:rPr lang="en-US" altLang="en-US" sz="1200" smtClean="0">
                <a:solidFill>
                  <a:srgbClr val="898989"/>
                </a:solidFill>
              </a:rPr>
              <a:t>14</a:t>
            </a:fld>
            <a:endParaRPr lang="en-US" altLang="en-US" sz="1200">
              <a:solidFill>
                <a:srgbClr val="898989"/>
              </a:solidFill>
            </a:endParaRPr>
          </a:p>
        </p:txBody>
      </p:sp>
      <p:pic>
        <p:nvPicPr>
          <p:cNvPr id="16410"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8115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itle 1"/>
          <p:cNvSpPr txBox="1"/>
          <p:nvPr/>
        </p:nvSpPr>
        <p:spPr>
          <a:xfrm>
            <a:off x="1787525" y="1588"/>
            <a:ext cx="10404475" cy="885825"/>
          </a:xfrm>
          <a:prstGeom prst="rect">
            <a:avLst/>
          </a:prstGeom>
        </p:spPr>
        <p:style>
          <a:lnRef idx="1">
            <a:schemeClr val="accent5"/>
          </a:lnRef>
          <a:fillRef idx="2">
            <a:schemeClr val="accent5"/>
          </a:fillRef>
          <a:effectRef idx="1">
            <a:schemeClr val="accent5"/>
          </a:effectRef>
          <a:fontRef idx="minor">
            <a:schemeClr val="dk1"/>
          </a:fontRef>
        </p:style>
        <p:txBody>
          <a:bodyPr anchor="ctr">
            <a:normAutofit/>
          </a:bodyPr>
          <a:lstStyle/>
          <a:p>
            <a:pPr algn="ctr" eaLnBrk="1" fontAlgn="auto" hangingPunct="1">
              <a:lnSpc>
                <a:spcPct val="90000"/>
              </a:lnSpc>
              <a:spcAft>
                <a:spcPts val="0"/>
              </a:spcAft>
              <a:defRPr/>
            </a:pPr>
            <a:r>
              <a:rPr lang="en-US" sz="2800">
                <a:latin typeface="Times New Roman" panose="02020603050405020304" pitchFamily="18" charset="0"/>
                <a:cs typeface="Times New Roman" panose="02020603050405020304" pitchFamily="18" charset="0"/>
              </a:rPr>
              <a:t>  </a:t>
            </a:r>
            <a:r>
              <a:rPr lang="en-US" sz="3200" b="1">
                <a:latin typeface="Times New Roman" panose="02020603050405020304" pitchFamily="18" charset="0"/>
                <a:cs typeface="Times New Roman" panose="02020603050405020304" pitchFamily="18" charset="0"/>
              </a:rPr>
              <a:t>Course Outcomes</a:t>
            </a:r>
            <a:endParaRPr lang="en-IN" sz="3200" b="1">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IN"/>
              <a:t>25-12-2022</a:t>
            </a:r>
            <a:endParaRPr lang="en-US"/>
          </a:p>
        </p:txBody>
      </p:sp>
      <p:sp>
        <p:nvSpPr>
          <p:cNvPr id="2" name="Footer Placeholder 1"/>
          <p:cNvSpPr>
            <a:spLocks noGrp="1"/>
          </p:cNvSpPr>
          <p:nvPr>
            <p:ph type="ftr" sz="quarter" idx="11"/>
          </p:nvPr>
        </p:nvSpPr>
        <p:spPr>
          <a:xfrm>
            <a:off x="3454400" y="6356350"/>
            <a:ext cx="5948363" cy="365125"/>
          </a:xfrm>
        </p:spPr>
        <p:txBody>
          <a:bodyPr/>
          <a:lstStyle/>
          <a:p>
            <a:pPr>
              <a:defRPr/>
            </a:pPr>
            <a:r>
              <a:rPr lang="en-US"/>
              <a:t>Barkha Bhardwaj                    ACSAI0617 Programming For Data Analytics                    UNIT - 3</a:t>
            </a:r>
          </a:p>
        </p:txBody>
      </p:sp>
      <p:sp>
        <p:nvSpPr>
          <p:cNvPr id="17412"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277F935-CEC5-9440-B4B2-DF38A2ED2D16}" type="slidenum">
              <a:rPr lang="en-US" altLang="en-US" sz="1200" smtClean="0">
                <a:solidFill>
                  <a:srgbClr val="898989"/>
                </a:solidFill>
              </a:rPr>
              <a:t>15</a:t>
            </a:fld>
            <a:endParaRPr lang="en-US" altLang="en-US" sz="1200">
              <a:solidFill>
                <a:srgbClr val="898989"/>
              </a:solidFill>
            </a:endParaRPr>
          </a:p>
        </p:txBody>
      </p:sp>
      <p:pic>
        <p:nvPicPr>
          <p:cNvPr id="17413"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8115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itle 1"/>
          <p:cNvSpPr txBox="1"/>
          <p:nvPr/>
        </p:nvSpPr>
        <p:spPr>
          <a:xfrm>
            <a:off x="1787525" y="1588"/>
            <a:ext cx="10404475" cy="885825"/>
          </a:xfrm>
          <a:prstGeom prst="rect">
            <a:avLst/>
          </a:prstGeom>
        </p:spPr>
        <p:style>
          <a:lnRef idx="1">
            <a:schemeClr val="accent5"/>
          </a:lnRef>
          <a:fillRef idx="2">
            <a:schemeClr val="accent5"/>
          </a:fillRef>
          <a:effectRef idx="1">
            <a:schemeClr val="accent5"/>
          </a:effectRef>
          <a:fontRef idx="minor">
            <a:schemeClr val="dk1"/>
          </a:fontRef>
        </p:style>
        <p:txBody>
          <a:bodyPr anchor="ctr">
            <a:normAutofit/>
          </a:bodyPr>
          <a:lstStyle/>
          <a:p>
            <a:pPr algn="ctr" eaLnBrk="1" fontAlgn="auto" hangingPunct="1">
              <a:lnSpc>
                <a:spcPct val="90000"/>
              </a:lnSpc>
              <a:spcAft>
                <a:spcPts val="0"/>
              </a:spcAft>
              <a:defRPr/>
            </a:pPr>
            <a:r>
              <a:rPr lang="en-US" sz="2800">
                <a:latin typeface="Times New Roman" panose="02020603050405020304" pitchFamily="18" charset="0"/>
                <a:cs typeface="Times New Roman" panose="02020603050405020304" pitchFamily="18" charset="0"/>
              </a:rPr>
              <a:t>  </a:t>
            </a:r>
            <a:r>
              <a:rPr lang="en-US" sz="3200" b="1">
                <a:latin typeface="Times New Roman" panose="02020603050405020304" pitchFamily="18" charset="0"/>
                <a:cs typeface="Times New Roman" panose="02020603050405020304" pitchFamily="18" charset="0"/>
              </a:rPr>
              <a:t>Program Outcomes</a:t>
            </a:r>
            <a:endParaRPr lang="en-IN" sz="3200" b="1">
              <a:latin typeface="Times New Roman" panose="02020603050405020304" pitchFamily="18" charset="0"/>
              <a:cs typeface="Times New Roman" panose="02020603050405020304" pitchFamily="18" charset="0"/>
            </a:endParaRPr>
          </a:p>
        </p:txBody>
      </p:sp>
      <p:sp>
        <p:nvSpPr>
          <p:cNvPr id="17415" name="Rectangle 13"/>
          <p:cNvSpPr>
            <a:spLocks noChangeArrowheads="1"/>
          </p:cNvSpPr>
          <p:nvPr/>
        </p:nvSpPr>
        <p:spPr bwMode="auto">
          <a:xfrm>
            <a:off x="1719263" y="1119188"/>
            <a:ext cx="7424737"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en-US" altLang="en-US" sz="2400">
                <a:latin typeface="Times New Roman" panose="02020603050405020304" pitchFamily="18" charset="0"/>
                <a:cs typeface="Times New Roman" panose="02020603050405020304" pitchFamily="18" charset="0"/>
              </a:rPr>
              <a:t>1. Engineering knowledge:</a:t>
            </a:r>
          </a:p>
          <a:p>
            <a:pPr algn="just">
              <a:spcBef>
                <a:spcPct val="0"/>
              </a:spcBef>
              <a:buFontTx/>
              <a:buNone/>
            </a:pPr>
            <a:r>
              <a:rPr lang="en-US" altLang="en-US" sz="2400">
                <a:latin typeface="Times New Roman" panose="02020603050405020304" pitchFamily="18" charset="0"/>
                <a:cs typeface="Times New Roman" panose="02020603050405020304" pitchFamily="18" charset="0"/>
              </a:rPr>
              <a:t>2. Problem analysis:</a:t>
            </a:r>
            <a:endParaRPr lang="en-IN" altLang="en-US" sz="2400">
              <a:latin typeface="Times New Roman" panose="02020603050405020304" pitchFamily="18" charset="0"/>
              <a:cs typeface="Times New Roman" panose="02020603050405020304" pitchFamily="18" charset="0"/>
            </a:endParaRPr>
          </a:p>
          <a:p>
            <a:pPr algn="just">
              <a:spcBef>
                <a:spcPct val="0"/>
              </a:spcBef>
              <a:buFontTx/>
              <a:buNone/>
            </a:pPr>
            <a:r>
              <a:rPr lang="en-US" altLang="en-US" sz="2400">
                <a:latin typeface="Times New Roman" panose="02020603050405020304" pitchFamily="18" charset="0"/>
                <a:cs typeface="Times New Roman" panose="02020603050405020304" pitchFamily="18" charset="0"/>
              </a:rPr>
              <a:t>3. Design/development of solutions:</a:t>
            </a:r>
            <a:endParaRPr lang="en-IN" altLang="en-US" sz="2400">
              <a:latin typeface="Times New Roman" panose="02020603050405020304" pitchFamily="18" charset="0"/>
              <a:cs typeface="Times New Roman" panose="02020603050405020304" pitchFamily="18" charset="0"/>
            </a:endParaRPr>
          </a:p>
          <a:p>
            <a:pPr algn="just">
              <a:spcBef>
                <a:spcPct val="0"/>
              </a:spcBef>
              <a:buFontTx/>
              <a:buNone/>
            </a:pPr>
            <a:r>
              <a:rPr lang="en-US" altLang="en-US" sz="2400">
                <a:latin typeface="Times New Roman" panose="02020603050405020304" pitchFamily="18" charset="0"/>
                <a:cs typeface="Times New Roman" panose="02020603050405020304" pitchFamily="18" charset="0"/>
              </a:rPr>
              <a:t>4.Conduct investigations of complex problems</a:t>
            </a:r>
            <a:endParaRPr lang="en-IN" altLang="en-US" sz="2400">
              <a:latin typeface="Times New Roman" panose="02020603050405020304" pitchFamily="18" charset="0"/>
              <a:cs typeface="Times New Roman" panose="02020603050405020304" pitchFamily="18" charset="0"/>
            </a:endParaRPr>
          </a:p>
          <a:p>
            <a:pPr algn="just">
              <a:spcBef>
                <a:spcPct val="0"/>
              </a:spcBef>
              <a:buFontTx/>
              <a:buNone/>
            </a:pPr>
            <a:r>
              <a:rPr lang="en-US" altLang="en-US" sz="2400">
                <a:latin typeface="Times New Roman" panose="02020603050405020304" pitchFamily="18" charset="0"/>
                <a:cs typeface="Times New Roman" panose="02020603050405020304" pitchFamily="18" charset="0"/>
              </a:rPr>
              <a:t>5. Modern tool usage</a:t>
            </a:r>
          </a:p>
          <a:p>
            <a:pPr algn="just">
              <a:spcBef>
                <a:spcPct val="0"/>
              </a:spcBef>
              <a:buFontTx/>
              <a:buNone/>
            </a:pPr>
            <a:r>
              <a:rPr lang="en-US" altLang="en-US" sz="2400">
                <a:latin typeface="Times New Roman" panose="02020603050405020304" pitchFamily="18" charset="0"/>
                <a:cs typeface="Times New Roman" panose="02020603050405020304" pitchFamily="18" charset="0"/>
              </a:rPr>
              <a:t>6. The engineer and society</a:t>
            </a:r>
          </a:p>
          <a:p>
            <a:pPr algn="just">
              <a:spcBef>
                <a:spcPct val="0"/>
              </a:spcBef>
              <a:buFontTx/>
              <a:buNone/>
            </a:pPr>
            <a:r>
              <a:rPr lang="en-US" altLang="en-US" sz="2400">
                <a:latin typeface="Times New Roman" panose="02020603050405020304" pitchFamily="18" charset="0"/>
                <a:cs typeface="Times New Roman" panose="02020603050405020304" pitchFamily="18" charset="0"/>
              </a:rPr>
              <a:t>7. Environment and sustainability</a:t>
            </a:r>
          </a:p>
          <a:p>
            <a:pPr algn="just">
              <a:spcBef>
                <a:spcPct val="0"/>
              </a:spcBef>
              <a:buFontTx/>
              <a:buNone/>
            </a:pPr>
            <a:r>
              <a:rPr lang="en-US" altLang="en-US" sz="2400">
                <a:latin typeface="Times New Roman" panose="02020603050405020304" pitchFamily="18" charset="0"/>
                <a:cs typeface="Times New Roman" panose="02020603050405020304" pitchFamily="18" charset="0"/>
              </a:rPr>
              <a:t>8. Ethics:</a:t>
            </a:r>
          </a:p>
          <a:p>
            <a:pPr algn="just">
              <a:spcBef>
                <a:spcPct val="0"/>
              </a:spcBef>
              <a:buFontTx/>
              <a:buNone/>
            </a:pPr>
            <a:r>
              <a:rPr lang="en-US" altLang="en-US" sz="2400">
                <a:latin typeface="Times New Roman" panose="02020603050405020304" pitchFamily="18" charset="0"/>
                <a:cs typeface="Times New Roman" panose="02020603050405020304" pitchFamily="18" charset="0"/>
              </a:rPr>
              <a:t>9. Individual and team work</a:t>
            </a:r>
          </a:p>
          <a:p>
            <a:pPr algn="just">
              <a:spcBef>
                <a:spcPct val="0"/>
              </a:spcBef>
              <a:buFontTx/>
              <a:buNone/>
            </a:pPr>
            <a:r>
              <a:rPr lang="en-US" altLang="en-US" sz="2400">
                <a:latin typeface="Times New Roman" panose="02020603050405020304" pitchFamily="18" charset="0"/>
                <a:cs typeface="Times New Roman" panose="02020603050405020304" pitchFamily="18" charset="0"/>
              </a:rPr>
              <a:t>10. Communication: </a:t>
            </a:r>
          </a:p>
          <a:p>
            <a:pPr algn="just">
              <a:spcBef>
                <a:spcPct val="0"/>
              </a:spcBef>
              <a:buFontTx/>
              <a:buNone/>
            </a:pPr>
            <a:r>
              <a:rPr lang="en-US" altLang="en-US" sz="2400">
                <a:latin typeface="Times New Roman" panose="02020603050405020304" pitchFamily="18" charset="0"/>
                <a:cs typeface="Times New Roman" panose="02020603050405020304" pitchFamily="18" charset="0"/>
              </a:rPr>
              <a:t>11. Project management and finance</a:t>
            </a:r>
          </a:p>
          <a:p>
            <a:pPr algn="just">
              <a:spcBef>
                <a:spcPct val="0"/>
              </a:spcBef>
              <a:buFontTx/>
              <a:buNone/>
            </a:pPr>
            <a:r>
              <a:rPr lang="en-US" altLang="en-US" sz="2400">
                <a:latin typeface="Times New Roman" panose="02020603050405020304" pitchFamily="18" charset="0"/>
                <a:cs typeface="Times New Roman" panose="02020603050405020304" pitchFamily="18" charset="0"/>
              </a:rPr>
              <a:t>12. Life-long learning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9" name="Rectangle 9"/>
          <p:cNvSpPr>
            <a:spLocks noChangeArrowheads="1"/>
          </p:cNvSpPr>
          <p:nvPr/>
        </p:nvSpPr>
        <p:spPr bwMode="auto">
          <a:xfrm>
            <a:off x="2292350" y="819150"/>
            <a:ext cx="7751763" cy="1354138"/>
          </a:xfrm>
          <a:prstGeom prst="rect">
            <a:avLst/>
          </a:prstGeom>
          <a:noFill/>
          <a:ln>
            <a:no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defRPr/>
            </a:pPr>
            <a:r>
              <a:rPr lang="en-US" altLang="en-US" b="1">
                <a:cs typeface="Arial" panose="020B0604020202020204" pitchFamily="34" charset="0"/>
              </a:rPr>
              <a:t>              </a:t>
            </a:r>
          </a:p>
          <a:p>
            <a:pPr eaLnBrk="1" hangingPunct="1">
              <a:defRPr/>
            </a:pPr>
            <a:endParaRPr lang="en-US" altLang="en-US" sz="2000" b="1">
              <a:latin typeface="+mn-lt"/>
              <a:cs typeface="Arial" panose="020B0604020202020204" pitchFamily="34" charset="0"/>
            </a:endParaRPr>
          </a:p>
          <a:p>
            <a:pPr eaLnBrk="1" hangingPunct="1">
              <a:defRPr/>
            </a:pPr>
            <a:endParaRPr lang="en-US" altLang="en-US" sz="2000" b="1">
              <a:latin typeface="+mn-lt"/>
              <a:cs typeface="Arial" panose="020B0604020202020204" pitchFamily="34" charset="0"/>
            </a:endParaRPr>
          </a:p>
          <a:p>
            <a:pPr eaLnBrk="1" hangingPunct="1">
              <a:defRPr/>
            </a:pPr>
            <a:r>
              <a:rPr lang="en-US" altLang="en-US" sz="2400" b="1">
                <a:latin typeface="+mn-lt"/>
                <a:cs typeface="Arial" panose="020B0604020202020204" pitchFamily="34" charset="0"/>
              </a:rPr>
              <a:t>Mapping of Course Outcomes and Program Outcomes</a:t>
            </a:r>
            <a:r>
              <a:rPr lang="en-US" altLang="en-US" sz="2400">
                <a:latin typeface="+mn-lt"/>
                <a:cs typeface="Arial" panose="020B0604020202020204" pitchFamily="34" charset="0"/>
              </a:rPr>
              <a:t>:</a:t>
            </a:r>
            <a:endParaRPr lang="en-IN" altLang="en-US" sz="2400">
              <a:latin typeface="+mn-lt"/>
              <a:cs typeface="Arial" panose="020B0604020202020204" pitchFamily="34" charset="0"/>
            </a:endParaRPr>
          </a:p>
        </p:txBody>
      </p:sp>
      <p:sp>
        <p:nvSpPr>
          <p:cNvPr id="13" name="Date Placeholder 3"/>
          <p:cNvSpPr>
            <a:spLocks noGrp="1"/>
          </p:cNvSpPr>
          <p:nvPr>
            <p:ph type="dt" sz="quarter" idx="10"/>
          </p:nvPr>
        </p:nvSpPr>
        <p:spPr/>
        <p:txBody>
          <a:bodyPr/>
          <a:lstStyle/>
          <a:p>
            <a:pPr>
              <a:defRPr/>
            </a:pPr>
            <a:r>
              <a:rPr lang="en-IN"/>
              <a:t>25-12-2022</a:t>
            </a:r>
            <a:endParaRPr lang="en-US"/>
          </a:p>
        </p:txBody>
      </p:sp>
      <p:sp>
        <p:nvSpPr>
          <p:cNvPr id="15" name="Footer Placeholder 4"/>
          <p:cNvSpPr>
            <a:spLocks noGrp="1"/>
          </p:cNvSpPr>
          <p:nvPr>
            <p:ph type="ftr" sz="quarter" idx="11"/>
          </p:nvPr>
        </p:nvSpPr>
        <p:spPr>
          <a:xfrm>
            <a:off x="2667000" y="6356350"/>
            <a:ext cx="7162800" cy="365125"/>
          </a:xfrm>
        </p:spPr>
        <p:txBody>
          <a:bodyPr/>
          <a:lstStyle/>
          <a:p>
            <a:pPr>
              <a:defRPr/>
            </a:pPr>
            <a:r>
              <a:rPr lang="en-US"/>
              <a:t>Barkha Bhardwaj                    ACSAI0617 Programming For Data Analytics                    UNIT - 3</a:t>
            </a:r>
          </a:p>
        </p:txBody>
      </p:sp>
      <p:sp>
        <p:nvSpPr>
          <p:cNvPr id="18437"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49F26A5-A10D-F34C-899A-26D3A47DEEB6}" type="slidenum">
              <a:rPr lang="en-US" altLang="en-US" sz="1200" smtClean="0">
                <a:solidFill>
                  <a:srgbClr val="898989"/>
                </a:solidFill>
              </a:rPr>
              <a:t>16</a:t>
            </a:fld>
            <a:endParaRPr lang="en-US" altLang="en-US" sz="1200">
              <a:solidFill>
                <a:srgbClr val="898989"/>
              </a:solidFill>
            </a:endParaRPr>
          </a:p>
        </p:txBody>
      </p:sp>
      <p:pic>
        <p:nvPicPr>
          <p:cNvPr id="18438"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8115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itle 1"/>
          <p:cNvSpPr txBox="1"/>
          <p:nvPr/>
        </p:nvSpPr>
        <p:spPr>
          <a:xfrm>
            <a:off x="1787525" y="1588"/>
            <a:ext cx="10404475" cy="885825"/>
          </a:xfrm>
          <a:prstGeom prst="rect">
            <a:avLst/>
          </a:prstGeom>
        </p:spPr>
        <p:style>
          <a:lnRef idx="1">
            <a:schemeClr val="accent5"/>
          </a:lnRef>
          <a:fillRef idx="2">
            <a:schemeClr val="accent5"/>
          </a:fillRef>
          <a:effectRef idx="1">
            <a:schemeClr val="accent5"/>
          </a:effectRef>
          <a:fontRef idx="minor">
            <a:schemeClr val="dk1"/>
          </a:fontRef>
        </p:style>
        <p:txBody>
          <a:bodyPr anchor="ctr">
            <a:normAutofit/>
          </a:bodyPr>
          <a:lstStyle/>
          <a:p>
            <a:pPr algn="ctr" eaLnBrk="1" fontAlgn="auto" hangingPunct="1">
              <a:lnSpc>
                <a:spcPct val="90000"/>
              </a:lnSpc>
              <a:spcAft>
                <a:spcPts val="0"/>
              </a:spcAft>
              <a:defRPr/>
            </a:pPr>
            <a:r>
              <a:rPr lang="en-US" sz="2800">
                <a:latin typeface="Times New Roman" panose="02020603050405020304" pitchFamily="18" charset="0"/>
                <a:cs typeface="Times New Roman" panose="02020603050405020304" pitchFamily="18" charset="0"/>
              </a:rPr>
              <a:t>  </a:t>
            </a:r>
            <a:r>
              <a:rPr lang="en-US" sz="3200" b="1">
                <a:latin typeface="Times New Roman" panose="02020603050405020304" pitchFamily="18" charset="0"/>
                <a:cs typeface="Times New Roman" panose="02020603050405020304" pitchFamily="18" charset="0"/>
              </a:rPr>
              <a:t>CO-PO Mapping</a:t>
            </a:r>
            <a:endParaRPr lang="en-IN" sz="3200" b="1">
              <a:latin typeface="Times New Roman" panose="02020603050405020304" pitchFamily="18" charset="0"/>
              <a:cs typeface="Times New Roman" panose="02020603050405020304" pitchFamily="18" charset="0"/>
            </a:endParaRPr>
          </a:p>
        </p:txBody>
      </p:sp>
      <p:graphicFrame>
        <p:nvGraphicFramePr>
          <p:cNvPr id="17" name="Content Placeholder 8"/>
          <p:cNvGraphicFramePr/>
          <p:nvPr/>
        </p:nvGraphicFramePr>
        <p:xfrm>
          <a:off x="685800" y="2347913"/>
          <a:ext cx="11201403" cy="3367086"/>
        </p:xfrm>
        <a:graphic>
          <a:graphicData uri="http://schemas.openxmlformats.org/drawingml/2006/table">
            <a:tbl>
              <a:tblPr firstRow="1" bandRow="1">
                <a:tableStyleId>{5C22544A-7EE6-4342-B048-85BDC9FD1C3A}</a:tableStyleId>
              </a:tblPr>
              <a:tblGrid>
                <a:gridCol w="1496074">
                  <a:extLst>
                    <a:ext uri="{9D8B030D-6E8A-4147-A177-3AD203B41FA5}">
                      <a16:colId xmlns:a16="http://schemas.microsoft.com/office/drawing/2014/main" val="20000"/>
                    </a:ext>
                  </a:extLst>
                </a:gridCol>
                <a:gridCol w="776427">
                  <a:extLst>
                    <a:ext uri="{9D8B030D-6E8A-4147-A177-3AD203B41FA5}">
                      <a16:colId xmlns:a16="http://schemas.microsoft.com/office/drawing/2014/main" val="20001"/>
                    </a:ext>
                  </a:extLst>
                </a:gridCol>
                <a:gridCol w="776427">
                  <a:extLst>
                    <a:ext uri="{9D8B030D-6E8A-4147-A177-3AD203B41FA5}">
                      <a16:colId xmlns:a16="http://schemas.microsoft.com/office/drawing/2014/main" val="20002"/>
                    </a:ext>
                  </a:extLst>
                </a:gridCol>
                <a:gridCol w="776427">
                  <a:extLst>
                    <a:ext uri="{9D8B030D-6E8A-4147-A177-3AD203B41FA5}">
                      <a16:colId xmlns:a16="http://schemas.microsoft.com/office/drawing/2014/main" val="20003"/>
                    </a:ext>
                  </a:extLst>
                </a:gridCol>
                <a:gridCol w="776427">
                  <a:extLst>
                    <a:ext uri="{9D8B030D-6E8A-4147-A177-3AD203B41FA5}">
                      <a16:colId xmlns:a16="http://schemas.microsoft.com/office/drawing/2014/main" val="20004"/>
                    </a:ext>
                  </a:extLst>
                </a:gridCol>
                <a:gridCol w="776427">
                  <a:extLst>
                    <a:ext uri="{9D8B030D-6E8A-4147-A177-3AD203B41FA5}">
                      <a16:colId xmlns:a16="http://schemas.microsoft.com/office/drawing/2014/main" val="20005"/>
                    </a:ext>
                  </a:extLst>
                </a:gridCol>
                <a:gridCol w="776427">
                  <a:extLst>
                    <a:ext uri="{9D8B030D-6E8A-4147-A177-3AD203B41FA5}">
                      <a16:colId xmlns:a16="http://schemas.microsoft.com/office/drawing/2014/main" val="20006"/>
                    </a:ext>
                  </a:extLst>
                </a:gridCol>
                <a:gridCol w="776427">
                  <a:extLst>
                    <a:ext uri="{9D8B030D-6E8A-4147-A177-3AD203B41FA5}">
                      <a16:colId xmlns:a16="http://schemas.microsoft.com/office/drawing/2014/main" val="20007"/>
                    </a:ext>
                  </a:extLst>
                </a:gridCol>
                <a:gridCol w="776427">
                  <a:extLst>
                    <a:ext uri="{9D8B030D-6E8A-4147-A177-3AD203B41FA5}">
                      <a16:colId xmlns:a16="http://schemas.microsoft.com/office/drawing/2014/main" val="20008"/>
                    </a:ext>
                  </a:extLst>
                </a:gridCol>
                <a:gridCol w="850731">
                  <a:extLst>
                    <a:ext uri="{9D8B030D-6E8A-4147-A177-3AD203B41FA5}">
                      <a16:colId xmlns:a16="http://schemas.microsoft.com/office/drawing/2014/main" val="20009"/>
                    </a:ext>
                  </a:extLst>
                </a:gridCol>
                <a:gridCol w="881061">
                  <a:extLst>
                    <a:ext uri="{9D8B030D-6E8A-4147-A177-3AD203B41FA5}">
                      <a16:colId xmlns:a16="http://schemas.microsoft.com/office/drawing/2014/main" val="20010"/>
                    </a:ext>
                  </a:extLst>
                </a:gridCol>
                <a:gridCol w="881061">
                  <a:extLst>
                    <a:ext uri="{9D8B030D-6E8A-4147-A177-3AD203B41FA5}">
                      <a16:colId xmlns:a16="http://schemas.microsoft.com/office/drawing/2014/main" val="20011"/>
                    </a:ext>
                  </a:extLst>
                </a:gridCol>
                <a:gridCol w="881060">
                  <a:extLst>
                    <a:ext uri="{9D8B030D-6E8A-4147-A177-3AD203B41FA5}">
                      <a16:colId xmlns:a16="http://schemas.microsoft.com/office/drawing/2014/main" val="20012"/>
                    </a:ext>
                  </a:extLst>
                </a:gridCol>
              </a:tblGrid>
              <a:tr h="867457">
                <a:tc>
                  <a:txBody>
                    <a:bodyPr/>
                    <a:lstStyle/>
                    <a:p>
                      <a:endParaRPr lang="en-IN" sz="1800" b="1">
                        <a:solidFill>
                          <a:schemeClr val="tx1"/>
                        </a:solidFill>
                      </a:endParaRPr>
                    </a:p>
                  </a:txBody>
                  <a:tcPr>
                    <a:solidFill>
                      <a:schemeClr val="tx2">
                        <a:lumMod val="60000"/>
                        <a:lumOff val="40000"/>
                      </a:schemeClr>
                    </a:solidFill>
                  </a:tcPr>
                </a:tc>
                <a:tc>
                  <a:txBody>
                    <a:bodyPr/>
                    <a:lstStyle/>
                    <a:p>
                      <a:r>
                        <a:rPr lang="en-US" sz="1800" b="1">
                          <a:solidFill>
                            <a:schemeClr val="tx1"/>
                          </a:solidFill>
                        </a:rPr>
                        <a:t>PO1</a:t>
                      </a:r>
                      <a:endParaRPr lang="en-IN" sz="1800" b="1">
                        <a:solidFill>
                          <a:schemeClr val="tx1"/>
                        </a:solidFill>
                      </a:endParaRPr>
                    </a:p>
                  </a:txBody>
                  <a:tcPr/>
                </a:tc>
                <a:tc>
                  <a:txBody>
                    <a:bodyPr/>
                    <a:lstStyle/>
                    <a:p>
                      <a:r>
                        <a:rPr lang="en-US" sz="1800" b="1">
                          <a:solidFill>
                            <a:schemeClr val="tx1"/>
                          </a:solidFill>
                        </a:rPr>
                        <a:t>PO2</a:t>
                      </a:r>
                      <a:endParaRPr lang="en-IN" sz="1800" b="1">
                        <a:solidFill>
                          <a:schemeClr val="tx1"/>
                        </a:solidFill>
                      </a:endParaRPr>
                    </a:p>
                  </a:txBody>
                  <a:tcPr/>
                </a:tc>
                <a:tc>
                  <a:txBody>
                    <a:bodyPr/>
                    <a:lstStyle/>
                    <a:p>
                      <a:r>
                        <a:rPr lang="en-US" sz="1800" b="1">
                          <a:solidFill>
                            <a:schemeClr val="tx1"/>
                          </a:solidFill>
                        </a:rPr>
                        <a:t>PO3</a:t>
                      </a:r>
                      <a:endParaRPr lang="en-IN" sz="1800" b="1">
                        <a:solidFill>
                          <a:schemeClr val="tx1"/>
                        </a:solidFill>
                      </a:endParaRPr>
                    </a:p>
                  </a:txBody>
                  <a:tcPr/>
                </a:tc>
                <a:tc>
                  <a:txBody>
                    <a:bodyPr/>
                    <a:lstStyle/>
                    <a:p>
                      <a:r>
                        <a:rPr lang="en-US" sz="1800" b="1">
                          <a:solidFill>
                            <a:schemeClr val="tx1"/>
                          </a:solidFill>
                        </a:rPr>
                        <a:t>PO4</a:t>
                      </a:r>
                      <a:endParaRPr lang="en-IN" sz="1800" b="1">
                        <a:solidFill>
                          <a:schemeClr val="tx1"/>
                        </a:solidFill>
                      </a:endParaRPr>
                    </a:p>
                  </a:txBody>
                  <a:tcPr/>
                </a:tc>
                <a:tc>
                  <a:txBody>
                    <a:bodyPr/>
                    <a:lstStyle/>
                    <a:p>
                      <a:r>
                        <a:rPr lang="en-US" sz="1800" b="1">
                          <a:solidFill>
                            <a:schemeClr val="tx1"/>
                          </a:solidFill>
                        </a:rPr>
                        <a:t>PO5</a:t>
                      </a:r>
                      <a:endParaRPr lang="en-IN" sz="1800" b="1">
                        <a:solidFill>
                          <a:schemeClr val="tx1"/>
                        </a:solidFill>
                      </a:endParaRPr>
                    </a:p>
                  </a:txBody>
                  <a:tcPr/>
                </a:tc>
                <a:tc>
                  <a:txBody>
                    <a:bodyPr/>
                    <a:lstStyle/>
                    <a:p>
                      <a:r>
                        <a:rPr lang="en-US" sz="1800" b="1">
                          <a:solidFill>
                            <a:schemeClr val="tx1"/>
                          </a:solidFill>
                        </a:rPr>
                        <a:t>PO6</a:t>
                      </a:r>
                      <a:endParaRPr lang="en-IN" sz="1800" b="1">
                        <a:solidFill>
                          <a:schemeClr val="tx1"/>
                        </a:solidFill>
                      </a:endParaRPr>
                    </a:p>
                  </a:txBody>
                  <a:tcPr/>
                </a:tc>
                <a:tc>
                  <a:txBody>
                    <a:bodyPr/>
                    <a:lstStyle/>
                    <a:p>
                      <a:r>
                        <a:rPr lang="en-US" sz="1800" b="1">
                          <a:solidFill>
                            <a:schemeClr val="tx1"/>
                          </a:solidFill>
                        </a:rPr>
                        <a:t>PO7</a:t>
                      </a:r>
                      <a:endParaRPr lang="en-IN" sz="1800" b="1">
                        <a:solidFill>
                          <a:schemeClr val="tx1"/>
                        </a:solidFill>
                      </a:endParaRPr>
                    </a:p>
                  </a:txBody>
                  <a:tcPr/>
                </a:tc>
                <a:tc>
                  <a:txBody>
                    <a:bodyPr/>
                    <a:lstStyle/>
                    <a:p>
                      <a:r>
                        <a:rPr lang="en-US" sz="1800" b="1">
                          <a:solidFill>
                            <a:schemeClr val="tx1"/>
                          </a:solidFill>
                        </a:rPr>
                        <a:t>PO8</a:t>
                      </a:r>
                      <a:endParaRPr lang="en-IN" sz="1800" b="1">
                        <a:solidFill>
                          <a:schemeClr val="tx1"/>
                        </a:solidFill>
                      </a:endParaRPr>
                    </a:p>
                  </a:txBody>
                  <a:tcPr/>
                </a:tc>
                <a:tc>
                  <a:txBody>
                    <a:bodyPr/>
                    <a:lstStyle/>
                    <a:p>
                      <a:r>
                        <a:rPr lang="en-US" sz="1800" b="1">
                          <a:solidFill>
                            <a:schemeClr val="tx1"/>
                          </a:solidFill>
                        </a:rPr>
                        <a:t>PO9</a:t>
                      </a:r>
                      <a:endParaRPr lang="en-IN" sz="1800" b="1">
                        <a:solidFill>
                          <a:schemeClr val="tx1"/>
                        </a:solidFill>
                      </a:endParaRPr>
                    </a:p>
                  </a:txBody>
                  <a:tcPr/>
                </a:tc>
                <a:tc>
                  <a:txBody>
                    <a:bodyPr/>
                    <a:lstStyle/>
                    <a:p>
                      <a:r>
                        <a:rPr lang="en-US" sz="1800" b="1">
                          <a:solidFill>
                            <a:schemeClr val="tx1"/>
                          </a:solidFill>
                        </a:rPr>
                        <a:t>PO10</a:t>
                      </a:r>
                      <a:endParaRPr lang="en-IN" sz="1800" b="1">
                        <a:solidFill>
                          <a:schemeClr val="tx1"/>
                        </a:solidFill>
                      </a:endParaRPr>
                    </a:p>
                  </a:txBody>
                  <a:tcPr/>
                </a:tc>
                <a:tc>
                  <a:txBody>
                    <a:bodyPr/>
                    <a:lstStyle/>
                    <a:p>
                      <a:r>
                        <a:rPr lang="en-US" sz="1800" b="1">
                          <a:solidFill>
                            <a:schemeClr val="tx1"/>
                          </a:solidFill>
                        </a:rPr>
                        <a:t>PO11</a:t>
                      </a:r>
                      <a:endParaRPr lang="en-IN" sz="1800" b="1">
                        <a:solidFill>
                          <a:schemeClr val="tx1"/>
                        </a:solidFill>
                      </a:endParaRPr>
                    </a:p>
                  </a:txBody>
                  <a:tcPr/>
                </a:tc>
                <a:tc>
                  <a:txBody>
                    <a:bodyPr/>
                    <a:lstStyle/>
                    <a:p>
                      <a:r>
                        <a:rPr lang="en-US" sz="1800" b="1">
                          <a:solidFill>
                            <a:schemeClr val="tx1"/>
                          </a:solidFill>
                        </a:rPr>
                        <a:t>PO12</a:t>
                      </a:r>
                      <a:endParaRPr lang="en-IN" sz="1800" b="1">
                        <a:solidFill>
                          <a:schemeClr val="tx1"/>
                        </a:solidFill>
                      </a:endParaRPr>
                    </a:p>
                  </a:txBody>
                  <a:tcPr/>
                </a:tc>
                <a:extLst>
                  <a:ext uri="{0D108BD9-81ED-4DB2-BD59-A6C34878D82A}">
                    <a16:rowId xmlns:a16="http://schemas.microsoft.com/office/drawing/2014/main" val="10000"/>
                  </a:ext>
                </a:extLst>
              </a:tr>
              <a:tr h="516877">
                <a:tc>
                  <a:txBody>
                    <a:bodyPr/>
                    <a:lstStyle/>
                    <a:p>
                      <a:r>
                        <a:rPr lang="en-US" sz="1800" b="1">
                          <a:solidFill>
                            <a:schemeClr val="tx1"/>
                          </a:solidFill>
                        </a:rPr>
                        <a:t>CO.1</a:t>
                      </a:r>
                      <a:endParaRPr lang="en-IN" sz="1800" b="1">
                        <a:solidFill>
                          <a:schemeClr val="tx1"/>
                        </a:solidFill>
                      </a:endParaRPr>
                    </a:p>
                  </a:txBody>
                  <a:tcPr>
                    <a:solidFill>
                      <a:schemeClr val="tx2">
                        <a:lumMod val="60000"/>
                        <a:lumOff val="40000"/>
                      </a:schemeClr>
                    </a:solidFill>
                  </a:tcPr>
                </a:tc>
                <a:tc>
                  <a:txBody>
                    <a:bodyPr/>
                    <a:lstStyle/>
                    <a:p>
                      <a:pPr>
                        <a:lnSpc>
                          <a:spcPct val="115000"/>
                        </a:lnSpc>
                        <a:spcAft>
                          <a:spcPts val="0"/>
                        </a:spcAft>
                      </a:pPr>
                      <a:r>
                        <a:rPr lang="en-US" sz="1800" b="1">
                          <a:solidFill>
                            <a:schemeClr val="tx1"/>
                          </a:solidFill>
                          <a:latin typeface="Calibri" panose="020F0502020204030204"/>
                          <a:ea typeface="Calibri" panose="020F0502020204030204"/>
                          <a:cs typeface="Times New Roman" panose="02020603050405020304"/>
                        </a:rPr>
                        <a:t>3</a:t>
                      </a:r>
                      <a:endParaRPr lang="en-IN" sz="1800" b="1">
                        <a:solidFill>
                          <a:schemeClr val="tx1"/>
                        </a:solidFill>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800" b="1">
                          <a:solidFill>
                            <a:schemeClr val="tx1"/>
                          </a:solidFill>
                          <a:latin typeface="Calibri" panose="020F0502020204030204"/>
                          <a:ea typeface="Calibri" panose="020F0502020204030204"/>
                          <a:cs typeface="Times New Roman" panose="02020603050405020304"/>
                        </a:rPr>
                        <a:t>3</a:t>
                      </a:r>
                      <a:endParaRPr lang="en-IN" sz="1800" b="1">
                        <a:solidFill>
                          <a:schemeClr val="tx1"/>
                        </a:solidFill>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800" b="1">
                          <a:solidFill>
                            <a:schemeClr val="tx1"/>
                          </a:solidFill>
                          <a:latin typeface="Calibri" panose="020F0502020204030204"/>
                          <a:ea typeface="Calibri" panose="020F0502020204030204"/>
                          <a:cs typeface="Times New Roman" panose="02020603050405020304"/>
                        </a:rPr>
                        <a:t>3</a:t>
                      </a:r>
                      <a:endParaRPr lang="en-IN" sz="1800" b="1">
                        <a:solidFill>
                          <a:schemeClr val="tx1"/>
                        </a:solidFill>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800" b="1">
                          <a:solidFill>
                            <a:schemeClr val="tx1"/>
                          </a:solidFill>
                          <a:latin typeface="Calibri" panose="020F0502020204030204"/>
                          <a:ea typeface="Calibri" panose="020F0502020204030204"/>
                          <a:cs typeface="Times New Roman" panose="02020603050405020304"/>
                        </a:rPr>
                        <a:t>2</a:t>
                      </a:r>
                      <a:endParaRPr lang="en-IN" sz="1800" b="1">
                        <a:solidFill>
                          <a:schemeClr val="tx1"/>
                        </a:solidFill>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800" b="1">
                          <a:solidFill>
                            <a:schemeClr val="tx1"/>
                          </a:solidFill>
                          <a:latin typeface="Calibri" panose="020F0502020204030204"/>
                          <a:ea typeface="Calibri" panose="020F0502020204030204"/>
                          <a:cs typeface="Times New Roman" panose="02020603050405020304"/>
                        </a:rPr>
                        <a:t>1</a:t>
                      </a:r>
                      <a:endParaRPr lang="en-IN" sz="1800" b="1">
                        <a:solidFill>
                          <a:schemeClr val="tx1"/>
                        </a:solidFill>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endParaRPr lang="en-US" sz="1800" b="1">
                        <a:solidFill>
                          <a:schemeClr val="tx1"/>
                        </a:solidFill>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endParaRPr lang="en-US" sz="1800" b="1">
                        <a:solidFill>
                          <a:schemeClr val="tx1"/>
                        </a:solidFill>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endParaRPr lang="en-US" sz="1800" b="1">
                        <a:solidFill>
                          <a:schemeClr val="tx1"/>
                        </a:solidFill>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800" b="1">
                          <a:solidFill>
                            <a:schemeClr val="tx1"/>
                          </a:solidFill>
                          <a:latin typeface="Calibri" panose="020F0502020204030204"/>
                          <a:ea typeface="Calibri" panose="020F0502020204030204"/>
                          <a:cs typeface="Times New Roman" panose="02020603050405020304"/>
                        </a:rPr>
                        <a:t>2</a:t>
                      </a:r>
                      <a:endParaRPr lang="en-IN" sz="1800" b="1">
                        <a:solidFill>
                          <a:schemeClr val="tx1"/>
                        </a:solidFill>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endParaRPr lang="en-US" sz="1800" b="1">
                        <a:solidFill>
                          <a:schemeClr val="tx1"/>
                        </a:solidFill>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endParaRPr lang="en-US" sz="1800" b="1">
                        <a:solidFill>
                          <a:schemeClr val="tx1"/>
                        </a:solidFill>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800" b="1">
                          <a:solidFill>
                            <a:schemeClr val="tx1"/>
                          </a:solidFill>
                          <a:latin typeface="Calibri" panose="020F0502020204030204"/>
                          <a:ea typeface="Calibri" panose="020F0502020204030204"/>
                          <a:cs typeface="Times New Roman" panose="02020603050405020304"/>
                        </a:rPr>
                        <a:t>3</a:t>
                      </a:r>
                      <a:endParaRPr lang="en-IN" sz="1800" b="1">
                        <a:solidFill>
                          <a:schemeClr val="tx1"/>
                        </a:solidFill>
                        <a:latin typeface="Calibri" panose="020F0502020204030204"/>
                        <a:ea typeface="Calibri" panose="020F0502020204030204"/>
                        <a:cs typeface="Times New Roman" panose="02020603050405020304"/>
                      </a:endParaRPr>
                    </a:p>
                  </a:txBody>
                  <a:tcPr marL="68580" marR="68580" marT="0" marB="0"/>
                </a:tc>
                <a:extLst>
                  <a:ext uri="{0D108BD9-81ED-4DB2-BD59-A6C34878D82A}">
                    <a16:rowId xmlns:a16="http://schemas.microsoft.com/office/drawing/2014/main" val="10001"/>
                  </a:ext>
                </a:extLst>
              </a:tr>
              <a:tr h="495688">
                <a:tc>
                  <a:txBody>
                    <a:bodyPr/>
                    <a:lstStyle/>
                    <a:p>
                      <a:r>
                        <a:rPr lang="en-US" sz="1800" b="0">
                          <a:solidFill>
                            <a:schemeClr val="tx1"/>
                          </a:solidFill>
                        </a:rPr>
                        <a:t>CO.2</a:t>
                      </a:r>
                      <a:endParaRPr lang="en-IN" sz="1800" b="0">
                        <a:solidFill>
                          <a:schemeClr val="tx1"/>
                        </a:solidFill>
                      </a:endParaRPr>
                    </a:p>
                  </a:txBody>
                  <a:tcPr>
                    <a:solidFill>
                      <a:schemeClr val="tx2">
                        <a:lumMod val="60000"/>
                        <a:lumOff val="40000"/>
                      </a:schemeClr>
                    </a:solidFill>
                  </a:tcPr>
                </a:tc>
                <a:tc>
                  <a:txBody>
                    <a:bodyPr/>
                    <a:lstStyle/>
                    <a:p>
                      <a:pPr marL="0" algn="l" defTabSz="914400" rtl="0" eaLnBrk="1" latinLnBrk="0" hangingPunct="1">
                        <a:lnSpc>
                          <a:spcPct val="115000"/>
                        </a:lnSpc>
                        <a:spcAft>
                          <a:spcPts val="0"/>
                        </a:spcAft>
                      </a:pPr>
                      <a:r>
                        <a:rPr lang="en-US" sz="1800" b="0" kern="1200">
                          <a:solidFill>
                            <a:schemeClr val="tx1"/>
                          </a:solidFill>
                          <a:latin typeface="Calibri" panose="020F0502020204030204"/>
                          <a:ea typeface="+mn-ea"/>
                          <a:cs typeface="Times New Roman" panose="02020603050405020304"/>
                        </a:rPr>
                        <a:t>3</a:t>
                      </a:r>
                      <a:endParaRPr lang="en-IN" sz="1800" b="0" kern="1200">
                        <a:solidFill>
                          <a:schemeClr val="tx1"/>
                        </a:solidFill>
                        <a:latin typeface="Calibri" panose="020F0502020204030204"/>
                        <a:ea typeface="+mn-ea"/>
                        <a:cs typeface="Times New Roman" panose="02020603050405020304"/>
                      </a:endParaRPr>
                    </a:p>
                  </a:txBody>
                  <a:tcPr marL="68580" marR="68580" marT="0" marB="0"/>
                </a:tc>
                <a:tc>
                  <a:txBody>
                    <a:bodyPr/>
                    <a:lstStyle/>
                    <a:p>
                      <a:pPr marL="0" algn="l" defTabSz="914400" rtl="0" eaLnBrk="1" latinLnBrk="0" hangingPunct="1">
                        <a:lnSpc>
                          <a:spcPct val="115000"/>
                        </a:lnSpc>
                        <a:spcAft>
                          <a:spcPts val="0"/>
                        </a:spcAft>
                      </a:pPr>
                      <a:r>
                        <a:rPr lang="en-US" sz="1800" b="0" kern="1200">
                          <a:solidFill>
                            <a:schemeClr val="tx1"/>
                          </a:solidFill>
                          <a:latin typeface="Calibri" panose="020F0502020204030204"/>
                          <a:ea typeface="+mn-ea"/>
                          <a:cs typeface="Times New Roman" panose="02020603050405020304"/>
                        </a:rPr>
                        <a:t>3</a:t>
                      </a:r>
                      <a:endParaRPr lang="en-IN" sz="1800" b="0" kern="1200">
                        <a:solidFill>
                          <a:schemeClr val="tx1"/>
                        </a:solidFill>
                        <a:latin typeface="Calibri" panose="020F0502020204030204"/>
                        <a:ea typeface="+mn-ea"/>
                        <a:cs typeface="Times New Roman" panose="02020603050405020304"/>
                      </a:endParaRPr>
                    </a:p>
                  </a:txBody>
                  <a:tcPr marL="68580" marR="68580" marT="0" marB="0"/>
                </a:tc>
                <a:tc>
                  <a:txBody>
                    <a:bodyPr/>
                    <a:lstStyle/>
                    <a:p>
                      <a:pPr marL="0" algn="l" defTabSz="914400" rtl="0" eaLnBrk="1" latinLnBrk="0" hangingPunct="1">
                        <a:lnSpc>
                          <a:spcPct val="115000"/>
                        </a:lnSpc>
                        <a:spcAft>
                          <a:spcPts val="0"/>
                        </a:spcAft>
                      </a:pPr>
                      <a:r>
                        <a:rPr lang="en-US" sz="1800" b="0" kern="1200">
                          <a:solidFill>
                            <a:schemeClr val="tx1"/>
                          </a:solidFill>
                          <a:latin typeface="Calibri" panose="020F0502020204030204"/>
                          <a:ea typeface="+mn-ea"/>
                          <a:cs typeface="Times New Roman" panose="02020603050405020304"/>
                        </a:rPr>
                        <a:t>3</a:t>
                      </a:r>
                      <a:endParaRPr lang="en-IN" sz="1800" b="0" kern="1200">
                        <a:solidFill>
                          <a:schemeClr val="tx1"/>
                        </a:solidFill>
                        <a:latin typeface="Calibri" panose="020F0502020204030204"/>
                        <a:ea typeface="+mn-ea"/>
                        <a:cs typeface="Times New Roman" panose="02020603050405020304"/>
                      </a:endParaRPr>
                    </a:p>
                  </a:txBody>
                  <a:tcPr marL="68580" marR="68580" marT="0" marB="0"/>
                </a:tc>
                <a:tc>
                  <a:txBody>
                    <a:bodyPr/>
                    <a:lstStyle/>
                    <a:p>
                      <a:pPr marL="0" algn="l" defTabSz="914400" rtl="0" eaLnBrk="1" latinLnBrk="0" hangingPunct="1">
                        <a:lnSpc>
                          <a:spcPct val="115000"/>
                        </a:lnSpc>
                        <a:spcAft>
                          <a:spcPts val="0"/>
                        </a:spcAft>
                      </a:pPr>
                      <a:r>
                        <a:rPr lang="en-US" sz="1800" b="0" kern="1200">
                          <a:solidFill>
                            <a:schemeClr val="tx1"/>
                          </a:solidFill>
                          <a:latin typeface="Calibri" panose="020F0502020204030204"/>
                          <a:ea typeface="+mn-ea"/>
                          <a:cs typeface="Times New Roman" panose="02020603050405020304"/>
                        </a:rPr>
                        <a:t>2</a:t>
                      </a:r>
                      <a:endParaRPr lang="en-IN" sz="1800" b="0" kern="1200">
                        <a:solidFill>
                          <a:schemeClr val="tx1"/>
                        </a:solidFill>
                        <a:latin typeface="Calibri" panose="020F0502020204030204"/>
                        <a:ea typeface="+mn-ea"/>
                        <a:cs typeface="Times New Roman" panose="02020603050405020304"/>
                      </a:endParaRPr>
                    </a:p>
                  </a:txBody>
                  <a:tcPr marL="68580" marR="68580" marT="0" marB="0"/>
                </a:tc>
                <a:tc>
                  <a:txBody>
                    <a:bodyPr/>
                    <a:lstStyle/>
                    <a:p>
                      <a:pPr marL="0" algn="l" defTabSz="914400" rtl="0" eaLnBrk="1" latinLnBrk="0" hangingPunct="1">
                        <a:lnSpc>
                          <a:spcPct val="115000"/>
                        </a:lnSpc>
                        <a:spcAft>
                          <a:spcPts val="0"/>
                        </a:spcAft>
                      </a:pPr>
                      <a:r>
                        <a:rPr lang="en-US" sz="1800" b="0" kern="1200">
                          <a:solidFill>
                            <a:schemeClr val="tx1"/>
                          </a:solidFill>
                          <a:latin typeface="Calibri" panose="020F0502020204030204"/>
                          <a:ea typeface="+mn-ea"/>
                          <a:cs typeface="Times New Roman" panose="02020603050405020304"/>
                        </a:rPr>
                        <a:t>1</a:t>
                      </a:r>
                      <a:endParaRPr lang="en-IN" sz="1800" b="0" kern="1200">
                        <a:solidFill>
                          <a:schemeClr val="tx1"/>
                        </a:solidFill>
                        <a:latin typeface="Calibri" panose="020F0502020204030204"/>
                        <a:ea typeface="+mn-ea"/>
                        <a:cs typeface="Times New Roman" panose="02020603050405020304"/>
                      </a:endParaRPr>
                    </a:p>
                  </a:txBody>
                  <a:tcPr marL="68580" marR="68580" marT="0" marB="0"/>
                </a:tc>
                <a:tc>
                  <a:txBody>
                    <a:bodyPr/>
                    <a:lstStyle/>
                    <a:p>
                      <a:pPr marL="0" algn="l" defTabSz="914400" rtl="0" eaLnBrk="1" latinLnBrk="0" hangingPunct="1">
                        <a:lnSpc>
                          <a:spcPct val="115000"/>
                        </a:lnSpc>
                        <a:spcAft>
                          <a:spcPts val="0"/>
                        </a:spcAft>
                      </a:pPr>
                      <a:endParaRPr lang="en-US" sz="1800" b="0" kern="1200">
                        <a:solidFill>
                          <a:schemeClr val="tx1"/>
                        </a:solidFill>
                        <a:latin typeface="Calibri" panose="020F0502020204030204"/>
                        <a:ea typeface="+mn-ea"/>
                        <a:cs typeface="Times New Roman" panose="02020603050405020304"/>
                      </a:endParaRPr>
                    </a:p>
                  </a:txBody>
                  <a:tcPr marL="68580" marR="68580" marT="0" marB="0"/>
                </a:tc>
                <a:tc>
                  <a:txBody>
                    <a:bodyPr/>
                    <a:lstStyle/>
                    <a:p>
                      <a:pPr marL="0" algn="l" defTabSz="914400" rtl="0" eaLnBrk="1" latinLnBrk="0" hangingPunct="1">
                        <a:lnSpc>
                          <a:spcPct val="115000"/>
                        </a:lnSpc>
                        <a:spcAft>
                          <a:spcPts val="0"/>
                        </a:spcAft>
                      </a:pPr>
                      <a:endParaRPr lang="en-US" sz="1800" b="0" kern="1200">
                        <a:solidFill>
                          <a:schemeClr val="tx1"/>
                        </a:solidFill>
                        <a:latin typeface="Calibri" panose="020F0502020204030204"/>
                        <a:ea typeface="+mn-ea"/>
                        <a:cs typeface="Times New Roman" panose="02020603050405020304"/>
                      </a:endParaRPr>
                    </a:p>
                  </a:txBody>
                  <a:tcPr marL="68580" marR="68580" marT="0" marB="0"/>
                </a:tc>
                <a:tc>
                  <a:txBody>
                    <a:bodyPr/>
                    <a:lstStyle/>
                    <a:p>
                      <a:pPr marL="0" algn="l" defTabSz="914400" rtl="0" eaLnBrk="1" latinLnBrk="0" hangingPunct="1">
                        <a:lnSpc>
                          <a:spcPct val="115000"/>
                        </a:lnSpc>
                        <a:spcAft>
                          <a:spcPts val="0"/>
                        </a:spcAft>
                      </a:pPr>
                      <a:endParaRPr lang="en-US" sz="1800" b="0" kern="1200">
                        <a:solidFill>
                          <a:schemeClr val="tx1"/>
                        </a:solidFill>
                        <a:latin typeface="Calibri" panose="020F0502020204030204"/>
                        <a:ea typeface="+mn-ea"/>
                        <a:cs typeface="Times New Roman" panose="02020603050405020304"/>
                      </a:endParaRPr>
                    </a:p>
                  </a:txBody>
                  <a:tcPr marL="68580" marR="68580" marT="0" marB="0"/>
                </a:tc>
                <a:tc>
                  <a:txBody>
                    <a:bodyPr/>
                    <a:lstStyle/>
                    <a:p>
                      <a:pPr marL="0" algn="l" defTabSz="914400" rtl="0" eaLnBrk="1" latinLnBrk="0" hangingPunct="1">
                        <a:lnSpc>
                          <a:spcPct val="115000"/>
                        </a:lnSpc>
                        <a:spcAft>
                          <a:spcPts val="0"/>
                        </a:spcAft>
                      </a:pPr>
                      <a:r>
                        <a:rPr lang="en-US" sz="1800" b="0" kern="1200">
                          <a:solidFill>
                            <a:schemeClr val="tx1"/>
                          </a:solidFill>
                          <a:latin typeface="Calibri" panose="020F0502020204030204"/>
                          <a:ea typeface="+mn-ea"/>
                          <a:cs typeface="Times New Roman" panose="02020603050405020304"/>
                        </a:rPr>
                        <a:t>2</a:t>
                      </a:r>
                      <a:endParaRPr lang="en-IN" sz="1800" b="0" kern="1200">
                        <a:solidFill>
                          <a:schemeClr val="tx1"/>
                        </a:solidFill>
                        <a:latin typeface="Calibri" panose="020F0502020204030204"/>
                        <a:ea typeface="+mn-ea"/>
                        <a:cs typeface="Times New Roman" panose="02020603050405020304"/>
                      </a:endParaRPr>
                    </a:p>
                  </a:txBody>
                  <a:tcPr marL="68580" marR="68580" marT="0" marB="0"/>
                </a:tc>
                <a:tc>
                  <a:txBody>
                    <a:bodyPr/>
                    <a:lstStyle/>
                    <a:p>
                      <a:pPr marL="0" algn="l" defTabSz="914400" rtl="0" eaLnBrk="1" latinLnBrk="0" hangingPunct="1">
                        <a:lnSpc>
                          <a:spcPct val="115000"/>
                        </a:lnSpc>
                        <a:spcAft>
                          <a:spcPts val="0"/>
                        </a:spcAft>
                      </a:pPr>
                      <a:endParaRPr lang="en-US" sz="1800" b="0" kern="1200">
                        <a:solidFill>
                          <a:schemeClr val="tx1"/>
                        </a:solidFill>
                        <a:latin typeface="Calibri" panose="020F0502020204030204"/>
                        <a:ea typeface="+mn-ea"/>
                        <a:cs typeface="Times New Roman" panose="02020603050405020304"/>
                      </a:endParaRPr>
                    </a:p>
                  </a:txBody>
                  <a:tcPr marL="68580" marR="68580" marT="0" marB="0"/>
                </a:tc>
                <a:tc>
                  <a:txBody>
                    <a:bodyPr/>
                    <a:lstStyle/>
                    <a:p>
                      <a:pPr marL="0" algn="l" defTabSz="914400" rtl="0" eaLnBrk="1" latinLnBrk="0" hangingPunct="1">
                        <a:lnSpc>
                          <a:spcPct val="115000"/>
                        </a:lnSpc>
                        <a:spcAft>
                          <a:spcPts val="0"/>
                        </a:spcAft>
                      </a:pPr>
                      <a:endParaRPr lang="en-US" sz="1800" b="0" kern="1200">
                        <a:solidFill>
                          <a:schemeClr val="tx1"/>
                        </a:solidFill>
                        <a:latin typeface="Calibri" panose="020F0502020204030204"/>
                        <a:ea typeface="+mn-ea"/>
                        <a:cs typeface="Times New Roman" panose="02020603050405020304"/>
                      </a:endParaRPr>
                    </a:p>
                  </a:txBody>
                  <a:tcPr marL="68580" marR="68580" marT="0" marB="0"/>
                </a:tc>
                <a:tc>
                  <a:txBody>
                    <a:bodyPr/>
                    <a:lstStyle/>
                    <a:p>
                      <a:pPr marL="0" algn="l" defTabSz="914400" rtl="0" eaLnBrk="1" latinLnBrk="0" hangingPunct="1">
                        <a:lnSpc>
                          <a:spcPct val="115000"/>
                        </a:lnSpc>
                        <a:spcAft>
                          <a:spcPts val="0"/>
                        </a:spcAft>
                      </a:pPr>
                      <a:r>
                        <a:rPr lang="en-US" sz="1800" b="0" kern="1200">
                          <a:solidFill>
                            <a:schemeClr val="tx1"/>
                          </a:solidFill>
                          <a:latin typeface="Calibri" panose="020F0502020204030204"/>
                          <a:ea typeface="+mn-ea"/>
                          <a:cs typeface="Times New Roman" panose="02020603050405020304"/>
                        </a:rPr>
                        <a:t>3</a:t>
                      </a:r>
                      <a:endParaRPr lang="en-IN" sz="1800" b="0" kern="1200">
                        <a:solidFill>
                          <a:schemeClr val="tx1"/>
                        </a:solidFill>
                        <a:latin typeface="Calibri" panose="020F0502020204030204"/>
                        <a:ea typeface="+mn-ea"/>
                        <a:cs typeface="Times New Roman" panose="02020603050405020304"/>
                      </a:endParaRPr>
                    </a:p>
                  </a:txBody>
                  <a:tcPr marL="68580" marR="68580" marT="0" marB="0"/>
                </a:tc>
                <a:extLst>
                  <a:ext uri="{0D108BD9-81ED-4DB2-BD59-A6C34878D82A}">
                    <a16:rowId xmlns:a16="http://schemas.microsoft.com/office/drawing/2014/main" val="10002"/>
                  </a:ext>
                </a:extLst>
              </a:tr>
              <a:tr h="495688">
                <a:tc>
                  <a:txBody>
                    <a:bodyPr/>
                    <a:lstStyle/>
                    <a:p>
                      <a:r>
                        <a:rPr lang="en-US" sz="1800" b="0">
                          <a:solidFill>
                            <a:schemeClr val="tx1"/>
                          </a:solidFill>
                        </a:rPr>
                        <a:t>CO.3</a:t>
                      </a:r>
                    </a:p>
                  </a:txBody>
                  <a:tcPr>
                    <a:solidFill>
                      <a:srgbClr val="FFFF00"/>
                    </a:solidFill>
                  </a:tcPr>
                </a:tc>
                <a:tc>
                  <a:txBody>
                    <a:bodyPr/>
                    <a:lstStyle/>
                    <a:p>
                      <a:pPr>
                        <a:lnSpc>
                          <a:spcPct val="115000"/>
                        </a:lnSpc>
                        <a:spcAft>
                          <a:spcPts val="0"/>
                        </a:spcAft>
                      </a:pPr>
                      <a:r>
                        <a:rPr lang="en-US" sz="1800" b="0">
                          <a:solidFill>
                            <a:schemeClr val="tx1"/>
                          </a:solidFill>
                          <a:latin typeface="Calibri" panose="020F0502020204030204"/>
                          <a:ea typeface="Calibri" panose="020F0502020204030204"/>
                          <a:cs typeface="Times New Roman" panose="02020603050405020304"/>
                        </a:rPr>
                        <a:t>3</a:t>
                      </a:r>
                    </a:p>
                  </a:txBody>
                  <a:tcPr marL="68580" marR="68580" marT="0" marB="0">
                    <a:solidFill>
                      <a:srgbClr val="FFFF00"/>
                    </a:solidFill>
                  </a:tcPr>
                </a:tc>
                <a:tc>
                  <a:txBody>
                    <a:bodyPr/>
                    <a:lstStyle/>
                    <a:p>
                      <a:pPr>
                        <a:lnSpc>
                          <a:spcPct val="115000"/>
                        </a:lnSpc>
                        <a:spcAft>
                          <a:spcPts val="0"/>
                        </a:spcAft>
                      </a:pPr>
                      <a:r>
                        <a:rPr lang="en-US" sz="1800" b="0">
                          <a:solidFill>
                            <a:schemeClr val="tx1"/>
                          </a:solidFill>
                          <a:latin typeface="Calibri" panose="020F0502020204030204"/>
                          <a:ea typeface="Calibri" panose="020F0502020204030204"/>
                          <a:cs typeface="Times New Roman" panose="02020603050405020304"/>
                        </a:rPr>
                        <a:t>3</a:t>
                      </a:r>
                    </a:p>
                  </a:txBody>
                  <a:tcPr marL="68580" marR="68580" marT="0" marB="0">
                    <a:solidFill>
                      <a:srgbClr val="FFFF00"/>
                    </a:solidFill>
                  </a:tcPr>
                </a:tc>
                <a:tc>
                  <a:txBody>
                    <a:bodyPr/>
                    <a:lstStyle/>
                    <a:p>
                      <a:pPr>
                        <a:lnSpc>
                          <a:spcPct val="115000"/>
                        </a:lnSpc>
                        <a:spcAft>
                          <a:spcPts val="0"/>
                        </a:spcAft>
                      </a:pPr>
                      <a:r>
                        <a:rPr lang="en-US" sz="1800" b="0">
                          <a:solidFill>
                            <a:schemeClr val="tx1"/>
                          </a:solidFill>
                          <a:latin typeface="Calibri" panose="020F0502020204030204"/>
                          <a:ea typeface="Calibri" panose="020F0502020204030204"/>
                          <a:cs typeface="Times New Roman" panose="02020603050405020304"/>
                        </a:rPr>
                        <a:t>3</a:t>
                      </a:r>
                    </a:p>
                  </a:txBody>
                  <a:tcPr marL="68580" marR="68580" marT="0" marB="0">
                    <a:solidFill>
                      <a:srgbClr val="FFFF00"/>
                    </a:solidFill>
                  </a:tcPr>
                </a:tc>
                <a:tc>
                  <a:txBody>
                    <a:bodyPr/>
                    <a:lstStyle/>
                    <a:p>
                      <a:pPr>
                        <a:lnSpc>
                          <a:spcPct val="115000"/>
                        </a:lnSpc>
                        <a:spcAft>
                          <a:spcPts val="0"/>
                        </a:spcAft>
                      </a:pPr>
                      <a:r>
                        <a:rPr lang="en-US" sz="1800" b="0">
                          <a:solidFill>
                            <a:schemeClr val="tx1"/>
                          </a:solidFill>
                          <a:latin typeface="Calibri" panose="020F0502020204030204"/>
                          <a:ea typeface="Calibri" panose="020F0502020204030204"/>
                          <a:cs typeface="Times New Roman" panose="02020603050405020304"/>
                        </a:rPr>
                        <a:t>2</a:t>
                      </a:r>
                    </a:p>
                  </a:txBody>
                  <a:tcPr marL="68580" marR="68580" marT="0" marB="0">
                    <a:solidFill>
                      <a:srgbClr val="FFFF00"/>
                    </a:solidFill>
                  </a:tcPr>
                </a:tc>
                <a:tc>
                  <a:txBody>
                    <a:bodyPr/>
                    <a:lstStyle/>
                    <a:p>
                      <a:pPr>
                        <a:lnSpc>
                          <a:spcPct val="115000"/>
                        </a:lnSpc>
                        <a:spcAft>
                          <a:spcPts val="0"/>
                        </a:spcAft>
                      </a:pPr>
                      <a:r>
                        <a:rPr lang="en-US" sz="1800" b="0">
                          <a:solidFill>
                            <a:schemeClr val="tx1"/>
                          </a:solidFill>
                          <a:latin typeface="Calibri" panose="020F0502020204030204"/>
                          <a:ea typeface="Calibri" panose="020F0502020204030204"/>
                          <a:cs typeface="Times New Roman" panose="02020603050405020304"/>
                        </a:rPr>
                        <a:t>1</a:t>
                      </a:r>
                    </a:p>
                  </a:txBody>
                  <a:tcPr marL="68580" marR="68580" marT="0" marB="0">
                    <a:solidFill>
                      <a:srgbClr val="FFFF00"/>
                    </a:solidFill>
                  </a:tcPr>
                </a:tc>
                <a:tc>
                  <a:txBody>
                    <a:bodyPr/>
                    <a:lstStyle/>
                    <a:p>
                      <a:pPr>
                        <a:lnSpc>
                          <a:spcPct val="115000"/>
                        </a:lnSpc>
                        <a:spcAft>
                          <a:spcPts val="0"/>
                        </a:spcAft>
                      </a:pPr>
                      <a:endParaRPr lang="en-US" sz="1800" b="0">
                        <a:solidFill>
                          <a:schemeClr val="tx1"/>
                        </a:solidFill>
                        <a:latin typeface="Calibri" panose="020F0502020204030204"/>
                        <a:ea typeface="Calibri" panose="020F0502020204030204"/>
                        <a:cs typeface="Times New Roman" panose="02020603050405020304"/>
                      </a:endParaRPr>
                    </a:p>
                  </a:txBody>
                  <a:tcPr marL="68580" marR="68580" marT="0" marB="0">
                    <a:solidFill>
                      <a:srgbClr val="FFFF00"/>
                    </a:solidFill>
                  </a:tcPr>
                </a:tc>
                <a:tc>
                  <a:txBody>
                    <a:bodyPr/>
                    <a:lstStyle/>
                    <a:p>
                      <a:pPr>
                        <a:lnSpc>
                          <a:spcPct val="115000"/>
                        </a:lnSpc>
                        <a:spcAft>
                          <a:spcPts val="0"/>
                        </a:spcAft>
                      </a:pPr>
                      <a:endParaRPr lang="en-US" sz="1800" b="0">
                        <a:solidFill>
                          <a:schemeClr val="tx1"/>
                        </a:solidFill>
                        <a:latin typeface="Calibri" panose="020F0502020204030204"/>
                        <a:ea typeface="Calibri" panose="020F0502020204030204"/>
                        <a:cs typeface="Times New Roman" panose="02020603050405020304"/>
                      </a:endParaRPr>
                    </a:p>
                  </a:txBody>
                  <a:tcPr marL="68580" marR="68580" marT="0" marB="0">
                    <a:solidFill>
                      <a:srgbClr val="FFFF00"/>
                    </a:solidFill>
                  </a:tcPr>
                </a:tc>
                <a:tc>
                  <a:txBody>
                    <a:bodyPr/>
                    <a:lstStyle/>
                    <a:p>
                      <a:pPr>
                        <a:lnSpc>
                          <a:spcPct val="115000"/>
                        </a:lnSpc>
                        <a:spcAft>
                          <a:spcPts val="0"/>
                        </a:spcAft>
                      </a:pPr>
                      <a:endParaRPr lang="en-US" sz="1800" b="0">
                        <a:solidFill>
                          <a:schemeClr val="tx1"/>
                        </a:solidFill>
                        <a:latin typeface="Calibri" panose="020F0502020204030204"/>
                        <a:ea typeface="Calibri" panose="020F0502020204030204"/>
                        <a:cs typeface="Times New Roman" panose="02020603050405020304"/>
                      </a:endParaRPr>
                    </a:p>
                  </a:txBody>
                  <a:tcPr marL="68580" marR="68580" marT="0" marB="0">
                    <a:solidFill>
                      <a:srgbClr val="FFFF00"/>
                    </a:solidFill>
                  </a:tcPr>
                </a:tc>
                <a:tc>
                  <a:txBody>
                    <a:bodyPr/>
                    <a:lstStyle/>
                    <a:p>
                      <a:pPr>
                        <a:lnSpc>
                          <a:spcPct val="115000"/>
                        </a:lnSpc>
                        <a:spcAft>
                          <a:spcPts val="0"/>
                        </a:spcAft>
                      </a:pPr>
                      <a:r>
                        <a:rPr lang="en-US" sz="1800" b="0">
                          <a:solidFill>
                            <a:schemeClr val="tx1"/>
                          </a:solidFill>
                          <a:latin typeface="Calibri" panose="020F0502020204030204"/>
                          <a:ea typeface="Calibri" panose="020F0502020204030204"/>
                          <a:cs typeface="Times New Roman" panose="02020603050405020304"/>
                        </a:rPr>
                        <a:t>2</a:t>
                      </a:r>
                    </a:p>
                  </a:txBody>
                  <a:tcPr marL="68580" marR="68580" marT="0" marB="0">
                    <a:solidFill>
                      <a:srgbClr val="FFFF00"/>
                    </a:solidFill>
                  </a:tcPr>
                </a:tc>
                <a:tc>
                  <a:txBody>
                    <a:bodyPr/>
                    <a:lstStyle/>
                    <a:p>
                      <a:pPr>
                        <a:lnSpc>
                          <a:spcPct val="115000"/>
                        </a:lnSpc>
                        <a:spcAft>
                          <a:spcPts val="0"/>
                        </a:spcAft>
                      </a:pPr>
                      <a:endParaRPr lang="en-US" sz="1800" b="0">
                        <a:solidFill>
                          <a:schemeClr val="tx1"/>
                        </a:solidFill>
                        <a:latin typeface="Calibri" panose="020F0502020204030204"/>
                        <a:ea typeface="Calibri" panose="020F0502020204030204"/>
                        <a:cs typeface="Times New Roman" panose="02020603050405020304"/>
                      </a:endParaRPr>
                    </a:p>
                  </a:txBody>
                  <a:tcPr marL="68580" marR="68580" marT="0" marB="0">
                    <a:solidFill>
                      <a:srgbClr val="FFFF00"/>
                    </a:solidFill>
                  </a:tcPr>
                </a:tc>
                <a:tc>
                  <a:txBody>
                    <a:bodyPr/>
                    <a:lstStyle/>
                    <a:p>
                      <a:pPr>
                        <a:lnSpc>
                          <a:spcPct val="115000"/>
                        </a:lnSpc>
                        <a:spcAft>
                          <a:spcPts val="0"/>
                        </a:spcAft>
                      </a:pPr>
                      <a:endParaRPr lang="en-US" sz="1800" b="0">
                        <a:solidFill>
                          <a:schemeClr val="tx1"/>
                        </a:solidFill>
                        <a:latin typeface="Calibri" panose="020F0502020204030204"/>
                        <a:ea typeface="Calibri" panose="020F0502020204030204"/>
                        <a:cs typeface="Times New Roman" panose="02020603050405020304"/>
                      </a:endParaRPr>
                    </a:p>
                  </a:txBody>
                  <a:tcPr marL="68580" marR="68580" marT="0" marB="0">
                    <a:solidFill>
                      <a:srgbClr val="FFFF00"/>
                    </a:solidFill>
                  </a:tcPr>
                </a:tc>
                <a:tc>
                  <a:txBody>
                    <a:bodyPr/>
                    <a:lstStyle/>
                    <a:p>
                      <a:pPr>
                        <a:lnSpc>
                          <a:spcPct val="115000"/>
                        </a:lnSpc>
                        <a:spcAft>
                          <a:spcPts val="0"/>
                        </a:spcAft>
                      </a:pPr>
                      <a:r>
                        <a:rPr lang="en-US" sz="1800" b="0">
                          <a:solidFill>
                            <a:schemeClr val="tx1"/>
                          </a:solidFill>
                          <a:latin typeface="Calibri" panose="020F0502020204030204"/>
                          <a:ea typeface="Calibri" panose="020F0502020204030204"/>
                          <a:cs typeface="Times New Roman" panose="02020603050405020304"/>
                        </a:rPr>
                        <a:t>3</a:t>
                      </a:r>
                    </a:p>
                  </a:txBody>
                  <a:tcPr marL="68580" marR="68580" marT="0" marB="0">
                    <a:solidFill>
                      <a:srgbClr val="FFFF00"/>
                    </a:solidFill>
                  </a:tcPr>
                </a:tc>
                <a:extLst>
                  <a:ext uri="{0D108BD9-81ED-4DB2-BD59-A6C34878D82A}">
                    <a16:rowId xmlns:a16="http://schemas.microsoft.com/office/drawing/2014/main" val="10003"/>
                  </a:ext>
                </a:extLst>
              </a:tr>
              <a:tr h="495688">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800" b="0">
                          <a:solidFill>
                            <a:schemeClr val="tx1"/>
                          </a:solidFill>
                        </a:rPr>
                        <a:t>CO.4</a:t>
                      </a:r>
                      <a:endParaRPr lang="en-IN" sz="1800" b="0">
                        <a:solidFill>
                          <a:schemeClr val="tx1"/>
                        </a:solidFill>
                      </a:endParaRPr>
                    </a:p>
                  </a:txBody>
                  <a:tcPr>
                    <a:solidFill>
                      <a:schemeClr val="tx2">
                        <a:lumMod val="60000"/>
                        <a:lumOff val="40000"/>
                      </a:schemeClr>
                    </a:solidFill>
                  </a:tcPr>
                </a:tc>
                <a:tc>
                  <a:txBody>
                    <a:bodyPr/>
                    <a:lstStyle/>
                    <a:p>
                      <a:pPr>
                        <a:lnSpc>
                          <a:spcPct val="115000"/>
                        </a:lnSpc>
                        <a:spcAft>
                          <a:spcPts val="0"/>
                        </a:spcAft>
                      </a:pPr>
                      <a:r>
                        <a:rPr lang="en-US" sz="1800" b="0">
                          <a:solidFill>
                            <a:schemeClr val="tx1"/>
                          </a:solidFill>
                          <a:latin typeface="Calibri" panose="020F0502020204030204"/>
                          <a:ea typeface="Calibri" panose="020F0502020204030204"/>
                          <a:cs typeface="Times New Roman" panose="02020603050405020304"/>
                        </a:rPr>
                        <a:t>3</a:t>
                      </a:r>
                      <a:endParaRPr lang="en-IN" sz="1800" b="0">
                        <a:solidFill>
                          <a:schemeClr val="tx1"/>
                        </a:solidFill>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800" b="0">
                          <a:solidFill>
                            <a:schemeClr val="tx1"/>
                          </a:solidFill>
                          <a:latin typeface="Calibri" panose="020F0502020204030204"/>
                          <a:ea typeface="Calibri" panose="020F0502020204030204"/>
                          <a:cs typeface="Times New Roman" panose="02020603050405020304"/>
                        </a:rPr>
                        <a:t>3</a:t>
                      </a:r>
                      <a:endParaRPr lang="en-IN" sz="1800" b="0">
                        <a:solidFill>
                          <a:schemeClr val="tx1"/>
                        </a:solidFill>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800" b="0">
                          <a:solidFill>
                            <a:schemeClr val="tx1"/>
                          </a:solidFill>
                          <a:latin typeface="Calibri" panose="020F0502020204030204"/>
                          <a:ea typeface="Calibri" panose="020F0502020204030204"/>
                          <a:cs typeface="Times New Roman" panose="02020603050405020304"/>
                        </a:rPr>
                        <a:t>3</a:t>
                      </a:r>
                      <a:endParaRPr lang="en-IN" sz="1800" b="0">
                        <a:solidFill>
                          <a:schemeClr val="tx1"/>
                        </a:solidFill>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800" b="0">
                          <a:solidFill>
                            <a:schemeClr val="tx1"/>
                          </a:solidFill>
                          <a:latin typeface="Calibri" panose="020F0502020204030204"/>
                          <a:ea typeface="Calibri" panose="020F0502020204030204"/>
                          <a:cs typeface="Times New Roman" panose="02020603050405020304"/>
                        </a:rPr>
                        <a:t>2</a:t>
                      </a:r>
                      <a:endParaRPr lang="en-IN" sz="1800" b="0">
                        <a:solidFill>
                          <a:schemeClr val="tx1"/>
                        </a:solidFill>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800" b="0">
                          <a:solidFill>
                            <a:schemeClr val="tx1"/>
                          </a:solidFill>
                          <a:latin typeface="Calibri" panose="020F0502020204030204"/>
                          <a:ea typeface="Calibri" panose="020F0502020204030204"/>
                          <a:cs typeface="Times New Roman" panose="02020603050405020304"/>
                        </a:rPr>
                        <a:t>1</a:t>
                      </a:r>
                      <a:endParaRPr lang="en-IN" sz="1800" b="0">
                        <a:solidFill>
                          <a:schemeClr val="tx1"/>
                        </a:solidFill>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endParaRPr lang="en-US" sz="1800" b="0">
                        <a:solidFill>
                          <a:schemeClr val="tx1"/>
                        </a:solidFill>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endParaRPr lang="en-US" sz="1800" b="0">
                        <a:solidFill>
                          <a:schemeClr val="tx1"/>
                        </a:solidFill>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endParaRPr lang="en-US" sz="1800" b="0">
                        <a:solidFill>
                          <a:schemeClr val="tx1"/>
                        </a:solidFill>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800" b="0">
                          <a:solidFill>
                            <a:schemeClr val="tx1"/>
                          </a:solidFill>
                          <a:latin typeface="Calibri" panose="020F0502020204030204"/>
                          <a:ea typeface="Calibri" panose="020F0502020204030204"/>
                          <a:cs typeface="Times New Roman" panose="02020603050405020304"/>
                        </a:rPr>
                        <a:t>2</a:t>
                      </a:r>
                      <a:endParaRPr lang="en-IN" sz="1800" b="0">
                        <a:solidFill>
                          <a:schemeClr val="tx1"/>
                        </a:solidFill>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endParaRPr lang="en-US" sz="1800" b="0">
                        <a:solidFill>
                          <a:schemeClr val="tx1"/>
                        </a:solidFill>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endParaRPr lang="en-US" sz="1800" b="0">
                        <a:solidFill>
                          <a:schemeClr val="tx1"/>
                        </a:solidFill>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800" b="0">
                          <a:solidFill>
                            <a:schemeClr val="tx1"/>
                          </a:solidFill>
                          <a:latin typeface="Calibri" panose="020F0502020204030204"/>
                          <a:ea typeface="Calibri" panose="020F0502020204030204"/>
                          <a:cs typeface="Times New Roman" panose="02020603050405020304"/>
                        </a:rPr>
                        <a:t>3</a:t>
                      </a:r>
                      <a:endParaRPr lang="en-IN" sz="1800" b="0">
                        <a:solidFill>
                          <a:schemeClr val="tx1"/>
                        </a:solidFill>
                        <a:latin typeface="Calibri" panose="020F0502020204030204"/>
                        <a:ea typeface="Calibri" panose="020F0502020204030204"/>
                        <a:cs typeface="Times New Roman" panose="02020603050405020304"/>
                      </a:endParaRPr>
                    </a:p>
                  </a:txBody>
                  <a:tcPr marL="68580" marR="68580" marT="0" marB="0"/>
                </a:tc>
                <a:extLst>
                  <a:ext uri="{0D108BD9-81ED-4DB2-BD59-A6C34878D82A}">
                    <a16:rowId xmlns:a16="http://schemas.microsoft.com/office/drawing/2014/main" val="10004"/>
                  </a:ext>
                </a:extLst>
              </a:tr>
              <a:tr h="495688">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800" b="0">
                          <a:solidFill>
                            <a:schemeClr val="tx1"/>
                          </a:solidFill>
                        </a:rPr>
                        <a:t>CO.5</a:t>
                      </a:r>
                      <a:endParaRPr lang="en-IN" sz="1800" b="0">
                        <a:solidFill>
                          <a:schemeClr val="tx1"/>
                        </a:solidFill>
                      </a:endParaRPr>
                    </a:p>
                  </a:txBody>
                  <a:tcPr>
                    <a:solidFill>
                      <a:schemeClr val="tx2">
                        <a:lumMod val="60000"/>
                        <a:lumOff val="40000"/>
                      </a:schemeClr>
                    </a:solidFill>
                  </a:tcPr>
                </a:tc>
                <a:tc>
                  <a:txBody>
                    <a:bodyPr/>
                    <a:lstStyle/>
                    <a:p>
                      <a:pPr>
                        <a:lnSpc>
                          <a:spcPct val="115000"/>
                        </a:lnSpc>
                        <a:spcAft>
                          <a:spcPts val="0"/>
                        </a:spcAft>
                      </a:pPr>
                      <a:r>
                        <a:rPr lang="en-US" sz="1800" b="0">
                          <a:solidFill>
                            <a:schemeClr val="tx1"/>
                          </a:solidFill>
                          <a:latin typeface="Calibri" panose="020F0502020204030204"/>
                          <a:ea typeface="Calibri" panose="020F0502020204030204"/>
                          <a:cs typeface="Times New Roman" panose="02020603050405020304"/>
                        </a:rPr>
                        <a:t>3</a:t>
                      </a:r>
                      <a:endParaRPr lang="en-IN" sz="1800" b="0">
                        <a:solidFill>
                          <a:schemeClr val="tx1"/>
                        </a:solidFill>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800" b="0">
                          <a:solidFill>
                            <a:schemeClr val="tx1"/>
                          </a:solidFill>
                          <a:latin typeface="Calibri" panose="020F0502020204030204"/>
                          <a:ea typeface="Calibri" panose="020F0502020204030204"/>
                          <a:cs typeface="Times New Roman" panose="02020603050405020304"/>
                        </a:rPr>
                        <a:t>3</a:t>
                      </a:r>
                      <a:endParaRPr lang="en-IN" sz="1800" b="0">
                        <a:solidFill>
                          <a:schemeClr val="tx1"/>
                        </a:solidFill>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800" b="0">
                          <a:solidFill>
                            <a:schemeClr val="tx1"/>
                          </a:solidFill>
                          <a:latin typeface="Calibri" panose="020F0502020204030204"/>
                          <a:ea typeface="Calibri" panose="020F0502020204030204"/>
                          <a:cs typeface="Times New Roman" panose="02020603050405020304"/>
                        </a:rPr>
                        <a:t>3</a:t>
                      </a:r>
                      <a:endParaRPr lang="en-IN" sz="1800" b="0">
                        <a:solidFill>
                          <a:schemeClr val="tx1"/>
                        </a:solidFill>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800" b="0">
                          <a:solidFill>
                            <a:schemeClr val="tx1"/>
                          </a:solidFill>
                          <a:latin typeface="Calibri" panose="020F0502020204030204"/>
                          <a:ea typeface="Calibri" panose="020F0502020204030204"/>
                          <a:cs typeface="Times New Roman" panose="02020603050405020304"/>
                        </a:rPr>
                        <a:t>2</a:t>
                      </a:r>
                      <a:endParaRPr lang="en-IN" sz="1800" b="0">
                        <a:solidFill>
                          <a:schemeClr val="tx1"/>
                        </a:solidFill>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800" b="0">
                          <a:solidFill>
                            <a:schemeClr val="tx1"/>
                          </a:solidFill>
                          <a:latin typeface="Calibri" panose="020F0502020204030204"/>
                          <a:ea typeface="Calibri" panose="020F0502020204030204"/>
                          <a:cs typeface="Times New Roman" panose="02020603050405020304"/>
                        </a:rPr>
                        <a:t>1</a:t>
                      </a:r>
                      <a:endParaRPr lang="en-IN" sz="1800" b="0">
                        <a:solidFill>
                          <a:schemeClr val="tx1"/>
                        </a:solidFill>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endParaRPr lang="en-US" sz="1800" b="0">
                        <a:solidFill>
                          <a:schemeClr val="tx1"/>
                        </a:solidFill>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endParaRPr lang="en-US" sz="1800" b="0">
                        <a:solidFill>
                          <a:schemeClr val="tx1"/>
                        </a:solidFill>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endParaRPr lang="en-US" sz="1800" b="0">
                        <a:solidFill>
                          <a:schemeClr val="tx1"/>
                        </a:solidFill>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800" b="0">
                          <a:solidFill>
                            <a:schemeClr val="tx1"/>
                          </a:solidFill>
                          <a:latin typeface="Calibri" panose="020F0502020204030204"/>
                          <a:ea typeface="Calibri" panose="020F0502020204030204"/>
                          <a:cs typeface="Times New Roman" panose="02020603050405020304"/>
                        </a:rPr>
                        <a:t>2</a:t>
                      </a:r>
                      <a:endParaRPr lang="en-IN" sz="1800" b="0">
                        <a:solidFill>
                          <a:schemeClr val="tx1"/>
                        </a:solidFill>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endParaRPr lang="en-US" sz="1800" b="0">
                        <a:solidFill>
                          <a:schemeClr val="tx1"/>
                        </a:solidFill>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endParaRPr lang="en-US" sz="1800" b="0">
                        <a:solidFill>
                          <a:schemeClr val="tx1"/>
                        </a:solidFill>
                        <a:latin typeface="Calibri" panose="020F0502020204030204"/>
                        <a:ea typeface="Calibri" panose="020F0502020204030204"/>
                        <a:cs typeface="Times New Roman" panose="02020603050405020304"/>
                      </a:endParaRPr>
                    </a:p>
                  </a:txBody>
                  <a:tcPr marL="68580" marR="68580" marT="0" marB="0"/>
                </a:tc>
                <a:tc>
                  <a:txBody>
                    <a:bodyPr/>
                    <a:lstStyle/>
                    <a:p>
                      <a:pPr>
                        <a:lnSpc>
                          <a:spcPct val="115000"/>
                        </a:lnSpc>
                        <a:spcAft>
                          <a:spcPts val="0"/>
                        </a:spcAft>
                      </a:pPr>
                      <a:r>
                        <a:rPr lang="en-US" sz="1800" b="0">
                          <a:solidFill>
                            <a:schemeClr val="tx1"/>
                          </a:solidFill>
                          <a:latin typeface="Calibri" panose="020F0502020204030204"/>
                          <a:ea typeface="Calibri" panose="020F0502020204030204"/>
                          <a:cs typeface="Times New Roman" panose="02020603050405020304"/>
                        </a:rPr>
                        <a:t>3</a:t>
                      </a:r>
                      <a:endParaRPr lang="en-IN" sz="1800" b="0">
                        <a:solidFill>
                          <a:schemeClr val="tx1"/>
                        </a:solidFill>
                        <a:latin typeface="Calibri" panose="020F0502020204030204"/>
                        <a:ea typeface="Calibri" panose="020F0502020204030204"/>
                        <a:cs typeface="Times New Roman" panose="02020603050405020304"/>
                      </a:endParaRPr>
                    </a:p>
                  </a:txBody>
                  <a:tcPr marL="68580" marR="68580" marT="0" marB="0"/>
                </a:tc>
                <a:extLst>
                  <a:ext uri="{0D108BD9-81ED-4DB2-BD59-A6C34878D82A}">
                    <a16:rowId xmlns:a16="http://schemas.microsoft.com/office/drawing/2014/main" val="10005"/>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Date Placeholder 3"/>
          <p:cNvSpPr>
            <a:spLocks noGrp="1"/>
          </p:cNvSpPr>
          <p:nvPr>
            <p:ph type="dt" sz="quarter" idx="10"/>
          </p:nvPr>
        </p:nvSpPr>
        <p:spPr/>
        <p:txBody>
          <a:bodyPr/>
          <a:lstStyle/>
          <a:p>
            <a:pPr>
              <a:defRPr/>
            </a:pPr>
            <a:r>
              <a:rPr lang="en-IN"/>
              <a:t>25-12-2022</a:t>
            </a:r>
            <a:endParaRPr lang="en-US"/>
          </a:p>
        </p:txBody>
      </p:sp>
      <p:sp>
        <p:nvSpPr>
          <p:cNvPr id="15" name="Footer Placeholder 4"/>
          <p:cNvSpPr>
            <a:spLocks noGrp="1"/>
          </p:cNvSpPr>
          <p:nvPr>
            <p:ph type="ftr" sz="quarter" idx="11"/>
          </p:nvPr>
        </p:nvSpPr>
        <p:spPr>
          <a:xfrm>
            <a:off x="2667000" y="6356350"/>
            <a:ext cx="7162800" cy="365125"/>
          </a:xfrm>
        </p:spPr>
        <p:txBody>
          <a:bodyPr/>
          <a:lstStyle/>
          <a:p>
            <a:pPr>
              <a:defRPr/>
            </a:pPr>
            <a:r>
              <a:rPr lang="en-US"/>
              <a:t>Barkha Bhardwaj                    ACSAI0617 Programming For Data Analytics                    UNIT - 3</a:t>
            </a:r>
          </a:p>
        </p:txBody>
      </p:sp>
      <p:sp>
        <p:nvSpPr>
          <p:cNvPr id="1946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04109F1-B71D-494F-AF80-D0321EE573D9}" type="slidenum">
              <a:rPr lang="en-US" altLang="en-US" sz="1200" smtClean="0">
                <a:solidFill>
                  <a:srgbClr val="898989"/>
                </a:solidFill>
              </a:rPr>
              <a:t>17</a:t>
            </a:fld>
            <a:endParaRPr lang="en-US" altLang="en-US" sz="1200">
              <a:solidFill>
                <a:srgbClr val="898989"/>
              </a:solidFill>
            </a:endParaRPr>
          </a:p>
        </p:txBody>
      </p:sp>
      <p:sp>
        <p:nvSpPr>
          <p:cNvPr id="9" name="Title 1"/>
          <p:cNvSpPr txBox="1"/>
          <p:nvPr/>
        </p:nvSpPr>
        <p:spPr>
          <a:xfrm>
            <a:off x="1787525" y="1588"/>
            <a:ext cx="10404475" cy="885825"/>
          </a:xfrm>
          <a:prstGeom prst="rect">
            <a:avLst/>
          </a:prstGeom>
        </p:spPr>
        <p:style>
          <a:lnRef idx="1">
            <a:schemeClr val="accent5"/>
          </a:lnRef>
          <a:fillRef idx="2">
            <a:schemeClr val="accent5"/>
          </a:fillRef>
          <a:effectRef idx="1">
            <a:schemeClr val="accent5"/>
          </a:effectRef>
          <a:fontRef idx="minor">
            <a:schemeClr val="dk1"/>
          </a:fontRef>
        </p:style>
        <p:txBody>
          <a:bodyPr anchor="ctr">
            <a:normAutofit/>
          </a:bodyPr>
          <a:lstStyle/>
          <a:p>
            <a:pPr algn="ctr" eaLnBrk="1" fontAlgn="auto" hangingPunct="1">
              <a:lnSpc>
                <a:spcPct val="90000"/>
              </a:lnSpc>
              <a:spcAft>
                <a:spcPts val="0"/>
              </a:spcAft>
              <a:defRPr/>
            </a:pPr>
            <a:r>
              <a:rPr lang="en-US" sz="2800">
                <a:latin typeface="Times New Roman" panose="02020603050405020304" pitchFamily="18" charset="0"/>
                <a:cs typeface="Times New Roman" panose="02020603050405020304" pitchFamily="18" charset="0"/>
              </a:rPr>
              <a:t>  </a:t>
            </a:r>
            <a:r>
              <a:rPr lang="en-US" sz="2800" b="1">
                <a:latin typeface="Times New Roman" panose="02020603050405020304" pitchFamily="18" charset="0"/>
                <a:cs typeface="Times New Roman" panose="02020603050405020304" pitchFamily="18" charset="0"/>
              </a:rPr>
              <a:t> Program Specific Outcomes</a:t>
            </a:r>
            <a:endParaRPr lang="en-IN" sz="2800" b="1">
              <a:latin typeface="Times New Roman" panose="02020603050405020304" pitchFamily="18" charset="0"/>
              <a:cs typeface="Times New Roman" panose="02020603050405020304" pitchFamily="18" charset="0"/>
            </a:endParaRPr>
          </a:p>
        </p:txBody>
      </p:sp>
      <p:pic>
        <p:nvPicPr>
          <p:cNvPr id="19462"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8115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3" name="Rectangle 10"/>
          <p:cNvSpPr>
            <a:spLocks noChangeArrowheads="1"/>
          </p:cNvSpPr>
          <p:nvPr/>
        </p:nvSpPr>
        <p:spPr bwMode="auto">
          <a:xfrm>
            <a:off x="609600" y="1295400"/>
            <a:ext cx="10896600"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Clr>
                <a:srgbClr val="000000"/>
              </a:buClr>
              <a:buFont typeface="Arial" panose="020B0604020202020204" pitchFamily="34" charset="0"/>
              <a:buNone/>
            </a:pPr>
            <a:r>
              <a:rPr lang="en-US" altLang="en-US" sz="2400" b="1">
                <a:latin typeface="Times New Roman" panose="02020603050405020304" pitchFamily="18" charset="0"/>
                <a:cs typeface="Times New Roman" panose="02020603050405020304" pitchFamily="18" charset="0"/>
              </a:rPr>
              <a:t>On successful completion of graduation degree the Engineering graduates will be able to:</a:t>
            </a:r>
            <a:endParaRPr lang="en-IN" altLang="en-US" sz="2400" b="1">
              <a:latin typeface="Times New Roman" panose="02020603050405020304" pitchFamily="18" charset="0"/>
              <a:cs typeface="Times New Roman" panose="02020603050405020304" pitchFamily="18" charset="0"/>
            </a:endParaRPr>
          </a:p>
          <a:p>
            <a:pPr algn="just">
              <a:spcBef>
                <a:spcPct val="0"/>
              </a:spcBef>
            </a:pPr>
            <a:r>
              <a:rPr lang="en-US" altLang="en-US" sz="2400" b="1">
                <a:latin typeface="Times New Roman" panose="02020603050405020304" pitchFamily="18" charset="0"/>
                <a:cs typeface="Times New Roman" panose="02020603050405020304" pitchFamily="18" charset="0"/>
              </a:rPr>
              <a:t> PSO1: </a:t>
            </a:r>
            <a:r>
              <a:rPr lang="en-US" altLang="en-US" sz="2400">
                <a:latin typeface="Times New Roman" panose="02020603050405020304" pitchFamily="18" charset="0"/>
                <a:cs typeface="Times New Roman" panose="02020603050405020304" pitchFamily="18" charset="0"/>
              </a:rPr>
              <a:t>Design innovative intelligent systems for the welfare of the people using machine learning and its applications.</a:t>
            </a:r>
          </a:p>
          <a:p>
            <a:pPr algn="just">
              <a:spcBef>
                <a:spcPct val="0"/>
              </a:spcBef>
            </a:pPr>
            <a:r>
              <a:rPr lang="en-US" altLang="en-US" sz="2400" b="1">
                <a:latin typeface="Times New Roman" panose="02020603050405020304" pitchFamily="18" charset="0"/>
                <a:cs typeface="Times New Roman" panose="02020603050405020304" pitchFamily="18" charset="0"/>
              </a:rPr>
              <a:t> PSO2: </a:t>
            </a:r>
            <a:r>
              <a:rPr lang="en-US" altLang="en-US" sz="2400">
                <a:latin typeface="Times New Roman" panose="02020603050405020304" pitchFamily="18" charset="0"/>
                <a:cs typeface="Times New Roman" panose="02020603050405020304" pitchFamily="18" charset="0"/>
              </a:rPr>
              <a:t>Demonstrate ethical, professional and team-oriented skills while providing innovative solutions in Artificial Intelligence and Machine Learning for life-long learning.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22" name="Rectangle 11"/>
          <p:cNvSpPr>
            <a:spLocks noChangeArrowheads="1"/>
          </p:cNvSpPr>
          <p:nvPr/>
        </p:nvSpPr>
        <p:spPr bwMode="auto">
          <a:xfrm>
            <a:off x="381000" y="1322388"/>
            <a:ext cx="10972800" cy="461962"/>
          </a:xfrm>
          <a:prstGeom prst="rect">
            <a:avLst/>
          </a:prstGeom>
          <a:noFill/>
          <a:ln>
            <a:no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defRPr/>
            </a:pPr>
            <a:r>
              <a:rPr lang="en-US" altLang="en-US" b="1">
                <a:cs typeface="Arial" panose="020B0604020202020204" pitchFamily="34" charset="0"/>
              </a:rPr>
              <a:t>     </a:t>
            </a:r>
            <a:r>
              <a:rPr lang="en-US" altLang="en-US" sz="2400" b="1">
                <a:latin typeface="+mn-lt"/>
                <a:cs typeface="Arial" panose="020B0604020202020204" pitchFamily="34" charset="0"/>
              </a:rPr>
              <a:t>Mapping of Course Outcomes and Program Specific Outcomes</a:t>
            </a:r>
            <a:r>
              <a:rPr lang="en-US" altLang="en-US" sz="2400">
                <a:latin typeface="+mn-lt"/>
                <a:cs typeface="Arial" panose="020B0604020202020204" pitchFamily="34" charset="0"/>
              </a:rPr>
              <a:t>:</a:t>
            </a:r>
            <a:endParaRPr lang="en-IN" altLang="en-US" sz="2400">
              <a:latin typeface="+mn-lt"/>
              <a:cs typeface="Arial" panose="020B0604020202020204" pitchFamily="34" charset="0"/>
            </a:endParaRPr>
          </a:p>
        </p:txBody>
      </p:sp>
      <p:sp>
        <p:nvSpPr>
          <p:cNvPr id="13" name="Date Placeholder 3"/>
          <p:cNvSpPr>
            <a:spLocks noGrp="1"/>
          </p:cNvSpPr>
          <p:nvPr>
            <p:ph type="dt" sz="quarter" idx="10"/>
          </p:nvPr>
        </p:nvSpPr>
        <p:spPr/>
        <p:txBody>
          <a:bodyPr/>
          <a:lstStyle/>
          <a:p>
            <a:pPr>
              <a:defRPr/>
            </a:pPr>
            <a:r>
              <a:rPr lang="en-IN"/>
              <a:t>25-12-2022</a:t>
            </a:r>
            <a:endParaRPr lang="en-US"/>
          </a:p>
        </p:txBody>
      </p:sp>
      <p:sp>
        <p:nvSpPr>
          <p:cNvPr id="15" name="Footer Placeholder 4"/>
          <p:cNvSpPr>
            <a:spLocks noGrp="1"/>
          </p:cNvSpPr>
          <p:nvPr>
            <p:ph type="ftr" sz="quarter" idx="11"/>
          </p:nvPr>
        </p:nvSpPr>
        <p:spPr>
          <a:xfrm>
            <a:off x="2667000" y="6356350"/>
            <a:ext cx="7162800" cy="365125"/>
          </a:xfrm>
        </p:spPr>
        <p:txBody>
          <a:bodyPr/>
          <a:lstStyle/>
          <a:p>
            <a:pPr>
              <a:defRPr/>
            </a:pPr>
            <a:r>
              <a:rPr lang="en-US"/>
              <a:t>Barkha Bhardwaj                    ACSAI0617 Programming For Data Analytics                    UNIT - 3</a:t>
            </a:r>
          </a:p>
        </p:txBody>
      </p:sp>
      <p:sp>
        <p:nvSpPr>
          <p:cNvPr id="20485"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A960EC1-564B-384D-A4C9-32FE9AA88421}" type="slidenum">
              <a:rPr lang="en-US" altLang="en-US" sz="1200" smtClean="0">
                <a:solidFill>
                  <a:srgbClr val="898989"/>
                </a:solidFill>
              </a:rPr>
              <a:t>18</a:t>
            </a:fld>
            <a:endParaRPr lang="en-US" altLang="en-US" sz="1200">
              <a:solidFill>
                <a:srgbClr val="898989"/>
              </a:solidFill>
            </a:endParaRPr>
          </a:p>
        </p:txBody>
      </p:sp>
      <p:pic>
        <p:nvPicPr>
          <p:cNvPr id="20486"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8115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itle 1"/>
          <p:cNvSpPr txBox="1"/>
          <p:nvPr/>
        </p:nvSpPr>
        <p:spPr>
          <a:xfrm>
            <a:off x="1787525" y="1588"/>
            <a:ext cx="10404475" cy="885825"/>
          </a:xfrm>
          <a:prstGeom prst="rect">
            <a:avLst/>
          </a:prstGeom>
        </p:spPr>
        <p:style>
          <a:lnRef idx="1">
            <a:schemeClr val="accent5"/>
          </a:lnRef>
          <a:fillRef idx="2">
            <a:schemeClr val="accent5"/>
          </a:fillRef>
          <a:effectRef idx="1">
            <a:schemeClr val="accent5"/>
          </a:effectRef>
          <a:fontRef idx="minor">
            <a:schemeClr val="dk1"/>
          </a:fontRef>
        </p:style>
        <p:txBody>
          <a:bodyPr anchor="ctr">
            <a:normAutofit/>
          </a:bodyPr>
          <a:lstStyle/>
          <a:p>
            <a:pPr algn="ctr" eaLnBrk="1" fontAlgn="auto" hangingPunct="1">
              <a:lnSpc>
                <a:spcPct val="90000"/>
              </a:lnSpc>
              <a:spcAft>
                <a:spcPts val="0"/>
              </a:spcAft>
              <a:defRPr/>
            </a:pPr>
            <a:r>
              <a:rPr lang="en-US" sz="2800">
                <a:latin typeface="Times New Roman" panose="02020603050405020304" pitchFamily="18" charset="0"/>
                <a:cs typeface="Times New Roman" panose="02020603050405020304" pitchFamily="18" charset="0"/>
              </a:rPr>
              <a:t>  </a:t>
            </a:r>
            <a:r>
              <a:rPr lang="en-US" sz="3200" b="1">
                <a:latin typeface="Times New Roman" panose="02020603050405020304" pitchFamily="18" charset="0"/>
                <a:cs typeface="Times New Roman" panose="02020603050405020304" pitchFamily="18" charset="0"/>
              </a:rPr>
              <a:t>CO-PSO Mapping</a:t>
            </a:r>
            <a:endParaRPr lang="en-IN" sz="3200" b="1">
              <a:latin typeface="Times New Roman" panose="02020603050405020304" pitchFamily="18" charset="0"/>
              <a:cs typeface="Times New Roman" panose="02020603050405020304" pitchFamily="18" charset="0"/>
            </a:endParaRPr>
          </a:p>
        </p:txBody>
      </p:sp>
      <p:graphicFrame>
        <p:nvGraphicFramePr>
          <p:cNvPr id="17" name="Content Placeholder 7"/>
          <p:cNvGraphicFramePr>
            <a:graphicFrameLocks noGrp="1"/>
          </p:cNvGraphicFramePr>
          <p:nvPr>
            <p:ph idx="1"/>
          </p:nvPr>
        </p:nvGraphicFramePr>
        <p:xfrm>
          <a:off x="1905000" y="1911350"/>
          <a:ext cx="7924800" cy="3624264"/>
        </p:xfrm>
        <a:graphic>
          <a:graphicData uri="http://schemas.openxmlformats.org/drawingml/2006/table">
            <a:tbl>
              <a:tblPr firstRow="1" bandRow="1">
                <a:tableStyleId>{5C22544A-7EE6-4342-B048-85BDC9FD1C3A}</a:tableStyleId>
              </a:tblPr>
              <a:tblGrid>
                <a:gridCol w="2641600">
                  <a:extLst>
                    <a:ext uri="{9D8B030D-6E8A-4147-A177-3AD203B41FA5}">
                      <a16:colId xmlns:a16="http://schemas.microsoft.com/office/drawing/2014/main" val="20000"/>
                    </a:ext>
                  </a:extLst>
                </a:gridCol>
                <a:gridCol w="2641600">
                  <a:extLst>
                    <a:ext uri="{9D8B030D-6E8A-4147-A177-3AD203B41FA5}">
                      <a16:colId xmlns:a16="http://schemas.microsoft.com/office/drawing/2014/main" val="20001"/>
                    </a:ext>
                  </a:extLst>
                </a:gridCol>
                <a:gridCol w="2641600">
                  <a:extLst>
                    <a:ext uri="{9D8B030D-6E8A-4147-A177-3AD203B41FA5}">
                      <a16:colId xmlns:a16="http://schemas.microsoft.com/office/drawing/2014/main" val="20002"/>
                    </a:ext>
                  </a:extLst>
                </a:gridCol>
              </a:tblGrid>
              <a:tr h="527778">
                <a:tc>
                  <a:txBody>
                    <a:bodyPr/>
                    <a:lstStyle/>
                    <a:p>
                      <a:endParaRPr lang="en-IN" sz="2400" b="0">
                        <a:solidFill>
                          <a:schemeClr val="tx1"/>
                        </a:solidFill>
                      </a:endParaRPr>
                    </a:p>
                  </a:txBody>
                  <a:tcPr marL="91436" marR="91436" marT="45722" marB="45722">
                    <a:solidFill>
                      <a:schemeClr val="tx2">
                        <a:lumMod val="60000"/>
                        <a:lumOff val="40000"/>
                      </a:schemeClr>
                    </a:solidFill>
                  </a:tcPr>
                </a:tc>
                <a:tc>
                  <a:txBody>
                    <a:bodyPr/>
                    <a:lstStyle/>
                    <a:p>
                      <a:pPr algn="ctr"/>
                      <a:r>
                        <a:rPr lang="en-US" sz="2400" b="0">
                          <a:solidFill>
                            <a:schemeClr val="tx1"/>
                          </a:solidFill>
                        </a:rPr>
                        <a:t>PSO1</a:t>
                      </a:r>
                      <a:endParaRPr lang="en-IN" sz="2400" b="0">
                        <a:solidFill>
                          <a:schemeClr val="tx1"/>
                        </a:solidFill>
                      </a:endParaRPr>
                    </a:p>
                  </a:txBody>
                  <a:tcPr marL="91436" marR="91436" marT="45722" marB="45722"/>
                </a:tc>
                <a:tc>
                  <a:txBody>
                    <a:bodyPr/>
                    <a:lstStyle/>
                    <a:p>
                      <a:pPr algn="ctr"/>
                      <a:r>
                        <a:rPr lang="en-US" sz="2400" b="0">
                          <a:solidFill>
                            <a:schemeClr val="tx1"/>
                          </a:solidFill>
                        </a:rPr>
                        <a:t>PSO2</a:t>
                      </a:r>
                      <a:endParaRPr lang="en-IN" sz="2400" b="0">
                        <a:solidFill>
                          <a:schemeClr val="tx1"/>
                        </a:solidFill>
                      </a:endParaRPr>
                    </a:p>
                  </a:txBody>
                  <a:tcPr marL="91436" marR="91436" marT="45722" marB="45722"/>
                </a:tc>
                <a:extLst>
                  <a:ext uri="{0D108BD9-81ED-4DB2-BD59-A6C34878D82A}">
                    <a16:rowId xmlns:a16="http://schemas.microsoft.com/office/drawing/2014/main" val="10000"/>
                  </a:ext>
                </a:extLst>
              </a:tr>
              <a:tr h="642177">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2400" b="1" kern="1200">
                          <a:solidFill>
                            <a:schemeClr val="tx1"/>
                          </a:solidFill>
                          <a:latin typeface="+mn-lt"/>
                          <a:ea typeface="+mn-ea"/>
                          <a:cs typeface="+mn-cs"/>
                        </a:rPr>
                        <a:t>CO.1</a:t>
                      </a:r>
                    </a:p>
                  </a:txBody>
                  <a:tcPr marL="91436" marR="91436" marT="45722" marB="45722">
                    <a:solidFill>
                      <a:schemeClr val="tx2">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2400" b="1" kern="1200">
                          <a:solidFill>
                            <a:schemeClr val="tx1"/>
                          </a:solidFill>
                          <a:latin typeface="+mn-lt"/>
                          <a:ea typeface="+mn-ea"/>
                          <a:cs typeface="+mn-cs"/>
                        </a:rPr>
                        <a:t>2</a:t>
                      </a:r>
                    </a:p>
                  </a:txBody>
                  <a:tcPr marL="91436" marR="91436" marT="45722" marB="45722"/>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2400" b="1" kern="1200">
                          <a:solidFill>
                            <a:schemeClr val="tx1"/>
                          </a:solidFill>
                          <a:latin typeface="+mn-lt"/>
                          <a:ea typeface="+mn-ea"/>
                          <a:cs typeface="+mn-cs"/>
                        </a:rPr>
                        <a:t>3</a:t>
                      </a:r>
                    </a:p>
                  </a:txBody>
                  <a:tcPr marL="91436" marR="91436" marT="45722" marB="45722"/>
                </a:tc>
                <a:extLst>
                  <a:ext uri="{0D108BD9-81ED-4DB2-BD59-A6C34878D82A}">
                    <a16:rowId xmlns:a16="http://schemas.microsoft.com/office/drawing/2014/main" val="10001"/>
                  </a:ext>
                </a:extLst>
              </a:tr>
              <a:tr h="642177">
                <a:tc>
                  <a:txBody>
                    <a:bodyPr/>
                    <a:lstStyle/>
                    <a:p>
                      <a:pPr marL="0" algn="l" defTabSz="914400" rtl="0" eaLnBrk="1" latinLnBrk="0" hangingPunct="1"/>
                      <a:r>
                        <a:rPr lang="en-US" sz="2400" b="0" kern="1200">
                          <a:solidFill>
                            <a:schemeClr val="tx1"/>
                          </a:solidFill>
                          <a:latin typeface="+mn-lt"/>
                          <a:ea typeface="+mn-ea"/>
                          <a:cs typeface="+mn-cs"/>
                        </a:rPr>
                        <a:t>CO.2</a:t>
                      </a:r>
                      <a:endParaRPr lang="en-IN" sz="2400" b="0" kern="1200">
                        <a:solidFill>
                          <a:schemeClr val="tx1"/>
                        </a:solidFill>
                        <a:latin typeface="+mn-lt"/>
                        <a:ea typeface="+mn-ea"/>
                        <a:cs typeface="+mn-cs"/>
                      </a:endParaRPr>
                    </a:p>
                  </a:txBody>
                  <a:tcPr marL="91436" marR="91436" marT="45722" marB="45722">
                    <a:solidFill>
                      <a:schemeClr val="tx2">
                        <a:lumMod val="60000"/>
                        <a:lumOff val="40000"/>
                      </a:schemeClr>
                    </a:solidFill>
                  </a:tcPr>
                </a:tc>
                <a:tc>
                  <a:txBody>
                    <a:bodyPr/>
                    <a:lstStyle/>
                    <a:p>
                      <a:pPr marL="0" algn="ctr" defTabSz="914400" rtl="0" eaLnBrk="1" latinLnBrk="0" hangingPunct="1"/>
                      <a:r>
                        <a:rPr lang="en-US" sz="2400" b="0" kern="1200">
                          <a:solidFill>
                            <a:schemeClr val="tx1"/>
                          </a:solidFill>
                          <a:latin typeface="+mn-lt"/>
                          <a:ea typeface="+mn-ea"/>
                          <a:cs typeface="+mn-cs"/>
                        </a:rPr>
                        <a:t>2</a:t>
                      </a:r>
                      <a:endParaRPr lang="en-IN" sz="2400" b="0" kern="1200">
                        <a:solidFill>
                          <a:schemeClr val="tx1"/>
                        </a:solidFill>
                        <a:latin typeface="+mn-lt"/>
                        <a:ea typeface="+mn-ea"/>
                        <a:cs typeface="+mn-cs"/>
                      </a:endParaRPr>
                    </a:p>
                  </a:txBody>
                  <a:tcPr marL="91436" marR="91436" marT="45722" marB="45722"/>
                </a:tc>
                <a:tc>
                  <a:txBody>
                    <a:bodyPr/>
                    <a:lstStyle/>
                    <a:p>
                      <a:pPr marL="0" algn="ctr" defTabSz="914400" rtl="0" eaLnBrk="1" latinLnBrk="0" hangingPunct="1"/>
                      <a:r>
                        <a:rPr lang="en-US" sz="2400" b="0" kern="1200">
                          <a:solidFill>
                            <a:schemeClr val="tx1"/>
                          </a:solidFill>
                          <a:latin typeface="+mn-lt"/>
                          <a:ea typeface="+mn-ea"/>
                          <a:cs typeface="+mn-cs"/>
                        </a:rPr>
                        <a:t>3</a:t>
                      </a:r>
                      <a:endParaRPr lang="en-IN" sz="2400" b="0" kern="1200">
                        <a:solidFill>
                          <a:schemeClr val="tx1"/>
                        </a:solidFill>
                        <a:latin typeface="+mn-lt"/>
                        <a:ea typeface="+mn-ea"/>
                        <a:cs typeface="+mn-cs"/>
                      </a:endParaRPr>
                    </a:p>
                  </a:txBody>
                  <a:tcPr marL="91436" marR="91436" marT="45722" marB="45722"/>
                </a:tc>
                <a:extLst>
                  <a:ext uri="{0D108BD9-81ED-4DB2-BD59-A6C34878D82A}">
                    <a16:rowId xmlns:a16="http://schemas.microsoft.com/office/drawing/2014/main" val="10002"/>
                  </a:ext>
                </a:extLst>
              </a:tr>
              <a:tr h="642177">
                <a:tc>
                  <a:txBody>
                    <a:bodyPr/>
                    <a:lstStyle/>
                    <a:p>
                      <a:r>
                        <a:rPr lang="en-US" sz="2400" b="0">
                          <a:solidFill>
                            <a:schemeClr val="tx1"/>
                          </a:solidFill>
                        </a:rPr>
                        <a:t>CO.3</a:t>
                      </a:r>
                    </a:p>
                  </a:txBody>
                  <a:tcPr marL="91436" marR="91436" marT="45722" marB="45722">
                    <a:solidFill>
                      <a:srgbClr val="FFFF00"/>
                    </a:solidFill>
                  </a:tcPr>
                </a:tc>
                <a:tc>
                  <a:txBody>
                    <a:bodyPr/>
                    <a:lstStyle/>
                    <a:p>
                      <a:pPr algn="ctr"/>
                      <a:r>
                        <a:rPr lang="en-US" sz="2400" b="0">
                          <a:solidFill>
                            <a:schemeClr val="tx1"/>
                          </a:solidFill>
                        </a:rPr>
                        <a:t>2</a:t>
                      </a:r>
                    </a:p>
                  </a:txBody>
                  <a:tcPr marL="91436" marR="91436" marT="45722" marB="45722">
                    <a:solidFill>
                      <a:srgbClr val="FFFF00"/>
                    </a:solidFill>
                  </a:tcPr>
                </a:tc>
                <a:tc>
                  <a:txBody>
                    <a:bodyPr/>
                    <a:lstStyle/>
                    <a:p>
                      <a:pPr algn="ctr"/>
                      <a:r>
                        <a:rPr lang="en-US" sz="2400" b="0">
                          <a:solidFill>
                            <a:schemeClr val="tx1"/>
                          </a:solidFill>
                        </a:rPr>
                        <a:t>3</a:t>
                      </a:r>
                    </a:p>
                  </a:txBody>
                  <a:tcPr marL="91436" marR="91436" marT="45722" marB="45722">
                    <a:solidFill>
                      <a:srgbClr val="FFFF00"/>
                    </a:solidFill>
                  </a:tcPr>
                </a:tc>
                <a:extLst>
                  <a:ext uri="{0D108BD9-81ED-4DB2-BD59-A6C34878D82A}">
                    <a16:rowId xmlns:a16="http://schemas.microsoft.com/office/drawing/2014/main" val="10003"/>
                  </a:ext>
                </a:extLst>
              </a:tr>
              <a:tr h="642177">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2400" b="0" kern="1200">
                          <a:solidFill>
                            <a:schemeClr val="tx1"/>
                          </a:solidFill>
                          <a:latin typeface="+mn-lt"/>
                          <a:ea typeface="+mn-ea"/>
                          <a:cs typeface="+mn-cs"/>
                        </a:rPr>
                        <a:t>CO.4</a:t>
                      </a:r>
                      <a:endParaRPr lang="en-IN" sz="2400" b="0" kern="1200">
                        <a:solidFill>
                          <a:schemeClr val="tx1"/>
                        </a:solidFill>
                        <a:latin typeface="+mn-lt"/>
                        <a:ea typeface="+mn-ea"/>
                        <a:cs typeface="+mn-cs"/>
                      </a:endParaRPr>
                    </a:p>
                  </a:txBody>
                  <a:tcPr marL="91436" marR="91436" marT="45722" marB="45722">
                    <a:solidFill>
                      <a:schemeClr val="tx2">
                        <a:lumMod val="60000"/>
                        <a:lumOff val="40000"/>
                      </a:schemeClr>
                    </a:solidFill>
                  </a:tcPr>
                </a:tc>
                <a:tc>
                  <a:txBody>
                    <a:bodyPr/>
                    <a:lstStyle/>
                    <a:p>
                      <a:pPr algn="ctr"/>
                      <a:r>
                        <a:rPr lang="en-US" sz="2400" b="0">
                          <a:solidFill>
                            <a:schemeClr val="tx1"/>
                          </a:solidFill>
                        </a:rPr>
                        <a:t>2</a:t>
                      </a:r>
                      <a:endParaRPr lang="en-IN" sz="2400" b="0">
                        <a:solidFill>
                          <a:schemeClr val="tx1"/>
                        </a:solidFill>
                      </a:endParaRPr>
                    </a:p>
                  </a:txBody>
                  <a:tcPr marL="91436" marR="91436" marT="45722" marB="45722"/>
                </a:tc>
                <a:tc>
                  <a:txBody>
                    <a:bodyPr/>
                    <a:lstStyle/>
                    <a:p>
                      <a:pPr algn="ctr"/>
                      <a:r>
                        <a:rPr lang="en-US" sz="2400" b="0">
                          <a:solidFill>
                            <a:schemeClr val="tx1"/>
                          </a:solidFill>
                        </a:rPr>
                        <a:t>3</a:t>
                      </a:r>
                      <a:endParaRPr lang="en-IN" sz="2400" b="0">
                        <a:solidFill>
                          <a:schemeClr val="tx1"/>
                        </a:solidFill>
                      </a:endParaRPr>
                    </a:p>
                  </a:txBody>
                  <a:tcPr marL="91436" marR="91436" marT="45722" marB="45722"/>
                </a:tc>
                <a:extLst>
                  <a:ext uri="{0D108BD9-81ED-4DB2-BD59-A6C34878D82A}">
                    <a16:rowId xmlns:a16="http://schemas.microsoft.com/office/drawing/2014/main" val="10004"/>
                  </a:ext>
                </a:extLst>
              </a:tr>
              <a:tr h="527778">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2400" b="0">
                          <a:solidFill>
                            <a:schemeClr val="tx1"/>
                          </a:solidFill>
                        </a:rPr>
                        <a:t>CO.5</a:t>
                      </a:r>
                      <a:endParaRPr lang="en-IN" sz="2400" b="0">
                        <a:solidFill>
                          <a:schemeClr val="tx1"/>
                        </a:solidFill>
                      </a:endParaRPr>
                    </a:p>
                  </a:txBody>
                  <a:tcPr marL="91436" marR="91436" marT="45722" marB="45722">
                    <a:solidFill>
                      <a:schemeClr val="tx2">
                        <a:lumMod val="60000"/>
                        <a:lumOff val="40000"/>
                      </a:schemeClr>
                    </a:solidFill>
                  </a:tcPr>
                </a:tc>
                <a:tc>
                  <a:txBody>
                    <a:bodyPr/>
                    <a:lstStyle/>
                    <a:p>
                      <a:pPr algn="ctr"/>
                      <a:r>
                        <a:rPr lang="en-US" sz="2400" b="0">
                          <a:solidFill>
                            <a:schemeClr val="tx1"/>
                          </a:solidFill>
                        </a:rPr>
                        <a:t>2</a:t>
                      </a:r>
                      <a:endParaRPr lang="en-IN" sz="2400" b="0">
                        <a:solidFill>
                          <a:schemeClr val="tx1"/>
                        </a:solidFill>
                      </a:endParaRPr>
                    </a:p>
                  </a:txBody>
                  <a:tcPr marL="91436" marR="91436" marT="45722" marB="45722"/>
                </a:tc>
                <a:tc>
                  <a:txBody>
                    <a:bodyPr/>
                    <a:lstStyle/>
                    <a:p>
                      <a:pPr algn="ctr"/>
                      <a:r>
                        <a:rPr lang="en-US" sz="2400" b="0">
                          <a:solidFill>
                            <a:schemeClr val="tx1"/>
                          </a:solidFill>
                        </a:rPr>
                        <a:t>3</a:t>
                      </a:r>
                      <a:endParaRPr lang="en-IN" sz="2400" b="0">
                        <a:solidFill>
                          <a:schemeClr val="tx1"/>
                        </a:solidFill>
                      </a:endParaRPr>
                    </a:p>
                  </a:txBody>
                  <a:tcPr marL="91436" marR="91436" marT="45722" marB="45722"/>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42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Date Placeholder 3"/>
          <p:cNvSpPr>
            <a:spLocks noGrp="1"/>
          </p:cNvSpPr>
          <p:nvPr>
            <p:ph type="dt" sz="quarter" idx="10"/>
          </p:nvPr>
        </p:nvSpPr>
        <p:spPr/>
        <p:txBody>
          <a:bodyPr/>
          <a:lstStyle/>
          <a:p>
            <a:pPr>
              <a:defRPr/>
            </a:pPr>
            <a:r>
              <a:rPr lang="en-IN"/>
              <a:t>25-12-2022</a:t>
            </a:r>
            <a:endParaRPr lang="en-US"/>
          </a:p>
        </p:txBody>
      </p:sp>
      <p:sp>
        <p:nvSpPr>
          <p:cNvPr id="15" name="Footer Placeholder 4"/>
          <p:cNvSpPr>
            <a:spLocks noGrp="1"/>
          </p:cNvSpPr>
          <p:nvPr>
            <p:ph type="ftr" sz="quarter" idx="11"/>
          </p:nvPr>
        </p:nvSpPr>
        <p:spPr>
          <a:xfrm>
            <a:off x="2667000" y="6356350"/>
            <a:ext cx="7162800" cy="365125"/>
          </a:xfrm>
        </p:spPr>
        <p:txBody>
          <a:bodyPr/>
          <a:lstStyle/>
          <a:p>
            <a:pPr>
              <a:defRPr/>
            </a:pPr>
            <a:r>
              <a:rPr lang="en-US"/>
              <a:t>Barkha Bhardwaj                    ACSAI0617 Programming For Data Analytics                    UNIT - 3</a:t>
            </a:r>
          </a:p>
        </p:txBody>
      </p:sp>
      <p:sp>
        <p:nvSpPr>
          <p:cNvPr id="21508"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3260F67-A7DF-AF45-8350-37974C1D8A3D}" type="slidenum">
              <a:rPr lang="en-US" altLang="en-US" sz="1200" smtClean="0">
                <a:solidFill>
                  <a:srgbClr val="898989"/>
                </a:solidFill>
              </a:rPr>
              <a:t>19</a:t>
            </a:fld>
            <a:endParaRPr lang="en-US" altLang="en-US" sz="1200">
              <a:solidFill>
                <a:srgbClr val="898989"/>
              </a:solidFill>
            </a:endParaRPr>
          </a:p>
        </p:txBody>
      </p:sp>
      <p:sp>
        <p:nvSpPr>
          <p:cNvPr id="9" name="Title 1"/>
          <p:cNvSpPr txBox="1"/>
          <p:nvPr/>
        </p:nvSpPr>
        <p:spPr>
          <a:xfrm>
            <a:off x="1787525" y="1588"/>
            <a:ext cx="10404475" cy="885825"/>
          </a:xfrm>
          <a:prstGeom prst="rect">
            <a:avLst/>
          </a:prstGeom>
        </p:spPr>
        <p:style>
          <a:lnRef idx="1">
            <a:schemeClr val="accent5"/>
          </a:lnRef>
          <a:fillRef idx="2">
            <a:schemeClr val="accent5"/>
          </a:fillRef>
          <a:effectRef idx="1">
            <a:schemeClr val="accent5"/>
          </a:effectRef>
          <a:fontRef idx="minor">
            <a:schemeClr val="dk1"/>
          </a:fontRef>
        </p:style>
        <p:txBody>
          <a:bodyPr anchor="ctr">
            <a:normAutofit/>
          </a:bodyPr>
          <a:lstStyle/>
          <a:p>
            <a:pPr algn="ctr" eaLnBrk="1" fontAlgn="auto" hangingPunct="1">
              <a:lnSpc>
                <a:spcPct val="90000"/>
              </a:lnSpc>
              <a:spcAft>
                <a:spcPts val="0"/>
              </a:spcAft>
              <a:defRPr/>
            </a:pPr>
            <a:r>
              <a:rPr lang="en-US" sz="2800">
                <a:latin typeface="Times New Roman" panose="02020603050405020304" pitchFamily="18" charset="0"/>
                <a:cs typeface="Times New Roman" panose="02020603050405020304" pitchFamily="18" charset="0"/>
              </a:rPr>
              <a:t>  </a:t>
            </a:r>
            <a:r>
              <a:rPr lang="en-US" sz="2800" b="1">
                <a:latin typeface="Times New Roman" panose="02020603050405020304" pitchFamily="18" charset="0"/>
                <a:cs typeface="Times New Roman" panose="02020603050405020304" pitchFamily="18" charset="0"/>
              </a:rPr>
              <a:t>Program Educational Objectives</a:t>
            </a:r>
            <a:endParaRPr lang="en-IN" sz="2800" b="1">
              <a:latin typeface="Times New Roman" panose="02020603050405020304" pitchFamily="18" charset="0"/>
              <a:cs typeface="Times New Roman" panose="02020603050405020304" pitchFamily="18" charset="0"/>
            </a:endParaRPr>
          </a:p>
        </p:txBody>
      </p:sp>
      <p:pic>
        <p:nvPicPr>
          <p:cNvPr id="21510"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8115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1" name="Rectangle 10"/>
          <p:cNvSpPr>
            <a:spLocks noChangeArrowheads="1"/>
          </p:cNvSpPr>
          <p:nvPr/>
        </p:nvSpPr>
        <p:spPr bwMode="auto">
          <a:xfrm>
            <a:off x="914400" y="1295400"/>
            <a:ext cx="105918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Clr>
                <a:srgbClr val="000000"/>
              </a:buClr>
              <a:buFontTx/>
              <a:buNone/>
            </a:pPr>
            <a:r>
              <a:rPr lang="en-US" altLang="en-US" sz="2400" b="1">
                <a:latin typeface="Times New Roman" panose="02020603050405020304" pitchFamily="18" charset="0"/>
                <a:cs typeface="Times New Roman" panose="02020603050405020304" pitchFamily="18" charset="0"/>
              </a:rPr>
              <a:t>PEO1: </a:t>
            </a:r>
            <a:r>
              <a:rPr lang="en-US" altLang="en-US" sz="2400">
                <a:latin typeface="Times New Roman" panose="02020603050405020304" pitchFamily="18" charset="0"/>
                <a:cs typeface="Times New Roman" panose="02020603050405020304" pitchFamily="18" charset="0"/>
              </a:rPr>
              <a:t>Pursue higher education and professional career to excel in the field of Artificial Intelligence and Machine Learning.</a:t>
            </a:r>
          </a:p>
          <a:p>
            <a:pPr algn="just">
              <a:spcBef>
                <a:spcPct val="0"/>
              </a:spcBef>
              <a:buClr>
                <a:srgbClr val="000000"/>
              </a:buClr>
              <a:buFontTx/>
              <a:buNone/>
            </a:pPr>
            <a:r>
              <a:rPr lang="en-US" altLang="en-US" sz="2400" b="1">
                <a:latin typeface="Times New Roman" panose="02020603050405020304" pitchFamily="18" charset="0"/>
                <a:cs typeface="Times New Roman" panose="02020603050405020304" pitchFamily="18" charset="0"/>
              </a:rPr>
              <a:t>PEO2: </a:t>
            </a:r>
            <a:r>
              <a:rPr lang="en-US" altLang="en-US" sz="2400">
                <a:latin typeface="Times New Roman" panose="02020603050405020304" pitchFamily="18" charset="0"/>
                <a:cs typeface="Times New Roman" panose="02020603050405020304" pitchFamily="18" charset="0"/>
              </a:rPr>
              <a:t>Lead by example in innovative research and entrepreneurial zeal for 21st century skills.</a:t>
            </a:r>
          </a:p>
          <a:p>
            <a:pPr algn="just">
              <a:spcBef>
                <a:spcPct val="0"/>
              </a:spcBef>
              <a:buClr>
                <a:srgbClr val="000000"/>
              </a:buClr>
              <a:buFontTx/>
              <a:buNone/>
            </a:pPr>
            <a:r>
              <a:rPr lang="en-US" altLang="en-US" sz="2400" b="1">
                <a:latin typeface="Times New Roman" panose="02020603050405020304" pitchFamily="18" charset="0"/>
                <a:cs typeface="Times New Roman" panose="02020603050405020304" pitchFamily="18" charset="0"/>
              </a:rPr>
              <a:t>PEO3: </a:t>
            </a:r>
            <a:r>
              <a:rPr lang="en-US" altLang="en-US" sz="2400">
                <a:latin typeface="Times New Roman" panose="02020603050405020304" pitchFamily="18" charset="0"/>
                <a:cs typeface="Times New Roman" panose="02020603050405020304" pitchFamily="18" charset="0"/>
              </a:rPr>
              <a:t>Proactively provide innovative solutions for societal problems to promote life-long learning.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Content Placeholder 7" descr="qs1.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016000" y="1397000"/>
            <a:ext cx="9753600" cy="4978400"/>
          </a:xfrm>
        </p:spPr>
      </p:pic>
      <p:sp>
        <p:nvSpPr>
          <p:cNvPr id="4" name="Date Placeholder 3"/>
          <p:cNvSpPr>
            <a:spLocks noGrp="1"/>
          </p:cNvSpPr>
          <p:nvPr>
            <p:ph type="dt" sz="quarter" idx="10"/>
          </p:nvPr>
        </p:nvSpPr>
        <p:spPr/>
        <p:txBody>
          <a:bodyPr/>
          <a:lstStyle/>
          <a:p>
            <a:pPr>
              <a:defRPr/>
            </a:pPr>
            <a:r>
              <a:rPr lang="en-IN"/>
              <a:t>25-12-2022</a:t>
            </a:r>
            <a:endParaRPr lang="en-US"/>
          </a:p>
        </p:txBody>
      </p:sp>
      <p:sp>
        <p:nvSpPr>
          <p:cNvPr id="5" name="Footer Placeholder 4"/>
          <p:cNvSpPr>
            <a:spLocks noGrp="1"/>
          </p:cNvSpPr>
          <p:nvPr>
            <p:ph type="ftr" sz="quarter" idx="11"/>
          </p:nvPr>
        </p:nvSpPr>
        <p:spPr>
          <a:xfrm>
            <a:off x="2514600" y="6356350"/>
            <a:ext cx="6223002" cy="501650"/>
          </a:xfrm>
        </p:spPr>
        <p:txBody>
          <a:bodyPr/>
          <a:lstStyle/>
          <a:p>
            <a:pPr>
              <a:defRPr/>
            </a:pPr>
            <a:r>
              <a:rPr lang="en-US"/>
              <a:t>Barkha Bhardwaj                    ACSAI0617 Programming For Data Analytics                    UNIT - 3</a:t>
            </a:r>
          </a:p>
        </p:txBody>
      </p:sp>
      <p:sp>
        <p:nvSpPr>
          <p:cNvPr id="22533" name="Slide Number Placeholder 5"/>
          <p:cNvSpPr>
            <a:spLocks noGrp="1"/>
          </p:cNvSpPr>
          <p:nvPr>
            <p:ph type="sldNum" sz="quarter" idx="12"/>
          </p:nvPr>
        </p:nvSpPr>
        <p:spPr bwMode="auto">
          <a:xfrm>
            <a:off x="8610600" y="6356350"/>
            <a:ext cx="2662238"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8F1DBC1-29E3-144F-A3D2-FD862FC467E8}" type="slidenum">
              <a:rPr lang="en-US" altLang="en-US" sz="1200" smtClean="0">
                <a:solidFill>
                  <a:srgbClr val="898989"/>
                </a:solidFill>
              </a:rPr>
              <a:t>20</a:t>
            </a:fld>
            <a:endParaRPr lang="en-US" altLang="en-US" sz="1200">
              <a:solidFill>
                <a:srgbClr val="898989"/>
              </a:solidFill>
            </a:endParaRPr>
          </a:p>
        </p:txBody>
      </p:sp>
      <p:sp>
        <p:nvSpPr>
          <p:cNvPr id="12" name="Title 1"/>
          <p:cNvSpPr txBox="1">
            <a:spLocks noGrp="1"/>
          </p:cNvSpPr>
          <p:nvPr>
            <p:ph type="title"/>
          </p:nvPr>
        </p:nvSpPr>
        <p:spPr>
          <a:xfrm>
            <a:off x="1938338" y="0"/>
            <a:ext cx="10253662" cy="893763"/>
          </a:xfrm>
        </p:spPr>
        <p:style>
          <a:lnRef idx="1">
            <a:schemeClr val="accent5"/>
          </a:lnRef>
          <a:fillRef idx="2">
            <a:schemeClr val="accent5"/>
          </a:fillRef>
          <a:effectRef idx="1">
            <a:schemeClr val="accent5"/>
          </a:effectRef>
          <a:fontRef idx="minor">
            <a:schemeClr val="dk1"/>
          </a:fontRef>
        </p:style>
        <p:txBody>
          <a:bodyPr lIns="68580" tIns="34290" rIns="68580" bIns="34290" rtlCol="0">
            <a:normAutofit/>
          </a:bodyPr>
          <a:lstStyle/>
          <a:p>
            <a:pPr defTabSz="992505" eaLnBrk="1" fontAlgn="auto" hangingPunct="1">
              <a:spcAft>
                <a:spcPts val="0"/>
              </a:spcAft>
              <a:defRPr/>
            </a:pPr>
            <a:r>
              <a:rPr lang="en-US" sz="2400">
                <a:latin typeface="Times New Roman" panose="02020603050405020304" pitchFamily="18" charset="0"/>
                <a:cs typeface="Times New Roman" panose="02020603050405020304" pitchFamily="18" charset="0"/>
              </a:rPr>
              <a:t>End Semester Question Paper Templates (Offline Pattern/Online Pattern)</a:t>
            </a:r>
            <a:endParaRPr lang="en-US" sz="2400">
              <a:solidFill>
                <a:schemeClr val="tx1"/>
              </a:solidFill>
              <a:latin typeface="Times New Roman" panose="02020603050405020304" pitchFamily="18" charset="0"/>
              <a:cs typeface="Times New Roman" panose="02020603050405020304" pitchFamily="18" charset="0"/>
            </a:endParaRPr>
          </a:p>
        </p:txBody>
      </p:sp>
      <p:pic>
        <p:nvPicPr>
          <p:cNvPr id="22535" name="Picture 2" descr="C:\Users\admin\Desktop\LOGONIE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689100" cy="928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Content Placeholder 8" descr="qs2.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09600" y="2209800"/>
            <a:ext cx="10972800" cy="3048000"/>
          </a:xfrm>
        </p:spPr>
      </p:pic>
      <p:sp>
        <p:nvSpPr>
          <p:cNvPr id="4" name="Date Placeholder 3"/>
          <p:cNvSpPr>
            <a:spLocks noGrp="1"/>
          </p:cNvSpPr>
          <p:nvPr>
            <p:ph type="dt" sz="quarter" idx="10"/>
          </p:nvPr>
        </p:nvSpPr>
        <p:spPr/>
        <p:txBody>
          <a:bodyPr/>
          <a:lstStyle/>
          <a:p>
            <a:pPr>
              <a:defRPr/>
            </a:pPr>
            <a:r>
              <a:rPr lang="en-IN"/>
              <a:t>25-12-2022</a:t>
            </a:r>
            <a:endParaRPr lang="en-US"/>
          </a:p>
        </p:txBody>
      </p:sp>
      <p:sp>
        <p:nvSpPr>
          <p:cNvPr id="5" name="Footer Placeholder 4"/>
          <p:cNvSpPr>
            <a:spLocks noGrp="1"/>
          </p:cNvSpPr>
          <p:nvPr>
            <p:ph type="ftr" sz="quarter" idx="11"/>
          </p:nvPr>
        </p:nvSpPr>
        <p:spPr>
          <a:xfrm>
            <a:off x="3454400" y="6356350"/>
            <a:ext cx="6070600" cy="365125"/>
          </a:xfrm>
        </p:spPr>
        <p:txBody>
          <a:bodyPr/>
          <a:lstStyle/>
          <a:p>
            <a:pPr>
              <a:defRPr/>
            </a:pPr>
            <a:r>
              <a:rPr lang="en-US"/>
              <a:t>Barkha Bhardwaj                    ACSAI0617 Programming For Data Analytics                    UNIT - 3</a:t>
            </a:r>
          </a:p>
        </p:txBody>
      </p:sp>
      <p:sp>
        <p:nvSpPr>
          <p:cNvPr id="23557"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4CD4434-09A0-934D-A5EB-74C3D286F5DD}" type="slidenum">
              <a:rPr lang="en-US" altLang="en-US" sz="1200" smtClean="0">
                <a:solidFill>
                  <a:srgbClr val="898989"/>
                </a:solidFill>
              </a:rPr>
              <a:t>21</a:t>
            </a:fld>
            <a:endParaRPr lang="en-US" altLang="en-US" sz="1200">
              <a:solidFill>
                <a:srgbClr val="898989"/>
              </a:solidFill>
            </a:endParaRPr>
          </a:p>
        </p:txBody>
      </p:sp>
      <p:sp>
        <p:nvSpPr>
          <p:cNvPr id="8" name="Title 1"/>
          <p:cNvSpPr txBox="1">
            <a:spLocks noGrp="1"/>
          </p:cNvSpPr>
          <p:nvPr>
            <p:ph type="title"/>
          </p:nvPr>
        </p:nvSpPr>
        <p:spPr>
          <a:xfrm>
            <a:off x="2189163" y="0"/>
            <a:ext cx="10002837" cy="889000"/>
          </a:xfrm>
        </p:spPr>
        <p:style>
          <a:lnRef idx="1">
            <a:schemeClr val="accent5"/>
          </a:lnRef>
          <a:fillRef idx="2">
            <a:schemeClr val="accent5"/>
          </a:fillRef>
          <a:effectRef idx="1">
            <a:schemeClr val="accent5"/>
          </a:effectRef>
          <a:fontRef idx="minor">
            <a:schemeClr val="dk1"/>
          </a:fontRef>
        </p:style>
        <p:txBody>
          <a:bodyPr lIns="68580" tIns="34290" rIns="68580" bIns="34290" rtlCol="0">
            <a:normAutofit/>
          </a:bodyPr>
          <a:lstStyle/>
          <a:p>
            <a:pPr defTabSz="992505" eaLnBrk="1" fontAlgn="auto" hangingPunct="1">
              <a:spcAft>
                <a:spcPts val="0"/>
              </a:spcAft>
              <a:defRPr/>
            </a:pPr>
            <a:r>
              <a:rPr lang="en-US" sz="2400">
                <a:latin typeface="Times New Roman" panose="02020603050405020304" pitchFamily="18" charset="0"/>
                <a:cs typeface="Times New Roman" panose="02020603050405020304" pitchFamily="18" charset="0"/>
              </a:rPr>
              <a:t>End Semester Question Paper Templates (Offline Pattern/Online Pattern)</a:t>
            </a:r>
            <a:endParaRPr lang="en-US" sz="2400">
              <a:solidFill>
                <a:schemeClr val="tx1"/>
              </a:solidFill>
              <a:latin typeface="Times New Roman" panose="02020603050405020304" pitchFamily="18" charset="0"/>
              <a:cs typeface="Times New Roman" panose="02020603050405020304" pitchFamily="18" charset="0"/>
            </a:endParaRPr>
          </a:p>
        </p:txBody>
      </p:sp>
      <p:pic>
        <p:nvPicPr>
          <p:cNvPr id="23559" name="Picture 2" descr="C:\Users\admin\Desktop\LOGONIE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050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Content Placeholder 8" descr="qs3.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09600" y="1703388"/>
            <a:ext cx="10972800" cy="4318000"/>
          </a:xfrm>
        </p:spPr>
      </p:pic>
      <p:sp>
        <p:nvSpPr>
          <p:cNvPr id="4" name="Date Placeholder 3"/>
          <p:cNvSpPr>
            <a:spLocks noGrp="1"/>
          </p:cNvSpPr>
          <p:nvPr>
            <p:ph type="dt" sz="quarter" idx="10"/>
          </p:nvPr>
        </p:nvSpPr>
        <p:spPr/>
        <p:txBody>
          <a:bodyPr/>
          <a:lstStyle/>
          <a:p>
            <a:pPr>
              <a:defRPr/>
            </a:pPr>
            <a:r>
              <a:rPr lang="en-IN"/>
              <a:t>25-12-2022</a:t>
            </a:r>
            <a:endParaRPr lang="en-US"/>
          </a:p>
        </p:txBody>
      </p:sp>
      <p:sp>
        <p:nvSpPr>
          <p:cNvPr id="5" name="Footer Placeholder 4"/>
          <p:cNvSpPr>
            <a:spLocks noGrp="1"/>
          </p:cNvSpPr>
          <p:nvPr>
            <p:ph type="ftr" sz="quarter" idx="11"/>
          </p:nvPr>
        </p:nvSpPr>
        <p:spPr>
          <a:xfrm>
            <a:off x="3454400" y="6356350"/>
            <a:ext cx="6657975" cy="365125"/>
          </a:xfrm>
        </p:spPr>
        <p:txBody>
          <a:bodyPr/>
          <a:lstStyle/>
          <a:p>
            <a:pPr>
              <a:defRPr/>
            </a:pPr>
            <a:r>
              <a:rPr lang="en-US"/>
              <a:t>Barkha Bhardwaj                    ACSAI0617 Programming For Data Analytics                    UNIT - 3</a:t>
            </a:r>
          </a:p>
        </p:txBody>
      </p:sp>
      <p:sp>
        <p:nvSpPr>
          <p:cNvPr id="24581"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4F33EE2-20C1-604B-92C1-6F66BC4AF14E}" type="slidenum">
              <a:rPr lang="en-US" altLang="en-US" sz="1200" smtClean="0">
                <a:solidFill>
                  <a:srgbClr val="898989"/>
                </a:solidFill>
              </a:rPr>
              <a:t>22</a:t>
            </a:fld>
            <a:endParaRPr lang="en-US" altLang="en-US" sz="1200">
              <a:solidFill>
                <a:srgbClr val="898989"/>
              </a:solidFill>
            </a:endParaRPr>
          </a:p>
        </p:txBody>
      </p:sp>
      <p:sp>
        <p:nvSpPr>
          <p:cNvPr id="7" name="Title 1"/>
          <p:cNvSpPr txBox="1">
            <a:spLocks noGrp="1"/>
          </p:cNvSpPr>
          <p:nvPr>
            <p:ph type="title"/>
          </p:nvPr>
        </p:nvSpPr>
        <p:spPr>
          <a:xfrm>
            <a:off x="1911350" y="0"/>
            <a:ext cx="10280650" cy="889000"/>
          </a:xfrm>
        </p:spPr>
        <p:style>
          <a:lnRef idx="1">
            <a:schemeClr val="accent5"/>
          </a:lnRef>
          <a:fillRef idx="2">
            <a:schemeClr val="accent5"/>
          </a:fillRef>
          <a:effectRef idx="1">
            <a:schemeClr val="accent5"/>
          </a:effectRef>
          <a:fontRef idx="minor">
            <a:schemeClr val="dk1"/>
          </a:fontRef>
        </p:style>
        <p:txBody>
          <a:bodyPr lIns="68580" tIns="34290" rIns="68580" bIns="34290" rtlCol="0">
            <a:normAutofit/>
          </a:bodyPr>
          <a:lstStyle/>
          <a:p>
            <a:pPr defTabSz="992505" eaLnBrk="1" fontAlgn="auto" hangingPunct="1">
              <a:spcAft>
                <a:spcPts val="0"/>
              </a:spcAft>
              <a:defRPr/>
            </a:pPr>
            <a:r>
              <a:rPr lang="en-US" sz="2400">
                <a:latin typeface="Times New Roman" panose="02020603050405020304" pitchFamily="18" charset="0"/>
                <a:cs typeface="Times New Roman" panose="02020603050405020304" pitchFamily="18" charset="0"/>
              </a:rPr>
              <a:t>End Semester Question Paper Templates (Offline Pattern/Online Pattern)</a:t>
            </a:r>
            <a:endParaRPr lang="en-US" sz="2400">
              <a:solidFill>
                <a:schemeClr val="tx1"/>
              </a:solidFill>
              <a:latin typeface="Times New Roman" panose="02020603050405020304" pitchFamily="18" charset="0"/>
              <a:cs typeface="Times New Roman" panose="02020603050405020304" pitchFamily="18" charset="0"/>
            </a:endParaRPr>
          </a:p>
        </p:txBody>
      </p:sp>
      <p:pic>
        <p:nvPicPr>
          <p:cNvPr id="24583" name="Picture 9" descr="NIET LOGO.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25400"/>
            <a:ext cx="1760538"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IN"/>
              <a:t>25-12-2022</a:t>
            </a:r>
            <a:endParaRPr lang="en-US"/>
          </a:p>
        </p:txBody>
      </p:sp>
      <p:sp>
        <p:nvSpPr>
          <p:cNvPr id="5" name="Footer Placeholder 4"/>
          <p:cNvSpPr>
            <a:spLocks noGrp="1"/>
          </p:cNvSpPr>
          <p:nvPr>
            <p:ph type="ftr" sz="quarter" idx="11"/>
          </p:nvPr>
        </p:nvSpPr>
        <p:spPr>
          <a:xfrm>
            <a:off x="3048000" y="6356350"/>
            <a:ext cx="6781800" cy="365125"/>
          </a:xfrm>
        </p:spPr>
        <p:txBody>
          <a:bodyPr/>
          <a:lstStyle/>
          <a:p>
            <a:pPr>
              <a:defRPr/>
            </a:pPr>
            <a:r>
              <a:rPr lang="en-US"/>
              <a:t>Barkha Bhardwaj                    ACSAI0617 Programming For Data Analytics                    UNIT - 3</a:t>
            </a:r>
          </a:p>
        </p:txBody>
      </p:sp>
      <p:sp>
        <p:nvSpPr>
          <p:cNvPr id="2560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9D9BA75-CCC6-614C-9DBB-6880FFDCBFEC}" type="slidenum">
              <a:rPr lang="en-US" altLang="en-US" sz="1200" smtClean="0">
                <a:solidFill>
                  <a:srgbClr val="898989"/>
                </a:solidFill>
              </a:rPr>
              <a:t>23</a:t>
            </a:fld>
            <a:endParaRPr lang="en-US" altLang="en-US" sz="1200">
              <a:solidFill>
                <a:srgbClr val="898989"/>
              </a:solidFill>
            </a:endParaRPr>
          </a:p>
        </p:txBody>
      </p:sp>
      <p:sp>
        <p:nvSpPr>
          <p:cNvPr id="7" name="Title 1"/>
          <p:cNvSpPr txBox="1">
            <a:spLocks noGrp="1"/>
          </p:cNvSpPr>
          <p:nvPr>
            <p:ph type="title"/>
          </p:nvPr>
        </p:nvSpPr>
        <p:spPr>
          <a:xfrm>
            <a:off x="1881188" y="-31750"/>
            <a:ext cx="10293350" cy="850900"/>
          </a:xfrm>
        </p:spPr>
        <p:style>
          <a:lnRef idx="1">
            <a:schemeClr val="accent5"/>
          </a:lnRef>
          <a:fillRef idx="2">
            <a:schemeClr val="accent5"/>
          </a:fillRef>
          <a:effectRef idx="1">
            <a:schemeClr val="accent5"/>
          </a:effectRef>
          <a:fontRef idx="minor">
            <a:schemeClr val="dk1"/>
          </a:fontRef>
        </p:style>
        <p:txBody>
          <a:bodyPr lIns="68580" tIns="34290" rIns="68580" bIns="34290" rtlCol="0">
            <a:normAutofit/>
          </a:bodyPr>
          <a:lstStyle/>
          <a:p>
            <a:pPr defTabSz="992505" eaLnBrk="1" fontAlgn="auto" hangingPunct="1">
              <a:spcAft>
                <a:spcPts val="0"/>
              </a:spcAft>
              <a:defRPr/>
            </a:pPr>
            <a:r>
              <a:rPr lang="en-US" sz="2400">
                <a:latin typeface="Times New Roman" panose="02020603050405020304" pitchFamily="18" charset="0"/>
                <a:cs typeface="Times New Roman" panose="02020603050405020304" pitchFamily="18" charset="0"/>
              </a:rPr>
              <a:t>End Semester Question Paper Templates (Offline Pattern/Online Pattern)</a:t>
            </a:r>
            <a:endParaRPr lang="en-US" sz="2400">
              <a:solidFill>
                <a:schemeClr val="tx1"/>
              </a:solidFill>
              <a:latin typeface="Times New Roman" panose="02020603050405020304" pitchFamily="18" charset="0"/>
              <a:cs typeface="Times New Roman" panose="02020603050405020304" pitchFamily="18" charset="0"/>
            </a:endParaRPr>
          </a:p>
        </p:txBody>
      </p:sp>
      <p:pic>
        <p:nvPicPr>
          <p:cNvPr id="25606" name="Content Placeholder 10" descr="qs5.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09600" y="2006600"/>
            <a:ext cx="10972800" cy="3454400"/>
          </a:xfrm>
        </p:spPr>
      </p:pic>
      <p:pic>
        <p:nvPicPr>
          <p:cNvPr id="25607" name="Picture 2" descr="C:\Users\admin\Desktop\LOGONIE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706563"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IN"/>
              <a:t>25-12-2022</a:t>
            </a:r>
            <a:endParaRPr lang="en-US"/>
          </a:p>
        </p:txBody>
      </p:sp>
      <p:sp>
        <p:nvSpPr>
          <p:cNvPr id="5" name="Footer Placeholder 4"/>
          <p:cNvSpPr>
            <a:spLocks noGrp="1"/>
          </p:cNvSpPr>
          <p:nvPr>
            <p:ph type="ftr" sz="quarter" idx="11"/>
          </p:nvPr>
        </p:nvSpPr>
        <p:spPr>
          <a:xfrm>
            <a:off x="3057525" y="6356350"/>
            <a:ext cx="6315075" cy="365125"/>
          </a:xfrm>
        </p:spPr>
        <p:txBody>
          <a:bodyPr/>
          <a:lstStyle/>
          <a:p>
            <a:pPr>
              <a:defRPr/>
            </a:pPr>
            <a:r>
              <a:rPr lang="en-US"/>
              <a:t>Barkha Bhardwaj                    ACSAI0617 Programming For Data Analytics                    UNIT - 3</a:t>
            </a:r>
          </a:p>
        </p:txBody>
      </p:sp>
      <p:sp>
        <p:nvSpPr>
          <p:cNvPr id="2662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05BB0C4-2150-3D43-9A1E-2DCC19C449F4}" type="slidenum">
              <a:rPr lang="en-US" altLang="en-US" sz="1200" smtClean="0">
                <a:solidFill>
                  <a:srgbClr val="898989"/>
                </a:solidFill>
              </a:rPr>
              <a:t>24</a:t>
            </a:fld>
            <a:endParaRPr lang="en-US" altLang="en-US" sz="1200">
              <a:solidFill>
                <a:srgbClr val="898989"/>
              </a:solidFill>
            </a:endParaRPr>
          </a:p>
        </p:txBody>
      </p:sp>
      <p:sp>
        <p:nvSpPr>
          <p:cNvPr id="7" name="Title 1"/>
          <p:cNvSpPr txBox="1">
            <a:spLocks noGrp="1"/>
          </p:cNvSpPr>
          <p:nvPr>
            <p:ph type="title"/>
          </p:nvPr>
        </p:nvSpPr>
        <p:spPr>
          <a:xfrm>
            <a:off x="1870075" y="0"/>
            <a:ext cx="10321925" cy="812800"/>
          </a:xfrm>
        </p:spPr>
        <p:style>
          <a:lnRef idx="1">
            <a:schemeClr val="accent5"/>
          </a:lnRef>
          <a:fillRef idx="2">
            <a:schemeClr val="accent5"/>
          </a:fillRef>
          <a:effectRef idx="1">
            <a:schemeClr val="accent5"/>
          </a:effectRef>
          <a:fontRef idx="minor">
            <a:schemeClr val="dk1"/>
          </a:fontRef>
        </p:style>
        <p:txBody>
          <a:bodyPr lIns="68580" tIns="34290" rIns="68580" bIns="34290" rtlCol="0">
            <a:normAutofit/>
          </a:bodyPr>
          <a:lstStyle/>
          <a:p>
            <a:pPr defTabSz="992505" eaLnBrk="1" fontAlgn="auto" hangingPunct="1">
              <a:spcAft>
                <a:spcPts val="0"/>
              </a:spcAft>
              <a:defRPr/>
            </a:pPr>
            <a:r>
              <a:rPr lang="en-US" sz="2400">
                <a:latin typeface="Times New Roman" panose="02020603050405020304" pitchFamily="18" charset="0"/>
                <a:cs typeface="Times New Roman" panose="02020603050405020304" pitchFamily="18" charset="0"/>
              </a:rPr>
              <a:t>End Semester Question Paper Templates (Offline Pattern/Online Pattern)</a:t>
            </a:r>
            <a:endParaRPr lang="en-US" sz="2400">
              <a:solidFill>
                <a:schemeClr val="tx1"/>
              </a:solidFill>
              <a:latin typeface="Times New Roman" panose="02020603050405020304" pitchFamily="18" charset="0"/>
              <a:cs typeface="Times New Roman" panose="02020603050405020304" pitchFamily="18" charset="0"/>
            </a:endParaRPr>
          </a:p>
        </p:txBody>
      </p:sp>
      <p:pic>
        <p:nvPicPr>
          <p:cNvPr id="26630" name="Content Placeholder 12" descr="qs6.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09600" y="2301875"/>
            <a:ext cx="10972800" cy="3122613"/>
          </a:xfrm>
        </p:spPr>
      </p:pic>
      <p:pic>
        <p:nvPicPr>
          <p:cNvPr id="26631" name="Picture 2" descr="C:\Users\admin\Desktop\LOGONIE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6510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IN"/>
              <a:t>25-12-2022</a:t>
            </a:r>
            <a:endParaRPr lang="en-US"/>
          </a:p>
        </p:txBody>
      </p:sp>
      <p:sp>
        <p:nvSpPr>
          <p:cNvPr id="5" name="Footer Placeholder 4"/>
          <p:cNvSpPr>
            <a:spLocks noGrp="1"/>
          </p:cNvSpPr>
          <p:nvPr>
            <p:ph type="ftr" sz="quarter" idx="11"/>
          </p:nvPr>
        </p:nvSpPr>
        <p:spPr>
          <a:xfrm>
            <a:off x="3200400" y="6356350"/>
            <a:ext cx="6248400" cy="501650"/>
          </a:xfrm>
        </p:spPr>
        <p:txBody>
          <a:bodyPr/>
          <a:lstStyle/>
          <a:p>
            <a:pPr>
              <a:defRPr/>
            </a:pPr>
            <a:r>
              <a:rPr lang="en-US"/>
              <a:t>Barkha Bhardwaj                    ACSAI0617 Programming For Data Analytics                    UNIT - 3</a:t>
            </a:r>
          </a:p>
        </p:txBody>
      </p:sp>
      <p:sp>
        <p:nvSpPr>
          <p:cNvPr id="2765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03CBCDE-0F6A-0841-AF25-601F8FDDC469}" type="slidenum">
              <a:rPr lang="en-US" altLang="en-US" sz="1200" smtClean="0">
                <a:solidFill>
                  <a:srgbClr val="898989"/>
                </a:solidFill>
              </a:rPr>
              <a:t>25</a:t>
            </a:fld>
            <a:endParaRPr lang="en-US" altLang="en-US" sz="1200">
              <a:solidFill>
                <a:srgbClr val="898989"/>
              </a:solidFill>
            </a:endParaRPr>
          </a:p>
        </p:txBody>
      </p:sp>
      <p:sp>
        <p:nvSpPr>
          <p:cNvPr id="7" name="Title 1"/>
          <p:cNvSpPr txBox="1">
            <a:spLocks noGrp="1"/>
          </p:cNvSpPr>
          <p:nvPr>
            <p:ph type="title"/>
          </p:nvPr>
        </p:nvSpPr>
        <p:spPr>
          <a:xfrm>
            <a:off x="1951038" y="0"/>
            <a:ext cx="10240962" cy="860425"/>
          </a:xfrm>
        </p:spPr>
        <p:style>
          <a:lnRef idx="1">
            <a:schemeClr val="accent5"/>
          </a:lnRef>
          <a:fillRef idx="2">
            <a:schemeClr val="accent5"/>
          </a:fillRef>
          <a:effectRef idx="1">
            <a:schemeClr val="accent5"/>
          </a:effectRef>
          <a:fontRef idx="minor">
            <a:schemeClr val="dk1"/>
          </a:fontRef>
        </p:style>
        <p:txBody>
          <a:bodyPr lIns="68580" tIns="34290" rIns="68580" bIns="34290" rtlCol="0">
            <a:normAutofit/>
          </a:bodyPr>
          <a:lstStyle/>
          <a:p>
            <a:pPr defTabSz="992505" eaLnBrk="1" fontAlgn="auto" hangingPunct="1">
              <a:spcAft>
                <a:spcPts val="0"/>
              </a:spcAft>
              <a:defRPr/>
            </a:pPr>
            <a:r>
              <a:rPr lang="en-US" sz="2400">
                <a:latin typeface="Times New Roman" panose="02020603050405020304" pitchFamily="18" charset="0"/>
                <a:cs typeface="Times New Roman" panose="02020603050405020304" pitchFamily="18" charset="0"/>
              </a:rPr>
              <a:t>End Semester Question Paper Templates (Offline Pattern/Online Pattern)</a:t>
            </a:r>
            <a:endParaRPr lang="en-US" sz="2400">
              <a:solidFill>
                <a:schemeClr val="tx1"/>
              </a:solidFill>
              <a:latin typeface="Times New Roman" panose="02020603050405020304" pitchFamily="18" charset="0"/>
              <a:cs typeface="Times New Roman" panose="02020603050405020304" pitchFamily="18" charset="0"/>
            </a:endParaRPr>
          </a:p>
        </p:txBody>
      </p:sp>
      <p:pic>
        <p:nvPicPr>
          <p:cNvPr id="27654" name="Content Placeholder 10" descr="qs7.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09600" y="2108200"/>
            <a:ext cx="10972800" cy="3336925"/>
          </a:xfrm>
        </p:spPr>
      </p:pic>
      <p:pic>
        <p:nvPicPr>
          <p:cNvPr id="27655" name="Picture 2" descr="C:\Users\admin\Desktop\LOGONIE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665288"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IN"/>
              <a:t>25-12-2022</a:t>
            </a:r>
            <a:endParaRPr lang="en-US"/>
          </a:p>
        </p:txBody>
      </p:sp>
      <p:sp>
        <p:nvSpPr>
          <p:cNvPr id="5" name="Footer Placeholder 4"/>
          <p:cNvSpPr>
            <a:spLocks noGrp="1"/>
          </p:cNvSpPr>
          <p:nvPr>
            <p:ph type="ftr" sz="quarter" idx="11"/>
          </p:nvPr>
        </p:nvSpPr>
        <p:spPr>
          <a:xfrm>
            <a:off x="3454400" y="6356350"/>
            <a:ext cx="6527800" cy="365125"/>
          </a:xfrm>
        </p:spPr>
        <p:txBody>
          <a:bodyPr/>
          <a:lstStyle/>
          <a:p>
            <a:pPr>
              <a:defRPr/>
            </a:pPr>
            <a:r>
              <a:rPr lang="en-US"/>
              <a:t>Barkha Bhardwaj                    ACSAI0617 Programming For Data Analytics                    UNIT - 3</a:t>
            </a:r>
          </a:p>
        </p:txBody>
      </p:sp>
      <p:sp>
        <p:nvSpPr>
          <p:cNvPr id="2867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2C6DD54-A094-794D-9853-95080953C18D}" type="slidenum">
              <a:rPr lang="en-US" altLang="en-US" sz="1200" smtClean="0">
                <a:solidFill>
                  <a:srgbClr val="898989"/>
                </a:solidFill>
              </a:rPr>
              <a:t>26</a:t>
            </a:fld>
            <a:endParaRPr lang="en-US" altLang="en-US" sz="1200">
              <a:solidFill>
                <a:srgbClr val="898989"/>
              </a:solidFill>
            </a:endParaRPr>
          </a:p>
        </p:txBody>
      </p:sp>
      <p:sp>
        <p:nvSpPr>
          <p:cNvPr id="7" name="Title 1"/>
          <p:cNvSpPr txBox="1">
            <a:spLocks noGrp="1"/>
          </p:cNvSpPr>
          <p:nvPr>
            <p:ph type="title"/>
          </p:nvPr>
        </p:nvSpPr>
        <p:spPr>
          <a:xfrm>
            <a:off x="2019300" y="0"/>
            <a:ext cx="10172700" cy="846138"/>
          </a:xfrm>
        </p:spPr>
        <p:style>
          <a:lnRef idx="1">
            <a:schemeClr val="accent5"/>
          </a:lnRef>
          <a:fillRef idx="2">
            <a:schemeClr val="accent5"/>
          </a:fillRef>
          <a:effectRef idx="1">
            <a:schemeClr val="accent5"/>
          </a:effectRef>
          <a:fontRef idx="minor">
            <a:schemeClr val="dk1"/>
          </a:fontRef>
        </p:style>
        <p:txBody>
          <a:bodyPr lIns="68580" tIns="34290" rIns="68580" bIns="34290" rtlCol="0">
            <a:normAutofit/>
          </a:bodyPr>
          <a:lstStyle/>
          <a:p>
            <a:pPr defTabSz="992505" eaLnBrk="1" fontAlgn="auto" hangingPunct="1">
              <a:spcAft>
                <a:spcPts val="0"/>
              </a:spcAft>
              <a:defRPr/>
            </a:pPr>
            <a:r>
              <a:rPr lang="en-US" sz="2400">
                <a:latin typeface="Times New Roman" panose="02020603050405020304" pitchFamily="18" charset="0"/>
                <a:cs typeface="Times New Roman" panose="02020603050405020304" pitchFamily="18" charset="0"/>
              </a:rPr>
              <a:t>End Semester Question Paper Templates (Offline Pattern/Online Pattern)</a:t>
            </a:r>
            <a:endParaRPr lang="en-US" sz="2400">
              <a:solidFill>
                <a:schemeClr val="tx1"/>
              </a:solidFill>
              <a:latin typeface="Times New Roman" panose="02020603050405020304" pitchFamily="18" charset="0"/>
              <a:cs typeface="Times New Roman" panose="02020603050405020304" pitchFamily="18" charset="0"/>
            </a:endParaRPr>
          </a:p>
        </p:txBody>
      </p:sp>
      <p:pic>
        <p:nvPicPr>
          <p:cNvPr id="28678" name="Content Placeholder 10" descr="qs9.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09600" y="1784350"/>
            <a:ext cx="10972800" cy="4157663"/>
          </a:xfrm>
        </p:spPr>
      </p:pic>
      <p:pic>
        <p:nvPicPr>
          <p:cNvPr id="28679" name="Picture 2" descr="C:\Users\admin\Desktop\LOGONIE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733550"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IN"/>
              <a:t>25-12-2022</a:t>
            </a:r>
            <a:endParaRPr lang="en-US"/>
          </a:p>
        </p:txBody>
      </p:sp>
      <p:graphicFrame>
        <p:nvGraphicFramePr>
          <p:cNvPr id="11" name="Content Placeholder 10"/>
          <p:cNvGraphicFramePr>
            <a:graphicFrameLocks noGrp="1"/>
          </p:cNvGraphicFramePr>
          <p:nvPr>
            <p:ph idx="1"/>
          </p:nvPr>
        </p:nvGraphicFramePr>
        <p:xfrm>
          <a:off x="1219200" y="3062288"/>
          <a:ext cx="9337675" cy="3109911"/>
        </p:xfrm>
        <a:graphic>
          <a:graphicData uri="http://schemas.openxmlformats.org/drawingml/2006/table">
            <a:tbl>
              <a:tblPr firstRow="1" firstCol="1" bandRow="1">
                <a:tableStyleId>{5C22544A-7EE6-4342-B048-85BDC9FD1C3A}</a:tableStyleId>
              </a:tblPr>
              <a:tblGrid>
                <a:gridCol w="1513900">
                  <a:extLst>
                    <a:ext uri="{9D8B030D-6E8A-4147-A177-3AD203B41FA5}">
                      <a16:colId xmlns:a16="http://schemas.microsoft.com/office/drawing/2014/main" val="20000"/>
                    </a:ext>
                  </a:extLst>
                </a:gridCol>
                <a:gridCol w="7823775">
                  <a:extLst>
                    <a:ext uri="{9D8B030D-6E8A-4147-A177-3AD203B41FA5}">
                      <a16:colId xmlns:a16="http://schemas.microsoft.com/office/drawing/2014/main" val="20001"/>
                    </a:ext>
                  </a:extLst>
                </a:gridCol>
              </a:tblGrid>
              <a:tr h="289643">
                <a:tc gridSpan="2">
                  <a:txBody>
                    <a:bodyPr/>
                    <a:lstStyle/>
                    <a:p>
                      <a:pPr algn="just"/>
                      <a:r>
                        <a:rPr lang="en-US" sz="1900">
                          <a:effectLst/>
                        </a:rPr>
                        <a:t>Link: </a:t>
                      </a:r>
                      <a:endParaRPr lang="en-US" sz="1900">
                        <a:effectLst/>
                        <a:latin typeface="Calibri" panose="020F0502020204030204" pitchFamily="34" charset="0"/>
                        <a:cs typeface="Mangal" panose="02040503050203030202"/>
                      </a:endParaRPr>
                    </a:p>
                  </a:txBody>
                  <a:tcPr marL="51437" marR="51437" marT="0" marB="0"/>
                </a:tc>
                <a:tc hMerge="1">
                  <a:txBody>
                    <a:bodyPr/>
                    <a:lstStyle/>
                    <a:p>
                      <a:endParaRPr lang="en-US"/>
                    </a:p>
                  </a:txBody>
                  <a:tcPr/>
                </a:tc>
                <a:extLst>
                  <a:ext uri="{0D108BD9-81ED-4DB2-BD59-A6C34878D82A}">
                    <a16:rowId xmlns:a16="http://schemas.microsoft.com/office/drawing/2014/main" val="10000"/>
                  </a:ext>
                </a:extLst>
              </a:tr>
              <a:tr h="548797">
                <a:tc>
                  <a:txBody>
                    <a:bodyPr/>
                    <a:lstStyle/>
                    <a:p>
                      <a:pPr marL="0" marR="0" algn="just">
                        <a:lnSpc>
                          <a:spcPct val="115000"/>
                        </a:lnSpc>
                        <a:spcBef>
                          <a:spcPts val="0"/>
                        </a:spcBef>
                        <a:spcAft>
                          <a:spcPts val="1000"/>
                        </a:spcAft>
                      </a:pPr>
                      <a:r>
                        <a:rPr lang="en-US" sz="1900">
                          <a:effectLst/>
                        </a:rPr>
                        <a:t>Unit 1</a:t>
                      </a:r>
                      <a:endParaRPr lang="en-US" sz="1900">
                        <a:effectLst/>
                        <a:latin typeface="Calibri" panose="020F0502020204030204" pitchFamily="34" charset="0"/>
                        <a:ea typeface="Calibri" panose="020F0502020204030204" pitchFamily="34" charset="0"/>
                        <a:cs typeface="Mangal" panose="02040503050203030202"/>
                      </a:endParaRPr>
                    </a:p>
                  </a:txBody>
                  <a:tcPr marL="51437" marR="51437" marT="0" marB="0"/>
                </a:tc>
                <a:tc>
                  <a:txBody>
                    <a:bodyPr/>
                    <a:lstStyle/>
                    <a:p>
                      <a:r>
                        <a:rPr lang="en-IN" sz="1800" b="0" i="0" u="none" strike="noStrike" kern="1200" baseline="0">
                          <a:solidFill>
                            <a:schemeClr val="dk1"/>
                          </a:solidFill>
                          <a:latin typeface="+mn-lt"/>
                          <a:ea typeface="+mn-ea"/>
                          <a:cs typeface="+mn-cs"/>
                          <a:hlinkClick r:id="rId2"/>
                        </a:rPr>
                        <a:t>https://www.ibm.com/cloud/blog/python-vs-r</a:t>
                      </a:r>
                      <a:endParaRPr lang="en-IN" sz="1800" b="0" i="0" u="none" strike="noStrike" kern="1200" baseline="0">
                        <a:solidFill>
                          <a:schemeClr val="dk1"/>
                        </a:solidFill>
                        <a:latin typeface="+mn-lt"/>
                        <a:ea typeface="+mn-ea"/>
                        <a:cs typeface="+mn-cs"/>
                      </a:endParaRPr>
                    </a:p>
                    <a:p>
                      <a:endParaRPr lang="en-IN" sz="1800" b="0" i="0" u="none" strike="noStrike" kern="1200" baseline="0">
                        <a:solidFill>
                          <a:schemeClr val="dk1"/>
                        </a:solidFill>
                        <a:latin typeface="+mn-lt"/>
                        <a:ea typeface="+mn-ea"/>
                        <a:cs typeface="+mn-cs"/>
                      </a:endParaRPr>
                    </a:p>
                  </a:txBody>
                  <a:tcPr marL="51437" marR="51437" marT="0" marB="0"/>
                </a:tc>
                <a:extLst>
                  <a:ext uri="{0D108BD9-81ED-4DB2-BD59-A6C34878D82A}">
                    <a16:rowId xmlns:a16="http://schemas.microsoft.com/office/drawing/2014/main" val="10001"/>
                  </a:ext>
                </a:extLst>
              </a:tr>
              <a:tr h="585888">
                <a:tc>
                  <a:txBody>
                    <a:bodyPr/>
                    <a:lstStyle/>
                    <a:p>
                      <a:pPr marL="0" marR="0" algn="just">
                        <a:lnSpc>
                          <a:spcPct val="115000"/>
                        </a:lnSpc>
                        <a:spcBef>
                          <a:spcPts val="0"/>
                        </a:spcBef>
                        <a:spcAft>
                          <a:spcPts val="1000"/>
                        </a:spcAft>
                      </a:pPr>
                      <a:r>
                        <a:rPr lang="en-US" sz="1900">
                          <a:effectLst/>
                        </a:rPr>
                        <a:t>Unit 2</a:t>
                      </a:r>
                      <a:endParaRPr lang="en-US" sz="1900">
                        <a:effectLst/>
                        <a:latin typeface="Calibri" panose="020F0502020204030204" pitchFamily="34" charset="0"/>
                        <a:ea typeface="Calibri" panose="020F0502020204030204" pitchFamily="34" charset="0"/>
                        <a:cs typeface="Mangal" panose="02040503050203030202"/>
                      </a:endParaRPr>
                    </a:p>
                  </a:txBody>
                  <a:tcPr marL="51437" marR="51437" marT="0" marB="0"/>
                </a:tc>
                <a:tc>
                  <a:txBody>
                    <a:bodyPr/>
                    <a:lstStyle/>
                    <a:p>
                      <a:r>
                        <a:rPr lang="en-IN" sz="1800" b="0" i="0" u="none" strike="noStrike" kern="1200" baseline="0">
                          <a:solidFill>
                            <a:schemeClr val="dk1"/>
                          </a:solidFill>
                          <a:latin typeface="+mn-lt"/>
                          <a:ea typeface="+mn-ea"/>
                          <a:cs typeface="+mn-cs"/>
                          <a:hlinkClick r:id="rId3"/>
                        </a:rPr>
                        <a:t>https://www.youtube.com/watch?v=C5R5SdYzQBI</a:t>
                      </a:r>
                      <a:endParaRPr lang="en-IN" sz="1800" b="0" i="0" u="none" strike="noStrike" kern="1200" baseline="0">
                        <a:solidFill>
                          <a:schemeClr val="dk1"/>
                        </a:solidFill>
                        <a:latin typeface="+mn-lt"/>
                        <a:ea typeface="+mn-ea"/>
                        <a:cs typeface="+mn-cs"/>
                      </a:endParaRPr>
                    </a:p>
                    <a:p>
                      <a:r>
                        <a:rPr lang="en-IN" sz="1800" b="0" i="0" u="none" strike="noStrike" kern="1200" baseline="0">
                          <a:solidFill>
                            <a:schemeClr val="dk1"/>
                          </a:solidFill>
                          <a:latin typeface="+mn-lt"/>
                          <a:ea typeface="+mn-ea"/>
                          <a:cs typeface="+mn-cs"/>
                        </a:rPr>
                        <a:t>	</a:t>
                      </a:r>
                    </a:p>
                  </a:txBody>
                  <a:tcPr marL="51437" marR="51437" marT="0" marB="0"/>
                </a:tc>
                <a:extLst>
                  <a:ext uri="{0D108BD9-81ED-4DB2-BD59-A6C34878D82A}">
                    <a16:rowId xmlns:a16="http://schemas.microsoft.com/office/drawing/2014/main" val="10002"/>
                  </a:ext>
                </a:extLst>
              </a:tr>
              <a:tr h="548797">
                <a:tc>
                  <a:txBody>
                    <a:bodyPr/>
                    <a:lstStyle/>
                    <a:p>
                      <a:pPr marL="0" marR="0" algn="just">
                        <a:lnSpc>
                          <a:spcPct val="115000"/>
                        </a:lnSpc>
                        <a:spcBef>
                          <a:spcPts val="0"/>
                        </a:spcBef>
                        <a:spcAft>
                          <a:spcPts val="1000"/>
                        </a:spcAft>
                      </a:pPr>
                      <a:r>
                        <a:rPr lang="en-US" sz="1900">
                          <a:effectLst/>
                        </a:rPr>
                        <a:t>Unit 3</a:t>
                      </a:r>
                      <a:endParaRPr lang="en-US" sz="1900">
                        <a:effectLst/>
                        <a:latin typeface="Calibri" panose="020F0502020204030204" pitchFamily="34" charset="0"/>
                        <a:ea typeface="Calibri" panose="020F0502020204030204" pitchFamily="34" charset="0"/>
                        <a:cs typeface="Mangal" panose="02040503050203030202"/>
                      </a:endParaRPr>
                    </a:p>
                  </a:txBody>
                  <a:tcPr marL="51437" marR="51437" marT="0" marB="0"/>
                </a:tc>
                <a:tc>
                  <a:txBody>
                    <a:bodyPr/>
                    <a:lstStyle/>
                    <a:p>
                      <a:r>
                        <a:rPr lang="en-IN" sz="1800" b="0" i="0" u="none" strike="noStrike" kern="1200" baseline="0">
                          <a:solidFill>
                            <a:schemeClr val="dk1"/>
                          </a:solidFill>
                          <a:latin typeface="+mn-lt"/>
                          <a:ea typeface="+mn-ea"/>
                          <a:cs typeface="+mn-cs"/>
                          <a:hlinkClick r:id="rId4"/>
                        </a:rPr>
                        <a:t>https://hevodata.com/learn/data-engineering-and-data-engineers/</a:t>
                      </a:r>
                      <a:endParaRPr lang="en-IN" sz="1800" b="0" i="0" u="none" strike="noStrike" kern="1200" baseline="0">
                        <a:solidFill>
                          <a:schemeClr val="dk1"/>
                        </a:solidFill>
                        <a:latin typeface="+mn-lt"/>
                        <a:ea typeface="+mn-ea"/>
                        <a:cs typeface="+mn-cs"/>
                      </a:endParaRPr>
                    </a:p>
                    <a:p>
                      <a:endParaRPr lang="en-IN" sz="1800" b="0" i="0" u="none" strike="noStrike" kern="1200" baseline="0">
                        <a:solidFill>
                          <a:schemeClr val="dk1"/>
                        </a:solidFill>
                        <a:latin typeface="+mn-lt"/>
                        <a:ea typeface="+mn-ea"/>
                        <a:cs typeface="+mn-cs"/>
                      </a:endParaRPr>
                    </a:p>
                  </a:txBody>
                  <a:tcPr marL="51437" marR="51437" marT="0" marB="0"/>
                </a:tc>
                <a:extLst>
                  <a:ext uri="{0D108BD9-81ED-4DB2-BD59-A6C34878D82A}">
                    <a16:rowId xmlns:a16="http://schemas.microsoft.com/office/drawing/2014/main" val="10003"/>
                  </a:ext>
                </a:extLst>
              </a:tr>
              <a:tr h="587989">
                <a:tc>
                  <a:txBody>
                    <a:bodyPr/>
                    <a:lstStyle/>
                    <a:p>
                      <a:pPr marL="0" marR="0" algn="just">
                        <a:lnSpc>
                          <a:spcPct val="115000"/>
                        </a:lnSpc>
                        <a:spcBef>
                          <a:spcPts val="0"/>
                        </a:spcBef>
                        <a:spcAft>
                          <a:spcPts val="1000"/>
                        </a:spcAft>
                      </a:pPr>
                      <a:r>
                        <a:rPr lang="en-US" sz="1900">
                          <a:effectLst/>
                        </a:rPr>
                        <a:t>Unit 4</a:t>
                      </a:r>
                      <a:endParaRPr lang="en-US" sz="1900">
                        <a:effectLst/>
                        <a:latin typeface="Calibri" panose="020F0502020204030204" pitchFamily="34" charset="0"/>
                        <a:ea typeface="Calibri" panose="020F0502020204030204" pitchFamily="34" charset="0"/>
                        <a:cs typeface="Mangal" panose="02040503050203030202"/>
                      </a:endParaRPr>
                    </a:p>
                  </a:txBody>
                  <a:tcPr marL="51437" marR="51437" marT="0" marB="0"/>
                </a:tc>
                <a:tc>
                  <a:txBody>
                    <a:bodyPr/>
                    <a:lstStyle/>
                    <a:p>
                      <a:r>
                        <a:rPr lang="en-IN" sz="1800" b="0" i="0" u="none" strike="noStrike" kern="1200" baseline="0">
                          <a:solidFill>
                            <a:schemeClr val="dk1"/>
                          </a:solidFill>
                          <a:latin typeface="+mn-lt"/>
                          <a:ea typeface="+mn-ea"/>
                          <a:cs typeface="+mn-cs"/>
                          <a:hlinkClick r:id="rId5"/>
                        </a:rPr>
                        <a:t>https://www.youtube.com/watch?v=IjEZmH7byZQ</a:t>
                      </a:r>
                      <a:endParaRPr lang="en-IN" sz="1800" b="0" i="0" u="none" strike="noStrike" kern="1200" baseline="0">
                        <a:solidFill>
                          <a:schemeClr val="dk1"/>
                        </a:solidFill>
                        <a:latin typeface="+mn-lt"/>
                        <a:ea typeface="+mn-ea"/>
                        <a:cs typeface="+mn-cs"/>
                      </a:endParaRPr>
                    </a:p>
                    <a:p>
                      <a:pPr marL="228600" marR="0" algn="just">
                        <a:lnSpc>
                          <a:spcPct val="115000"/>
                        </a:lnSpc>
                        <a:spcBef>
                          <a:spcPts val="0"/>
                        </a:spcBef>
                        <a:spcAft>
                          <a:spcPts val="0"/>
                        </a:spcAft>
                      </a:pPr>
                      <a:r>
                        <a:rPr lang="en-US" sz="1900">
                          <a:effectLst/>
                        </a:rPr>
                        <a:t> </a:t>
                      </a:r>
                      <a:endParaRPr lang="en-US" sz="1900">
                        <a:effectLst/>
                        <a:latin typeface="Calibri" panose="020F0502020204030204" pitchFamily="34" charset="0"/>
                        <a:ea typeface="Calibri" panose="020F0502020204030204" pitchFamily="34" charset="0"/>
                        <a:cs typeface="Mangal" panose="02040503050203030202"/>
                      </a:endParaRPr>
                    </a:p>
                  </a:txBody>
                  <a:tcPr marL="51437" marR="51437" marT="0" marB="0"/>
                </a:tc>
                <a:extLst>
                  <a:ext uri="{0D108BD9-81ED-4DB2-BD59-A6C34878D82A}">
                    <a16:rowId xmlns:a16="http://schemas.microsoft.com/office/drawing/2014/main" val="10004"/>
                  </a:ext>
                </a:extLst>
              </a:tr>
              <a:tr h="548797">
                <a:tc>
                  <a:txBody>
                    <a:bodyPr/>
                    <a:lstStyle/>
                    <a:p>
                      <a:pPr marL="0" marR="0" algn="just">
                        <a:lnSpc>
                          <a:spcPct val="115000"/>
                        </a:lnSpc>
                        <a:spcBef>
                          <a:spcPts val="0"/>
                        </a:spcBef>
                        <a:spcAft>
                          <a:spcPts val="1000"/>
                        </a:spcAft>
                      </a:pPr>
                      <a:r>
                        <a:rPr lang="en-US" sz="1900">
                          <a:effectLst/>
                        </a:rPr>
                        <a:t>Unit 5</a:t>
                      </a:r>
                      <a:endParaRPr lang="en-US" sz="1900">
                        <a:effectLst/>
                        <a:latin typeface="Calibri" panose="020F0502020204030204" pitchFamily="34" charset="0"/>
                        <a:ea typeface="Calibri" panose="020F0502020204030204" pitchFamily="34" charset="0"/>
                        <a:cs typeface="Mangal" panose="02040503050203030202"/>
                      </a:endParaRPr>
                    </a:p>
                  </a:txBody>
                  <a:tcPr marL="51437" marR="51437" marT="0" marB="0"/>
                </a:tc>
                <a:tc>
                  <a:txBody>
                    <a:bodyPr/>
                    <a:lstStyle/>
                    <a:p>
                      <a:r>
                        <a:rPr lang="en-IN" sz="1800" b="0" i="0" u="none" strike="noStrike" kern="1200" baseline="0">
                          <a:solidFill>
                            <a:schemeClr val="dk1"/>
                          </a:solidFill>
                          <a:latin typeface="+mn-lt"/>
                          <a:ea typeface="+mn-ea"/>
                          <a:cs typeface="+mn-cs"/>
                          <a:hlinkClick r:id="rId6"/>
                        </a:rPr>
                        <a:t>https://www.youtube.com/watch?v=pWp3PhYI-OU</a:t>
                      </a:r>
                      <a:endParaRPr lang="en-IN" sz="1800" b="0" i="0" u="none" strike="noStrike" kern="1200" baseline="0">
                        <a:solidFill>
                          <a:schemeClr val="dk1"/>
                        </a:solidFill>
                        <a:latin typeface="+mn-lt"/>
                        <a:ea typeface="+mn-ea"/>
                        <a:cs typeface="+mn-cs"/>
                      </a:endParaRPr>
                    </a:p>
                    <a:p>
                      <a:endParaRPr lang="en-IN" sz="1800" b="0" i="0" u="none" strike="noStrike" kern="1200" baseline="0">
                        <a:solidFill>
                          <a:schemeClr val="dk1"/>
                        </a:solidFill>
                        <a:latin typeface="+mn-lt"/>
                        <a:ea typeface="+mn-ea"/>
                        <a:cs typeface="+mn-cs"/>
                      </a:endParaRPr>
                    </a:p>
                  </a:txBody>
                  <a:tcPr marL="51437" marR="51437" marT="0" marB="0"/>
                </a:tc>
                <a:extLst>
                  <a:ext uri="{0D108BD9-81ED-4DB2-BD59-A6C34878D82A}">
                    <a16:rowId xmlns:a16="http://schemas.microsoft.com/office/drawing/2014/main" val="10005"/>
                  </a:ext>
                </a:extLst>
              </a:tr>
            </a:tbl>
          </a:graphicData>
        </a:graphic>
      </p:graphicFrame>
      <p:sp>
        <p:nvSpPr>
          <p:cNvPr id="12" name="Content Placeholder 2"/>
          <p:cNvSpPr txBox="1"/>
          <p:nvPr/>
        </p:nvSpPr>
        <p:spPr>
          <a:xfrm>
            <a:off x="2284413" y="1782763"/>
            <a:ext cx="7886700" cy="1443037"/>
          </a:xfrm>
          <a:prstGeom prst="rect">
            <a:avLst/>
          </a:prstGeom>
        </p:spPr>
        <p:txBody>
          <a:bodyPr lIns="68580" tIns="34290" rIns="68580" bIns="3429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defRPr/>
            </a:pPr>
            <a:endParaRPr lang="en-US" sz="1350">
              <a:latin typeface="Times New Roman" panose="02020603050405020304" pitchFamily="18" charset="0"/>
              <a:cs typeface="Times New Roman" panose="02020603050405020304" pitchFamily="18" charset="0"/>
            </a:endParaRPr>
          </a:p>
        </p:txBody>
      </p:sp>
      <p:sp>
        <p:nvSpPr>
          <p:cNvPr id="30746" name="Rectangle 12"/>
          <p:cNvSpPr>
            <a:spLocks noChangeArrowheads="1"/>
          </p:cNvSpPr>
          <p:nvPr/>
        </p:nvSpPr>
        <p:spPr bwMode="auto">
          <a:xfrm>
            <a:off x="838200" y="990600"/>
            <a:ext cx="10626725" cy="188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14630" indent="-21463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lnSpc>
                <a:spcPct val="150000"/>
              </a:lnSpc>
              <a:spcBef>
                <a:spcPct val="0"/>
              </a:spcBef>
            </a:pPr>
            <a:r>
              <a:rPr lang="en-US" altLang="en-US" sz="2000">
                <a:solidFill>
                  <a:srgbClr val="51565E"/>
                </a:solidFill>
                <a:latin typeface="Roboto" panose="020F0502020204030204" pitchFamily="34" charset="0"/>
              </a:rPr>
              <a:t>Data is getting generated at a massive rate, by the minute. Organizations, on the other hand, are trying to explore every opportunity to make sense of this data. </a:t>
            </a:r>
          </a:p>
          <a:p>
            <a:pPr algn="just">
              <a:lnSpc>
                <a:spcPct val="150000"/>
              </a:lnSpc>
              <a:spcBef>
                <a:spcPct val="0"/>
              </a:spcBef>
            </a:pPr>
            <a:r>
              <a:rPr lang="en-US" altLang="en-US" sz="2000">
                <a:solidFill>
                  <a:srgbClr val="51565E"/>
                </a:solidFill>
                <a:latin typeface="Roboto" panose="020F0502020204030204" pitchFamily="34" charset="0"/>
              </a:rPr>
              <a:t>This is where Data analytics has become crucial in running a business successfully. It is commonly used in companies to drive profit and business growth</a:t>
            </a:r>
            <a:endParaRPr lang="en-US" altLang="en-US" sz="2000">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1"/>
          </p:nvPr>
        </p:nvSpPr>
        <p:spPr>
          <a:xfrm>
            <a:off x="3352800" y="6356350"/>
            <a:ext cx="6172200" cy="365125"/>
          </a:xfrm>
        </p:spPr>
        <p:txBody>
          <a:bodyPr/>
          <a:lstStyle/>
          <a:p>
            <a:pPr>
              <a:defRPr/>
            </a:pPr>
            <a:r>
              <a:rPr lang="en-US"/>
              <a:t>Barkha Bhardwaj                    ACSAI0617 Programming For Data Analytics                    UNIT - 3</a:t>
            </a:r>
          </a:p>
        </p:txBody>
      </p:sp>
      <p:sp>
        <p:nvSpPr>
          <p:cNvPr id="30748"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277FCEA-F155-7642-A36C-58097F1F4188}" type="slidenum">
              <a:rPr lang="en-US" altLang="en-US" sz="1200" smtClean="0">
                <a:solidFill>
                  <a:srgbClr val="898989"/>
                </a:solidFill>
              </a:rPr>
              <a:t>27</a:t>
            </a:fld>
            <a:endParaRPr lang="en-US" altLang="en-US" sz="1200">
              <a:solidFill>
                <a:srgbClr val="898989"/>
              </a:solidFill>
            </a:endParaRPr>
          </a:p>
        </p:txBody>
      </p:sp>
      <p:sp>
        <p:nvSpPr>
          <p:cNvPr id="13" name="Title 1"/>
          <p:cNvSpPr txBox="1"/>
          <p:nvPr/>
        </p:nvSpPr>
        <p:spPr>
          <a:xfrm>
            <a:off x="1787525" y="1588"/>
            <a:ext cx="10404475" cy="885825"/>
          </a:xfrm>
          <a:prstGeom prst="rect">
            <a:avLst/>
          </a:prstGeom>
        </p:spPr>
        <p:style>
          <a:lnRef idx="1">
            <a:schemeClr val="accent5"/>
          </a:lnRef>
          <a:fillRef idx="2">
            <a:schemeClr val="accent5"/>
          </a:fillRef>
          <a:effectRef idx="1">
            <a:schemeClr val="accent5"/>
          </a:effectRef>
          <a:fontRef idx="minor">
            <a:schemeClr val="dk1"/>
          </a:fontRef>
        </p:style>
        <p:txBody>
          <a:bodyPr anchor="ctr">
            <a:normAutofit/>
          </a:bodyPr>
          <a:lstStyle/>
          <a:p>
            <a:pPr algn="ctr" eaLnBrk="1" fontAlgn="auto" hangingPunct="1">
              <a:lnSpc>
                <a:spcPct val="90000"/>
              </a:lnSpc>
              <a:spcAft>
                <a:spcPts val="0"/>
              </a:spcAft>
              <a:defRPr/>
            </a:pPr>
            <a:r>
              <a:rPr lang="en-US" sz="2800">
                <a:latin typeface="Times New Roman" panose="02020603050405020304" pitchFamily="18" charset="0"/>
                <a:cs typeface="Times New Roman" panose="02020603050405020304" pitchFamily="18" charset="0"/>
              </a:rPr>
              <a:t>  </a:t>
            </a:r>
            <a:r>
              <a:rPr lang="en-US" sz="2800" b="1">
                <a:latin typeface="Times New Roman" panose="02020603050405020304" pitchFamily="18" charset="0"/>
                <a:cs typeface="Times New Roman" panose="02020603050405020304" pitchFamily="18" charset="0"/>
              </a:rPr>
              <a:t>About the Subject with videos</a:t>
            </a:r>
            <a:endParaRPr lang="en-IN" sz="2800" b="1">
              <a:latin typeface="Times New Roman" panose="02020603050405020304" pitchFamily="18" charset="0"/>
              <a:cs typeface="Times New Roman" panose="02020603050405020304" pitchFamily="18" charset="0"/>
            </a:endParaRPr>
          </a:p>
        </p:txBody>
      </p:sp>
      <p:pic>
        <p:nvPicPr>
          <p:cNvPr id="30750" name="Picture 14" descr="NIET"/>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58115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Content Placeholder 2"/>
          <p:cNvSpPr>
            <a:spLocks noGrp="1"/>
          </p:cNvSpPr>
          <p:nvPr>
            <p:ph idx="1"/>
          </p:nvPr>
        </p:nvSpPr>
        <p:spPr>
          <a:xfrm>
            <a:off x="508000" y="1143000"/>
            <a:ext cx="11176000" cy="5180013"/>
          </a:xfrm>
        </p:spPr>
        <p:txBody>
          <a:bodyPr/>
          <a:lstStyle/>
          <a:p>
            <a:r>
              <a:rPr lang="en-US" sz="2400"/>
              <a:t>Connecting to a database (</a:t>
            </a:r>
            <a:r>
              <a:rPr lang="en-US" sz="2400" err="1"/>
              <a:t>sqlite</a:t>
            </a:r>
            <a:r>
              <a:rPr lang="en-US" sz="2400"/>
              <a:t>) using Python</a:t>
            </a:r>
          </a:p>
          <a:p>
            <a:r>
              <a:rPr lang="en-US" sz="2400"/>
              <a:t>Sending DML and DDL queries and processing the result from a Python Program</a:t>
            </a:r>
          </a:p>
          <a:p>
            <a:r>
              <a:rPr lang="en-US" sz="2400"/>
              <a:t>Handling error</a:t>
            </a:r>
          </a:p>
          <a:p>
            <a:r>
              <a:rPr lang="en-US" sz="2400"/>
              <a:t> NOSQL query using MongoDB</a:t>
            </a:r>
          </a:p>
          <a:p>
            <a:r>
              <a:rPr lang="en-US" sz="2400"/>
              <a:t>MongoDB Compass</a:t>
            </a:r>
            <a:endParaRPr lang="en-US" altLang="en-US" sz="2400">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quarter" idx="10"/>
          </p:nvPr>
        </p:nvSpPr>
        <p:spPr/>
        <p:txBody>
          <a:bodyPr/>
          <a:lstStyle/>
          <a:p>
            <a:pPr>
              <a:defRPr/>
            </a:pPr>
            <a:r>
              <a:rPr lang="en-IN"/>
              <a:t>25-12-2022</a:t>
            </a:r>
            <a:endParaRPr lang="en-US"/>
          </a:p>
        </p:txBody>
      </p:sp>
      <p:sp>
        <p:nvSpPr>
          <p:cNvPr id="31748" name="Slide Number Placeholder 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1364C2B-5767-6B4C-8940-C4135D5D76FD}" type="slidenum">
              <a:rPr lang="en-US" altLang="en-US" sz="1200" smtClean="0">
                <a:solidFill>
                  <a:srgbClr val="898989"/>
                </a:solidFill>
              </a:rPr>
              <a:t>28</a:t>
            </a:fld>
            <a:endParaRPr lang="en-US" altLang="en-US" sz="1200">
              <a:solidFill>
                <a:srgbClr val="898989"/>
              </a:solidFill>
            </a:endParaRPr>
          </a:p>
        </p:txBody>
      </p:sp>
      <p:sp>
        <p:nvSpPr>
          <p:cNvPr id="8" name="Title 1"/>
          <p:cNvSpPr txBox="1"/>
          <p:nvPr/>
        </p:nvSpPr>
        <p:spPr>
          <a:xfrm>
            <a:off x="2235200" y="0"/>
            <a:ext cx="9956800" cy="8382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000" b="1"/>
              <a:t>UNIT CONTENT</a:t>
            </a:r>
          </a:p>
        </p:txBody>
      </p:sp>
      <p:sp>
        <p:nvSpPr>
          <p:cNvPr id="11" name="Footer Placeholder 4"/>
          <p:cNvSpPr>
            <a:spLocks noGrp="1"/>
          </p:cNvSpPr>
          <p:nvPr>
            <p:ph type="ftr" sz="quarter" idx="11"/>
          </p:nvPr>
        </p:nvSpPr>
        <p:spPr>
          <a:xfrm>
            <a:off x="2819400" y="6356350"/>
            <a:ext cx="7239000" cy="501650"/>
          </a:xfrm>
        </p:spPr>
        <p:txBody>
          <a:bodyPr/>
          <a:lstStyle/>
          <a:p>
            <a:pPr>
              <a:defRPr/>
            </a:pPr>
            <a:r>
              <a:rPr lang="en-US"/>
              <a:t>Barkha Bhardwaj                    ACSAI0617 Programming For Data Analytics                    UNIT - 3</a:t>
            </a:r>
          </a:p>
        </p:txBody>
      </p:sp>
      <p:pic>
        <p:nvPicPr>
          <p:cNvPr id="31751" name="Picture 14" descr="NI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21336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IN"/>
              <a:t>25-12-2022</a:t>
            </a:r>
            <a:endParaRPr lang="en-US"/>
          </a:p>
        </p:txBody>
      </p:sp>
      <p:sp>
        <p:nvSpPr>
          <p:cNvPr id="5" name="Footer Placeholder 4"/>
          <p:cNvSpPr>
            <a:spLocks noGrp="1"/>
          </p:cNvSpPr>
          <p:nvPr>
            <p:ph type="ftr" sz="quarter" idx="11"/>
          </p:nvPr>
        </p:nvSpPr>
        <p:spPr>
          <a:xfrm>
            <a:off x="3048000" y="6356350"/>
            <a:ext cx="6149975" cy="365125"/>
          </a:xfrm>
        </p:spPr>
        <p:txBody>
          <a:bodyPr/>
          <a:lstStyle/>
          <a:p>
            <a:pPr>
              <a:defRPr/>
            </a:pPr>
            <a:r>
              <a:rPr lang="en-US"/>
              <a:t>Barkha Bhardwaj                    ACSAI0617 Programming For Data Analytics                    UNIT - 3</a:t>
            </a:r>
          </a:p>
        </p:txBody>
      </p:sp>
      <p:sp>
        <p:nvSpPr>
          <p:cNvPr id="33796"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F570E48-33DA-CE4B-8288-59B8D5C9E359}" type="slidenum">
              <a:rPr lang="en-US" altLang="en-US" sz="1200" smtClean="0">
                <a:solidFill>
                  <a:srgbClr val="898989"/>
                </a:solidFill>
              </a:rPr>
              <a:t>29</a:t>
            </a:fld>
            <a:endParaRPr lang="en-US" altLang="en-US" sz="1200">
              <a:solidFill>
                <a:srgbClr val="898989"/>
              </a:solidFill>
            </a:endParaRPr>
          </a:p>
        </p:txBody>
      </p:sp>
      <p:sp>
        <p:nvSpPr>
          <p:cNvPr id="9" name="Content Placeholder 2"/>
          <p:cNvSpPr>
            <a:spLocks noGrp="1"/>
          </p:cNvSpPr>
          <p:nvPr>
            <p:ph idx="1"/>
          </p:nvPr>
        </p:nvSpPr>
        <p:spPr>
          <a:xfrm>
            <a:off x="838200" y="1508125"/>
            <a:ext cx="10515600" cy="4724400"/>
          </a:xfrm>
        </p:spPr>
        <p:txBody>
          <a:bodyPr/>
          <a:lstStyle/>
          <a:p>
            <a:pPr algn="just" eaLnBrk="1" hangingPunct="1">
              <a:lnSpc>
                <a:spcPct val="150000"/>
              </a:lnSpc>
              <a:defRPr/>
            </a:pPr>
            <a:r>
              <a:rPr lang="en-US" sz="2400"/>
              <a:t>SQLite is a C library that provides a lightweight disk-based database that doesn't require a separate server process and allows accessing the database using a nonstandard variant of the SQL query language. Some applications can use SQLite for internal data storage.</a:t>
            </a:r>
            <a:endParaRPr lang="en-US" altLang="en-US" sz="2400"/>
          </a:p>
        </p:txBody>
      </p:sp>
      <p:pic>
        <p:nvPicPr>
          <p:cNvPr id="33798"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7526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itle 1"/>
          <p:cNvSpPr txBox="1"/>
          <p:nvPr/>
        </p:nvSpPr>
        <p:spPr>
          <a:xfrm>
            <a:off x="1787525" y="1588"/>
            <a:ext cx="10404475" cy="885825"/>
          </a:xfrm>
          <a:prstGeom prst="rect">
            <a:avLst/>
          </a:prstGeom>
        </p:spPr>
        <p:style>
          <a:lnRef idx="1">
            <a:schemeClr val="accent5"/>
          </a:lnRef>
          <a:fillRef idx="2">
            <a:schemeClr val="accent5"/>
          </a:fillRef>
          <a:effectRef idx="1">
            <a:schemeClr val="accent5"/>
          </a:effectRef>
          <a:fontRef idx="minor">
            <a:schemeClr val="dk1"/>
          </a:fontRef>
        </p:style>
        <p:txBody>
          <a:bodyPr anchor="ctr">
            <a:normAutofit/>
          </a:bodyPr>
          <a:lstStyle/>
          <a:p>
            <a:pPr algn="ctr" eaLnBrk="1" fontAlgn="auto" hangingPunct="1">
              <a:lnSpc>
                <a:spcPct val="90000"/>
              </a:lnSpc>
              <a:spcAft>
                <a:spcPts val="0"/>
              </a:spcAft>
              <a:defRPr/>
            </a:pPr>
            <a:r>
              <a:rPr lang="en-US" sz="2800">
                <a:latin typeface="Times New Roman" panose="02020603050405020304" pitchFamily="18" charset="0"/>
                <a:cs typeface="Times New Roman" panose="02020603050405020304" pitchFamily="18" charset="0"/>
              </a:rPr>
              <a:t>  </a:t>
            </a:r>
            <a:r>
              <a:rPr lang="en-US" sz="3200" b="1">
                <a:latin typeface="Times New Roman" panose="02020603050405020304" pitchFamily="18" charset="0"/>
                <a:cs typeface="Times New Roman" panose="02020603050405020304" pitchFamily="18" charset="0"/>
              </a:rPr>
              <a:t>Unit Objectives</a:t>
            </a:r>
            <a:endParaRPr lang="en-IN" sz="3200" b="1">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box(in)">
                                      <p:cBhvr>
                                        <p:cTn id="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Content Placeholder 2"/>
          <p:cNvSpPr>
            <a:spLocks noGrp="1"/>
          </p:cNvSpPr>
          <p:nvPr>
            <p:ph idx="1"/>
          </p:nvPr>
        </p:nvSpPr>
        <p:spPr>
          <a:xfrm>
            <a:off x="838200" y="1447800"/>
            <a:ext cx="10210800" cy="3886200"/>
          </a:xfrm>
        </p:spPr>
        <p:txBody>
          <a:bodyPr/>
          <a:lstStyle/>
          <a:p>
            <a:r>
              <a:rPr lang="en-US" sz="2400"/>
              <a:t>SQLite does not require a separate server process or system to operate (</a:t>
            </a:r>
            <a:r>
              <a:rPr lang="en-US" sz="2400" err="1"/>
              <a:t>serverless</a:t>
            </a:r>
            <a:r>
              <a:rPr lang="en-US" sz="2400"/>
              <a:t>).</a:t>
            </a:r>
          </a:p>
          <a:p>
            <a:r>
              <a:rPr lang="en-US" sz="2400"/>
              <a:t>SQLite comes with zero-configuration, which means no setup or administration needed.</a:t>
            </a:r>
          </a:p>
          <a:p>
            <a:r>
              <a:rPr lang="en-US" sz="2400"/>
              <a:t>A complete SQLite database is stored in a single cross-platform disk file.</a:t>
            </a:r>
          </a:p>
          <a:p>
            <a:r>
              <a:rPr lang="en-US" sz="2400"/>
              <a:t>SQLite is very small and light weight, less than 400KiB fully configured or less than 250KiB with optional features omitted.</a:t>
            </a:r>
          </a:p>
          <a:p>
            <a:r>
              <a:rPr lang="en-US" sz="2400"/>
              <a:t>SQLite is self-contained, which means no external dependencies.</a:t>
            </a:r>
          </a:p>
        </p:txBody>
      </p:sp>
      <p:sp>
        <p:nvSpPr>
          <p:cNvPr id="4" name="Date Placeholder 3"/>
          <p:cNvSpPr>
            <a:spLocks noGrp="1"/>
          </p:cNvSpPr>
          <p:nvPr>
            <p:ph type="dt" sz="quarter" idx="10"/>
          </p:nvPr>
        </p:nvSpPr>
        <p:spPr/>
        <p:txBody>
          <a:bodyPr/>
          <a:lstStyle/>
          <a:p>
            <a:pPr>
              <a:defRPr/>
            </a:pPr>
            <a:r>
              <a:rPr lang="en-IN"/>
              <a:t>25-12-2022</a:t>
            </a:r>
            <a:endParaRPr lang="en-US"/>
          </a:p>
        </p:txBody>
      </p:sp>
      <p:sp>
        <p:nvSpPr>
          <p:cNvPr id="5" name="Footer Placeholder 4"/>
          <p:cNvSpPr>
            <a:spLocks noGrp="1"/>
          </p:cNvSpPr>
          <p:nvPr>
            <p:ph type="ftr" sz="quarter" idx="11"/>
          </p:nvPr>
        </p:nvSpPr>
        <p:spPr>
          <a:xfrm>
            <a:off x="2743200" y="6248400"/>
            <a:ext cx="7239000" cy="365125"/>
          </a:xfrm>
        </p:spPr>
        <p:txBody>
          <a:bodyPr/>
          <a:lstStyle/>
          <a:p>
            <a:pPr>
              <a:defRPr/>
            </a:pPr>
            <a:r>
              <a:rPr lang="en-US"/>
              <a:t>Barkha Bhardwaj                    ACSAI0617 Programming For Data Analytics                    UNIT - 3</a:t>
            </a:r>
          </a:p>
        </p:txBody>
      </p:sp>
      <p:sp>
        <p:nvSpPr>
          <p:cNvPr id="34821"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7A35DAF-C413-1545-9747-4FA96EA7C791}" type="slidenum">
              <a:rPr lang="en-US" altLang="en-US" sz="1200" smtClean="0">
                <a:solidFill>
                  <a:srgbClr val="898989"/>
                </a:solidFill>
              </a:rPr>
              <a:t>30</a:t>
            </a:fld>
            <a:endParaRPr lang="en-US" altLang="en-US" sz="1200">
              <a:solidFill>
                <a:srgbClr val="898989"/>
              </a:solidFill>
            </a:endParaRPr>
          </a:p>
        </p:txBody>
      </p:sp>
      <p:sp>
        <p:nvSpPr>
          <p:cNvPr id="9" name="Title 1"/>
          <p:cNvSpPr txBox="1"/>
          <p:nvPr/>
        </p:nvSpPr>
        <p:spPr>
          <a:xfrm>
            <a:off x="1787525" y="0"/>
            <a:ext cx="10404475" cy="885825"/>
          </a:xfrm>
          <a:prstGeom prst="rect">
            <a:avLst/>
          </a:prstGeom>
        </p:spPr>
        <p:style>
          <a:lnRef idx="1">
            <a:schemeClr val="accent5"/>
          </a:lnRef>
          <a:fillRef idx="2">
            <a:schemeClr val="accent5"/>
          </a:fillRef>
          <a:effectRef idx="1">
            <a:schemeClr val="accent5"/>
          </a:effectRef>
          <a:fontRef idx="minor">
            <a:schemeClr val="dk1"/>
          </a:fontRef>
        </p:style>
        <p:txBody>
          <a:bodyPr anchor="ctr">
            <a:normAutofit/>
          </a:bodyPr>
          <a:lstStyle/>
          <a:p>
            <a:pPr algn="ctr" eaLnBrk="1" fontAlgn="auto" hangingPunct="1">
              <a:lnSpc>
                <a:spcPct val="90000"/>
              </a:lnSpc>
              <a:spcAft>
                <a:spcPts val="0"/>
              </a:spcAft>
              <a:defRPr/>
            </a:pPr>
            <a:r>
              <a:rPr lang="en-US" sz="2800">
                <a:latin typeface="Times New Roman" panose="02020603050405020304" pitchFamily="18" charset="0"/>
                <a:cs typeface="Times New Roman" panose="02020603050405020304" pitchFamily="18" charset="0"/>
              </a:rPr>
              <a:t>  </a:t>
            </a:r>
            <a:r>
              <a:rPr lang="en-US" sz="3200" b="1">
                <a:latin typeface="Times New Roman" panose="02020603050405020304" pitchFamily="18" charset="0"/>
                <a:cs typeface="Times New Roman" panose="02020603050405020304" pitchFamily="18" charset="0"/>
              </a:rPr>
              <a:t>Topic Objectives</a:t>
            </a:r>
            <a:endParaRPr lang="en-IN" sz="3200" b="1">
              <a:latin typeface="Times New Roman" panose="02020603050405020304" pitchFamily="18" charset="0"/>
              <a:cs typeface="Times New Roman" panose="02020603050405020304" pitchFamily="18" charset="0"/>
            </a:endParaRPr>
          </a:p>
        </p:txBody>
      </p:sp>
      <p:pic>
        <p:nvPicPr>
          <p:cNvPr id="34823" name="Picture 9"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7526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098">
                                            <p:txEl>
                                              <p:pRg st="0" end="0"/>
                                            </p:txEl>
                                          </p:spTgt>
                                        </p:tgtEl>
                                        <p:attrNameLst>
                                          <p:attrName>style.visibility</p:attrName>
                                        </p:attrNameLst>
                                      </p:cBhvr>
                                      <p:to>
                                        <p:strVal val="visible"/>
                                      </p:to>
                                    </p:set>
                                    <p:animEffect transition="in" filter="box(in)">
                                      <p:cBhvr>
                                        <p:cTn id="7" dur="500"/>
                                        <p:tgtEl>
                                          <p:spTgt spid="409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098">
                                            <p:txEl>
                                              <p:pRg st="1" end="1"/>
                                            </p:txEl>
                                          </p:spTgt>
                                        </p:tgtEl>
                                        <p:attrNameLst>
                                          <p:attrName>style.visibility</p:attrName>
                                        </p:attrNameLst>
                                      </p:cBhvr>
                                      <p:to>
                                        <p:strVal val="visible"/>
                                      </p:to>
                                    </p:set>
                                    <p:animEffect transition="in" filter="box(in)">
                                      <p:cBhvr>
                                        <p:cTn id="12" dur="500"/>
                                        <p:tgtEl>
                                          <p:spTgt spid="409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4098">
                                            <p:txEl>
                                              <p:pRg st="2" end="2"/>
                                            </p:txEl>
                                          </p:spTgt>
                                        </p:tgtEl>
                                        <p:attrNameLst>
                                          <p:attrName>style.visibility</p:attrName>
                                        </p:attrNameLst>
                                      </p:cBhvr>
                                      <p:to>
                                        <p:strVal val="visible"/>
                                      </p:to>
                                    </p:set>
                                    <p:animEffect transition="in" filter="box(in)">
                                      <p:cBhvr>
                                        <p:cTn id="17" dur="500"/>
                                        <p:tgtEl>
                                          <p:spTgt spid="409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4098">
                                            <p:txEl>
                                              <p:pRg st="3" end="3"/>
                                            </p:txEl>
                                          </p:spTgt>
                                        </p:tgtEl>
                                        <p:attrNameLst>
                                          <p:attrName>style.visibility</p:attrName>
                                        </p:attrNameLst>
                                      </p:cBhvr>
                                      <p:to>
                                        <p:strVal val="visible"/>
                                      </p:to>
                                    </p:set>
                                    <p:animEffect transition="in" filter="box(in)">
                                      <p:cBhvr>
                                        <p:cTn id="22" dur="500"/>
                                        <p:tgtEl>
                                          <p:spTgt spid="409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4098">
                                            <p:txEl>
                                              <p:pRg st="4" end="4"/>
                                            </p:txEl>
                                          </p:spTgt>
                                        </p:tgtEl>
                                        <p:attrNameLst>
                                          <p:attrName>style.visibility</p:attrName>
                                        </p:attrNameLst>
                                      </p:cBhvr>
                                      <p:to>
                                        <p:strVal val="visible"/>
                                      </p:to>
                                    </p:set>
                                    <p:animEffect transition="in" filter="box(in)">
                                      <p:cBhvr>
                                        <p:cTn id="27" dur="500"/>
                                        <p:tgtEl>
                                          <p:spTgt spid="409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Content Placeholder 2"/>
          <p:cNvSpPr>
            <a:spLocks noGrp="1"/>
          </p:cNvSpPr>
          <p:nvPr>
            <p:ph idx="1"/>
          </p:nvPr>
        </p:nvSpPr>
        <p:spPr>
          <a:xfrm>
            <a:off x="609600" y="914400"/>
            <a:ext cx="10972800" cy="5305425"/>
          </a:xfrm>
        </p:spPr>
        <p:txBody>
          <a:bodyPr/>
          <a:lstStyle/>
          <a:p>
            <a:pPr algn="just"/>
            <a:r>
              <a:rPr lang="en-US" sz="2400" err="1">
                <a:sym typeface="+mn-ea"/>
              </a:rPr>
              <a:t>SQLite</a:t>
            </a:r>
            <a:r>
              <a:rPr lang="en-US" sz="2400">
                <a:sym typeface="+mn-ea"/>
              </a:rPr>
              <a:t> is an in-process library that implements a self-contained, </a:t>
            </a:r>
            <a:r>
              <a:rPr lang="en-US" sz="2400" err="1">
                <a:sym typeface="+mn-ea"/>
              </a:rPr>
              <a:t>serverless</a:t>
            </a:r>
            <a:r>
              <a:rPr lang="en-US" sz="2400">
                <a:sym typeface="+mn-ea"/>
              </a:rPr>
              <a:t>, zero-configuration, transactional SQL database engine. </a:t>
            </a:r>
            <a:endParaRPr lang="en-US" sz="2400"/>
          </a:p>
          <a:p>
            <a:pPr algn="just"/>
            <a:r>
              <a:rPr lang="en-US" sz="2400">
                <a:sym typeface="+mn-ea"/>
              </a:rPr>
              <a:t>It is a database, which is zero-configured, which means like other databases you do not need to configure it in your system.</a:t>
            </a:r>
            <a:endParaRPr lang="en-US" sz="2400"/>
          </a:p>
          <a:p>
            <a:pPr algn="just"/>
            <a:r>
              <a:rPr lang="en-US" sz="2400" err="1">
                <a:sym typeface="+mn-ea"/>
              </a:rPr>
              <a:t>SQLite</a:t>
            </a:r>
            <a:r>
              <a:rPr lang="en-US" sz="2400">
                <a:sym typeface="+mn-ea"/>
              </a:rPr>
              <a:t> engine is not a standalone process like other databases, </a:t>
            </a:r>
            <a:endParaRPr lang="en-US" sz="2400"/>
          </a:p>
          <a:p>
            <a:pPr algn="just"/>
            <a:r>
              <a:rPr lang="en-US" sz="2400">
                <a:sym typeface="+mn-ea"/>
              </a:rPr>
              <a:t>It can be linked statically or dynamically as per our requirement with our application. </a:t>
            </a:r>
            <a:endParaRPr lang="en-US" sz="2400"/>
          </a:p>
          <a:p>
            <a:pPr algn="just"/>
            <a:r>
              <a:rPr lang="en-US" sz="2400" err="1">
                <a:sym typeface="+mn-ea"/>
              </a:rPr>
              <a:t>SQLite</a:t>
            </a:r>
            <a:r>
              <a:rPr lang="en-US" sz="2400">
                <a:sym typeface="+mn-ea"/>
              </a:rPr>
              <a:t> accesses its storage files directly.</a:t>
            </a:r>
            <a:endParaRPr lang="en-US" sz="2400"/>
          </a:p>
          <a:p>
            <a:pPr marL="0" indent="0" algn="just">
              <a:buNone/>
            </a:pPr>
            <a:endParaRPr lang="en-US" sz="2400" b="1">
              <a:solidFill>
                <a:srgbClr val="000000"/>
              </a:solidFill>
              <a:latin typeface="+mj-lt"/>
              <a:cs typeface="Times New Roman" panose="02020603050405020304" pitchFamily="18" charset="0"/>
            </a:endParaRPr>
          </a:p>
          <a:p>
            <a:pPr marL="457200" indent="-457200" algn="just">
              <a:buFont typeface="Arial" panose="020B0604020202020204" pitchFamily="34" charset="0"/>
              <a:buNone/>
              <a:defRPr/>
            </a:pPr>
            <a:endParaRPr lang="en-US" sz="2400" b="1">
              <a:solidFill>
                <a:srgbClr val="000000"/>
              </a:solidFill>
              <a:latin typeface="+mj-lt"/>
              <a:cs typeface="Times New Roman" panose="02020603050405020304" pitchFamily="18" charset="0"/>
            </a:endParaRPr>
          </a:p>
          <a:p>
            <a:pPr marL="457200" indent="-457200" algn="just">
              <a:buFont typeface="Arial" panose="020B0604020202020204" pitchFamily="34" charset="0"/>
              <a:buNone/>
              <a:defRPr/>
            </a:pPr>
            <a:endParaRPr lang="en-US" sz="2400" b="1">
              <a:solidFill>
                <a:srgbClr val="000000"/>
              </a:solidFill>
              <a:latin typeface="+mj-lt"/>
              <a:cs typeface="Times New Roman" panose="02020603050405020304" pitchFamily="18" charset="0"/>
            </a:endParaRPr>
          </a:p>
          <a:p>
            <a:pPr marL="457200" indent="-457200" algn="just">
              <a:buFont typeface="Arial" panose="020B0604020202020204" pitchFamily="34" charset="0"/>
              <a:buNone/>
              <a:defRPr/>
            </a:pPr>
            <a:endParaRPr lang="en-US" sz="2400" b="1">
              <a:solidFill>
                <a:srgbClr val="000000"/>
              </a:solidFill>
              <a:latin typeface="+mj-lt"/>
              <a:cs typeface="Times New Roman" panose="02020603050405020304" pitchFamily="18" charset="0"/>
            </a:endParaRPr>
          </a:p>
          <a:p>
            <a:pPr marL="457200" indent="-457200" algn="just">
              <a:buFont typeface="Arial" panose="020B0604020202020204" pitchFamily="34" charset="0"/>
              <a:buNone/>
              <a:defRPr/>
            </a:pPr>
            <a:endParaRPr lang="en-US" sz="2400" b="1">
              <a:solidFill>
                <a:srgbClr val="000000"/>
              </a:solidFill>
              <a:latin typeface="+mj-lt"/>
              <a:cs typeface="Times New Roman" panose="02020603050405020304" pitchFamily="18" charset="0"/>
            </a:endParaRPr>
          </a:p>
          <a:p>
            <a:pPr marL="457200" indent="-457200" algn="just">
              <a:buFont typeface="Arial" panose="020B0604020202020204" pitchFamily="34" charset="0"/>
              <a:buNone/>
              <a:defRPr/>
            </a:pPr>
            <a:endParaRPr lang="en-US" sz="2400" b="1">
              <a:solidFill>
                <a:srgbClr val="000000"/>
              </a:solidFill>
              <a:latin typeface="+mj-lt"/>
              <a:cs typeface="Times New Roman" panose="02020603050405020304" pitchFamily="18" charset="0"/>
            </a:endParaRPr>
          </a:p>
          <a:p>
            <a:pPr marL="457200" indent="-457200" algn="just">
              <a:buFont typeface="Arial" panose="020B0604020202020204" pitchFamily="34" charset="0"/>
              <a:buNone/>
              <a:defRPr/>
            </a:pPr>
            <a:endParaRPr lang="en-US" sz="2400" b="1">
              <a:solidFill>
                <a:srgbClr val="000000"/>
              </a:solidFill>
              <a:latin typeface="+mj-lt"/>
              <a:cs typeface="Times New Roman" panose="02020603050405020304" pitchFamily="18" charset="0"/>
            </a:endParaRPr>
          </a:p>
          <a:p>
            <a:pPr marL="457200" indent="-457200" algn="just">
              <a:buFont typeface="Arial" panose="020B0604020202020204" pitchFamily="34" charset="0"/>
              <a:buNone/>
              <a:defRPr/>
            </a:pPr>
            <a:endParaRPr lang="en-US" sz="2400" b="1">
              <a:solidFill>
                <a:srgbClr val="000000"/>
              </a:solidFill>
              <a:latin typeface="+mj-lt"/>
              <a:cs typeface="Times New Roman" panose="02020603050405020304" pitchFamily="18" charset="0"/>
            </a:endParaRPr>
          </a:p>
          <a:p>
            <a:pPr marL="457200" indent="-457200" algn="just">
              <a:buFont typeface="Arial" panose="020B0604020202020204" pitchFamily="34" charset="0"/>
              <a:buNone/>
              <a:defRPr/>
            </a:pPr>
            <a:endParaRPr lang="en-IN" sz="2400">
              <a:solidFill>
                <a:srgbClr val="000000"/>
              </a:solidFill>
            </a:endParaRPr>
          </a:p>
          <a:p>
            <a:pPr marL="0" indent="0">
              <a:buNone/>
              <a:defRPr/>
            </a:pPr>
            <a:endParaRPr lang="en-IN" sz="2400" b="0" i="0">
              <a:solidFill>
                <a:srgbClr val="000000"/>
              </a:solidFill>
              <a:effectLst/>
            </a:endParaRPr>
          </a:p>
          <a:p>
            <a:pPr marL="0" indent="0">
              <a:buNone/>
              <a:defRPr/>
            </a:pPr>
            <a:endParaRPr lang="en-IN" sz="2400">
              <a:solidFill>
                <a:srgbClr val="000000"/>
              </a:solidFill>
            </a:endParaRPr>
          </a:p>
          <a:p>
            <a:pPr marL="0" indent="0">
              <a:buNone/>
              <a:defRPr/>
            </a:pPr>
            <a:endParaRPr lang="en-IN" sz="2400" b="0" i="0">
              <a:solidFill>
                <a:srgbClr val="000000"/>
              </a:solidFill>
              <a:effectLst/>
            </a:endParaRPr>
          </a:p>
          <a:p>
            <a:pPr marL="0" indent="0">
              <a:buNone/>
              <a:defRPr/>
            </a:pPr>
            <a:endParaRPr lang="en-IN" sz="2400" b="0" i="0">
              <a:solidFill>
                <a:srgbClr val="000000"/>
              </a:solidFill>
              <a:effectLst/>
            </a:endParaRPr>
          </a:p>
          <a:p>
            <a:pPr marL="0" indent="0">
              <a:buNone/>
              <a:defRPr/>
            </a:pPr>
            <a:endParaRPr lang="en-IN" sz="2400">
              <a:solidFill>
                <a:srgbClr val="000000"/>
              </a:solidFill>
              <a:cs typeface="Times New Roman" panose="02020603050405020304" pitchFamily="18" charset="0"/>
            </a:endParaRPr>
          </a:p>
          <a:p>
            <a:pPr marL="0" indent="0">
              <a:buNone/>
              <a:defRPr/>
            </a:pPr>
            <a:endParaRPr lang="en-US" sz="2400" b="1">
              <a:latin typeface="Times New Roman" panose="02020603050405020304" pitchFamily="18" charset="0"/>
              <a:cs typeface="Times New Roman" panose="02020603050405020304" pitchFamily="18" charset="0"/>
            </a:endParaRPr>
          </a:p>
          <a:p>
            <a:pPr marL="0" indent="0">
              <a:buNone/>
              <a:defRPr/>
            </a:pPr>
            <a:endParaRPr lang="en-US" sz="2400">
              <a:cs typeface="Times New Roman" panose="02020603050405020304" pitchFamily="18" charset="0"/>
            </a:endParaRPr>
          </a:p>
        </p:txBody>
      </p:sp>
      <p:sp>
        <p:nvSpPr>
          <p:cNvPr id="6" name="Date Placeholder 5"/>
          <p:cNvSpPr>
            <a:spLocks noGrp="1"/>
          </p:cNvSpPr>
          <p:nvPr>
            <p:ph type="dt" sz="quarter" idx="10"/>
          </p:nvPr>
        </p:nvSpPr>
        <p:spPr/>
        <p:txBody>
          <a:bodyPr/>
          <a:lstStyle/>
          <a:p>
            <a:pPr>
              <a:defRPr/>
            </a:pPr>
            <a:r>
              <a:rPr lang="en-IN"/>
              <a:t>25-12-2022</a:t>
            </a:r>
            <a:endParaRPr lang="en-US"/>
          </a:p>
        </p:txBody>
      </p:sp>
      <p:sp>
        <p:nvSpPr>
          <p:cNvPr id="35844" name="Slide Number Placeholder 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CF4AAF8-E4EC-2541-AF55-01D70AB36E89}" type="slidenum">
              <a:rPr lang="en-US" altLang="en-US" sz="1200" smtClean="0">
                <a:solidFill>
                  <a:srgbClr val="898989"/>
                </a:solidFill>
              </a:rPr>
              <a:t>31</a:t>
            </a:fld>
            <a:endParaRPr lang="en-US" altLang="en-US" sz="1200">
              <a:solidFill>
                <a:srgbClr val="898989"/>
              </a:solidFill>
            </a:endParaRPr>
          </a:p>
        </p:txBody>
      </p:sp>
      <p:sp>
        <p:nvSpPr>
          <p:cNvPr id="8" name="Title 1"/>
          <p:cNvSpPr txBox="1"/>
          <p:nvPr/>
        </p:nvSpPr>
        <p:spPr>
          <a:xfrm>
            <a:off x="2235200" y="0"/>
            <a:ext cx="9956800" cy="8382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endParaRPr lang="en-US" sz="3200" b="1">
              <a:latin typeface="+mj-lt"/>
              <a:cs typeface="Times New Roman" panose="02020603050405020304" pitchFamily="18" charset="0"/>
            </a:endParaRPr>
          </a:p>
          <a:p>
            <a:pPr algn="ctr"/>
            <a:endParaRPr lang="en-US" sz="3200" b="1"/>
          </a:p>
          <a:p>
            <a:pPr algn="ctr"/>
            <a:r>
              <a:rPr lang="en-US" sz="3200" b="1"/>
              <a:t>Introduction to SQLite in Python</a:t>
            </a:r>
          </a:p>
          <a:p>
            <a:br>
              <a:rPr lang="en-US" sz="3200"/>
            </a:br>
            <a:endParaRPr lang="en-US" sz="3000" b="1"/>
          </a:p>
        </p:txBody>
      </p:sp>
      <p:sp>
        <p:nvSpPr>
          <p:cNvPr id="11" name="Footer Placeholder 4"/>
          <p:cNvSpPr>
            <a:spLocks noGrp="1"/>
          </p:cNvSpPr>
          <p:nvPr>
            <p:ph type="ftr" sz="quarter" idx="11"/>
          </p:nvPr>
        </p:nvSpPr>
        <p:spPr>
          <a:xfrm>
            <a:off x="2743200" y="6356350"/>
            <a:ext cx="7315200" cy="501650"/>
          </a:xfrm>
        </p:spPr>
        <p:txBody>
          <a:bodyPr/>
          <a:lstStyle/>
          <a:p>
            <a:pPr>
              <a:defRPr/>
            </a:pPr>
            <a:r>
              <a:rPr lang="en-US"/>
              <a:t>Barkha Bhardwaj                    ACSAI0617 Programming For Data Analytics                    UNIT - 3</a:t>
            </a:r>
          </a:p>
        </p:txBody>
      </p:sp>
      <p:pic>
        <p:nvPicPr>
          <p:cNvPr id="35847" name="Picture 14" descr="NI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21336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Content Placeholder 2"/>
          <p:cNvSpPr>
            <a:spLocks noGrp="1"/>
          </p:cNvSpPr>
          <p:nvPr>
            <p:ph idx="1"/>
          </p:nvPr>
        </p:nvSpPr>
        <p:spPr>
          <a:xfrm>
            <a:off x="609600" y="914400"/>
            <a:ext cx="10972800" cy="5305425"/>
          </a:xfrm>
        </p:spPr>
        <p:txBody>
          <a:bodyPr/>
          <a:lstStyle/>
          <a:p>
            <a:pPr algn="just">
              <a:defRPr/>
            </a:pPr>
            <a:r>
              <a:rPr lang="en-US" sz="2400" err="1">
                <a:sym typeface="+mn-ea"/>
              </a:rPr>
              <a:t>SQLite</a:t>
            </a:r>
            <a:r>
              <a:rPr lang="en-US" sz="2400">
                <a:sym typeface="+mn-ea"/>
              </a:rPr>
              <a:t> does not require a separate server process or system to operate (</a:t>
            </a:r>
            <a:r>
              <a:rPr lang="en-US" sz="2400" err="1">
                <a:sym typeface="+mn-ea"/>
              </a:rPr>
              <a:t>serverless</a:t>
            </a:r>
            <a:r>
              <a:rPr lang="en-US" sz="2400">
                <a:sym typeface="+mn-ea"/>
              </a:rPr>
              <a:t>).</a:t>
            </a:r>
            <a:endParaRPr lang="en-US" sz="2400"/>
          </a:p>
          <a:p>
            <a:pPr algn="just">
              <a:defRPr/>
            </a:pPr>
            <a:r>
              <a:rPr lang="en-US" sz="2400" err="1">
                <a:sym typeface="+mn-ea"/>
              </a:rPr>
              <a:t>SQLite</a:t>
            </a:r>
            <a:r>
              <a:rPr lang="en-US" sz="2400">
                <a:sym typeface="+mn-ea"/>
              </a:rPr>
              <a:t> comes with zero-configuration, which means no setup or administration needed.</a:t>
            </a:r>
            <a:endParaRPr lang="en-US" sz="2400"/>
          </a:p>
          <a:p>
            <a:pPr algn="just">
              <a:defRPr/>
            </a:pPr>
            <a:r>
              <a:rPr lang="en-US" sz="2400">
                <a:sym typeface="+mn-ea"/>
              </a:rPr>
              <a:t>A complete </a:t>
            </a:r>
            <a:r>
              <a:rPr lang="en-US" sz="2400" err="1">
                <a:sym typeface="+mn-ea"/>
              </a:rPr>
              <a:t>SQLite</a:t>
            </a:r>
            <a:r>
              <a:rPr lang="en-US" sz="2400">
                <a:sym typeface="+mn-ea"/>
              </a:rPr>
              <a:t> database is stored in a single cross-platform disk file.</a:t>
            </a:r>
            <a:endParaRPr lang="en-US" sz="2400"/>
          </a:p>
          <a:p>
            <a:pPr algn="just">
              <a:defRPr/>
            </a:pPr>
            <a:r>
              <a:rPr lang="en-US" sz="2400" err="1">
                <a:sym typeface="+mn-ea"/>
              </a:rPr>
              <a:t>SQLite</a:t>
            </a:r>
            <a:r>
              <a:rPr lang="en-US" sz="2400">
                <a:sym typeface="+mn-ea"/>
              </a:rPr>
              <a:t> is very small and light weight, less than 400KB fully configured or less than 250KB with optional features omitted.</a:t>
            </a:r>
            <a:endParaRPr lang="en-US" sz="2400"/>
          </a:p>
          <a:p>
            <a:pPr algn="just">
              <a:defRPr/>
            </a:pPr>
            <a:r>
              <a:rPr lang="en-US" sz="2400" err="1">
                <a:sym typeface="+mn-ea"/>
              </a:rPr>
              <a:t>SQLite</a:t>
            </a:r>
            <a:r>
              <a:rPr lang="en-US" sz="2400">
                <a:sym typeface="+mn-ea"/>
              </a:rPr>
              <a:t> is self-contained, which means no external dependencies.</a:t>
            </a:r>
            <a:endParaRPr lang="en-US" sz="2400"/>
          </a:p>
          <a:p>
            <a:pPr algn="just">
              <a:defRPr/>
            </a:pPr>
            <a:r>
              <a:rPr lang="en-US" sz="2400" err="1">
                <a:sym typeface="+mn-ea"/>
              </a:rPr>
              <a:t>SQLite</a:t>
            </a:r>
            <a:r>
              <a:rPr lang="en-US" sz="2400">
                <a:sym typeface="+mn-ea"/>
              </a:rPr>
              <a:t> transactions are fully ACID-compliant, allowing safe access from multiple processes or threads.</a:t>
            </a:r>
            <a:endParaRPr lang="en-US" sz="2400"/>
          </a:p>
          <a:p>
            <a:pPr algn="just">
              <a:defRPr/>
            </a:pPr>
            <a:r>
              <a:rPr lang="en-US" sz="2400" err="1">
                <a:sym typeface="+mn-ea"/>
              </a:rPr>
              <a:t>SQLite</a:t>
            </a:r>
            <a:r>
              <a:rPr lang="en-US" sz="2400">
                <a:sym typeface="+mn-ea"/>
              </a:rPr>
              <a:t> supports most of the query language features found in SQL92 (SQL2) standard.</a:t>
            </a:r>
            <a:endParaRPr lang="en-US" sz="2400"/>
          </a:p>
          <a:p>
            <a:pPr algn="just">
              <a:defRPr/>
            </a:pPr>
            <a:r>
              <a:rPr lang="en-US" sz="2400" err="1">
                <a:sym typeface="+mn-ea"/>
              </a:rPr>
              <a:t>SQLite</a:t>
            </a:r>
            <a:r>
              <a:rPr lang="en-US" sz="2400">
                <a:sym typeface="+mn-ea"/>
              </a:rPr>
              <a:t> is written in ANSI-C and provides simple and easy-to-use API.</a:t>
            </a:r>
            <a:endParaRPr lang="en-US" sz="2400"/>
          </a:p>
          <a:p>
            <a:pPr algn="just">
              <a:defRPr/>
            </a:pPr>
            <a:r>
              <a:rPr lang="en-US" sz="2400" err="1">
                <a:sym typeface="+mn-ea"/>
              </a:rPr>
              <a:t>SQLite</a:t>
            </a:r>
            <a:r>
              <a:rPr lang="en-US" sz="2400">
                <a:sym typeface="+mn-ea"/>
              </a:rPr>
              <a:t> is available on UNIX (Linux, Mac OS-X, Android, </a:t>
            </a:r>
            <a:r>
              <a:rPr lang="en-US" sz="2400" err="1">
                <a:sym typeface="+mn-ea"/>
              </a:rPr>
              <a:t>iOS</a:t>
            </a:r>
            <a:r>
              <a:rPr lang="en-US" sz="2400">
                <a:sym typeface="+mn-ea"/>
              </a:rPr>
              <a:t>) and Windows (Win32, WinCE, </a:t>
            </a:r>
            <a:r>
              <a:rPr lang="en-US" sz="2400" err="1">
                <a:sym typeface="+mn-ea"/>
              </a:rPr>
              <a:t>WinRT</a:t>
            </a:r>
            <a:r>
              <a:rPr lang="en-US" sz="2400">
                <a:sym typeface="+mn-ea"/>
              </a:rPr>
              <a:t>).</a:t>
            </a:r>
            <a:endParaRPr lang="en-US" sz="2400"/>
          </a:p>
          <a:p>
            <a:pPr algn="just">
              <a:defRPr/>
            </a:pPr>
            <a:endParaRPr lang="en-US" sz="2400" b="1">
              <a:solidFill>
                <a:srgbClr val="000000"/>
              </a:solidFill>
              <a:latin typeface="+mj-lt"/>
              <a:cs typeface="Times New Roman" panose="02020603050405020304" pitchFamily="18" charset="0"/>
            </a:endParaRPr>
          </a:p>
          <a:p>
            <a:pPr algn="just">
              <a:defRPr/>
            </a:pPr>
            <a:endParaRPr lang="en-US" sz="2400" b="1">
              <a:solidFill>
                <a:srgbClr val="000000"/>
              </a:solidFill>
              <a:latin typeface="+mj-lt"/>
              <a:cs typeface="Times New Roman" panose="02020603050405020304" pitchFamily="18" charset="0"/>
            </a:endParaRPr>
          </a:p>
          <a:p>
            <a:pPr algn="just">
              <a:defRPr/>
            </a:pPr>
            <a:endParaRPr lang="en-US" sz="2400" b="1">
              <a:solidFill>
                <a:srgbClr val="000000"/>
              </a:solidFill>
              <a:latin typeface="+mj-lt"/>
              <a:cs typeface="Times New Roman" panose="02020603050405020304" pitchFamily="18" charset="0"/>
            </a:endParaRPr>
          </a:p>
          <a:p>
            <a:pPr algn="just">
              <a:defRPr/>
            </a:pPr>
            <a:endParaRPr lang="en-US" sz="2400" b="1">
              <a:solidFill>
                <a:srgbClr val="000000"/>
              </a:solidFill>
              <a:latin typeface="+mj-lt"/>
              <a:cs typeface="Times New Roman" panose="02020603050405020304" pitchFamily="18" charset="0"/>
            </a:endParaRPr>
          </a:p>
          <a:p>
            <a:pPr marL="457200" indent="-457200" algn="just">
              <a:buFont typeface="Arial" panose="020B0604020202020204" pitchFamily="34" charset="0"/>
              <a:buNone/>
              <a:defRPr/>
            </a:pPr>
            <a:endParaRPr lang="en-US" sz="2400" b="1">
              <a:solidFill>
                <a:srgbClr val="000000"/>
              </a:solidFill>
              <a:latin typeface="+mj-lt"/>
              <a:cs typeface="Times New Roman" panose="02020603050405020304" pitchFamily="18" charset="0"/>
            </a:endParaRPr>
          </a:p>
          <a:p>
            <a:pPr marL="457200" indent="-457200" algn="just">
              <a:buFont typeface="Arial" panose="020B0604020202020204" pitchFamily="34" charset="0"/>
              <a:buNone/>
              <a:defRPr/>
            </a:pPr>
            <a:endParaRPr lang="en-US" sz="2400" b="1">
              <a:solidFill>
                <a:srgbClr val="000000"/>
              </a:solidFill>
              <a:latin typeface="+mj-lt"/>
              <a:cs typeface="Times New Roman" panose="02020603050405020304" pitchFamily="18" charset="0"/>
            </a:endParaRPr>
          </a:p>
          <a:p>
            <a:pPr marL="457200" indent="-457200" algn="just">
              <a:buFont typeface="Arial" panose="020B0604020202020204" pitchFamily="34" charset="0"/>
              <a:buNone/>
              <a:defRPr/>
            </a:pPr>
            <a:endParaRPr lang="en-US" sz="2400" b="1">
              <a:solidFill>
                <a:srgbClr val="000000"/>
              </a:solidFill>
              <a:latin typeface="+mj-lt"/>
              <a:cs typeface="Times New Roman" panose="02020603050405020304" pitchFamily="18" charset="0"/>
            </a:endParaRPr>
          </a:p>
          <a:p>
            <a:pPr marL="457200" indent="-457200" algn="just">
              <a:buFont typeface="Arial" panose="020B0604020202020204" pitchFamily="34" charset="0"/>
              <a:buNone/>
              <a:defRPr/>
            </a:pPr>
            <a:endParaRPr lang="en-IN" sz="2400">
              <a:solidFill>
                <a:srgbClr val="000000"/>
              </a:solidFill>
            </a:endParaRPr>
          </a:p>
          <a:p>
            <a:pPr marL="0" indent="0">
              <a:buNone/>
              <a:defRPr/>
            </a:pPr>
            <a:endParaRPr lang="en-IN" sz="2400" b="0" i="0">
              <a:solidFill>
                <a:srgbClr val="000000"/>
              </a:solidFill>
              <a:effectLst/>
            </a:endParaRPr>
          </a:p>
          <a:p>
            <a:pPr marL="0" indent="0">
              <a:buNone/>
              <a:defRPr/>
            </a:pPr>
            <a:endParaRPr lang="en-IN" sz="2400">
              <a:solidFill>
                <a:srgbClr val="000000"/>
              </a:solidFill>
            </a:endParaRPr>
          </a:p>
          <a:p>
            <a:pPr marL="0" indent="0">
              <a:buNone/>
              <a:defRPr/>
            </a:pPr>
            <a:endParaRPr lang="en-IN" sz="2400" b="0" i="0">
              <a:solidFill>
                <a:srgbClr val="000000"/>
              </a:solidFill>
              <a:effectLst/>
            </a:endParaRPr>
          </a:p>
          <a:p>
            <a:pPr marL="0" indent="0">
              <a:buNone/>
              <a:defRPr/>
            </a:pPr>
            <a:endParaRPr lang="en-IN" sz="2400" b="0" i="0">
              <a:solidFill>
                <a:srgbClr val="000000"/>
              </a:solidFill>
              <a:effectLst/>
            </a:endParaRPr>
          </a:p>
          <a:p>
            <a:pPr marL="0" indent="0">
              <a:buNone/>
              <a:defRPr/>
            </a:pPr>
            <a:endParaRPr lang="en-IN" sz="2400">
              <a:solidFill>
                <a:srgbClr val="000000"/>
              </a:solidFill>
              <a:cs typeface="Times New Roman" panose="02020603050405020304" pitchFamily="18" charset="0"/>
            </a:endParaRPr>
          </a:p>
          <a:p>
            <a:pPr marL="0" indent="0">
              <a:buNone/>
              <a:defRPr/>
            </a:pPr>
            <a:endParaRPr lang="en-US" sz="2400" b="1">
              <a:latin typeface="Times New Roman" panose="02020603050405020304" pitchFamily="18" charset="0"/>
              <a:cs typeface="Times New Roman" panose="02020603050405020304" pitchFamily="18" charset="0"/>
            </a:endParaRPr>
          </a:p>
          <a:p>
            <a:pPr marL="0" indent="0">
              <a:buNone/>
              <a:defRPr/>
            </a:pPr>
            <a:endParaRPr lang="en-US" sz="2400">
              <a:cs typeface="Times New Roman" panose="02020603050405020304" pitchFamily="18" charset="0"/>
            </a:endParaRPr>
          </a:p>
        </p:txBody>
      </p:sp>
      <p:sp>
        <p:nvSpPr>
          <p:cNvPr id="6" name="Date Placeholder 5"/>
          <p:cNvSpPr>
            <a:spLocks noGrp="1"/>
          </p:cNvSpPr>
          <p:nvPr>
            <p:ph type="dt" sz="quarter" idx="10"/>
          </p:nvPr>
        </p:nvSpPr>
        <p:spPr/>
        <p:txBody>
          <a:bodyPr/>
          <a:lstStyle/>
          <a:p>
            <a:pPr>
              <a:defRPr/>
            </a:pPr>
            <a:r>
              <a:rPr lang="en-IN"/>
              <a:t>25-12-2022</a:t>
            </a:r>
            <a:endParaRPr lang="en-US"/>
          </a:p>
        </p:txBody>
      </p:sp>
      <p:sp>
        <p:nvSpPr>
          <p:cNvPr id="35844" name="Slide Number Placeholder 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CF4AAF8-E4EC-2541-AF55-01D70AB36E89}" type="slidenum">
              <a:rPr lang="en-US" altLang="en-US" sz="1200" smtClean="0">
                <a:solidFill>
                  <a:srgbClr val="898989"/>
                </a:solidFill>
              </a:rPr>
              <a:t>32</a:t>
            </a:fld>
            <a:endParaRPr lang="en-US" altLang="en-US" sz="1200">
              <a:solidFill>
                <a:srgbClr val="898989"/>
              </a:solidFill>
            </a:endParaRPr>
          </a:p>
        </p:txBody>
      </p:sp>
      <p:sp>
        <p:nvSpPr>
          <p:cNvPr id="8" name="Title 1"/>
          <p:cNvSpPr txBox="1"/>
          <p:nvPr/>
        </p:nvSpPr>
        <p:spPr>
          <a:xfrm>
            <a:off x="2235200" y="0"/>
            <a:ext cx="9956800" cy="8382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endParaRPr lang="en-US" sz="3200" b="1">
              <a:latin typeface="+mj-lt"/>
              <a:cs typeface="Times New Roman" panose="02020603050405020304" pitchFamily="18" charset="0"/>
            </a:endParaRPr>
          </a:p>
          <a:p>
            <a:pPr algn="ctr"/>
            <a:r>
              <a:rPr lang="en-US" sz="3200" b="1"/>
              <a:t>Features of SQLite</a:t>
            </a:r>
            <a:br>
              <a:rPr lang="en-US" sz="3200"/>
            </a:br>
            <a:endParaRPr lang="en-US" sz="3000" b="1"/>
          </a:p>
        </p:txBody>
      </p:sp>
      <p:sp>
        <p:nvSpPr>
          <p:cNvPr id="11" name="Footer Placeholder 4"/>
          <p:cNvSpPr>
            <a:spLocks noGrp="1"/>
          </p:cNvSpPr>
          <p:nvPr>
            <p:ph type="ftr" sz="quarter" idx="11"/>
          </p:nvPr>
        </p:nvSpPr>
        <p:spPr>
          <a:xfrm>
            <a:off x="2743200" y="6356350"/>
            <a:ext cx="7315200" cy="501650"/>
          </a:xfrm>
        </p:spPr>
        <p:txBody>
          <a:bodyPr/>
          <a:lstStyle/>
          <a:p>
            <a:pPr>
              <a:defRPr/>
            </a:pPr>
            <a:r>
              <a:rPr lang="en-US"/>
              <a:t>Barkha Bhardwaj                    ACSAI0617 Programming For Data Analytics                    UNIT - 3</a:t>
            </a:r>
          </a:p>
        </p:txBody>
      </p:sp>
      <p:pic>
        <p:nvPicPr>
          <p:cNvPr id="35847" name="Picture 14" descr="NI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21336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3" name="Rectangle 3"/>
          <p:cNvSpPr>
            <a:spLocks noGrp="1" noChangeArrowheads="1"/>
          </p:cNvSpPr>
          <p:nvPr>
            <p:ph idx="1"/>
          </p:nvPr>
        </p:nvSpPr>
        <p:spPr>
          <a:xfrm>
            <a:off x="609600" y="1219200"/>
            <a:ext cx="10896600" cy="4648200"/>
          </a:xfrm>
        </p:spPr>
        <p:txBody>
          <a:bodyPr/>
          <a:lstStyle/>
          <a:p>
            <a:pPr marL="0" indent="0" algn="just">
              <a:buNone/>
            </a:pPr>
            <a:r>
              <a:rPr lang="en-US" sz="2400" b="1"/>
              <a:t> Connecting to the Database</a:t>
            </a:r>
          </a:p>
          <a:p>
            <a:pPr algn="just"/>
            <a:r>
              <a:rPr lang="en-US" sz="2400"/>
              <a:t>Connecting to the SQLite Database can be established using the </a:t>
            </a:r>
            <a:r>
              <a:rPr lang="en-US" sz="2400" b="1"/>
              <a:t>connect()</a:t>
            </a:r>
            <a:r>
              <a:rPr lang="en-US" sz="2400"/>
              <a:t> method, passing the    name of the database to be accessed as a parameter. If that database does not exist, then it’ll be  created. </a:t>
            </a:r>
          </a:p>
          <a:p>
            <a:pPr algn="just"/>
            <a:endParaRPr lang="en-US" sz="2400"/>
          </a:p>
          <a:p>
            <a:pPr marL="0" indent="0" algn="just">
              <a:buNone/>
            </a:pPr>
            <a:endParaRPr lang="en-GB" sz="2400">
              <a:cs typeface="Times New Roman" panose="02020603050405020304" pitchFamily="18" charset="0"/>
            </a:endParaRPr>
          </a:p>
          <a:p>
            <a:pPr marL="0" indent="0" algn="just">
              <a:buNone/>
            </a:pPr>
            <a:endParaRPr lang="en-GB" sz="2400">
              <a:cs typeface="Times New Roman" panose="02020603050405020304" pitchFamily="18" charset="0"/>
            </a:endParaRPr>
          </a:p>
          <a:p>
            <a:pPr algn="just"/>
            <a:r>
              <a:rPr lang="en-US" sz="2400"/>
              <a:t>But what if you want to execute some queries after the connection is being made. For that, a cursor has to be created using the</a:t>
            </a:r>
            <a:r>
              <a:rPr lang="en-US" sz="2400" b="1"/>
              <a:t> cursor()</a:t>
            </a:r>
            <a:r>
              <a:rPr lang="en-US" sz="2400"/>
              <a:t> method on the connection instance, which will execute our SQL queries.</a:t>
            </a:r>
            <a:endParaRPr lang="en-GB" sz="2400">
              <a:cs typeface="Times New Roman" panose="02020603050405020304" pitchFamily="18" charset="0"/>
            </a:endParaRPr>
          </a:p>
          <a:p>
            <a:pPr marL="0" indent="0" algn="just">
              <a:buNone/>
            </a:pPr>
            <a:endParaRPr lang="en-GB" sz="2400">
              <a:cs typeface="Times New Roman" panose="02020603050405020304" pitchFamily="18" charset="0"/>
            </a:endParaRPr>
          </a:p>
        </p:txBody>
      </p:sp>
      <p:sp>
        <p:nvSpPr>
          <p:cNvPr id="5" name="Title 1"/>
          <p:cNvSpPr txBox="1"/>
          <p:nvPr/>
        </p:nvSpPr>
        <p:spPr>
          <a:xfrm>
            <a:off x="1787525" y="0"/>
            <a:ext cx="10404475" cy="885825"/>
          </a:xfrm>
          <a:prstGeom prst="rect">
            <a:avLst/>
          </a:prstGeom>
        </p:spPr>
        <p:style>
          <a:lnRef idx="1">
            <a:schemeClr val="accent5"/>
          </a:lnRef>
          <a:fillRef idx="2">
            <a:schemeClr val="accent5"/>
          </a:fillRef>
          <a:effectRef idx="1">
            <a:schemeClr val="accent5"/>
          </a:effectRef>
          <a:fontRef idx="minor">
            <a:schemeClr val="dk1"/>
          </a:fontRef>
        </p:style>
        <p:txBody>
          <a:bodyPr anchor="ctr">
            <a:normAutofit/>
          </a:bodyPr>
          <a:lstStyle/>
          <a:p>
            <a:pPr algn="ctr" eaLnBrk="1" fontAlgn="auto" hangingPunct="1">
              <a:lnSpc>
                <a:spcPct val="90000"/>
              </a:lnSpc>
              <a:spcAft>
                <a:spcPts val="0"/>
              </a:spcAft>
              <a:defRPr/>
            </a:pPr>
            <a:r>
              <a:rPr lang="en-US" sz="3200" b="1">
                <a:latin typeface="+mj-lt"/>
              </a:rPr>
              <a:t>Connecting to a database (</a:t>
            </a:r>
            <a:r>
              <a:rPr lang="en-US" sz="3200" b="1" err="1">
                <a:latin typeface="+mj-lt"/>
              </a:rPr>
              <a:t>sqlite</a:t>
            </a:r>
            <a:r>
              <a:rPr lang="en-US" sz="3200" b="1">
                <a:latin typeface="+mj-lt"/>
              </a:rPr>
              <a:t>) using Python</a:t>
            </a:r>
            <a:endParaRPr lang="en-IN" sz="3200" b="1">
              <a:latin typeface="+mj-lt"/>
              <a:cs typeface="Times New Roman" panose="02020603050405020304" pitchFamily="18" charset="0"/>
            </a:endParaRPr>
          </a:p>
        </p:txBody>
      </p:sp>
      <p:pic>
        <p:nvPicPr>
          <p:cNvPr id="37897" name="Picture 9" descr="NI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7526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Date Placeholder 6"/>
          <p:cNvSpPr>
            <a:spLocks noGrp="1"/>
          </p:cNvSpPr>
          <p:nvPr>
            <p:ph type="dt" sz="quarter" idx="10"/>
          </p:nvPr>
        </p:nvSpPr>
        <p:spPr/>
        <p:txBody>
          <a:bodyPr/>
          <a:lstStyle/>
          <a:p>
            <a:pPr>
              <a:defRPr/>
            </a:pPr>
            <a:r>
              <a:rPr lang="en-IN"/>
              <a:t>25-12-2022</a:t>
            </a:r>
            <a:endParaRPr lang="en-US"/>
          </a:p>
        </p:txBody>
      </p:sp>
      <p:sp>
        <p:nvSpPr>
          <p:cNvPr id="9" name="Footer Placeholder 8"/>
          <p:cNvSpPr>
            <a:spLocks noGrp="1"/>
          </p:cNvSpPr>
          <p:nvPr>
            <p:ph type="ftr" sz="quarter" idx="11"/>
          </p:nvPr>
        </p:nvSpPr>
        <p:spPr>
          <a:xfrm>
            <a:off x="3121025" y="6356350"/>
            <a:ext cx="6099175" cy="365125"/>
          </a:xfrm>
        </p:spPr>
        <p:txBody>
          <a:bodyPr/>
          <a:lstStyle/>
          <a:p>
            <a:pPr>
              <a:defRPr/>
            </a:pPr>
            <a:r>
              <a:rPr lang="en-US"/>
              <a:t>Barkha Bhardwaj                    ACSAI0617 Programming For Data Analytics                    UNIT - 3</a:t>
            </a:r>
          </a:p>
        </p:txBody>
      </p:sp>
      <p:sp>
        <p:nvSpPr>
          <p:cNvPr id="37900" name="Slide Number Placeholder 9"/>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CEC4D66-1D44-5F43-ADE2-2B90AF301E62}" type="slidenum">
              <a:rPr lang="en-US" altLang="en-US" sz="1200" smtClean="0">
                <a:solidFill>
                  <a:srgbClr val="898989"/>
                </a:solidFill>
              </a:rPr>
              <a:t>33</a:t>
            </a:fld>
            <a:endParaRPr lang="en-US" altLang="en-US" sz="1200">
              <a:solidFill>
                <a:srgbClr val="898989"/>
              </a:solidFill>
            </a:endParaRPr>
          </a:p>
        </p:txBody>
      </p:sp>
      <p:sp>
        <p:nvSpPr>
          <p:cNvPr id="4" name="Rectangle 3"/>
          <p:cNvSpPr>
            <a:spLocks noChangeArrowheads="1"/>
          </p:cNvSpPr>
          <p:nvPr/>
        </p:nvSpPr>
        <p:spPr bwMode="auto">
          <a:xfrm rot="10800000" flipV="1">
            <a:off x="1143000" y="3181412"/>
            <a:ext cx="8839200" cy="433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1" i="0" u="none" strike="noStrike" cap="none" normalizeH="0" baseline="0" err="1">
                <a:ln>
                  <a:noFill/>
                </a:ln>
                <a:solidFill>
                  <a:schemeClr val="tx1">
                    <a:lumMod val="50000"/>
                    <a:lumOff val="50000"/>
                  </a:schemeClr>
                </a:solidFill>
                <a:effectLst/>
                <a:latin typeface="+mn-lt"/>
              </a:rPr>
              <a:t>sqliteConnection</a:t>
            </a:r>
            <a:r>
              <a:rPr kumimoji="0" lang="en-US" altLang="en-US" sz="2400" b="1" i="0" u="none" strike="noStrike" cap="none" normalizeH="0" baseline="0">
                <a:ln>
                  <a:noFill/>
                </a:ln>
                <a:solidFill>
                  <a:schemeClr val="tx1">
                    <a:lumMod val="50000"/>
                    <a:lumOff val="50000"/>
                  </a:schemeClr>
                </a:solidFill>
                <a:effectLst/>
                <a:latin typeface="+mn-lt"/>
              </a:rPr>
              <a:t> = sqlite3.connect('</a:t>
            </a:r>
            <a:r>
              <a:rPr kumimoji="0" lang="en-US" altLang="en-US" sz="2400" b="1" i="0" u="none" strike="noStrike" cap="none" normalizeH="0" baseline="0" err="1">
                <a:ln>
                  <a:noFill/>
                </a:ln>
                <a:solidFill>
                  <a:schemeClr val="tx1">
                    <a:lumMod val="50000"/>
                    <a:lumOff val="50000"/>
                  </a:schemeClr>
                </a:solidFill>
                <a:effectLst/>
                <a:latin typeface="+mn-lt"/>
              </a:rPr>
              <a:t>sql.db</a:t>
            </a:r>
            <a:r>
              <a:rPr kumimoji="0" lang="en-US" altLang="en-US" sz="2400" b="1" i="0" u="none" strike="noStrike" cap="none" normalizeH="0" baseline="0">
                <a:ln>
                  <a:noFill/>
                </a:ln>
                <a:solidFill>
                  <a:schemeClr val="tx1">
                    <a:lumMod val="50000"/>
                    <a:lumOff val="50000"/>
                  </a:schemeClr>
                </a:solidFill>
                <a:effectLst/>
                <a:latin typeface="+mn-lt"/>
              </a:rPr>
              <a:t>') </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3" name="Rectangle 3"/>
          <p:cNvSpPr>
            <a:spLocks noGrp="1" noChangeArrowheads="1"/>
          </p:cNvSpPr>
          <p:nvPr>
            <p:ph idx="1"/>
          </p:nvPr>
        </p:nvSpPr>
        <p:spPr>
          <a:xfrm>
            <a:off x="609600" y="1219200"/>
            <a:ext cx="10896600" cy="4648200"/>
          </a:xfrm>
        </p:spPr>
        <p:txBody>
          <a:bodyPr/>
          <a:lstStyle/>
          <a:p>
            <a:r>
              <a:rPr lang="en-US" sz="2400"/>
              <a:t>The SQL query to be executed can be written in form of a string, and then executed by calling the </a:t>
            </a:r>
            <a:r>
              <a:rPr lang="en-US" sz="2400" b="1"/>
              <a:t>execute() </a:t>
            </a:r>
            <a:r>
              <a:rPr lang="en-US" sz="2400"/>
              <a:t>method on the cursor object. Then, the result can be fetched from the server by using the </a:t>
            </a:r>
            <a:r>
              <a:rPr lang="en-US" sz="2400" b="1" err="1"/>
              <a:t>fetchall</a:t>
            </a:r>
            <a:r>
              <a:rPr lang="en-US" sz="2400" b="1"/>
              <a:t>()</a:t>
            </a:r>
            <a:r>
              <a:rPr lang="en-US" sz="2400"/>
              <a:t> method, which in this case, is the SQLite Version Number.</a:t>
            </a:r>
          </a:p>
          <a:p>
            <a:pPr marL="0" indent="0">
              <a:buNone/>
            </a:pPr>
            <a:endParaRPr lang="en-US" sz="2400"/>
          </a:p>
          <a:p>
            <a:pPr marL="0" indent="0">
              <a:buNone/>
            </a:pPr>
            <a:endParaRPr lang="en-US" sz="2400"/>
          </a:p>
        </p:txBody>
      </p:sp>
      <p:sp>
        <p:nvSpPr>
          <p:cNvPr id="5" name="Title 1"/>
          <p:cNvSpPr txBox="1"/>
          <p:nvPr/>
        </p:nvSpPr>
        <p:spPr>
          <a:xfrm>
            <a:off x="1752600" y="0"/>
            <a:ext cx="10404475" cy="885825"/>
          </a:xfrm>
          <a:prstGeom prst="rect">
            <a:avLst/>
          </a:prstGeom>
        </p:spPr>
        <p:style>
          <a:lnRef idx="1">
            <a:schemeClr val="accent5"/>
          </a:lnRef>
          <a:fillRef idx="2">
            <a:schemeClr val="accent5"/>
          </a:fillRef>
          <a:effectRef idx="1">
            <a:schemeClr val="accent5"/>
          </a:effectRef>
          <a:fontRef idx="minor">
            <a:schemeClr val="dk1"/>
          </a:fontRef>
        </p:style>
        <p:txBody>
          <a:bodyPr anchor="ctr">
            <a:normAutofit/>
          </a:bodyPr>
          <a:lstStyle/>
          <a:p>
            <a:pPr algn="ctr" eaLnBrk="1" fontAlgn="auto" hangingPunct="1">
              <a:lnSpc>
                <a:spcPct val="90000"/>
              </a:lnSpc>
              <a:spcAft>
                <a:spcPts val="0"/>
              </a:spcAft>
              <a:defRPr/>
            </a:pPr>
            <a:r>
              <a:rPr lang="en-US" sz="3200" b="1">
                <a:latin typeface="+mj-lt"/>
              </a:rPr>
              <a:t>Connecting to a database (</a:t>
            </a:r>
            <a:r>
              <a:rPr lang="en-US" sz="3200" b="1" err="1">
                <a:latin typeface="+mj-lt"/>
              </a:rPr>
              <a:t>sqlite</a:t>
            </a:r>
            <a:r>
              <a:rPr lang="en-US" sz="3200" b="1">
                <a:latin typeface="+mj-lt"/>
              </a:rPr>
              <a:t>)</a:t>
            </a:r>
            <a:endParaRPr lang="en-IN" sz="3200" b="1">
              <a:latin typeface="+mj-lt"/>
              <a:cs typeface="Times New Roman" panose="02020603050405020304" pitchFamily="18" charset="0"/>
            </a:endParaRPr>
          </a:p>
        </p:txBody>
      </p:sp>
      <p:pic>
        <p:nvPicPr>
          <p:cNvPr id="37897" name="Picture 9" descr="NI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7526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Date Placeholder 6"/>
          <p:cNvSpPr>
            <a:spLocks noGrp="1"/>
          </p:cNvSpPr>
          <p:nvPr>
            <p:ph type="dt" sz="quarter" idx="10"/>
          </p:nvPr>
        </p:nvSpPr>
        <p:spPr/>
        <p:txBody>
          <a:bodyPr/>
          <a:lstStyle/>
          <a:p>
            <a:pPr>
              <a:defRPr/>
            </a:pPr>
            <a:r>
              <a:rPr lang="en-IN"/>
              <a:t>25-12-2022</a:t>
            </a:r>
            <a:endParaRPr lang="en-US"/>
          </a:p>
        </p:txBody>
      </p:sp>
      <p:sp>
        <p:nvSpPr>
          <p:cNvPr id="9" name="Footer Placeholder 8"/>
          <p:cNvSpPr>
            <a:spLocks noGrp="1"/>
          </p:cNvSpPr>
          <p:nvPr>
            <p:ph type="ftr" sz="quarter" idx="11"/>
          </p:nvPr>
        </p:nvSpPr>
        <p:spPr>
          <a:xfrm>
            <a:off x="3121025" y="6356350"/>
            <a:ext cx="6099175" cy="365125"/>
          </a:xfrm>
        </p:spPr>
        <p:txBody>
          <a:bodyPr/>
          <a:lstStyle/>
          <a:p>
            <a:pPr>
              <a:defRPr/>
            </a:pPr>
            <a:r>
              <a:rPr lang="en-US"/>
              <a:t>Barkha Bhardwaj                    ACSAI0617 Programming For Data Analytics                    UNIT - 3</a:t>
            </a:r>
          </a:p>
        </p:txBody>
      </p:sp>
      <p:sp>
        <p:nvSpPr>
          <p:cNvPr id="37900" name="Slide Number Placeholder 9"/>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CEC4D66-1D44-5F43-ADE2-2B90AF301E62}" type="slidenum">
              <a:rPr lang="en-US" altLang="en-US" sz="1200" smtClean="0">
                <a:solidFill>
                  <a:srgbClr val="898989"/>
                </a:solidFill>
              </a:rPr>
              <a:t>34</a:t>
            </a:fld>
            <a:endParaRPr lang="en-US" altLang="en-US" sz="1200">
              <a:solidFill>
                <a:srgbClr val="898989"/>
              </a:solidFill>
            </a:endParaRPr>
          </a:p>
        </p:txBody>
      </p:sp>
      <p:sp>
        <p:nvSpPr>
          <p:cNvPr id="2" name="Rectangle 1"/>
          <p:cNvSpPr>
            <a:spLocks noChangeArrowheads="1"/>
          </p:cNvSpPr>
          <p:nvPr/>
        </p:nvSpPr>
        <p:spPr bwMode="auto">
          <a:xfrm>
            <a:off x="1219200" y="2948475"/>
            <a:ext cx="7772399" cy="1541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sz="2400" b="1" i="0" u="none" strike="noStrike" cap="none" normalizeH="0" baseline="0">
                <a:ln>
                  <a:noFill/>
                </a:ln>
                <a:solidFill>
                  <a:schemeClr val="tx1">
                    <a:lumMod val="50000"/>
                    <a:lumOff val="50000"/>
                  </a:schemeClr>
                </a:solidFill>
                <a:effectLst/>
                <a:latin typeface="+mn-lt"/>
              </a:rPr>
              <a:t>query = 'SQL query;‘</a:t>
            </a:r>
          </a:p>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sz="2400" b="1" i="0" u="none" strike="noStrike" cap="none" normalizeH="0" baseline="0">
                <a:ln>
                  <a:noFill/>
                </a:ln>
                <a:solidFill>
                  <a:schemeClr val="tx1">
                    <a:lumMod val="50000"/>
                    <a:lumOff val="50000"/>
                  </a:schemeClr>
                </a:solidFill>
                <a:effectLst/>
                <a:latin typeface="+mn-lt"/>
              </a:rPr>
              <a:t> </a:t>
            </a:r>
            <a:r>
              <a:rPr kumimoji="0" lang="en-US" altLang="en-US" sz="2400" b="1" i="0" u="none" strike="noStrike" cap="none" normalizeH="0" baseline="0" err="1">
                <a:ln>
                  <a:noFill/>
                </a:ln>
                <a:solidFill>
                  <a:schemeClr val="tx1">
                    <a:lumMod val="50000"/>
                    <a:lumOff val="50000"/>
                  </a:schemeClr>
                </a:solidFill>
                <a:effectLst/>
                <a:latin typeface="+mn-lt"/>
              </a:rPr>
              <a:t>cursor.execute</a:t>
            </a:r>
            <a:r>
              <a:rPr kumimoji="0" lang="en-US" altLang="en-US" sz="2400" b="1" i="0" u="none" strike="noStrike" cap="none" normalizeH="0" baseline="0">
                <a:ln>
                  <a:noFill/>
                </a:ln>
                <a:solidFill>
                  <a:schemeClr val="tx1">
                    <a:lumMod val="50000"/>
                    <a:lumOff val="50000"/>
                  </a:schemeClr>
                </a:solidFill>
                <a:effectLst/>
                <a:latin typeface="+mn-lt"/>
              </a:rPr>
              <a:t>(query)</a:t>
            </a:r>
          </a:p>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sz="2400" b="1" i="0" u="none" strike="noStrike" cap="none" normalizeH="0" baseline="0">
                <a:ln>
                  <a:noFill/>
                </a:ln>
                <a:solidFill>
                  <a:schemeClr val="tx1">
                    <a:lumMod val="50000"/>
                    <a:lumOff val="50000"/>
                  </a:schemeClr>
                </a:solidFill>
                <a:effectLst/>
                <a:latin typeface="+mn-lt"/>
              </a:rPr>
              <a:t> result = </a:t>
            </a:r>
            <a:r>
              <a:rPr kumimoji="0" lang="en-US" altLang="en-US" sz="2400" b="1" i="0" u="none" strike="noStrike" cap="none" normalizeH="0" baseline="0" err="1">
                <a:ln>
                  <a:noFill/>
                </a:ln>
                <a:solidFill>
                  <a:schemeClr val="tx1">
                    <a:lumMod val="50000"/>
                    <a:lumOff val="50000"/>
                  </a:schemeClr>
                </a:solidFill>
                <a:effectLst/>
                <a:latin typeface="+mn-lt"/>
              </a:rPr>
              <a:t>cursor.fetchall</a:t>
            </a:r>
            <a:r>
              <a:rPr kumimoji="0" lang="en-US" altLang="en-US" sz="2400" b="1" i="0" u="none" strike="noStrike" cap="none" normalizeH="0" baseline="0">
                <a:ln>
                  <a:noFill/>
                </a:ln>
                <a:solidFill>
                  <a:schemeClr val="tx1">
                    <a:lumMod val="50000"/>
                    <a:lumOff val="50000"/>
                  </a:schemeClr>
                </a:solidFill>
                <a:effectLst/>
                <a:latin typeface="+mn-lt"/>
              </a:rPr>
              <a:t>() </a:t>
            </a:r>
          </a:p>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sz="2400" b="1" i="0" u="none" strike="noStrike" cap="none" normalizeH="0" baseline="0">
                <a:ln>
                  <a:noFill/>
                </a:ln>
                <a:solidFill>
                  <a:schemeClr val="tx1">
                    <a:lumMod val="50000"/>
                    <a:lumOff val="50000"/>
                  </a:schemeClr>
                </a:solidFill>
                <a:effectLst/>
                <a:latin typeface="+mn-lt"/>
              </a:rPr>
              <a:t>print('SQLite Version is {}'.format(result)) </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3" name="Rectangle 3"/>
          <p:cNvSpPr>
            <a:spLocks noGrp="1" noChangeArrowheads="1"/>
          </p:cNvSpPr>
          <p:nvPr>
            <p:ph idx="1"/>
          </p:nvPr>
        </p:nvSpPr>
        <p:spPr>
          <a:xfrm>
            <a:off x="2057400" y="2896870"/>
            <a:ext cx="8529955" cy="1449070"/>
          </a:xfrm>
        </p:spPr>
        <p:txBody>
          <a:bodyPr/>
          <a:lstStyle/>
          <a:p>
            <a:pPr marL="0" indent="0">
              <a:buNone/>
            </a:pPr>
            <a:r>
              <a:rPr lang="en-US" sz="9600"/>
              <a:t>Installing SQLite</a:t>
            </a:r>
          </a:p>
        </p:txBody>
      </p:sp>
      <p:sp>
        <p:nvSpPr>
          <p:cNvPr id="5" name="Title 1"/>
          <p:cNvSpPr txBox="1"/>
          <p:nvPr/>
        </p:nvSpPr>
        <p:spPr>
          <a:xfrm>
            <a:off x="1752600" y="0"/>
            <a:ext cx="10404475" cy="885825"/>
          </a:xfrm>
          <a:prstGeom prst="rect">
            <a:avLst/>
          </a:prstGeom>
        </p:spPr>
        <p:style>
          <a:lnRef idx="1">
            <a:schemeClr val="accent5"/>
          </a:lnRef>
          <a:fillRef idx="2">
            <a:schemeClr val="accent5"/>
          </a:fillRef>
          <a:effectRef idx="1">
            <a:schemeClr val="accent5"/>
          </a:effectRef>
          <a:fontRef idx="minor">
            <a:schemeClr val="dk1"/>
          </a:fontRef>
        </p:style>
        <p:txBody>
          <a:bodyPr anchor="ctr">
            <a:normAutofit/>
          </a:bodyPr>
          <a:lstStyle/>
          <a:p>
            <a:pPr algn="ctr" eaLnBrk="1" fontAlgn="auto" hangingPunct="1">
              <a:lnSpc>
                <a:spcPct val="90000"/>
              </a:lnSpc>
              <a:spcAft>
                <a:spcPts val="0"/>
              </a:spcAft>
              <a:defRPr/>
            </a:pPr>
            <a:r>
              <a:rPr lang="en-US" sz="3200" b="1">
                <a:latin typeface="+mj-lt"/>
              </a:rPr>
              <a:t>Installing SQLite</a:t>
            </a:r>
            <a:endParaRPr lang="en-IN" sz="3200" b="1">
              <a:latin typeface="+mj-lt"/>
              <a:cs typeface="Times New Roman" panose="02020603050405020304" pitchFamily="18" charset="0"/>
            </a:endParaRPr>
          </a:p>
        </p:txBody>
      </p:sp>
      <p:pic>
        <p:nvPicPr>
          <p:cNvPr id="37897" name="Picture 9" descr="NI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7526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Date Placeholder 6"/>
          <p:cNvSpPr>
            <a:spLocks noGrp="1"/>
          </p:cNvSpPr>
          <p:nvPr>
            <p:ph type="dt" sz="quarter" idx="10"/>
          </p:nvPr>
        </p:nvSpPr>
        <p:spPr/>
        <p:txBody>
          <a:bodyPr/>
          <a:lstStyle/>
          <a:p>
            <a:pPr>
              <a:defRPr/>
            </a:pPr>
            <a:r>
              <a:rPr lang="en-IN"/>
              <a:t>25-12-2022</a:t>
            </a:r>
            <a:endParaRPr lang="en-US"/>
          </a:p>
        </p:txBody>
      </p:sp>
      <p:sp>
        <p:nvSpPr>
          <p:cNvPr id="9" name="Footer Placeholder 8"/>
          <p:cNvSpPr>
            <a:spLocks noGrp="1"/>
          </p:cNvSpPr>
          <p:nvPr>
            <p:ph type="ftr" sz="quarter" idx="11"/>
          </p:nvPr>
        </p:nvSpPr>
        <p:spPr>
          <a:xfrm>
            <a:off x="3121025" y="6356350"/>
            <a:ext cx="6099175" cy="365125"/>
          </a:xfrm>
        </p:spPr>
        <p:txBody>
          <a:bodyPr/>
          <a:lstStyle/>
          <a:p>
            <a:pPr>
              <a:defRPr/>
            </a:pPr>
            <a:r>
              <a:rPr lang="en-US"/>
              <a:t>Barkha Bhardwaj                    ACSAI0617 Programming For Data Analytics                    UNIT - 3</a:t>
            </a:r>
          </a:p>
        </p:txBody>
      </p:sp>
      <p:sp>
        <p:nvSpPr>
          <p:cNvPr id="37900" name="Slide Number Placeholder 9"/>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CEC4D66-1D44-5F43-ADE2-2B90AF301E62}" type="slidenum">
              <a:rPr lang="en-US" altLang="en-US" sz="1200" smtClean="0">
                <a:solidFill>
                  <a:srgbClr val="898989"/>
                </a:solidFill>
              </a:rPr>
              <a:t>35</a:t>
            </a:fld>
            <a:endParaRPr lang="en-US" altLang="en-US" sz="1200">
              <a:solidFill>
                <a:srgbClr val="898989"/>
              </a:solidFill>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596" y="142852"/>
            <a:ext cx="8229600" cy="654032"/>
          </a:xfrm>
        </p:spPr>
        <p:txBody>
          <a:bodyPr>
            <a:normAutofit fontScale="90000"/>
          </a:bodyPr>
          <a:lstStyle/>
          <a:p>
            <a:r>
              <a:rPr lang="en-US"/>
              <a:t>Install </a:t>
            </a:r>
            <a:r>
              <a:rPr lang="en-US" err="1"/>
              <a:t>SQLite</a:t>
            </a:r>
            <a:endParaRPr lang="en-US"/>
          </a:p>
        </p:txBody>
      </p:sp>
      <p:pic>
        <p:nvPicPr>
          <p:cNvPr id="1026" name="Picture 2"/>
          <p:cNvPicPr>
            <a:picLocks noGrp="1" noChangeAspect="1" noChangeArrowheads="1"/>
          </p:cNvPicPr>
          <p:nvPr>
            <p:ph idx="1"/>
          </p:nvPr>
        </p:nvPicPr>
        <p:blipFill>
          <a:blip r:embed="rId2"/>
          <a:srcRect l="22222" t="30886" r="56944" b="14690"/>
          <a:stretch>
            <a:fillRect/>
          </a:stretch>
        </p:blipFill>
        <p:spPr bwMode="auto">
          <a:xfrm>
            <a:off x="1809720" y="928670"/>
            <a:ext cx="3643338" cy="3414141"/>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28" name="Picture 4"/>
          <p:cNvPicPr>
            <a:picLocks noChangeAspect="1" noChangeArrowheads="1"/>
          </p:cNvPicPr>
          <p:nvPr/>
        </p:nvPicPr>
        <p:blipFill>
          <a:blip r:embed="rId3"/>
          <a:srcRect l="2293" t="11111" r="77326" b="47222"/>
          <a:stretch>
            <a:fillRect/>
          </a:stretch>
        </p:blipFill>
        <p:spPr bwMode="auto">
          <a:xfrm>
            <a:off x="5681660" y="3500438"/>
            <a:ext cx="4629182" cy="3214710"/>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596" y="142852"/>
            <a:ext cx="8229600" cy="654032"/>
          </a:xfrm>
        </p:spPr>
        <p:txBody>
          <a:bodyPr>
            <a:normAutofit fontScale="90000"/>
          </a:bodyPr>
          <a:lstStyle/>
          <a:p>
            <a:r>
              <a:rPr lang="en-US"/>
              <a:t>Install </a:t>
            </a:r>
            <a:r>
              <a:rPr lang="en-US" err="1"/>
              <a:t>SQLite</a:t>
            </a:r>
            <a:endParaRPr lang="en-US"/>
          </a:p>
        </p:txBody>
      </p:sp>
      <p:pic>
        <p:nvPicPr>
          <p:cNvPr id="2051" name="Picture 3"/>
          <p:cNvPicPr>
            <a:picLocks noChangeAspect="1" noChangeArrowheads="1"/>
          </p:cNvPicPr>
          <p:nvPr/>
        </p:nvPicPr>
        <p:blipFill>
          <a:blip r:embed="rId2"/>
          <a:srcRect t="19444" r="64589" b="58333"/>
          <a:stretch>
            <a:fillRect/>
          </a:stretch>
        </p:blipFill>
        <p:spPr bwMode="auto">
          <a:xfrm>
            <a:off x="1952596" y="928670"/>
            <a:ext cx="8215370" cy="1891314"/>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052" name="Picture 4"/>
          <p:cNvPicPr>
            <a:picLocks noChangeAspect="1" noChangeArrowheads="1"/>
          </p:cNvPicPr>
          <p:nvPr/>
        </p:nvPicPr>
        <p:blipFill>
          <a:blip r:embed="rId3"/>
          <a:srcRect t="91320" r="70449" b="347"/>
          <a:stretch>
            <a:fillRect/>
          </a:stretch>
        </p:blipFill>
        <p:spPr bwMode="auto">
          <a:xfrm>
            <a:off x="1881158" y="3429000"/>
            <a:ext cx="8286808" cy="857256"/>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053" name="Picture 5"/>
          <p:cNvPicPr>
            <a:picLocks noChangeAspect="1" noChangeArrowheads="1"/>
          </p:cNvPicPr>
          <p:nvPr/>
        </p:nvPicPr>
        <p:blipFill>
          <a:blip r:embed="rId4"/>
          <a:srcRect t="80556" r="85224" b="4166"/>
          <a:stretch>
            <a:fillRect/>
          </a:stretch>
        </p:blipFill>
        <p:spPr bwMode="auto">
          <a:xfrm>
            <a:off x="1952596" y="4786322"/>
            <a:ext cx="4143372" cy="1571636"/>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939784"/>
          </a:xfrm>
        </p:spPr>
        <p:txBody>
          <a:bodyPr/>
          <a:lstStyle/>
          <a:p>
            <a:r>
              <a:rPr lang="en-US"/>
              <a:t>Install </a:t>
            </a:r>
            <a:r>
              <a:rPr lang="en-US" err="1"/>
              <a:t>SQLite</a:t>
            </a:r>
            <a:endParaRPr lang="en-US"/>
          </a:p>
        </p:txBody>
      </p:sp>
      <p:pic>
        <p:nvPicPr>
          <p:cNvPr id="3074" name="Picture 2"/>
          <p:cNvPicPr>
            <a:picLocks noChangeAspect="1" noChangeArrowheads="1"/>
          </p:cNvPicPr>
          <p:nvPr/>
        </p:nvPicPr>
        <p:blipFill>
          <a:blip r:embed="rId2"/>
          <a:srcRect l="23183" t="21528" r="47011" b="19444"/>
          <a:stretch>
            <a:fillRect/>
          </a:stretch>
        </p:blipFill>
        <p:spPr bwMode="auto">
          <a:xfrm>
            <a:off x="2738414" y="1285860"/>
            <a:ext cx="6535316" cy="4747879"/>
          </a:xfrm>
          <a:prstGeom prst="rect">
            <a:avLst/>
          </a:prstGeom>
          <a:noFill/>
          <a:ln w="9525">
            <a:noFill/>
            <a:miter lim="800000"/>
            <a:headEnd/>
            <a:tailEnd/>
          </a:ln>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654032"/>
          </a:xfrm>
        </p:spPr>
        <p:txBody>
          <a:bodyPr>
            <a:normAutofit fontScale="90000"/>
          </a:bodyPr>
          <a:lstStyle/>
          <a:p>
            <a:r>
              <a:rPr lang="en-US"/>
              <a:t>Install </a:t>
            </a:r>
            <a:r>
              <a:rPr lang="en-US" err="1"/>
              <a:t>SQLite</a:t>
            </a:r>
            <a:endParaRPr lang="en-US"/>
          </a:p>
        </p:txBody>
      </p:sp>
      <p:pic>
        <p:nvPicPr>
          <p:cNvPr id="4098" name="Picture 2"/>
          <p:cNvPicPr>
            <a:picLocks noChangeAspect="1" noChangeArrowheads="1"/>
          </p:cNvPicPr>
          <p:nvPr/>
        </p:nvPicPr>
        <p:blipFill>
          <a:blip r:embed="rId2"/>
          <a:srcRect l="22928" t="22222" r="47011" b="19444"/>
          <a:stretch>
            <a:fillRect/>
          </a:stretch>
        </p:blipFill>
        <p:spPr bwMode="auto">
          <a:xfrm>
            <a:off x="2309786" y="1071546"/>
            <a:ext cx="7215238" cy="5136271"/>
          </a:xfrm>
          <a:prstGeom prst="rect">
            <a:avLst/>
          </a:prstGeom>
          <a:noFill/>
          <a:ln w="9525">
            <a:noFill/>
            <a:miter lim="800000"/>
            <a:headEnd/>
            <a:tailEnd/>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654032"/>
          </a:xfrm>
        </p:spPr>
        <p:txBody>
          <a:bodyPr>
            <a:normAutofit fontScale="90000"/>
          </a:bodyPr>
          <a:lstStyle/>
          <a:p>
            <a:r>
              <a:rPr lang="en-US"/>
              <a:t>Install </a:t>
            </a:r>
            <a:r>
              <a:rPr lang="en-US" err="1"/>
              <a:t>SQLite</a:t>
            </a:r>
            <a:endParaRPr lang="en-US"/>
          </a:p>
        </p:txBody>
      </p:sp>
      <p:pic>
        <p:nvPicPr>
          <p:cNvPr id="5122" name="Picture 2"/>
          <p:cNvPicPr>
            <a:picLocks noChangeAspect="1" noChangeArrowheads="1"/>
          </p:cNvPicPr>
          <p:nvPr/>
        </p:nvPicPr>
        <p:blipFill>
          <a:blip r:embed="rId2"/>
          <a:srcRect l="22928" t="21528" r="47011" b="19444"/>
          <a:stretch>
            <a:fillRect/>
          </a:stretch>
        </p:blipFill>
        <p:spPr bwMode="auto">
          <a:xfrm>
            <a:off x="2238348" y="928670"/>
            <a:ext cx="7858180" cy="5660554"/>
          </a:xfrm>
          <a:prstGeom prst="rect">
            <a:avLst/>
          </a:prstGeom>
          <a:noFill/>
          <a:ln w="9525">
            <a:noFill/>
            <a:miter lim="800000"/>
            <a:headEnd/>
            <a:tailEnd/>
          </a:ln>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596" y="0"/>
            <a:ext cx="8229600" cy="654032"/>
          </a:xfrm>
        </p:spPr>
        <p:txBody>
          <a:bodyPr>
            <a:normAutofit fontScale="90000"/>
          </a:bodyPr>
          <a:lstStyle/>
          <a:p>
            <a:r>
              <a:rPr lang="en-US"/>
              <a:t>Install </a:t>
            </a:r>
            <a:r>
              <a:rPr lang="en-US" err="1"/>
              <a:t>SQLite</a:t>
            </a:r>
            <a:endParaRPr lang="en-US"/>
          </a:p>
        </p:txBody>
      </p:sp>
      <p:pic>
        <p:nvPicPr>
          <p:cNvPr id="6146" name="Picture 2"/>
          <p:cNvPicPr>
            <a:picLocks noChangeAspect="1" noChangeArrowheads="1"/>
          </p:cNvPicPr>
          <p:nvPr/>
        </p:nvPicPr>
        <p:blipFill>
          <a:blip r:embed="rId2"/>
          <a:srcRect l="22928" t="21528" r="47011" b="657"/>
          <a:stretch>
            <a:fillRect/>
          </a:stretch>
        </p:blipFill>
        <p:spPr bwMode="auto">
          <a:xfrm>
            <a:off x="3024166" y="782193"/>
            <a:ext cx="6398323" cy="6075807"/>
          </a:xfrm>
          <a:prstGeom prst="rect">
            <a:avLst/>
          </a:prstGeom>
          <a:noFill/>
          <a:ln w="9525">
            <a:noFill/>
            <a:miter lim="800000"/>
            <a:headEnd/>
            <a:tailEnd/>
          </a:ln>
          <a:effec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596" y="0"/>
            <a:ext cx="8229600" cy="654032"/>
          </a:xfrm>
        </p:spPr>
        <p:txBody>
          <a:bodyPr>
            <a:normAutofit fontScale="90000"/>
          </a:bodyPr>
          <a:lstStyle/>
          <a:p>
            <a:r>
              <a:rPr lang="en-US"/>
              <a:t>Install </a:t>
            </a:r>
            <a:r>
              <a:rPr lang="en-US" err="1"/>
              <a:t>SQLite</a:t>
            </a:r>
            <a:endParaRPr lang="en-US"/>
          </a:p>
        </p:txBody>
      </p:sp>
      <p:pic>
        <p:nvPicPr>
          <p:cNvPr id="7170" name="Picture 2"/>
          <p:cNvPicPr>
            <a:picLocks noChangeAspect="1" noChangeArrowheads="1"/>
          </p:cNvPicPr>
          <p:nvPr/>
        </p:nvPicPr>
        <p:blipFill>
          <a:blip r:embed="rId2"/>
          <a:srcRect l="22164" t="19444" r="48029" b="22222"/>
          <a:stretch>
            <a:fillRect/>
          </a:stretch>
        </p:blipFill>
        <p:spPr bwMode="auto">
          <a:xfrm>
            <a:off x="2595538" y="1071546"/>
            <a:ext cx="7164211" cy="5143536"/>
          </a:xfrm>
          <a:prstGeom prst="rect">
            <a:avLst/>
          </a:prstGeom>
          <a:noFill/>
          <a:ln w="9525">
            <a:noFill/>
            <a:miter lim="800000"/>
            <a:headEnd/>
            <a:tailEnd/>
          </a:ln>
          <a:effec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596" y="0"/>
            <a:ext cx="8229600" cy="654032"/>
          </a:xfrm>
        </p:spPr>
        <p:txBody>
          <a:bodyPr>
            <a:normAutofit fontScale="90000"/>
          </a:bodyPr>
          <a:lstStyle/>
          <a:p>
            <a:r>
              <a:rPr lang="en-US"/>
              <a:t>Install </a:t>
            </a:r>
            <a:r>
              <a:rPr lang="en-US" err="1"/>
              <a:t>SQLite</a:t>
            </a:r>
            <a:endParaRPr lang="en-US"/>
          </a:p>
        </p:txBody>
      </p:sp>
      <p:pic>
        <p:nvPicPr>
          <p:cNvPr id="8194" name="Picture 2"/>
          <p:cNvPicPr>
            <a:picLocks noChangeAspect="1" noChangeArrowheads="1"/>
          </p:cNvPicPr>
          <p:nvPr/>
        </p:nvPicPr>
        <p:blipFill>
          <a:blip r:embed="rId2"/>
          <a:srcRect l="22164" t="19444" r="48029" b="22222"/>
          <a:stretch>
            <a:fillRect/>
          </a:stretch>
        </p:blipFill>
        <p:spPr bwMode="auto">
          <a:xfrm>
            <a:off x="2095472" y="714356"/>
            <a:ext cx="8358246" cy="6000792"/>
          </a:xfrm>
          <a:prstGeom prst="rect">
            <a:avLst/>
          </a:prstGeom>
          <a:noFill/>
          <a:ln w="9525">
            <a:noFill/>
            <a:miter lim="800000"/>
            <a:headEnd/>
            <a:tailEnd/>
          </a:ln>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596" y="0"/>
            <a:ext cx="8229600" cy="654032"/>
          </a:xfrm>
        </p:spPr>
        <p:txBody>
          <a:bodyPr>
            <a:normAutofit fontScale="90000"/>
          </a:bodyPr>
          <a:lstStyle/>
          <a:p>
            <a:r>
              <a:rPr lang="en-US"/>
              <a:t>Install </a:t>
            </a:r>
            <a:r>
              <a:rPr lang="en-US" err="1"/>
              <a:t>SQLite</a:t>
            </a:r>
            <a:endParaRPr lang="en-US"/>
          </a:p>
        </p:txBody>
      </p:sp>
      <p:pic>
        <p:nvPicPr>
          <p:cNvPr id="9218" name="Picture 2"/>
          <p:cNvPicPr>
            <a:picLocks noChangeAspect="1" noChangeArrowheads="1"/>
          </p:cNvPicPr>
          <p:nvPr/>
        </p:nvPicPr>
        <p:blipFill>
          <a:blip r:embed="rId2"/>
          <a:srcRect l="1528" t="36806" r="86498"/>
          <a:stretch>
            <a:fillRect/>
          </a:stretch>
        </p:blipFill>
        <p:spPr bwMode="auto">
          <a:xfrm>
            <a:off x="2024034" y="857232"/>
            <a:ext cx="2928958" cy="5670961"/>
          </a:xfrm>
          <a:prstGeom prst="rect">
            <a:avLst/>
          </a:prstGeom>
          <a:noFill/>
          <a:ln w="9525">
            <a:noFill/>
            <a:miter lim="800000"/>
            <a:headEnd/>
            <a:tailEnd/>
          </a:ln>
          <a:effectLst/>
        </p:spPr>
      </p:pic>
      <p:pic>
        <p:nvPicPr>
          <p:cNvPr id="9219" name="Picture 3"/>
          <p:cNvPicPr>
            <a:picLocks noChangeAspect="1" noChangeArrowheads="1"/>
          </p:cNvPicPr>
          <p:nvPr/>
        </p:nvPicPr>
        <p:blipFill>
          <a:blip r:embed="rId3"/>
          <a:srcRect l="2106" t="4861" r="84137" b="52084"/>
          <a:stretch>
            <a:fillRect/>
          </a:stretch>
        </p:blipFill>
        <p:spPr bwMode="auto">
          <a:xfrm>
            <a:off x="6167438" y="1000108"/>
            <a:ext cx="3857652" cy="4429156"/>
          </a:xfrm>
          <a:prstGeom prst="rect">
            <a:avLst/>
          </a:prstGeom>
          <a:noFill/>
          <a:ln w="9525">
            <a:noFill/>
            <a:miter lim="800000"/>
            <a:headEnd/>
            <a:tailEnd/>
          </a:ln>
          <a:effec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596" y="0"/>
            <a:ext cx="8229600" cy="654032"/>
          </a:xfrm>
        </p:spPr>
        <p:txBody>
          <a:bodyPr>
            <a:normAutofit fontScale="90000"/>
          </a:bodyPr>
          <a:lstStyle/>
          <a:p>
            <a:r>
              <a:rPr lang="en-US"/>
              <a:t>Install </a:t>
            </a:r>
            <a:r>
              <a:rPr lang="en-US" err="1"/>
              <a:t>SQLite</a:t>
            </a:r>
            <a:endParaRPr lang="en-US"/>
          </a:p>
        </p:txBody>
      </p:sp>
      <p:pic>
        <p:nvPicPr>
          <p:cNvPr id="10242" name="Picture 2"/>
          <p:cNvPicPr>
            <a:picLocks noChangeAspect="1" noChangeArrowheads="1"/>
          </p:cNvPicPr>
          <p:nvPr/>
        </p:nvPicPr>
        <p:blipFill>
          <a:blip r:embed="rId2"/>
          <a:srcRect l="22164" t="20833" r="56946" b="25000"/>
          <a:stretch>
            <a:fillRect/>
          </a:stretch>
        </p:blipFill>
        <p:spPr bwMode="auto">
          <a:xfrm>
            <a:off x="3024166" y="714356"/>
            <a:ext cx="5857948" cy="5572164"/>
          </a:xfrm>
          <a:prstGeom prst="rect">
            <a:avLst/>
          </a:prstGeom>
          <a:noFill/>
          <a:ln w="9525">
            <a:noFill/>
            <a:miter lim="800000"/>
            <a:headEnd/>
            <a:tailEnd/>
          </a:ln>
          <a:effec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596" y="0"/>
            <a:ext cx="8229600" cy="654032"/>
          </a:xfrm>
        </p:spPr>
        <p:txBody>
          <a:bodyPr>
            <a:normAutofit fontScale="90000"/>
          </a:bodyPr>
          <a:lstStyle/>
          <a:p>
            <a:r>
              <a:rPr lang="en-US"/>
              <a:t>Install </a:t>
            </a:r>
            <a:r>
              <a:rPr lang="en-US" err="1"/>
              <a:t>SQLite</a:t>
            </a:r>
            <a:endParaRPr lang="en-US"/>
          </a:p>
        </p:txBody>
      </p:sp>
      <p:pic>
        <p:nvPicPr>
          <p:cNvPr id="12290" name="Picture 2"/>
          <p:cNvPicPr>
            <a:picLocks noChangeAspect="1" noChangeArrowheads="1"/>
          </p:cNvPicPr>
          <p:nvPr/>
        </p:nvPicPr>
        <p:blipFill>
          <a:blip r:embed="rId2"/>
          <a:srcRect r="70448" b="56250"/>
          <a:stretch>
            <a:fillRect/>
          </a:stretch>
        </p:blipFill>
        <p:spPr bwMode="auto">
          <a:xfrm>
            <a:off x="2024034" y="1071546"/>
            <a:ext cx="8286776" cy="4500570"/>
          </a:xfrm>
          <a:prstGeom prst="rect">
            <a:avLst/>
          </a:prstGeom>
          <a:noFill/>
          <a:ln w="9525">
            <a:noFill/>
            <a:miter lim="800000"/>
            <a:headEnd/>
            <a:tailEnd/>
          </a:ln>
          <a:effec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3" name="Rectangle 3"/>
          <p:cNvSpPr>
            <a:spLocks noGrp="1" noChangeArrowheads="1"/>
          </p:cNvSpPr>
          <p:nvPr>
            <p:ph idx="1"/>
          </p:nvPr>
        </p:nvSpPr>
        <p:spPr>
          <a:xfrm>
            <a:off x="609600" y="1219200"/>
            <a:ext cx="10896600" cy="4648200"/>
          </a:xfrm>
        </p:spPr>
        <p:txBody>
          <a:bodyPr/>
          <a:lstStyle/>
          <a:p>
            <a:pPr marL="0" indent="0" algn="just">
              <a:buNone/>
            </a:pPr>
            <a:r>
              <a:rPr lang="en-US" sz="2400" b="1">
                <a:sym typeface="+mn-ea"/>
              </a:rPr>
              <a:t>.quite </a:t>
            </a:r>
            <a:r>
              <a:rPr lang="en-US" sz="2400">
                <a:sym typeface="+mn-ea"/>
              </a:rPr>
              <a:t>command is used to exit from SQLite3</a:t>
            </a:r>
            <a:endParaRPr lang="en-US" sz="2400"/>
          </a:p>
          <a:p>
            <a:pPr marL="0" indent="0" algn="just">
              <a:buNone/>
            </a:pPr>
            <a:r>
              <a:rPr lang="en-US" sz="2400" b="1">
                <a:sym typeface="+mn-ea"/>
              </a:rPr>
              <a:t>.databases </a:t>
            </a:r>
            <a:r>
              <a:rPr lang="en-US" sz="2400">
                <a:sym typeface="+mn-ea"/>
              </a:rPr>
              <a:t>command is used to see all databases</a:t>
            </a:r>
            <a:endParaRPr lang="en-US" sz="2400"/>
          </a:p>
          <a:p>
            <a:pPr marL="0" indent="0" algn="just">
              <a:buNone/>
            </a:pPr>
            <a:r>
              <a:rPr lang="en-US" sz="2400" b="1">
                <a:sym typeface="+mn-ea"/>
              </a:rPr>
              <a:t>.sqlite3 &lt;</a:t>
            </a:r>
            <a:r>
              <a:rPr lang="en-US" sz="2400" b="1" err="1">
                <a:sym typeface="+mn-ea"/>
              </a:rPr>
              <a:t>databasName</a:t>
            </a:r>
            <a:r>
              <a:rPr lang="en-US" sz="2400" b="1">
                <a:sym typeface="+mn-ea"/>
              </a:rPr>
              <a:t>&gt;.db </a:t>
            </a:r>
            <a:r>
              <a:rPr lang="en-US" sz="2400">
                <a:sym typeface="+mn-ea"/>
              </a:rPr>
              <a:t>is used to create database</a:t>
            </a:r>
            <a:endParaRPr lang="en-US" sz="2400"/>
          </a:p>
          <a:p>
            <a:pPr marL="0" indent="0" algn="just">
              <a:buNone/>
            </a:pPr>
            <a:r>
              <a:rPr lang="en-US" sz="2400" b="1">
                <a:sym typeface="+mn-ea"/>
              </a:rPr>
              <a:t>.tables </a:t>
            </a:r>
            <a:r>
              <a:rPr lang="en-US" sz="2400">
                <a:sym typeface="+mn-ea"/>
              </a:rPr>
              <a:t>is used to see table in a database</a:t>
            </a:r>
            <a:endParaRPr lang="en-US" sz="2400"/>
          </a:p>
          <a:p>
            <a:pPr marL="0" indent="0" algn="just">
              <a:buNone/>
            </a:pPr>
            <a:r>
              <a:rPr lang="en-US" sz="2400" b="1">
                <a:sym typeface="+mn-ea"/>
              </a:rPr>
              <a:t>.schema &lt;</a:t>
            </a:r>
            <a:r>
              <a:rPr lang="en-US" sz="2400" b="1" err="1">
                <a:sym typeface="+mn-ea"/>
              </a:rPr>
              <a:t>tablename</a:t>
            </a:r>
            <a:r>
              <a:rPr lang="en-US" sz="2400" b="1">
                <a:sym typeface="+mn-ea"/>
              </a:rPr>
              <a:t>&gt; </a:t>
            </a:r>
            <a:r>
              <a:rPr lang="en-US" sz="2400">
                <a:sym typeface="+mn-ea"/>
              </a:rPr>
              <a:t>is used to see schema of a table.</a:t>
            </a:r>
            <a:endParaRPr lang="en-US" sz="2400" b="1"/>
          </a:p>
        </p:txBody>
      </p:sp>
      <p:sp>
        <p:nvSpPr>
          <p:cNvPr id="5" name="Title 1"/>
          <p:cNvSpPr txBox="1"/>
          <p:nvPr/>
        </p:nvSpPr>
        <p:spPr>
          <a:xfrm>
            <a:off x="1787525" y="0"/>
            <a:ext cx="10404475" cy="885825"/>
          </a:xfrm>
          <a:prstGeom prst="rect">
            <a:avLst/>
          </a:prstGeom>
        </p:spPr>
        <p:style>
          <a:lnRef idx="1">
            <a:schemeClr val="accent5"/>
          </a:lnRef>
          <a:fillRef idx="2">
            <a:schemeClr val="accent5"/>
          </a:fillRef>
          <a:effectRef idx="1">
            <a:schemeClr val="accent5"/>
          </a:effectRef>
          <a:fontRef idx="minor">
            <a:schemeClr val="dk1"/>
          </a:fontRef>
        </p:style>
        <p:txBody>
          <a:bodyPr anchor="ctr">
            <a:normAutofit lnSpcReduction="10000"/>
          </a:bodyPr>
          <a:lstStyle/>
          <a:p>
            <a:pPr algn="ctr" eaLnBrk="1" fontAlgn="auto" hangingPunct="1">
              <a:lnSpc>
                <a:spcPct val="90000"/>
              </a:lnSpc>
              <a:spcAft>
                <a:spcPts val="0"/>
              </a:spcAft>
              <a:defRPr/>
            </a:pPr>
            <a:r>
              <a:rPr lang="en-US" sz="3200">
                <a:sym typeface="+mn-ea"/>
              </a:rPr>
              <a:t>Connecting to a database (</a:t>
            </a:r>
            <a:r>
              <a:rPr lang="en-US" sz="3200" err="1">
                <a:sym typeface="+mn-ea"/>
              </a:rPr>
              <a:t>sqlite</a:t>
            </a:r>
            <a:r>
              <a:rPr lang="en-US" sz="3200">
                <a:sym typeface="+mn-ea"/>
              </a:rPr>
              <a:t>) using Python</a:t>
            </a:r>
            <a:endParaRPr lang="en-IN" sz="3200" b="1">
              <a:latin typeface="+mj-lt"/>
              <a:cs typeface="Times New Roman" panose="02020603050405020304" pitchFamily="18" charset="0"/>
            </a:endParaRPr>
          </a:p>
        </p:txBody>
      </p:sp>
      <p:pic>
        <p:nvPicPr>
          <p:cNvPr id="37897" name="Picture 9" descr="NI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7526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Date Placeholder 6"/>
          <p:cNvSpPr>
            <a:spLocks noGrp="1"/>
          </p:cNvSpPr>
          <p:nvPr>
            <p:ph type="dt" sz="quarter" idx="10"/>
          </p:nvPr>
        </p:nvSpPr>
        <p:spPr/>
        <p:txBody>
          <a:bodyPr/>
          <a:lstStyle/>
          <a:p>
            <a:pPr>
              <a:defRPr/>
            </a:pPr>
            <a:r>
              <a:rPr lang="en-IN"/>
              <a:t>25-12-2022</a:t>
            </a:r>
            <a:endParaRPr lang="en-US"/>
          </a:p>
        </p:txBody>
      </p:sp>
      <p:sp>
        <p:nvSpPr>
          <p:cNvPr id="9" name="Footer Placeholder 8"/>
          <p:cNvSpPr>
            <a:spLocks noGrp="1"/>
          </p:cNvSpPr>
          <p:nvPr>
            <p:ph type="ftr" sz="quarter" idx="11"/>
          </p:nvPr>
        </p:nvSpPr>
        <p:spPr>
          <a:xfrm>
            <a:off x="3121025" y="6356350"/>
            <a:ext cx="6099175" cy="365125"/>
          </a:xfrm>
        </p:spPr>
        <p:txBody>
          <a:bodyPr/>
          <a:lstStyle/>
          <a:p>
            <a:pPr>
              <a:defRPr/>
            </a:pPr>
            <a:r>
              <a:rPr lang="en-US"/>
              <a:t>Barkha Bhardwaj                    ACSAI0617 Programming For Data Analytics                    UNIT - 3</a:t>
            </a:r>
          </a:p>
        </p:txBody>
      </p:sp>
      <p:sp>
        <p:nvSpPr>
          <p:cNvPr id="37900" name="Slide Number Placeholder 9"/>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CEC4D66-1D44-5F43-ADE2-2B90AF301E62}" type="slidenum">
              <a:rPr lang="en-US" altLang="en-US" sz="1200" smtClean="0">
                <a:solidFill>
                  <a:srgbClr val="898989"/>
                </a:solidFill>
              </a:rPr>
              <a:t>47</a:t>
            </a:fld>
            <a:endParaRPr lang="en-US" altLang="en-US" sz="1200">
              <a:solidFill>
                <a:srgbClr val="898989"/>
              </a:solidFill>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3" name="Rectangle 3"/>
          <p:cNvSpPr>
            <a:spLocks noGrp="1" noChangeArrowheads="1"/>
          </p:cNvSpPr>
          <p:nvPr>
            <p:ph idx="1"/>
          </p:nvPr>
        </p:nvSpPr>
        <p:spPr>
          <a:xfrm>
            <a:off x="609600" y="1219200"/>
            <a:ext cx="10896600" cy="4648200"/>
          </a:xfrm>
        </p:spPr>
        <p:txBody>
          <a:bodyPr/>
          <a:lstStyle/>
          <a:p>
            <a:pPr algn="just"/>
            <a:r>
              <a:rPr lang="en-US" sz="2400">
                <a:sym typeface="+mn-ea"/>
              </a:rPr>
              <a:t>create table student(</a:t>
            </a:r>
            <a:r>
              <a:rPr lang="en-US" sz="2400" err="1">
                <a:sym typeface="+mn-ea"/>
              </a:rPr>
              <a:t>RollNo</a:t>
            </a:r>
            <a:r>
              <a:rPr lang="en-US" sz="2400">
                <a:sym typeface="+mn-ea"/>
              </a:rPr>
              <a:t> INT PRIMARY KEY, Name TEXT);</a:t>
            </a:r>
            <a:endParaRPr lang="en-US" sz="2400"/>
          </a:p>
          <a:p>
            <a:pPr algn="just"/>
            <a:r>
              <a:rPr lang="en-US" sz="2400">
                <a:sym typeface="+mn-ea"/>
              </a:rPr>
              <a:t>.tables</a:t>
            </a:r>
            <a:endParaRPr lang="en-US" sz="2400"/>
          </a:p>
          <a:p>
            <a:pPr algn="just"/>
            <a:r>
              <a:rPr lang="en-US" sz="2400">
                <a:sym typeface="+mn-ea"/>
              </a:rPr>
              <a:t>.schema student;</a:t>
            </a:r>
            <a:endParaRPr lang="en-US" sz="2400"/>
          </a:p>
          <a:p>
            <a:pPr algn="just"/>
            <a:r>
              <a:rPr lang="en-US" sz="2400">
                <a:sym typeface="+mn-ea"/>
              </a:rPr>
              <a:t>insert into student values(102,"Aman");</a:t>
            </a:r>
            <a:endParaRPr lang="en-US" sz="2400"/>
          </a:p>
          <a:p>
            <a:pPr algn="just"/>
            <a:r>
              <a:rPr lang="en-US" sz="2400">
                <a:sym typeface="+mn-ea"/>
              </a:rPr>
              <a:t>select *from student;</a:t>
            </a:r>
            <a:endParaRPr lang="en-US" sz="2400"/>
          </a:p>
          <a:p>
            <a:pPr algn="just"/>
            <a:r>
              <a:rPr lang="en-US" sz="2400">
                <a:sym typeface="+mn-ea"/>
              </a:rPr>
              <a:t>select *from student where </a:t>
            </a:r>
            <a:r>
              <a:rPr lang="en-US" sz="2400" err="1">
                <a:sym typeface="+mn-ea"/>
              </a:rPr>
              <a:t>RollNo</a:t>
            </a:r>
            <a:r>
              <a:rPr lang="en-US" sz="2400">
                <a:sym typeface="+mn-ea"/>
              </a:rPr>
              <a:t> = 101;</a:t>
            </a:r>
            <a:endParaRPr lang="en-US" sz="2400"/>
          </a:p>
          <a:p>
            <a:pPr algn="just"/>
            <a:r>
              <a:rPr lang="en-US" sz="2400">
                <a:sym typeface="+mn-ea"/>
              </a:rPr>
              <a:t>delete *from student where </a:t>
            </a:r>
            <a:r>
              <a:rPr lang="en-US" sz="2400" err="1">
                <a:sym typeface="+mn-ea"/>
              </a:rPr>
              <a:t>RollNo</a:t>
            </a:r>
            <a:r>
              <a:rPr lang="en-US" sz="2400">
                <a:sym typeface="+mn-ea"/>
              </a:rPr>
              <a:t> = 101;</a:t>
            </a:r>
            <a:endParaRPr lang="en-US" sz="2400"/>
          </a:p>
          <a:p>
            <a:pPr algn="just"/>
            <a:r>
              <a:rPr lang="en-US" sz="2400">
                <a:sym typeface="+mn-ea"/>
              </a:rPr>
              <a:t>insert into student values(101,"Paman");</a:t>
            </a:r>
            <a:endParaRPr lang="en-US" sz="2400"/>
          </a:p>
          <a:p>
            <a:pPr algn="just"/>
            <a:r>
              <a:rPr lang="en-US" sz="2400">
                <a:sym typeface="+mn-ea"/>
              </a:rPr>
              <a:t>Runtime error: UNIQUE constraint failed: </a:t>
            </a:r>
            <a:r>
              <a:rPr lang="en-US" sz="2400" err="1">
                <a:sym typeface="+mn-ea"/>
              </a:rPr>
              <a:t>student.RollNo</a:t>
            </a:r>
            <a:r>
              <a:rPr lang="en-US" sz="2400">
                <a:sym typeface="+mn-ea"/>
              </a:rPr>
              <a:t> (19)</a:t>
            </a:r>
            <a:endParaRPr lang="en-US" sz="2400"/>
          </a:p>
          <a:p>
            <a:pPr algn="just"/>
            <a:r>
              <a:rPr lang="en-US" sz="2400">
                <a:sym typeface="+mn-ea"/>
              </a:rPr>
              <a:t>select *from student where </a:t>
            </a:r>
            <a:r>
              <a:rPr lang="en-US" sz="2400" err="1">
                <a:sym typeface="+mn-ea"/>
              </a:rPr>
              <a:t>RollNo</a:t>
            </a:r>
            <a:r>
              <a:rPr lang="en-US" sz="2400">
                <a:sym typeface="+mn-ea"/>
              </a:rPr>
              <a:t>&gt;105 and Name = "</a:t>
            </a:r>
            <a:r>
              <a:rPr lang="en-US" sz="2400" err="1">
                <a:sym typeface="+mn-ea"/>
              </a:rPr>
              <a:t>Gaman</a:t>
            </a:r>
            <a:r>
              <a:rPr lang="en-US" sz="2400">
                <a:sym typeface="+mn-ea"/>
              </a:rPr>
              <a:t>";</a:t>
            </a:r>
            <a:endParaRPr lang="en-US" sz="2400"/>
          </a:p>
          <a:p>
            <a:pPr algn="just"/>
            <a:r>
              <a:rPr lang="en-US" sz="2400">
                <a:sym typeface="+mn-ea"/>
              </a:rPr>
              <a:t>select *from student where </a:t>
            </a:r>
            <a:r>
              <a:rPr lang="en-US" sz="2400" err="1">
                <a:sym typeface="+mn-ea"/>
              </a:rPr>
              <a:t>RollNo</a:t>
            </a:r>
            <a:r>
              <a:rPr lang="en-US" sz="2400">
                <a:sym typeface="+mn-ea"/>
              </a:rPr>
              <a:t>&gt;105 or Name = "</a:t>
            </a:r>
            <a:r>
              <a:rPr lang="en-US" sz="2400" err="1">
                <a:sym typeface="+mn-ea"/>
              </a:rPr>
              <a:t>Gaman</a:t>
            </a:r>
            <a:r>
              <a:rPr lang="en-US" sz="2400">
                <a:sym typeface="+mn-ea"/>
              </a:rPr>
              <a:t>";</a:t>
            </a:r>
            <a:endParaRPr lang="en-US" sz="2400" b="1"/>
          </a:p>
        </p:txBody>
      </p:sp>
      <p:sp>
        <p:nvSpPr>
          <p:cNvPr id="5" name="Title 1"/>
          <p:cNvSpPr txBox="1"/>
          <p:nvPr/>
        </p:nvSpPr>
        <p:spPr>
          <a:xfrm>
            <a:off x="1787525" y="0"/>
            <a:ext cx="10404475" cy="885825"/>
          </a:xfrm>
          <a:prstGeom prst="rect">
            <a:avLst/>
          </a:prstGeom>
        </p:spPr>
        <p:style>
          <a:lnRef idx="1">
            <a:schemeClr val="accent5"/>
          </a:lnRef>
          <a:fillRef idx="2">
            <a:schemeClr val="accent5"/>
          </a:fillRef>
          <a:effectRef idx="1">
            <a:schemeClr val="accent5"/>
          </a:effectRef>
          <a:fontRef idx="minor">
            <a:schemeClr val="dk1"/>
          </a:fontRef>
        </p:style>
        <p:txBody>
          <a:bodyPr anchor="ctr">
            <a:normAutofit lnSpcReduction="10000"/>
          </a:bodyPr>
          <a:lstStyle/>
          <a:p>
            <a:pPr marL="0" indent="0" algn="ctr">
              <a:buNone/>
            </a:pPr>
            <a:r>
              <a:rPr lang="en-US" sz="3200">
                <a:sym typeface="+mn-ea"/>
              </a:rPr>
              <a:t>Commands in </a:t>
            </a:r>
            <a:r>
              <a:rPr lang="en-US" sz="3200" err="1">
                <a:sym typeface="+mn-ea"/>
              </a:rPr>
              <a:t>SQLite</a:t>
            </a:r>
            <a:endParaRPr lang="en-IN" sz="3200" b="1">
              <a:latin typeface="+mj-lt"/>
              <a:cs typeface="Times New Roman" panose="02020603050405020304" pitchFamily="18" charset="0"/>
            </a:endParaRPr>
          </a:p>
        </p:txBody>
      </p:sp>
      <p:pic>
        <p:nvPicPr>
          <p:cNvPr id="37897" name="Picture 9" descr="NI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7526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Date Placeholder 6"/>
          <p:cNvSpPr>
            <a:spLocks noGrp="1"/>
          </p:cNvSpPr>
          <p:nvPr>
            <p:ph type="dt" sz="quarter" idx="10"/>
          </p:nvPr>
        </p:nvSpPr>
        <p:spPr/>
        <p:txBody>
          <a:bodyPr/>
          <a:lstStyle/>
          <a:p>
            <a:pPr>
              <a:defRPr/>
            </a:pPr>
            <a:r>
              <a:rPr lang="en-IN"/>
              <a:t>25-12-2022</a:t>
            </a:r>
            <a:endParaRPr lang="en-US"/>
          </a:p>
        </p:txBody>
      </p:sp>
      <p:sp>
        <p:nvSpPr>
          <p:cNvPr id="9" name="Footer Placeholder 8"/>
          <p:cNvSpPr>
            <a:spLocks noGrp="1"/>
          </p:cNvSpPr>
          <p:nvPr>
            <p:ph type="ftr" sz="quarter" idx="11"/>
          </p:nvPr>
        </p:nvSpPr>
        <p:spPr>
          <a:xfrm>
            <a:off x="3121025" y="6356350"/>
            <a:ext cx="6099175" cy="365125"/>
          </a:xfrm>
        </p:spPr>
        <p:txBody>
          <a:bodyPr/>
          <a:lstStyle/>
          <a:p>
            <a:pPr>
              <a:defRPr/>
            </a:pPr>
            <a:r>
              <a:rPr lang="en-US"/>
              <a:t>Barkha Bhardwaj                    ACSAI0617 Programming For Data Analytics                    UNIT - 3</a:t>
            </a:r>
          </a:p>
        </p:txBody>
      </p:sp>
      <p:sp>
        <p:nvSpPr>
          <p:cNvPr id="37900" name="Slide Number Placeholder 9"/>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CEC4D66-1D44-5F43-ADE2-2B90AF301E62}" type="slidenum">
              <a:rPr lang="en-US" altLang="en-US" sz="1200" smtClean="0">
                <a:solidFill>
                  <a:srgbClr val="898989"/>
                </a:solidFill>
              </a:rPr>
              <a:t>48</a:t>
            </a:fld>
            <a:endParaRPr lang="en-US" altLang="en-US" sz="1200">
              <a:solidFill>
                <a:srgbClr val="898989"/>
              </a:solidFill>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3" name="Rectangle 3"/>
          <p:cNvSpPr>
            <a:spLocks noGrp="1" noChangeArrowheads="1"/>
          </p:cNvSpPr>
          <p:nvPr>
            <p:ph idx="1"/>
          </p:nvPr>
        </p:nvSpPr>
        <p:spPr>
          <a:xfrm>
            <a:off x="609600" y="1219200"/>
            <a:ext cx="10896600" cy="4648200"/>
          </a:xfrm>
        </p:spPr>
        <p:txBody>
          <a:bodyPr/>
          <a:lstStyle/>
          <a:p>
            <a:pPr marL="0" indent="0">
              <a:buNone/>
            </a:pPr>
            <a:r>
              <a:rPr lang="en-US" sz="2400" b="1"/>
              <a:t>DDL (Data Definition Language): </a:t>
            </a:r>
          </a:p>
          <a:p>
            <a:r>
              <a:rPr lang="en-US" sz="2400">
                <a:hlinkClick r:id="rId3"/>
              </a:rPr>
              <a:t>DDL</a:t>
            </a:r>
            <a:r>
              <a:rPr lang="en-US" sz="2400"/>
              <a:t> or Data Definition Language actually consists of the SQL commands that can be used to define the database schema. It simply deals with descriptions of the database schema and is used to create and modify the structure of database objects in the database. DDL is a set of SQL commands used to create, modify, and delete database structures but not data. These commands are normally not used by a general user, who should be accessing the database via an application.</a:t>
            </a:r>
          </a:p>
          <a:p>
            <a:r>
              <a:rPr lang="en-US" sz="2400"/>
              <a:t>List of DDL commands: </a:t>
            </a:r>
          </a:p>
          <a:p>
            <a:r>
              <a:rPr lang="en-US" sz="2400" b="1">
                <a:hlinkClick r:id="rId4"/>
              </a:rPr>
              <a:t>CREATE</a:t>
            </a:r>
            <a:r>
              <a:rPr lang="en-US" sz="2400"/>
              <a:t>: This command is used to create the database or its objects (like table, index, function, views, store procedure, and triggers).</a:t>
            </a:r>
          </a:p>
          <a:p>
            <a:r>
              <a:rPr lang="en-US" sz="2400" b="1">
                <a:hlinkClick r:id="rId5"/>
              </a:rPr>
              <a:t>DROP</a:t>
            </a:r>
            <a:r>
              <a:rPr lang="en-US" sz="2400"/>
              <a:t>: This command is used to delete objects from the database.</a:t>
            </a:r>
          </a:p>
          <a:p>
            <a:pPr marL="0" indent="0" algn="just">
              <a:buNone/>
            </a:pPr>
            <a:endParaRPr lang="en-US" sz="2400" b="1"/>
          </a:p>
        </p:txBody>
      </p:sp>
      <p:sp>
        <p:nvSpPr>
          <p:cNvPr id="5" name="Title 1"/>
          <p:cNvSpPr txBox="1"/>
          <p:nvPr/>
        </p:nvSpPr>
        <p:spPr>
          <a:xfrm>
            <a:off x="1787525" y="0"/>
            <a:ext cx="10404475" cy="885825"/>
          </a:xfrm>
          <a:prstGeom prst="rect">
            <a:avLst/>
          </a:prstGeom>
        </p:spPr>
        <p:style>
          <a:lnRef idx="1">
            <a:schemeClr val="accent5"/>
          </a:lnRef>
          <a:fillRef idx="2">
            <a:schemeClr val="accent5"/>
          </a:fillRef>
          <a:effectRef idx="1">
            <a:schemeClr val="accent5"/>
          </a:effectRef>
          <a:fontRef idx="minor">
            <a:schemeClr val="dk1"/>
          </a:fontRef>
        </p:style>
        <p:txBody>
          <a:bodyPr anchor="ctr">
            <a:normAutofit lnSpcReduction="10000"/>
          </a:bodyPr>
          <a:lstStyle/>
          <a:p>
            <a:pPr algn="ctr" eaLnBrk="1" fontAlgn="auto" hangingPunct="1">
              <a:lnSpc>
                <a:spcPct val="90000"/>
              </a:lnSpc>
              <a:spcAft>
                <a:spcPts val="0"/>
              </a:spcAft>
              <a:defRPr/>
            </a:pPr>
            <a:r>
              <a:rPr lang="en-US" sz="3200" b="1"/>
              <a:t>Sending DML and DDL queries and processing the result from a Python Program</a:t>
            </a:r>
            <a:endParaRPr lang="en-IN" sz="3200" b="1">
              <a:latin typeface="+mj-lt"/>
              <a:cs typeface="Times New Roman" panose="02020603050405020304" pitchFamily="18" charset="0"/>
            </a:endParaRPr>
          </a:p>
        </p:txBody>
      </p:sp>
      <p:pic>
        <p:nvPicPr>
          <p:cNvPr id="37897" name="Picture 9" descr="NIET"/>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7526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Date Placeholder 6"/>
          <p:cNvSpPr>
            <a:spLocks noGrp="1"/>
          </p:cNvSpPr>
          <p:nvPr>
            <p:ph type="dt" sz="quarter" idx="10"/>
          </p:nvPr>
        </p:nvSpPr>
        <p:spPr/>
        <p:txBody>
          <a:bodyPr/>
          <a:lstStyle/>
          <a:p>
            <a:pPr>
              <a:defRPr/>
            </a:pPr>
            <a:r>
              <a:rPr lang="en-IN"/>
              <a:t>25-12-2022</a:t>
            </a:r>
            <a:endParaRPr lang="en-US"/>
          </a:p>
        </p:txBody>
      </p:sp>
      <p:sp>
        <p:nvSpPr>
          <p:cNvPr id="9" name="Footer Placeholder 8"/>
          <p:cNvSpPr>
            <a:spLocks noGrp="1"/>
          </p:cNvSpPr>
          <p:nvPr>
            <p:ph type="ftr" sz="quarter" idx="11"/>
          </p:nvPr>
        </p:nvSpPr>
        <p:spPr>
          <a:xfrm>
            <a:off x="3121025" y="6356350"/>
            <a:ext cx="6099175" cy="365125"/>
          </a:xfrm>
        </p:spPr>
        <p:txBody>
          <a:bodyPr/>
          <a:lstStyle/>
          <a:p>
            <a:pPr>
              <a:defRPr/>
            </a:pPr>
            <a:r>
              <a:rPr lang="en-US"/>
              <a:t>Barkha Bhardwaj                    ACSAI0617 Programming For Data Analytics                    UNIT - 3</a:t>
            </a:r>
          </a:p>
        </p:txBody>
      </p:sp>
      <p:sp>
        <p:nvSpPr>
          <p:cNvPr id="37900" name="Slide Number Placeholder 9"/>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CEC4D66-1D44-5F43-ADE2-2B90AF301E62}" type="slidenum">
              <a:rPr lang="en-US" altLang="en-US" sz="1200" smtClean="0">
                <a:solidFill>
                  <a:srgbClr val="898989"/>
                </a:solidFill>
              </a:rPr>
              <a:t>49</a:t>
            </a:fld>
            <a:endParaRPr lang="en-US" altLang="en-US" sz="1200">
              <a:solidFill>
                <a:srgbClr val="898989"/>
              </a:solidFill>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3" name="Rectangle 3"/>
          <p:cNvSpPr>
            <a:spLocks noGrp="1" noChangeArrowheads="1"/>
          </p:cNvSpPr>
          <p:nvPr>
            <p:ph idx="1"/>
          </p:nvPr>
        </p:nvSpPr>
        <p:spPr>
          <a:xfrm>
            <a:off x="609600" y="1219200"/>
            <a:ext cx="10896600" cy="4648200"/>
          </a:xfrm>
        </p:spPr>
        <p:txBody>
          <a:bodyPr/>
          <a:lstStyle/>
          <a:p>
            <a:r>
              <a:rPr lang="en-US" sz="2400" b="1" u="sng">
                <a:hlinkClick r:id="rId3"/>
              </a:rPr>
              <a:t>DROP</a:t>
            </a:r>
            <a:r>
              <a:rPr lang="en-US" sz="2400"/>
              <a:t>: This command is used to delete objects from the database.</a:t>
            </a:r>
          </a:p>
          <a:p>
            <a:r>
              <a:rPr lang="en-US" sz="2400" b="1" u="sng">
                <a:hlinkClick r:id="rId4"/>
              </a:rPr>
              <a:t>ALTER</a:t>
            </a:r>
            <a:r>
              <a:rPr lang="en-US" sz="2400" b="1"/>
              <a:t>: </a:t>
            </a:r>
            <a:r>
              <a:rPr lang="en-US" sz="2400"/>
              <a:t>This is used to alter the structure of the database.</a:t>
            </a:r>
          </a:p>
          <a:p>
            <a:r>
              <a:rPr lang="en-US" sz="2400" b="1" u="sng">
                <a:hlinkClick r:id="rId3"/>
              </a:rPr>
              <a:t>TRUNCATE</a:t>
            </a:r>
            <a:r>
              <a:rPr lang="en-US" sz="2400" b="1"/>
              <a:t>: </a:t>
            </a:r>
            <a:r>
              <a:rPr lang="en-US" sz="2400"/>
              <a:t>This is used to remove all records from a table, including all spaces allocated for the records are removed.</a:t>
            </a:r>
          </a:p>
          <a:p>
            <a:r>
              <a:rPr lang="en-US" sz="2400" b="1" u="sng">
                <a:hlinkClick r:id="rId5"/>
              </a:rPr>
              <a:t>COMMENT</a:t>
            </a:r>
            <a:r>
              <a:rPr lang="en-US" sz="2400"/>
              <a:t>: This is used to add comments to the data dictionary.</a:t>
            </a:r>
          </a:p>
          <a:p>
            <a:r>
              <a:rPr lang="en-US" sz="2400" b="1" u="sng">
                <a:hlinkClick r:id="rId6"/>
              </a:rPr>
              <a:t>RENAME</a:t>
            </a:r>
            <a:r>
              <a:rPr lang="en-US" sz="2400" b="1"/>
              <a:t>: </a:t>
            </a:r>
            <a:r>
              <a:rPr lang="en-US" sz="2400"/>
              <a:t>This is used to rename an object existing in the database.</a:t>
            </a:r>
          </a:p>
          <a:p>
            <a:pPr marL="0" indent="0">
              <a:buNone/>
            </a:pPr>
            <a:endParaRPr lang="en-US" sz="2400"/>
          </a:p>
          <a:p>
            <a:pPr marL="0" indent="0" algn="just">
              <a:buNone/>
            </a:pPr>
            <a:r>
              <a:rPr lang="en-US" sz="2400"/>
              <a:t>Python developers can use </a:t>
            </a:r>
            <a:r>
              <a:rPr lang="en-US" sz="2400" err="1"/>
              <a:t>MariaDB</a:t>
            </a:r>
            <a:r>
              <a:rPr lang="en-US" sz="2400"/>
              <a:t> Connector/Python to connect to </a:t>
            </a:r>
            <a:r>
              <a:rPr lang="en-US" sz="2400" err="1"/>
              <a:t>MariaDB</a:t>
            </a:r>
            <a:r>
              <a:rPr lang="en-US" sz="2400"/>
              <a:t> database products to perform basic DDL (Data Definition Language) operations.</a:t>
            </a:r>
          </a:p>
          <a:p>
            <a:pPr marL="0" indent="0" algn="just">
              <a:buNone/>
            </a:pPr>
            <a:endParaRPr lang="en-US" sz="2400" b="1"/>
          </a:p>
        </p:txBody>
      </p:sp>
      <p:sp>
        <p:nvSpPr>
          <p:cNvPr id="5" name="Title 1"/>
          <p:cNvSpPr txBox="1"/>
          <p:nvPr/>
        </p:nvSpPr>
        <p:spPr>
          <a:xfrm>
            <a:off x="1787525" y="0"/>
            <a:ext cx="10404475" cy="885825"/>
          </a:xfrm>
          <a:prstGeom prst="rect">
            <a:avLst/>
          </a:prstGeom>
        </p:spPr>
        <p:style>
          <a:lnRef idx="1">
            <a:schemeClr val="accent5"/>
          </a:lnRef>
          <a:fillRef idx="2">
            <a:schemeClr val="accent5"/>
          </a:fillRef>
          <a:effectRef idx="1">
            <a:schemeClr val="accent5"/>
          </a:effectRef>
          <a:fontRef idx="minor">
            <a:schemeClr val="dk1"/>
          </a:fontRef>
        </p:style>
        <p:txBody>
          <a:bodyPr anchor="ctr">
            <a:normAutofit/>
          </a:bodyPr>
          <a:lstStyle/>
          <a:p>
            <a:pPr marL="0" indent="0" algn="ctr">
              <a:buNone/>
            </a:pPr>
            <a:r>
              <a:rPr lang="en-US" sz="3200" b="1"/>
              <a:t>DDL (Data Definition Language)</a:t>
            </a:r>
          </a:p>
        </p:txBody>
      </p:sp>
      <p:pic>
        <p:nvPicPr>
          <p:cNvPr id="37897" name="Picture 9" descr="NIET"/>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7526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Date Placeholder 6"/>
          <p:cNvSpPr>
            <a:spLocks noGrp="1"/>
          </p:cNvSpPr>
          <p:nvPr>
            <p:ph type="dt" sz="quarter" idx="10"/>
          </p:nvPr>
        </p:nvSpPr>
        <p:spPr/>
        <p:txBody>
          <a:bodyPr/>
          <a:lstStyle/>
          <a:p>
            <a:pPr>
              <a:defRPr/>
            </a:pPr>
            <a:r>
              <a:rPr lang="en-IN"/>
              <a:t>25-12-2022</a:t>
            </a:r>
            <a:endParaRPr lang="en-US"/>
          </a:p>
        </p:txBody>
      </p:sp>
      <p:sp>
        <p:nvSpPr>
          <p:cNvPr id="9" name="Footer Placeholder 8"/>
          <p:cNvSpPr>
            <a:spLocks noGrp="1"/>
          </p:cNvSpPr>
          <p:nvPr>
            <p:ph type="ftr" sz="quarter" idx="11"/>
          </p:nvPr>
        </p:nvSpPr>
        <p:spPr>
          <a:xfrm>
            <a:off x="3121025" y="6356350"/>
            <a:ext cx="6099175" cy="365125"/>
          </a:xfrm>
        </p:spPr>
        <p:txBody>
          <a:bodyPr/>
          <a:lstStyle/>
          <a:p>
            <a:pPr>
              <a:defRPr/>
            </a:pPr>
            <a:r>
              <a:rPr lang="en-US"/>
              <a:t>Barkha Bhardwaj                    ACSAI0617 Programming For Data Analytics                    UNIT - 3</a:t>
            </a:r>
          </a:p>
        </p:txBody>
      </p:sp>
      <p:sp>
        <p:nvSpPr>
          <p:cNvPr id="37900" name="Slide Number Placeholder 9"/>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CEC4D66-1D44-5F43-ADE2-2B90AF301E62}" type="slidenum">
              <a:rPr lang="en-US" altLang="en-US" sz="1200" smtClean="0">
                <a:solidFill>
                  <a:srgbClr val="898989"/>
                </a:solidFill>
              </a:rPr>
              <a:t>50</a:t>
            </a:fld>
            <a:endParaRPr lang="en-US" altLang="en-US" sz="1200">
              <a:solidFill>
                <a:srgbClr val="898989"/>
              </a:solidFill>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3" name="Rectangle 3"/>
          <p:cNvSpPr>
            <a:spLocks noGrp="1" noChangeArrowheads="1"/>
          </p:cNvSpPr>
          <p:nvPr>
            <p:ph idx="1"/>
          </p:nvPr>
        </p:nvSpPr>
        <p:spPr>
          <a:xfrm>
            <a:off x="590550" y="1143000"/>
            <a:ext cx="10896600" cy="4648200"/>
          </a:xfrm>
        </p:spPr>
        <p:txBody>
          <a:bodyPr/>
          <a:lstStyle/>
          <a:p>
            <a:pPr marL="0" indent="0" algn="just">
              <a:buNone/>
            </a:pPr>
            <a:r>
              <a:rPr lang="en-US" b="1"/>
              <a:t>DDL Operations</a:t>
            </a:r>
            <a:endParaRPr lang="en-US" sz="2400" b="1"/>
          </a:p>
          <a:p>
            <a:pPr marL="0" indent="0" algn="just">
              <a:buNone/>
            </a:pPr>
            <a:endParaRPr lang="en-US" sz="2400" b="1"/>
          </a:p>
        </p:txBody>
      </p:sp>
      <p:sp>
        <p:nvSpPr>
          <p:cNvPr id="5" name="Title 1"/>
          <p:cNvSpPr txBox="1"/>
          <p:nvPr/>
        </p:nvSpPr>
        <p:spPr>
          <a:xfrm>
            <a:off x="1787525" y="0"/>
            <a:ext cx="10404475" cy="885825"/>
          </a:xfrm>
          <a:prstGeom prst="rect">
            <a:avLst/>
          </a:prstGeom>
        </p:spPr>
        <p:style>
          <a:lnRef idx="1">
            <a:schemeClr val="accent5"/>
          </a:lnRef>
          <a:fillRef idx="2">
            <a:schemeClr val="accent5"/>
          </a:fillRef>
          <a:effectRef idx="1">
            <a:schemeClr val="accent5"/>
          </a:effectRef>
          <a:fontRef idx="minor">
            <a:schemeClr val="dk1"/>
          </a:fontRef>
        </p:style>
        <p:txBody>
          <a:bodyPr anchor="ctr">
            <a:normAutofit/>
          </a:bodyPr>
          <a:lstStyle/>
          <a:p>
            <a:pPr marL="0" indent="0" algn="ctr">
              <a:buNone/>
            </a:pPr>
            <a:r>
              <a:rPr lang="en-US" sz="3200" b="1"/>
              <a:t>DDL (Data Definition Language)</a:t>
            </a:r>
          </a:p>
        </p:txBody>
      </p:sp>
      <p:pic>
        <p:nvPicPr>
          <p:cNvPr id="37897" name="Picture 9" descr="NI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7526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Date Placeholder 6"/>
          <p:cNvSpPr>
            <a:spLocks noGrp="1"/>
          </p:cNvSpPr>
          <p:nvPr>
            <p:ph type="dt" sz="quarter" idx="10"/>
          </p:nvPr>
        </p:nvSpPr>
        <p:spPr/>
        <p:txBody>
          <a:bodyPr/>
          <a:lstStyle/>
          <a:p>
            <a:pPr>
              <a:defRPr/>
            </a:pPr>
            <a:r>
              <a:rPr lang="en-IN"/>
              <a:t>25-12-2022</a:t>
            </a:r>
            <a:endParaRPr lang="en-US"/>
          </a:p>
        </p:txBody>
      </p:sp>
      <p:sp>
        <p:nvSpPr>
          <p:cNvPr id="9" name="Footer Placeholder 8"/>
          <p:cNvSpPr>
            <a:spLocks noGrp="1"/>
          </p:cNvSpPr>
          <p:nvPr>
            <p:ph type="ftr" sz="quarter" idx="11"/>
          </p:nvPr>
        </p:nvSpPr>
        <p:spPr>
          <a:xfrm>
            <a:off x="3121025" y="6356350"/>
            <a:ext cx="6099175" cy="365125"/>
          </a:xfrm>
        </p:spPr>
        <p:txBody>
          <a:bodyPr/>
          <a:lstStyle/>
          <a:p>
            <a:pPr>
              <a:defRPr/>
            </a:pPr>
            <a:r>
              <a:rPr lang="en-US"/>
              <a:t>Barkha Bhardwaj                    ACSAI0617 Programming For Data Analytics                    UNIT - 3</a:t>
            </a:r>
          </a:p>
        </p:txBody>
      </p:sp>
      <p:sp>
        <p:nvSpPr>
          <p:cNvPr id="37900" name="Slide Number Placeholder 9"/>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CEC4D66-1D44-5F43-ADE2-2B90AF301E62}" type="slidenum">
              <a:rPr lang="en-US" altLang="en-US" sz="1200" smtClean="0">
                <a:solidFill>
                  <a:srgbClr val="898989"/>
                </a:solidFill>
              </a:rPr>
              <a:t>51</a:t>
            </a:fld>
            <a:endParaRPr lang="en-US" altLang="en-US" sz="1200">
              <a:solidFill>
                <a:srgbClr val="898989"/>
              </a:solidFill>
            </a:endParaRPr>
          </a:p>
        </p:txBody>
      </p:sp>
      <p:sp>
        <p:nvSpPr>
          <p:cNvPr id="6" name="Rectangle 3"/>
          <p:cNvSpPr>
            <a:spLocks noChangeArrowheads="1"/>
          </p:cNvSpPr>
          <p:nvPr/>
        </p:nvSpPr>
        <p:spPr bwMode="auto">
          <a:xfrm>
            <a:off x="838200" y="1649268"/>
            <a:ext cx="10210800" cy="120032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err="1">
                <a:ln>
                  <a:noFill/>
                </a:ln>
                <a:effectLst/>
                <a:latin typeface="+mn-lt"/>
              </a:rPr>
              <a:t>MariaDB</a:t>
            </a:r>
            <a:r>
              <a:rPr kumimoji="0" lang="en-US" altLang="en-US" sz="2400" b="0" i="0" u="none" strike="noStrike" cap="none" normalizeH="0" baseline="0">
                <a:ln>
                  <a:noFill/>
                </a:ln>
                <a:effectLst/>
                <a:latin typeface="+mn-lt"/>
              </a:rPr>
              <a:t> Connector/Python accesses the database through a cursor, which is obtained by calling the cursor() method on the connection. This cursor object provides you with an interface for performing basic operations in this section. </a:t>
            </a:r>
          </a:p>
        </p:txBody>
      </p:sp>
      <p:graphicFrame>
        <p:nvGraphicFramePr>
          <p:cNvPr id="8" name="Table 7"/>
          <p:cNvGraphicFramePr>
            <a:graphicFrameLocks noGrp="1"/>
          </p:cNvGraphicFramePr>
          <p:nvPr/>
        </p:nvGraphicFramePr>
        <p:xfrm>
          <a:off x="1066799" y="3784023"/>
          <a:ext cx="9829800" cy="1440180"/>
        </p:xfrm>
        <a:graphic>
          <a:graphicData uri="http://schemas.openxmlformats.org/drawingml/2006/table">
            <a:tbl>
              <a:tblPr/>
              <a:tblGrid>
                <a:gridCol w="4914900">
                  <a:extLst>
                    <a:ext uri="{9D8B030D-6E8A-4147-A177-3AD203B41FA5}">
                      <a16:colId xmlns:a16="http://schemas.microsoft.com/office/drawing/2014/main" val="20000"/>
                    </a:ext>
                  </a:extLst>
                </a:gridCol>
                <a:gridCol w="4914900">
                  <a:extLst>
                    <a:ext uri="{9D8B030D-6E8A-4147-A177-3AD203B41FA5}">
                      <a16:colId xmlns:a16="http://schemas.microsoft.com/office/drawing/2014/main" val="20001"/>
                    </a:ext>
                  </a:extLst>
                </a:gridCol>
              </a:tblGrid>
              <a:tr h="377124">
                <a:tc>
                  <a:txBody>
                    <a:bodyPr/>
                    <a:lstStyle/>
                    <a:p>
                      <a:pPr fontAlgn="t"/>
                      <a:r>
                        <a:rPr lang="en-US" b="1">
                          <a:effectLst/>
                          <a:latin typeface="roboto"/>
                        </a:rPr>
                        <a:t>Method</a:t>
                      </a:r>
                      <a:endParaRPr lang="en-US">
                        <a:effectLst/>
                        <a:latin typeface="roboto"/>
                      </a:endParaRPr>
                    </a:p>
                  </a:txBody>
                  <a:tcPr marL="57150" marR="57150" marT="57150" marB="571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fontAlgn="t"/>
                      <a:r>
                        <a:rPr lang="en-US" b="1">
                          <a:effectLst/>
                          <a:latin typeface="roboto"/>
                        </a:rPr>
                        <a:t>Description</a:t>
                      </a:r>
                      <a:endParaRPr lang="en-US">
                        <a:effectLst/>
                        <a:latin typeface="roboto"/>
                      </a:endParaRPr>
                    </a:p>
                  </a:txBody>
                  <a:tcPr marL="57150" marR="57150" marT="57150" marB="571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77124">
                <a:tc>
                  <a:txBody>
                    <a:bodyPr/>
                    <a:lstStyle/>
                    <a:p>
                      <a:pPr fontAlgn="t"/>
                      <a:r>
                        <a:rPr lang="en-US">
                          <a:effectLst/>
                          <a:latin typeface="roboto"/>
                        </a:rPr>
                        <a:t>execute()</a:t>
                      </a:r>
                    </a:p>
                  </a:txBody>
                  <a:tcPr marL="57150" marR="57150" marT="57150" marB="571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fontAlgn="t"/>
                      <a:r>
                        <a:rPr lang="en-US">
                          <a:effectLst/>
                          <a:latin typeface="roboto"/>
                        </a:rPr>
                        <a:t>Executes a single SQL statement.</a:t>
                      </a:r>
                    </a:p>
                  </a:txBody>
                  <a:tcPr marL="57150" marR="57150" marT="57150" marB="571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43329">
                <a:tc>
                  <a:txBody>
                    <a:bodyPr/>
                    <a:lstStyle/>
                    <a:p>
                      <a:pPr fontAlgn="t"/>
                      <a:r>
                        <a:rPr lang="en-US">
                          <a:effectLst/>
                          <a:latin typeface="roboto"/>
                        </a:rPr>
                        <a:t>executemany()</a:t>
                      </a:r>
                    </a:p>
                  </a:txBody>
                  <a:tcPr marL="57150" marR="57150" marT="57150" marB="571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fontAlgn="t"/>
                      <a:r>
                        <a:rPr lang="en-US">
                          <a:effectLst/>
                          <a:latin typeface="roboto"/>
                        </a:rPr>
                        <a:t>Executes the given SQL statement for each tuple in a list.</a:t>
                      </a:r>
                    </a:p>
                  </a:txBody>
                  <a:tcPr marL="57150" marR="57150" marT="57150" marB="571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0" name="Rectangle 4"/>
          <p:cNvSpPr>
            <a:spLocks noChangeArrowheads="1"/>
          </p:cNvSpPr>
          <p:nvPr/>
        </p:nvSpPr>
        <p:spPr bwMode="auto">
          <a:xfrm>
            <a:off x="838200" y="3045359"/>
            <a:ext cx="9144001"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a:ln>
                  <a:noFill/>
                </a:ln>
                <a:effectLst/>
                <a:latin typeface="+mn-lt"/>
              </a:rPr>
              <a:t>The cursor provides two methods for executing SQL statements:</a:t>
            </a: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3" name="Rectangle 3"/>
          <p:cNvSpPr>
            <a:spLocks noGrp="1" noChangeArrowheads="1"/>
          </p:cNvSpPr>
          <p:nvPr>
            <p:ph idx="1"/>
          </p:nvPr>
        </p:nvSpPr>
        <p:spPr>
          <a:xfrm>
            <a:off x="609600" y="1219200"/>
            <a:ext cx="10896600" cy="4648200"/>
          </a:xfrm>
        </p:spPr>
        <p:txBody>
          <a:bodyPr/>
          <a:lstStyle/>
          <a:p>
            <a:r>
              <a:rPr lang="en-US" sz="2400" b="1"/>
              <a:t>Code Example: ALTER TABLE</a:t>
            </a:r>
          </a:p>
          <a:p>
            <a:r>
              <a:rPr lang="en-US" sz="2400"/>
              <a:t>The following example shows how to alter the data definition for the example table created in </a:t>
            </a:r>
            <a:r>
              <a:rPr lang="en-US" sz="2400">
                <a:hlinkClick r:id="rId3"/>
              </a:rPr>
              <a:t>Setup for Examples</a:t>
            </a:r>
            <a:r>
              <a:rPr lang="en-US" sz="2400"/>
              <a:t>:</a:t>
            </a:r>
          </a:p>
          <a:p>
            <a:pPr marL="0" indent="0" algn="just">
              <a:buNone/>
            </a:pPr>
            <a:endParaRPr lang="en-US" sz="2400" b="1"/>
          </a:p>
        </p:txBody>
      </p:sp>
      <p:sp>
        <p:nvSpPr>
          <p:cNvPr id="5" name="Title 1"/>
          <p:cNvSpPr txBox="1"/>
          <p:nvPr/>
        </p:nvSpPr>
        <p:spPr>
          <a:xfrm>
            <a:off x="1787525" y="0"/>
            <a:ext cx="10404475" cy="885825"/>
          </a:xfrm>
          <a:prstGeom prst="rect">
            <a:avLst/>
          </a:prstGeom>
        </p:spPr>
        <p:style>
          <a:lnRef idx="1">
            <a:schemeClr val="accent5"/>
          </a:lnRef>
          <a:fillRef idx="2">
            <a:schemeClr val="accent5"/>
          </a:fillRef>
          <a:effectRef idx="1">
            <a:schemeClr val="accent5"/>
          </a:effectRef>
          <a:fontRef idx="minor">
            <a:schemeClr val="dk1"/>
          </a:fontRef>
        </p:style>
        <p:txBody>
          <a:bodyPr anchor="ctr">
            <a:normAutofit/>
          </a:bodyPr>
          <a:lstStyle/>
          <a:p>
            <a:pPr marL="0" indent="0" algn="ctr">
              <a:buNone/>
            </a:pPr>
            <a:r>
              <a:rPr lang="en-US" sz="3200" b="1"/>
              <a:t>DDL (Data Definition Language)</a:t>
            </a:r>
          </a:p>
        </p:txBody>
      </p:sp>
      <p:pic>
        <p:nvPicPr>
          <p:cNvPr id="37897" name="Picture 9" descr="NIE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7526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Date Placeholder 6"/>
          <p:cNvSpPr>
            <a:spLocks noGrp="1"/>
          </p:cNvSpPr>
          <p:nvPr>
            <p:ph type="dt" sz="quarter" idx="10"/>
          </p:nvPr>
        </p:nvSpPr>
        <p:spPr/>
        <p:txBody>
          <a:bodyPr/>
          <a:lstStyle/>
          <a:p>
            <a:pPr>
              <a:defRPr/>
            </a:pPr>
            <a:r>
              <a:rPr lang="en-IN"/>
              <a:t>25-12-2022</a:t>
            </a:r>
            <a:endParaRPr lang="en-US"/>
          </a:p>
        </p:txBody>
      </p:sp>
      <p:sp>
        <p:nvSpPr>
          <p:cNvPr id="9" name="Footer Placeholder 8"/>
          <p:cNvSpPr>
            <a:spLocks noGrp="1"/>
          </p:cNvSpPr>
          <p:nvPr>
            <p:ph type="ftr" sz="quarter" idx="11"/>
          </p:nvPr>
        </p:nvSpPr>
        <p:spPr>
          <a:xfrm>
            <a:off x="3121025" y="6356350"/>
            <a:ext cx="6099175" cy="365125"/>
          </a:xfrm>
        </p:spPr>
        <p:txBody>
          <a:bodyPr/>
          <a:lstStyle/>
          <a:p>
            <a:pPr>
              <a:defRPr/>
            </a:pPr>
            <a:r>
              <a:rPr lang="en-US"/>
              <a:t>Barkha Bhardwaj                    ACSAI0617 Programming For Data Analytics                    UNIT - 3</a:t>
            </a:r>
          </a:p>
        </p:txBody>
      </p:sp>
      <p:sp>
        <p:nvSpPr>
          <p:cNvPr id="37900" name="Slide Number Placeholder 9"/>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CEC4D66-1D44-5F43-ADE2-2B90AF301E62}" type="slidenum">
              <a:rPr lang="en-US" altLang="en-US" sz="1200" smtClean="0">
                <a:solidFill>
                  <a:srgbClr val="898989"/>
                </a:solidFill>
              </a:rPr>
              <a:t>52</a:t>
            </a:fld>
            <a:endParaRPr lang="en-US" altLang="en-US" sz="1200">
              <a:solidFill>
                <a:srgbClr val="898989"/>
              </a:solidFill>
            </a:endParaRPr>
          </a:p>
        </p:txBody>
      </p:sp>
      <p:sp>
        <p:nvSpPr>
          <p:cNvPr id="2" name="Rectangle 1"/>
          <p:cNvSpPr>
            <a:spLocks noChangeArrowheads="1"/>
          </p:cNvSpPr>
          <p:nvPr/>
        </p:nvSpPr>
        <p:spPr bwMode="auto">
          <a:xfrm>
            <a:off x="1143000" y="2600420"/>
            <a:ext cx="10439400" cy="3314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31740" rIns="91440" bIns="31740" numCol="1" anchor="ctr" anchorCtr="0" compatLnSpc="1">
            <a:spAutoFit/>
          </a:bodyPr>
          <a:lstStyle/>
          <a:p>
            <a:pPr marL="0" marR="0" lvl="0" indent="0" defTabSz="914400" rtl="0" eaLnBrk="0" fontAlgn="base" latinLnBrk="0" hangingPunct="0">
              <a:lnSpc>
                <a:spcPct val="100000"/>
              </a:lnSpc>
              <a:spcBef>
                <a:spcPct val="30000"/>
              </a:spcBef>
              <a:spcAft>
                <a:spcPct val="0"/>
              </a:spcAft>
              <a:buClrTx/>
              <a:buSzTx/>
              <a:buFontTx/>
              <a:buNone/>
            </a:pPr>
            <a:r>
              <a:rPr kumimoji="0" lang="en-US" altLang="en-US" sz="2400" b="1" i="1" u="none" strike="noStrike" cap="none" normalizeH="0" baseline="0">
                <a:ln>
                  <a:noFill/>
                </a:ln>
                <a:effectLst/>
                <a:latin typeface="+mn-lt"/>
              </a:rPr>
              <a:t># Module Import</a:t>
            </a:r>
          </a:p>
          <a:p>
            <a:pPr marL="0" marR="0" lvl="0" indent="0" defTabSz="914400" rtl="0" eaLnBrk="0" fontAlgn="base" latinLnBrk="0" hangingPunct="0">
              <a:lnSpc>
                <a:spcPct val="100000"/>
              </a:lnSpc>
              <a:spcBef>
                <a:spcPct val="30000"/>
              </a:spcBef>
              <a:spcAft>
                <a:spcPct val="0"/>
              </a:spcAft>
              <a:buClrTx/>
              <a:buSzTx/>
              <a:buFontTx/>
              <a:buNone/>
            </a:pPr>
            <a:r>
              <a:rPr kumimoji="0" lang="en-US" altLang="en-US" sz="2400" i="1" u="none" strike="noStrike" cap="none" normalizeH="0" baseline="0">
                <a:ln>
                  <a:noFill/>
                </a:ln>
                <a:effectLst/>
                <a:latin typeface="+mn-lt"/>
              </a:rPr>
              <a:t>   import </a:t>
            </a:r>
            <a:r>
              <a:rPr kumimoji="0" lang="en-US" altLang="en-US" sz="2400" i="1" u="none" strike="noStrike" cap="none" normalizeH="0" baseline="0" err="1">
                <a:ln>
                  <a:noFill/>
                </a:ln>
                <a:effectLst/>
                <a:latin typeface="+mn-lt"/>
              </a:rPr>
              <a:t>mariadb</a:t>
            </a:r>
            <a:r>
              <a:rPr kumimoji="0" lang="en-US" altLang="en-US" sz="2400" i="1" u="none" strike="noStrike" cap="none" normalizeH="0" baseline="0">
                <a:ln>
                  <a:noFill/>
                </a:ln>
                <a:effectLst/>
                <a:latin typeface="+mn-lt"/>
              </a:rPr>
              <a:t> </a:t>
            </a:r>
          </a:p>
          <a:p>
            <a:pPr marL="0" marR="0" lvl="0" indent="0" defTabSz="914400" rtl="0" eaLnBrk="0" fontAlgn="base" latinLnBrk="0" hangingPunct="0">
              <a:lnSpc>
                <a:spcPct val="100000"/>
              </a:lnSpc>
              <a:spcBef>
                <a:spcPct val="30000"/>
              </a:spcBef>
              <a:spcAft>
                <a:spcPct val="0"/>
              </a:spcAft>
              <a:buClrTx/>
              <a:buSzTx/>
              <a:buFontTx/>
              <a:buNone/>
            </a:pPr>
            <a:r>
              <a:rPr kumimoji="0" lang="en-US" altLang="en-US" sz="2400" i="1" u="none" strike="noStrike" cap="none" normalizeH="0" baseline="0">
                <a:ln>
                  <a:noFill/>
                </a:ln>
                <a:effectLst/>
                <a:latin typeface="+mn-lt"/>
              </a:rPr>
              <a:t>   import sys </a:t>
            </a:r>
          </a:p>
          <a:p>
            <a:pPr marL="0" marR="0" lvl="0" indent="0" defTabSz="914400" rtl="0" eaLnBrk="0" fontAlgn="base" latinLnBrk="0" hangingPunct="0">
              <a:lnSpc>
                <a:spcPct val="100000"/>
              </a:lnSpc>
              <a:spcBef>
                <a:spcPct val="30000"/>
              </a:spcBef>
              <a:spcAft>
                <a:spcPct val="0"/>
              </a:spcAft>
              <a:buClrTx/>
              <a:buSzTx/>
              <a:buFontTx/>
              <a:buNone/>
            </a:pPr>
            <a:r>
              <a:rPr kumimoji="0" lang="en-US" altLang="en-US" sz="2400" b="1" i="1" u="none" strike="noStrike" cap="none" normalizeH="0" baseline="0">
                <a:ln>
                  <a:noFill/>
                </a:ln>
                <a:effectLst/>
                <a:latin typeface="+mn-lt"/>
              </a:rPr>
              <a:t># Alter Contacts</a:t>
            </a:r>
          </a:p>
          <a:p>
            <a:pPr marL="0" marR="0" lvl="0" indent="0" defTabSz="914400" rtl="0" eaLnBrk="0" fontAlgn="base" latinLnBrk="0" hangingPunct="0">
              <a:lnSpc>
                <a:spcPct val="100000"/>
              </a:lnSpc>
              <a:spcBef>
                <a:spcPct val="30000"/>
              </a:spcBef>
              <a:spcAft>
                <a:spcPct val="0"/>
              </a:spcAft>
              <a:buClrTx/>
              <a:buSzTx/>
              <a:buFontTx/>
              <a:buNone/>
            </a:pPr>
            <a:r>
              <a:rPr kumimoji="0" lang="en-US" altLang="en-US" sz="2400" i="1" u="none" strike="noStrike" cap="none" normalizeH="0" baseline="0">
                <a:ln>
                  <a:noFill/>
                </a:ln>
                <a:effectLst/>
                <a:latin typeface="+mn-lt"/>
              </a:rPr>
              <a:t> </a:t>
            </a:r>
            <a:r>
              <a:rPr kumimoji="0" lang="en-US" altLang="en-US" sz="2400" i="1" u="none" strike="noStrike" cap="none" normalizeH="0" baseline="0" err="1">
                <a:ln>
                  <a:noFill/>
                </a:ln>
                <a:effectLst/>
                <a:latin typeface="+mn-lt"/>
              </a:rPr>
              <a:t>def</a:t>
            </a:r>
            <a:r>
              <a:rPr kumimoji="0" lang="en-US" altLang="en-US" sz="2400" i="1" u="none" strike="noStrike" cap="none" normalizeH="0" baseline="0">
                <a:ln>
                  <a:noFill/>
                </a:ln>
                <a:effectLst/>
                <a:latin typeface="+mn-lt"/>
              </a:rPr>
              <a:t> </a:t>
            </a:r>
            <a:r>
              <a:rPr kumimoji="0" lang="en-US" altLang="en-US" sz="2400" i="1" u="none" strike="noStrike" cap="none" normalizeH="0" baseline="0" err="1">
                <a:ln>
                  <a:noFill/>
                </a:ln>
                <a:effectLst/>
                <a:latin typeface="+mn-lt"/>
              </a:rPr>
              <a:t>alter_contacts</a:t>
            </a:r>
            <a:r>
              <a:rPr kumimoji="0" lang="en-US" altLang="en-US" sz="2400" i="1" u="none" strike="noStrike" cap="none" normalizeH="0" baseline="0">
                <a:ln>
                  <a:noFill/>
                </a:ln>
                <a:effectLst/>
                <a:latin typeface="+mn-lt"/>
              </a:rPr>
              <a:t>(cur):</a:t>
            </a:r>
          </a:p>
          <a:p>
            <a:pPr marL="0" marR="0" lvl="0" indent="0" defTabSz="914400" rtl="0" eaLnBrk="0" fontAlgn="base" latinLnBrk="0" hangingPunct="0">
              <a:lnSpc>
                <a:spcPct val="100000"/>
              </a:lnSpc>
              <a:spcBef>
                <a:spcPct val="30000"/>
              </a:spcBef>
              <a:spcAft>
                <a:spcPct val="0"/>
              </a:spcAft>
              <a:buClrTx/>
              <a:buSzTx/>
              <a:buFontTx/>
              <a:buNone/>
            </a:pPr>
            <a:r>
              <a:rPr kumimoji="0" lang="en-US" altLang="en-US" sz="2400" i="1" u="none" strike="noStrike" cap="none" normalizeH="0" baseline="0">
                <a:ln>
                  <a:noFill/>
                </a:ln>
                <a:effectLst/>
                <a:latin typeface="+mn-lt"/>
              </a:rPr>
              <a:t>     """Alters data definition of contacts table to add a column""“</a:t>
            </a:r>
          </a:p>
          <a:p>
            <a:pPr marL="0" marR="0" lvl="0" indent="0" defTabSz="914400" rtl="0" eaLnBrk="0" fontAlgn="base" latinLnBrk="0" hangingPunct="0">
              <a:lnSpc>
                <a:spcPct val="100000"/>
              </a:lnSpc>
              <a:spcBef>
                <a:spcPct val="30000"/>
              </a:spcBef>
              <a:spcAft>
                <a:spcPct val="0"/>
              </a:spcAft>
              <a:buClrTx/>
              <a:buSzTx/>
              <a:buFontTx/>
              <a:buNone/>
            </a:pPr>
            <a:r>
              <a:rPr kumimoji="0" lang="en-US" altLang="en-US" sz="2400" i="1" u="none" strike="noStrike" cap="none" normalizeH="0" baseline="0">
                <a:ln>
                  <a:noFill/>
                </a:ln>
                <a:effectLst/>
                <a:latin typeface="+mn-lt"/>
              </a:rPr>
              <a:t> </a:t>
            </a: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Title 1"/>
          <p:cNvSpPr txBox="1"/>
          <p:nvPr/>
        </p:nvSpPr>
        <p:spPr>
          <a:xfrm>
            <a:off x="1787525" y="0"/>
            <a:ext cx="10404475" cy="885825"/>
          </a:xfrm>
          <a:prstGeom prst="rect">
            <a:avLst/>
          </a:prstGeom>
        </p:spPr>
        <p:style>
          <a:lnRef idx="1">
            <a:schemeClr val="accent5"/>
          </a:lnRef>
          <a:fillRef idx="2">
            <a:schemeClr val="accent5"/>
          </a:fillRef>
          <a:effectRef idx="1">
            <a:schemeClr val="accent5"/>
          </a:effectRef>
          <a:fontRef idx="minor">
            <a:schemeClr val="dk1"/>
          </a:fontRef>
        </p:style>
        <p:txBody>
          <a:bodyPr anchor="ctr">
            <a:normAutofit/>
          </a:bodyPr>
          <a:lstStyle/>
          <a:p>
            <a:pPr marL="0" indent="0" algn="ctr">
              <a:buNone/>
            </a:pPr>
            <a:r>
              <a:rPr lang="en-US" sz="3200" b="1"/>
              <a:t>DDL (Data Definition Language)</a:t>
            </a:r>
          </a:p>
        </p:txBody>
      </p:sp>
      <p:pic>
        <p:nvPicPr>
          <p:cNvPr id="37897" name="Picture 9" descr="NI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7526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Date Placeholder 6"/>
          <p:cNvSpPr>
            <a:spLocks noGrp="1"/>
          </p:cNvSpPr>
          <p:nvPr>
            <p:ph type="dt" sz="quarter" idx="10"/>
          </p:nvPr>
        </p:nvSpPr>
        <p:spPr/>
        <p:txBody>
          <a:bodyPr/>
          <a:lstStyle/>
          <a:p>
            <a:pPr>
              <a:defRPr/>
            </a:pPr>
            <a:r>
              <a:rPr lang="en-IN"/>
              <a:t>25-12-2022</a:t>
            </a:r>
            <a:endParaRPr lang="en-US"/>
          </a:p>
        </p:txBody>
      </p:sp>
      <p:sp>
        <p:nvSpPr>
          <p:cNvPr id="9" name="Footer Placeholder 8"/>
          <p:cNvSpPr>
            <a:spLocks noGrp="1"/>
          </p:cNvSpPr>
          <p:nvPr>
            <p:ph type="ftr" sz="quarter" idx="11"/>
          </p:nvPr>
        </p:nvSpPr>
        <p:spPr>
          <a:xfrm>
            <a:off x="3121025" y="6356350"/>
            <a:ext cx="6099175" cy="365125"/>
          </a:xfrm>
        </p:spPr>
        <p:txBody>
          <a:bodyPr/>
          <a:lstStyle/>
          <a:p>
            <a:pPr>
              <a:defRPr/>
            </a:pPr>
            <a:r>
              <a:rPr lang="en-US"/>
              <a:t>Barkha Bhardwaj                    ACSAI0617 Programming For Data Analytics                    UNIT - 3</a:t>
            </a:r>
          </a:p>
        </p:txBody>
      </p:sp>
      <p:sp>
        <p:nvSpPr>
          <p:cNvPr id="37900" name="Slide Number Placeholder 9"/>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CEC4D66-1D44-5F43-ADE2-2B90AF301E62}" type="slidenum">
              <a:rPr lang="en-US" altLang="en-US" sz="1200" smtClean="0">
                <a:solidFill>
                  <a:srgbClr val="898989"/>
                </a:solidFill>
              </a:rPr>
              <a:t>53</a:t>
            </a:fld>
            <a:endParaRPr lang="en-US" altLang="en-US" sz="1200">
              <a:solidFill>
                <a:srgbClr val="898989"/>
              </a:solidFill>
            </a:endParaRPr>
          </a:p>
        </p:txBody>
      </p:sp>
      <p:sp>
        <p:nvSpPr>
          <p:cNvPr id="3" name="Rectangle 1"/>
          <p:cNvSpPr>
            <a:spLocks noGrp="1" noChangeArrowheads="1"/>
          </p:cNvSpPr>
          <p:nvPr>
            <p:ph idx="1"/>
          </p:nvPr>
        </p:nvSpPr>
        <p:spPr bwMode="auto">
          <a:xfrm>
            <a:off x="838200" y="1149025"/>
            <a:ext cx="10896600" cy="53947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31740" rIns="91440" bIns="31740" numCol="1" anchor="ctr" anchorCtr="0" compatLnSpc="1">
            <a:spAutoFit/>
          </a:bodyPr>
          <a:lstStyle/>
          <a:p>
            <a:pPr marL="0" marR="0" lvl="0" indent="0" algn="l" defTabSz="914400" rtl="0" eaLnBrk="0" fontAlgn="base" latinLnBrk="0" hangingPunct="0">
              <a:lnSpc>
                <a:spcPct val="100000"/>
              </a:lnSpc>
              <a:spcBef>
                <a:spcPct val="30000"/>
              </a:spcBef>
              <a:spcAft>
                <a:spcPct val="0"/>
              </a:spcAft>
              <a:buClrTx/>
              <a:buSzTx/>
              <a:buFontTx/>
              <a:buNone/>
            </a:pPr>
            <a:r>
              <a:rPr kumimoji="0" lang="en-US" altLang="en-US" sz="2400" b="1" i="0" u="none" strike="noStrike" cap="none" normalizeH="0" baseline="0">
                <a:ln>
                  <a:noFill/>
                </a:ln>
                <a:effectLst/>
              </a:rPr>
              <a:t>try:</a:t>
            </a:r>
          </a:p>
          <a:p>
            <a:pPr marL="400050" lvl="1" indent="0" algn="just">
              <a:spcBef>
                <a:spcPct val="30000"/>
              </a:spcBef>
              <a:buFontTx/>
              <a:buNone/>
            </a:pPr>
            <a:r>
              <a:rPr kumimoji="0" lang="en-US" altLang="en-US" sz="2000" b="0" i="0" u="none" strike="noStrike" cap="none" normalizeH="0" baseline="0">
                <a:ln>
                  <a:noFill/>
                </a:ln>
                <a:solidFill>
                  <a:srgbClr val="003545"/>
                </a:solidFill>
                <a:effectLst/>
              </a:rPr>
              <a:t> </a:t>
            </a:r>
            <a:r>
              <a:rPr kumimoji="0" lang="en-US" altLang="en-US" sz="2000" i="1" u="none" strike="noStrike" cap="none" normalizeH="0" baseline="0" err="1">
                <a:ln>
                  <a:noFill/>
                </a:ln>
                <a:effectLst/>
              </a:rPr>
              <a:t>cur.execute</a:t>
            </a:r>
            <a:r>
              <a:rPr kumimoji="0" lang="en-US" altLang="en-US" sz="2000" i="1" u="none" strike="noStrike" cap="none" normalizeH="0" baseline="0">
                <a:ln>
                  <a:noFill/>
                </a:ln>
                <a:effectLst/>
              </a:rPr>
              <a:t>("ALTER TABLE </a:t>
            </a:r>
            <a:r>
              <a:rPr kumimoji="0" lang="en-US" altLang="en-US" sz="2000" i="1" u="none" strike="noStrike" cap="none" normalizeH="0" baseline="0" err="1">
                <a:ln>
                  <a:noFill/>
                </a:ln>
                <a:effectLst/>
              </a:rPr>
              <a:t>test.contacts</a:t>
            </a:r>
            <a:r>
              <a:rPr kumimoji="0" lang="en-US" altLang="en-US" sz="2000" i="1" u="none" strike="noStrike" cap="none" normalizeH="0" baseline="0">
                <a:ln>
                  <a:noFill/>
                </a:ln>
                <a:effectLst/>
              </a:rPr>
              <a:t> ADD COLUMN IF NOT EXISTS (</a:t>
            </a:r>
            <a:r>
              <a:rPr kumimoji="0" lang="en-US" altLang="en-US" sz="2000" i="1" u="none" strike="noStrike" cap="none" normalizeH="0" baseline="0" err="1">
                <a:ln>
                  <a:noFill/>
                </a:ln>
                <a:effectLst/>
              </a:rPr>
              <a:t>contact_since</a:t>
            </a:r>
            <a:r>
              <a:rPr kumimoji="0" lang="en-US" altLang="en-US" sz="2000" i="1" u="none" strike="noStrike" cap="none" normalizeH="0" baseline="0">
                <a:ln>
                  <a:noFill/>
                </a:ln>
                <a:effectLst/>
              </a:rPr>
              <a:t> INT)")</a:t>
            </a:r>
          </a:p>
          <a:p>
            <a:pPr marL="0" indent="0" algn="just">
              <a:spcBef>
                <a:spcPct val="30000"/>
              </a:spcBef>
              <a:buFontTx/>
              <a:buNone/>
            </a:pPr>
            <a:r>
              <a:rPr kumimoji="0" lang="en-US" altLang="en-US" sz="2400" b="1" i="1" u="none" strike="noStrike" cap="none" normalizeH="0" baseline="0">
                <a:ln>
                  <a:noFill/>
                </a:ln>
                <a:effectLst/>
              </a:rPr>
              <a:t>except</a:t>
            </a:r>
            <a:r>
              <a:rPr kumimoji="0" lang="en-US" altLang="en-US" sz="2400" i="1" u="none" strike="noStrike" cap="none" normalizeH="0" baseline="0">
                <a:ln>
                  <a:noFill/>
                </a:ln>
                <a:effectLst/>
              </a:rPr>
              <a:t> </a:t>
            </a:r>
            <a:r>
              <a:rPr kumimoji="0" lang="en-US" altLang="en-US" sz="2400" i="1" u="none" strike="noStrike" cap="none" normalizeH="0" baseline="0" err="1">
                <a:ln>
                  <a:noFill/>
                </a:ln>
                <a:effectLst/>
              </a:rPr>
              <a:t>mariadb.Error</a:t>
            </a:r>
            <a:r>
              <a:rPr kumimoji="0" lang="en-US" altLang="en-US" sz="2400" i="1" u="none" strike="noStrike" cap="none" normalizeH="0" baseline="0">
                <a:ln>
                  <a:noFill/>
                </a:ln>
                <a:effectLst/>
              </a:rPr>
              <a:t> </a:t>
            </a:r>
            <a:r>
              <a:rPr kumimoji="0" lang="en-US" altLang="en-US" sz="2400" b="1" i="1" u="none" strike="noStrike" cap="none" normalizeH="0" baseline="0">
                <a:ln>
                  <a:noFill/>
                </a:ln>
                <a:effectLst/>
              </a:rPr>
              <a:t>as</a:t>
            </a:r>
            <a:r>
              <a:rPr kumimoji="0" lang="en-US" altLang="en-US" sz="2400" i="1" u="none" strike="noStrike" cap="none" normalizeH="0" baseline="0">
                <a:ln>
                  <a:noFill/>
                </a:ln>
                <a:effectLst/>
              </a:rPr>
              <a:t> e: </a:t>
            </a:r>
          </a:p>
          <a:p>
            <a:pPr marL="400050" lvl="1" indent="0" algn="just">
              <a:spcBef>
                <a:spcPct val="30000"/>
              </a:spcBef>
              <a:buFontTx/>
              <a:buNone/>
            </a:pPr>
            <a:r>
              <a:rPr kumimoji="0" lang="en-US" altLang="en-US" sz="2000" i="1" u="none" strike="noStrike" cap="none" normalizeH="0" baseline="0">
                <a:ln>
                  <a:noFill/>
                </a:ln>
                <a:effectLst/>
              </a:rPr>
              <a:t>print(</a:t>
            </a:r>
            <a:r>
              <a:rPr kumimoji="0" lang="en-US" altLang="en-US" sz="2000" i="1" u="none" strike="noStrike" cap="none" normalizeH="0" baseline="0" err="1">
                <a:ln>
                  <a:noFill/>
                </a:ln>
                <a:effectLst/>
              </a:rPr>
              <a:t>f"Error</a:t>
            </a:r>
            <a:r>
              <a:rPr kumimoji="0" lang="en-US" altLang="en-US" sz="2000" i="1" u="none" strike="noStrike" cap="none" normalizeH="0" baseline="0">
                <a:ln>
                  <a:noFill/>
                </a:ln>
                <a:effectLst/>
              </a:rPr>
              <a:t> altering contacts: {e}") </a:t>
            </a:r>
          </a:p>
          <a:p>
            <a:pPr marL="400050" lvl="1" indent="0" algn="just">
              <a:spcBef>
                <a:spcPct val="30000"/>
              </a:spcBef>
              <a:buFontTx/>
              <a:buNone/>
            </a:pPr>
            <a:r>
              <a:rPr kumimoji="0" lang="en-US" altLang="en-US" sz="2000" i="1" u="none" strike="noStrike" cap="none" normalizeH="0" baseline="0" err="1">
                <a:ln>
                  <a:noFill/>
                </a:ln>
                <a:effectLst/>
              </a:rPr>
              <a:t>conn.close</a:t>
            </a:r>
            <a:r>
              <a:rPr kumimoji="0" lang="en-US" altLang="en-US" sz="2000" i="1" u="none" strike="noStrike" cap="none" normalizeH="0" baseline="0">
                <a:ln>
                  <a:noFill/>
                </a:ln>
                <a:effectLst/>
              </a:rPr>
              <a:t>()</a:t>
            </a:r>
          </a:p>
          <a:p>
            <a:pPr marL="400050" lvl="1" indent="0" algn="just">
              <a:spcBef>
                <a:spcPct val="30000"/>
              </a:spcBef>
              <a:buFontTx/>
              <a:buNone/>
            </a:pPr>
            <a:r>
              <a:rPr kumimoji="0" lang="en-US" altLang="en-US" sz="2000" i="1" u="none" strike="noStrike" cap="none" normalizeH="0" baseline="0">
                <a:ln>
                  <a:noFill/>
                </a:ln>
                <a:effectLst/>
              </a:rPr>
              <a:t> </a:t>
            </a:r>
            <a:r>
              <a:rPr kumimoji="0" lang="en-US" altLang="en-US" sz="2000" i="1" u="none" strike="noStrike" cap="none" normalizeH="0" baseline="0" err="1">
                <a:ln>
                  <a:noFill/>
                </a:ln>
                <a:effectLst/>
              </a:rPr>
              <a:t>sys.exit</a:t>
            </a:r>
            <a:r>
              <a:rPr kumimoji="0" lang="en-US" altLang="en-US" sz="2000" i="1" u="none" strike="noStrike" cap="none" normalizeH="0" baseline="0">
                <a:ln>
                  <a:noFill/>
                </a:ln>
                <a:effectLst/>
              </a:rPr>
              <a:t>(1)</a:t>
            </a:r>
          </a:p>
          <a:p>
            <a:pPr marL="0" marR="0" lvl="0" indent="0" algn="l" defTabSz="914400" rtl="0" eaLnBrk="0" fontAlgn="base" latinLnBrk="0" hangingPunct="0">
              <a:lnSpc>
                <a:spcPct val="100000"/>
              </a:lnSpc>
              <a:spcBef>
                <a:spcPct val="30000"/>
              </a:spcBef>
              <a:spcAft>
                <a:spcPct val="0"/>
              </a:spcAft>
              <a:buClrTx/>
              <a:buSzTx/>
              <a:buFontTx/>
              <a:buNone/>
            </a:pPr>
            <a:r>
              <a:rPr kumimoji="0" lang="en-US" altLang="en-US" sz="2400" i="1" u="none" strike="noStrike" cap="none" normalizeH="0" baseline="0">
                <a:ln>
                  <a:noFill/>
                </a:ln>
                <a:effectLst/>
              </a:rPr>
              <a:t> # Instantiate Connection</a:t>
            </a:r>
          </a:p>
          <a:p>
            <a:pPr marL="0" marR="0" lvl="0" indent="0" algn="l" defTabSz="914400" rtl="0" eaLnBrk="0" fontAlgn="base" latinLnBrk="0" hangingPunct="0">
              <a:lnSpc>
                <a:spcPct val="100000"/>
              </a:lnSpc>
              <a:spcBef>
                <a:spcPct val="30000"/>
              </a:spcBef>
              <a:spcAft>
                <a:spcPct val="0"/>
              </a:spcAft>
              <a:buClrTx/>
              <a:buSzTx/>
              <a:buFontTx/>
              <a:buNone/>
            </a:pPr>
            <a:r>
              <a:rPr kumimoji="0" lang="en-US" altLang="en-US" sz="2400" b="1" i="1" u="none" strike="noStrike" cap="none" normalizeH="0" baseline="0">
                <a:ln>
                  <a:noFill/>
                </a:ln>
                <a:effectLst/>
              </a:rPr>
              <a:t> try: </a:t>
            </a:r>
          </a:p>
          <a:p>
            <a:pPr marL="0" marR="0" lvl="0" indent="0" algn="l" defTabSz="914400" rtl="0" eaLnBrk="0" fontAlgn="base" latinLnBrk="0" hangingPunct="0">
              <a:lnSpc>
                <a:spcPct val="100000"/>
              </a:lnSpc>
              <a:spcBef>
                <a:spcPct val="30000"/>
              </a:spcBef>
              <a:spcAft>
                <a:spcPct val="0"/>
              </a:spcAft>
              <a:buClrTx/>
              <a:buSzTx/>
              <a:buFontTx/>
              <a:buNone/>
            </a:pPr>
            <a:r>
              <a:rPr kumimoji="0" lang="en-US" altLang="en-US" sz="2400" i="1" u="none" strike="noStrike" cap="none" normalizeH="0" baseline="0">
                <a:ln>
                  <a:noFill/>
                </a:ln>
                <a:effectLst/>
              </a:rPr>
              <a:t>conn = </a:t>
            </a:r>
            <a:r>
              <a:rPr kumimoji="0" lang="en-US" altLang="en-US" sz="2400" i="1" u="none" strike="noStrike" cap="none" normalizeH="0" baseline="0" err="1">
                <a:ln>
                  <a:noFill/>
                </a:ln>
                <a:effectLst/>
              </a:rPr>
              <a:t>mariadb.connect</a:t>
            </a:r>
            <a:endParaRPr kumimoji="0" lang="en-US" altLang="en-US" sz="2400" i="1" u="none" strike="noStrike" cap="none" normalizeH="0" baseline="0">
              <a:ln>
                <a:noFill/>
              </a:ln>
              <a:effectLst/>
            </a:endParaRPr>
          </a:p>
          <a:p>
            <a:pPr marL="0" marR="0" lvl="0" indent="0" algn="l" defTabSz="914400" rtl="0" eaLnBrk="0" fontAlgn="base" latinLnBrk="0" hangingPunct="0">
              <a:lnSpc>
                <a:spcPct val="100000"/>
              </a:lnSpc>
              <a:spcBef>
                <a:spcPct val="30000"/>
              </a:spcBef>
              <a:spcAft>
                <a:spcPct val="0"/>
              </a:spcAft>
              <a:buClrTx/>
              <a:buSzTx/>
              <a:buFontTx/>
              <a:buNone/>
            </a:pPr>
            <a:r>
              <a:rPr kumimoji="0" lang="en-US" altLang="en-US" sz="2400" i="1" u="none" strike="noStrike" cap="none" normalizeH="0" baseline="0">
                <a:ln>
                  <a:noFill/>
                </a:ln>
                <a:effectLst/>
              </a:rPr>
              <a:t>( host="SKYSQL_SERVICE.mdb0000001.db.skysql.net",</a:t>
            </a:r>
          </a:p>
          <a:p>
            <a:pPr marL="0" marR="0" lvl="0" indent="0" algn="l" defTabSz="914400" rtl="0" eaLnBrk="0" fontAlgn="base" latinLnBrk="0" hangingPunct="0">
              <a:lnSpc>
                <a:spcPct val="100000"/>
              </a:lnSpc>
              <a:spcBef>
                <a:spcPct val="30000"/>
              </a:spcBef>
              <a:spcAft>
                <a:spcPct val="0"/>
              </a:spcAft>
              <a:buClrTx/>
              <a:buSzTx/>
              <a:buFontTx/>
              <a:buNone/>
            </a:pPr>
            <a:r>
              <a:rPr kumimoji="0" lang="en-US" altLang="en-US" sz="2400" i="1" u="none" strike="noStrike" cap="none" normalizeH="0" baseline="0">
                <a:ln>
                  <a:noFill/>
                </a:ln>
                <a:effectLst/>
              </a:rPr>
              <a:t>port=5009,</a:t>
            </a:r>
          </a:p>
          <a:p>
            <a:pPr marL="0" marR="0" lvl="0" indent="0" algn="l" defTabSz="914400" rtl="0" eaLnBrk="0" fontAlgn="base" latinLnBrk="0" hangingPunct="0">
              <a:lnSpc>
                <a:spcPct val="100000"/>
              </a:lnSpc>
              <a:spcBef>
                <a:spcPct val="30000"/>
              </a:spcBef>
              <a:spcAft>
                <a:spcPct val="0"/>
              </a:spcAft>
              <a:buClrTx/>
              <a:buSzTx/>
              <a:buFontTx/>
              <a:buNone/>
            </a:pPr>
            <a:r>
              <a:rPr kumimoji="0" lang="en-US" altLang="en-US" sz="2400" i="1" u="none" strike="noStrike" cap="none" normalizeH="0" baseline="0">
                <a:ln>
                  <a:noFill/>
                </a:ln>
                <a:effectLst/>
              </a:rPr>
              <a:t> </a:t>
            </a: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Title 1"/>
          <p:cNvSpPr txBox="1"/>
          <p:nvPr/>
        </p:nvSpPr>
        <p:spPr>
          <a:xfrm>
            <a:off x="1787525" y="0"/>
            <a:ext cx="10404475" cy="885825"/>
          </a:xfrm>
          <a:prstGeom prst="rect">
            <a:avLst/>
          </a:prstGeom>
        </p:spPr>
        <p:style>
          <a:lnRef idx="1">
            <a:schemeClr val="accent5"/>
          </a:lnRef>
          <a:fillRef idx="2">
            <a:schemeClr val="accent5"/>
          </a:fillRef>
          <a:effectRef idx="1">
            <a:schemeClr val="accent5"/>
          </a:effectRef>
          <a:fontRef idx="minor">
            <a:schemeClr val="dk1"/>
          </a:fontRef>
        </p:style>
        <p:txBody>
          <a:bodyPr anchor="ctr">
            <a:normAutofit/>
          </a:bodyPr>
          <a:lstStyle/>
          <a:p>
            <a:pPr marL="0" indent="0" algn="ctr">
              <a:buNone/>
            </a:pPr>
            <a:r>
              <a:rPr lang="en-US" sz="3200" b="1"/>
              <a:t>DDL (Data Definition Language)</a:t>
            </a:r>
          </a:p>
        </p:txBody>
      </p:sp>
      <p:pic>
        <p:nvPicPr>
          <p:cNvPr id="37897" name="Picture 9" descr="NI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7526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Date Placeholder 6"/>
          <p:cNvSpPr>
            <a:spLocks noGrp="1"/>
          </p:cNvSpPr>
          <p:nvPr>
            <p:ph type="dt" sz="quarter" idx="10"/>
          </p:nvPr>
        </p:nvSpPr>
        <p:spPr/>
        <p:txBody>
          <a:bodyPr/>
          <a:lstStyle/>
          <a:p>
            <a:pPr>
              <a:defRPr/>
            </a:pPr>
            <a:r>
              <a:rPr lang="en-IN"/>
              <a:t>25-12-2022</a:t>
            </a:r>
            <a:endParaRPr lang="en-US"/>
          </a:p>
        </p:txBody>
      </p:sp>
      <p:sp>
        <p:nvSpPr>
          <p:cNvPr id="9" name="Footer Placeholder 8"/>
          <p:cNvSpPr>
            <a:spLocks noGrp="1"/>
          </p:cNvSpPr>
          <p:nvPr>
            <p:ph type="ftr" sz="quarter" idx="11"/>
          </p:nvPr>
        </p:nvSpPr>
        <p:spPr>
          <a:xfrm>
            <a:off x="3121025" y="6356350"/>
            <a:ext cx="6099175" cy="365125"/>
          </a:xfrm>
        </p:spPr>
        <p:txBody>
          <a:bodyPr/>
          <a:lstStyle/>
          <a:p>
            <a:pPr>
              <a:defRPr/>
            </a:pPr>
            <a:r>
              <a:rPr lang="en-US"/>
              <a:t>Barkha Bhardwaj                    ACSAI0617 Programming For Data Analytics                    UNIT - 3</a:t>
            </a:r>
          </a:p>
        </p:txBody>
      </p:sp>
      <p:sp>
        <p:nvSpPr>
          <p:cNvPr id="37900" name="Slide Number Placeholder 9"/>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CEC4D66-1D44-5F43-ADE2-2B90AF301E62}" type="slidenum">
              <a:rPr lang="en-US" altLang="en-US" sz="1200" smtClean="0">
                <a:solidFill>
                  <a:srgbClr val="898989"/>
                </a:solidFill>
              </a:rPr>
              <a:t>54</a:t>
            </a:fld>
            <a:endParaRPr lang="en-US" altLang="en-US" sz="1200">
              <a:solidFill>
                <a:srgbClr val="898989"/>
              </a:solidFill>
            </a:endParaRPr>
          </a:p>
        </p:txBody>
      </p:sp>
      <p:sp>
        <p:nvSpPr>
          <p:cNvPr id="3" name="Rectangle 1"/>
          <p:cNvSpPr>
            <a:spLocks noGrp="1" noChangeArrowheads="1"/>
          </p:cNvSpPr>
          <p:nvPr>
            <p:ph idx="1"/>
          </p:nvPr>
        </p:nvSpPr>
        <p:spPr bwMode="auto">
          <a:xfrm>
            <a:off x="990600" y="1103213"/>
            <a:ext cx="10972800" cy="52347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31740" rIns="91440" bIns="31740" numCol="1" anchor="ctr" anchorCtr="0" compatLnSpc="1">
            <a:spAutoFit/>
          </a:bodyPr>
          <a:lstStyle>
            <a:lvl1pPr>
              <a:spcBef>
                <a:spcPct val="30000"/>
              </a:spcBef>
              <a:defRPr sz="1200">
                <a:solidFill>
                  <a:schemeClr val="tx1"/>
                </a:solidFill>
                <a:latin typeface="Arial" panose="020B0604020202020204" pitchFamily="34" charset="0"/>
              </a:defRPr>
            </a:lvl1pPr>
            <a:lvl2pPr>
              <a:spcBef>
                <a:spcPct val="30000"/>
              </a:spcBef>
              <a:defRPr sz="1200">
                <a:solidFill>
                  <a:schemeClr val="tx1"/>
                </a:solidFill>
                <a:latin typeface="Arial" panose="020B0604020202020204" pitchFamily="34" charset="0"/>
              </a:defRPr>
            </a:lvl2pPr>
            <a:lvl3pPr>
              <a:spcBef>
                <a:spcPct val="30000"/>
              </a:spcBef>
              <a:defRPr sz="1200">
                <a:solidFill>
                  <a:schemeClr val="tx1"/>
                </a:solidFill>
                <a:latin typeface="Arial" panose="020B0604020202020204" pitchFamily="34" charset="0"/>
              </a:defRPr>
            </a:lvl3pPr>
            <a:lvl4pPr>
              <a:spcBef>
                <a:spcPct val="30000"/>
              </a:spcBef>
              <a:defRPr sz="1200">
                <a:solidFill>
                  <a:schemeClr val="tx1"/>
                </a:solidFill>
                <a:latin typeface="Arial" panose="020B0604020202020204" pitchFamily="34" charset="0"/>
              </a:defRPr>
            </a:lvl4pPr>
            <a:lvl5pPr>
              <a:spcBef>
                <a:spcPct val="30000"/>
              </a:spcBef>
              <a:defRPr sz="1200">
                <a:solidFill>
                  <a:schemeClr val="tx1"/>
                </a:solidFill>
                <a:latin typeface="Arial" panose="020B0604020202020204" pitchFamily="34" charset="0"/>
              </a:defRPr>
            </a:lvl5pPr>
            <a:lvl6pPr eaLnBrk="0" fontAlgn="base" hangingPunct="0">
              <a:spcBef>
                <a:spcPct val="30000"/>
              </a:spcBef>
              <a:spcAft>
                <a:spcPct val="0"/>
              </a:spcAft>
              <a:defRPr sz="1200">
                <a:solidFill>
                  <a:schemeClr val="tx1"/>
                </a:solidFill>
                <a:latin typeface="Arial" panose="020B0604020202020204" pitchFamily="34" charset="0"/>
              </a:defRPr>
            </a:lvl6pPr>
            <a:lvl7pPr eaLnBrk="0" fontAlgn="base" hangingPunct="0">
              <a:spcBef>
                <a:spcPct val="30000"/>
              </a:spcBef>
              <a:spcAft>
                <a:spcPct val="0"/>
              </a:spcAft>
              <a:defRPr sz="1200">
                <a:solidFill>
                  <a:schemeClr val="tx1"/>
                </a:solidFill>
                <a:latin typeface="Arial" panose="020B0604020202020204" pitchFamily="34" charset="0"/>
              </a:defRPr>
            </a:lvl7pPr>
            <a:lvl8pPr eaLnBrk="0" fontAlgn="base" hangingPunct="0">
              <a:spcBef>
                <a:spcPct val="30000"/>
              </a:spcBef>
              <a:spcAft>
                <a:spcPct val="0"/>
              </a:spcAft>
              <a:defRPr sz="1200">
                <a:solidFill>
                  <a:schemeClr val="tx1"/>
                </a:solidFill>
                <a:latin typeface="Arial" panose="020B0604020202020204" pitchFamily="34" charset="0"/>
              </a:defRPr>
            </a:lvl8pPr>
            <a:lvl9pPr eaLnBrk="0" fontAlgn="base" hangingPunct="0">
              <a:spcBef>
                <a:spcPct val="30000"/>
              </a:spcBef>
              <a:spcAft>
                <a:spcPct val="0"/>
              </a:spcAft>
              <a:defRPr sz="1200">
                <a:solidFill>
                  <a:schemeClr val="tx1"/>
                </a:solidFill>
                <a:latin typeface="Arial" panose="020B0604020202020204" pitchFamily="34" charset="0"/>
              </a:defRPr>
            </a:lvl9pPr>
          </a:lstStyle>
          <a:p>
            <a:pPr marL="400050" lvl="1" indent="0">
              <a:buFontTx/>
              <a:buNone/>
            </a:pPr>
            <a:r>
              <a:rPr kumimoji="0" lang="en-US" altLang="en-US" sz="2400" i="0" u="none" strike="noStrike" cap="none" normalizeH="0" baseline="0" err="1">
                <a:ln>
                  <a:noFill/>
                </a:ln>
                <a:effectLst/>
                <a:latin typeface="+mn-lt"/>
              </a:rPr>
              <a:t>ssl_ca</a:t>
            </a:r>
            <a:r>
              <a:rPr kumimoji="0" lang="en-US" altLang="en-US" sz="2400" i="0" u="none" strike="noStrike" cap="none" normalizeH="0" baseline="0">
                <a:ln>
                  <a:noFill/>
                </a:ln>
                <a:effectLst/>
                <a:latin typeface="+mn-lt"/>
              </a:rPr>
              <a:t>="/path/to/</a:t>
            </a:r>
            <a:r>
              <a:rPr kumimoji="0" lang="en-US" altLang="en-US" sz="2400" i="0" u="none" strike="noStrike" cap="none" normalizeH="0" baseline="0" err="1">
                <a:ln>
                  <a:noFill/>
                </a:ln>
                <a:effectLst/>
                <a:latin typeface="+mn-lt"/>
              </a:rPr>
              <a:t>skysql_chain.pem</a:t>
            </a:r>
            <a:r>
              <a:rPr kumimoji="0" lang="en-US" altLang="en-US" sz="2400" i="0" u="none" strike="noStrike" cap="none" normalizeH="0" baseline="0">
                <a:ln>
                  <a:noFill/>
                </a:ln>
                <a:effectLst/>
                <a:latin typeface="+mn-lt"/>
              </a:rPr>
              <a:t>", </a:t>
            </a:r>
          </a:p>
          <a:p>
            <a:pPr marL="400050" lvl="1" indent="0">
              <a:buFontTx/>
              <a:buNone/>
            </a:pPr>
            <a:r>
              <a:rPr kumimoji="0" lang="en-US" altLang="en-US" sz="2400" i="0" u="none" strike="noStrike" cap="none" normalizeH="0" baseline="0">
                <a:ln>
                  <a:noFill/>
                </a:ln>
                <a:effectLst/>
                <a:latin typeface="+mn-lt"/>
              </a:rPr>
              <a:t>user="DB00000001", </a:t>
            </a:r>
          </a:p>
          <a:p>
            <a:pPr marL="400050" lvl="1" indent="0">
              <a:buFontTx/>
              <a:buNone/>
            </a:pPr>
            <a:r>
              <a:rPr kumimoji="0" lang="en-US" altLang="en-US" sz="2400" i="0" u="none" strike="noStrike" cap="none" normalizeH="0" baseline="0">
                <a:ln>
                  <a:noFill/>
                </a:ln>
                <a:effectLst/>
                <a:latin typeface="+mn-lt"/>
              </a:rPr>
              <a:t>password="USER_PASSWORD") </a:t>
            </a:r>
          </a:p>
          <a:p>
            <a:pPr marL="0" marR="0" lvl="0" indent="0" algn="l" defTabSz="914400" rtl="0" eaLnBrk="0" fontAlgn="base" latinLnBrk="0" hangingPunct="0">
              <a:lnSpc>
                <a:spcPct val="100000"/>
              </a:lnSpc>
              <a:spcBef>
                <a:spcPct val="30000"/>
              </a:spcBef>
              <a:spcAft>
                <a:spcPct val="0"/>
              </a:spcAft>
              <a:buClrTx/>
              <a:buSzTx/>
              <a:buFontTx/>
              <a:buNone/>
            </a:pPr>
            <a:r>
              <a:rPr kumimoji="0" lang="en-US" altLang="en-US" sz="2400" b="1" i="0" u="none" strike="noStrike" cap="none" normalizeH="0" baseline="0">
                <a:ln>
                  <a:noFill/>
                </a:ln>
                <a:effectLst/>
                <a:latin typeface="+mn-lt"/>
              </a:rPr>
              <a:t>except</a:t>
            </a:r>
            <a:r>
              <a:rPr kumimoji="0" lang="en-US" altLang="en-US" sz="2400" i="0" u="none" strike="noStrike" cap="none" normalizeH="0" baseline="0">
                <a:ln>
                  <a:noFill/>
                </a:ln>
                <a:effectLst/>
                <a:latin typeface="+mn-lt"/>
              </a:rPr>
              <a:t> </a:t>
            </a:r>
            <a:r>
              <a:rPr kumimoji="0" lang="en-US" altLang="en-US" sz="2400" i="0" u="none" strike="noStrike" cap="none" normalizeH="0" baseline="0" err="1">
                <a:ln>
                  <a:noFill/>
                </a:ln>
                <a:effectLst/>
                <a:latin typeface="+mn-lt"/>
              </a:rPr>
              <a:t>mariadb.Error</a:t>
            </a:r>
            <a:r>
              <a:rPr kumimoji="0" lang="en-US" altLang="en-US" sz="2400" i="0" u="none" strike="noStrike" cap="none" normalizeH="0" baseline="0">
                <a:ln>
                  <a:noFill/>
                </a:ln>
                <a:effectLst/>
                <a:latin typeface="+mn-lt"/>
              </a:rPr>
              <a:t> </a:t>
            </a:r>
            <a:r>
              <a:rPr kumimoji="0" lang="en-US" altLang="en-US" sz="2400" b="1" i="0" u="none" strike="noStrike" cap="none" normalizeH="0" baseline="0">
                <a:ln>
                  <a:noFill/>
                </a:ln>
                <a:effectLst/>
                <a:latin typeface="+mn-lt"/>
              </a:rPr>
              <a:t>as</a:t>
            </a:r>
            <a:r>
              <a:rPr kumimoji="0" lang="en-US" altLang="en-US" sz="2400" i="0" u="none" strike="noStrike" cap="none" normalizeH="0" baseline="0">
                <a:ln>
                  <a:noFill/>
                </a:ln>
                <a:effectLst/>
                <a:latin typeface="+mn-lt"/>
              </a:rPr>
              <a:t> e: </a:t>
            </a:r>
          </a:p>
          <a:p>
            <a:pPr marL="0" marR="0" lvl="0" indent="0" algn="l" defTabSz="914400" rtl="0" eaLnBrk="0" fontAlgn="base" latinLnBrk="0" hangingPunct="0">
              <a:lnSpc>
                <a:spcPct val="100000"/>
              </a:lnSpc>
              <a:spcBef>
                <a:spcPct val="30000"/>
              </a:spcBef>
              <a:spcAft>
                <a:spcPct val="0"/>
              </a:spcAft>
              <a:buClrTx/>
              <a:buSzTx/>
              <a:buFontTx/>
              <a:buNone/>
            </a:pPr>
            <a:r>
              <a:rPr kumimoji="0" lang="en-US" altLang="en-US" sz="2400" i="0" u="none" strike="noStrike" cap="none" normalizeH="0" baseline="0">
                <a:ln>
                  <a:noFill/>
                </a:ln>
                <a:effectLst/>
                <a:latin typeface="+mn-lt"/>
              </a:rPr>
              <a:t>print(</a:t>
            </a:r>
            <a:r>
              <a:rPr kumimoji="0" lang="en-US" altLang="en-US" sz="2400" i="0" u="none" strike="noStrike" cap="none" normalizeH="0" baseline="0" err="1">
                <a:ln>
                  <a:noFill/>
                </a:ln>
                <a:effectLst/>
                <a:latin typeface="+mn-lt"/>
              </a:rPr>
              <a:t>f"Error</a:t>
            </a:r>
            <a:r>
              <a:rPr kumimoji="0" lang="en-US" altLang="en-US" sz="2400" i="0" u="none" strike="noStrike" cap="none" normalizeH="0" baseline="0">
                <a:ln>
                  <a:noFill/>
                </a:ln>
                <a:effectLst/>
                <a:latin typeface="+mn-lt"/>
              </a:rPr>
              <a:t> connecting to the database: {e}")</a:t>
            </a:r>
          </a:p>
          <a:p>
            <a:pPr marL="0" marR="0" lvl="0" indent="0" algn="l" defTabSz="914400" rtl="0" eaLnBrk="0" fontAlgn="base" latinLnBrk="0" hangingPunct="0">
              <a:lnSpc>
                <a:spcPct val="100000"/>
              </a:lnSpc>
              <a:spcBef>
                <a:spcPct val="30000"/>
              </a:spcBef>
              <a:spcAft>
                <a:spcPct val="0"/>
              </a:spcAft>
              <a:buClrTx/>
              <a:buSzTx/>
              <a:buFontTx/>
              <a:buNone/>
            </a:pPr>
            <a:r>
              <a:rPr kumimoji="0" lang="en-US" altLang="en-US" sz="2400" i="0" u="none" strike="noStrike" cap="none" normalizeH="0" baseline="0">
                <a:ln>
                  <a:noFill/>
                </a:ln>
                <a:effectLst/>
                <a:latin typeface="+mn-lt"/>
              </a:rPr>
              <a:t> </a:t>
            </a:r>
            <a:r>
              <a:rPr kumimoji="0" lang="en-US" altLang="en-US" sz="2400" i="0" u="none" strike="noStrike" cap="none" normalizeH="0" baseline="0" err="1">
                <a:ln>
                  <a:noFill/>
                </a:ln>
                <a:effectLst/>
                <a:latin typeface="+mn-lt"/>
              </a:rPr>
              <a:t>sys.exit</a:t>
            </a:r>
            <a:r>
              <a:rPr kumimoji="0" lang="en-US" altLang="en-US" sz="2400" i="0" u="none" strike="noStrike" cap="none" normalizeH="0" baseline="0">
                <a:ln>
                  <a:noFill/>
                </a:ln>
                <a:effectLst/>
                <a:latin typeface="+mn-lt"/>
              </a:rPr>
              <a:t>(1)</a:t>
            </a:r>
          </a:p>
          <a:p>
            <a:pPr marL="0" marR="0" lvl="0" indent="0" algn="l" defTabSz="914400" rtl="0" eaLnBrk="0" fontAlgn="base" latinLnBrk="0" hangingPunct="0">
              <a:lnSpc>
                <a:spcPct val="100000"/>
              </a:lnSpc>
              <a:spcBef>
                <a:spcPct val="30000"/>
              </a:spcBef>
              <a:spcAft>
                <a:spcPct val="0"/>
              </a:spcAft>
              <a:buClrTx/>
              <a:buSzTx/>
              <a:buFontTx/>
              <a:buNone/>
            </a:pPr>
            <a:r>
              <a:rPr kumimoji="0" lang="en-US" altLang="en-US" sz="2400" i="0" u="none" strike="noStrike" cap="none" normalizeH="0" baseline="0">
                <a:ln>
                  <a:noFill/>
                </a:ln>
                <a:effectLst/>
                <a:latin typeface="+mn-lt"/>
              </a:rPr>
              <a:t> </a:t>
            </a:r>
            <a:r>
              <a:rPr kumimoji="0" lang="en-US" altLang="en-US" sz="2400" b="1" i="1" u="none" strike="noStrike" cap="none" normalizeH="0" baseline="0">
                <a:ln>
                  <a:noFill/>
                </a:ln>
                <a:effectLst/>
                <a:latin typeface="+mn-lt"/>
              </a:rPr>
              <a:t># Instantiate Cursor</a:t>
            </a:r>
            <a:r>
              <a:rPr kumimoji="0" lang="en-US" altLang="en-US" sz="2400" b="1" i="0" u="none" strike="noStrike" cap="none" normalizeH="0" baseline="0">
                <a:ln>
                  <a:noFill/>
                </a:ln>
                <a:effectLst/>
                <a:latin typeface="+mn-lt"/>
              </a:rPr>
              <a:t> </a:t>
            </a:r>
          </a:p>
          <a:p>
            <a:pPr marL="400050" lvl="1" indent="0" algn="just">
              <a:buFontTx/>
              <a:buNone/>
            </a:pPr>
            <a:r>
              <a:rPr kumimoji="0" lang="en-US" altLang="en-US" sz="2400" i="0" u="none" strike="noStrike" cap="none" normalizeH="0" baseline="0">
                <a:ln>
                  <a:noFill/>
                </a:ln>
                <a:effectLst/>
                <a:latin typeface="+mn-lt"/>
              </a:rPr>
              <a:t>cur = </a:t>
            </a:r>
            <a:r>
              <a:rPr kumimoji="0" lang="en-US" altLang="en-US" sz="2400" i="0" u="none" strike="noStrike" cap="none" normalizeH="0" baseline="0" err="1">
                <a:ln>
                  <a:noFill/>
                </a:ln>
                <a:effectLst/>
                <a:latin typeface="+mn-lt"/>
              </a:rPr>
              <a:t>conn.cursor</a:t>
            </a:r>
            <a:r>
              <a:rPr kumimoji="0" lang="en-US" altLang="en-US" sz="2400" i="0" u="none" strike="noStrike" cap="none" normalizeH="0" baseline="0">
                <a:ln>
                  <a:noFill/>
                </a:ln>
                <a:effectLst/>
                <a:latin typeface="+mn-lt"/>
              </a:rPr>
              <a:t>()</a:t>
            </a:r>
          </a:p>
          <a:p>
            <a:pPr marL="400050" lvl="1" indent="0" algn="just">
              <a:buFontTx/>
              <a:buNone/>
            </a:pPr>
            <a:r>
              <a:rPr kumimoji="0" lang="en-US" altLang="en-US" sz="2400" i="0" u="none" strike="noStrike" cap="none" normalizeH="0" baseline="0">
                <a:ln>
                  <a:noFill/>
                </a:ln>
                <a:effectLst/>
                <a:latin typeface="+mn-lt"/>
              </a:rPr>
              <a:t> </a:t>
            </a:r>
            <a:r>
              <a:rPr kumimoji="0" lang="en-US" altLang="en-US" sz="2400" i="0" u="none" strike="noStrike" cap="none" normalizeH="0" baseline="0" err="1">
                <a:ln>
                  <a:noFill/>
                </a:ln>
                <a:effectLst/>
                <a:latin typeface="+mn-lt"/>
              </a:rPr>
              <a:t>alter_contacts</a:t>
            </a:r>
            <a:r>
              <a:rPr kumimoji="0" lang="en-US" altLang="en-US" sz="2400" i="0" u="none" strike="noStrike" cap="none" normalizeH="0" baseline="0">
                <a:ln>
                  <a:noFill/>
                </a:ln>
                <a:effectLst/>
                <a:latin typeface="+mn-lt"/>
              </a:rPr>
              <a:t>(cur) </a:t>
            </a:r>
          </a:p>
          <a:p>
            <a:pPr marL="0" marR="0" lvl="0" indent="0" algn="l" defTabSz="914400" rtl="0" eaLnBrk="0" fontAlgn="base" latinLnBrk="0" hangingPunct="0">
              <a:lnSpc>
                <a:spcPct val="100000"/>
              </a:lnSpc>
              <a:spcBef>
                <a:spcPct val="30000"/>
              </a:spcBef>
              <a:spcAft>
                <a:spcPct val="0"/>
              </a:spcAft>
              <a:buClrTx/>
              <a:buSzTx/>
              <a:buFontTx/>
              <a:buNone/>
            </a:pPr>
            <a:r>
              <a:rPr kumimoji="0" lang="en-US" altLang="en-US" sz="2400" b="1" i="1" u="none" strike="noStrike" cap="none" normalizeH="0" baseline="0">
                <a:ln>
                  <a:noFill/>
                </a:ln>
                <a:effectLst/>
                <a:latin typeface="+mn-lt"/>
              </a:rPr>
              <a:t># Close Connection</a:t>
            </a:r>
            <a:r>
              <a:rPr kumimoji="0" lang="en-US" altLang="en-US" sz="2400" b="1" i="0" u="none" strike="noStrike" cap="none" normalizeH="0" baseline="0">
                <a:ln>
                  <a:noFill/>
                </a:ln>
                <a:effectLst/>
                <a:latin typeface="+mn-lt"/>
              </a:rPr>
              <a:t> </a:t>
            </a:r>
          </a:p>
          <a:p>
            <a:pPr marL="400050" lvl="1" indent="0">
              <a:buFontTx/>
              <a:buNone/>
            </a:pPr>
            <a:r>
              <a:rPr kumimoji="0" lang="en-US" altLang="en-US" sz="2400" i="0" u="none" strike="noStrike" cap="none" normalizeH="0" baseline="0" err="1">
                <a:ln>
                  <a:noFill/>
                </a:ln>
                <a:effectLst/>
                <a:latin typeface="+mn-lt"/>
              </a:rPr>
              <a:t>conn.close</a:t>
            </a:r>
            <a:r>
              <a:rPr kumimoji="0" lang="en-US" altLang="en-US" sz="2400" i="0" u="none" strike="noStrike" cap="none" normalizeH="0" baseline="0">
                <a:ln>
                  <a:noFill/>
                </a:ln>
                <a:effectLst/>
                <a:latin typeface="+mn-lt"/>
              </a:rPr>
              <a:t>() </a:t>
            </a: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Title 1"/>
          <p:cNvSpPr txBox="1"/>
          <p:nvPr/>
        </p:nvSpPr>
        <p:spPr>
          <a:xfrm>
            <a:off x="1787525" y="0"/>
            <a:ext cx="10404475" cy="885825"/>
          </a:xfrm>
          <a:prstGeom prst="rect">
            <a:avLst/>
          </a:prstGeom>
        </p:spPr>
        <p:style>
          <a:lnRef idx="1">
            <a:schemeClr val="accent5"/>
          </a:lnRef>
          <a:fillRef idx="2">
            <a:schemeClr val="accent5"/>
          </a:fillRef>
          <a:effectRef idx="1">
            <a:schemeClr val="accent5"/>
          </a:effectRef>
          <a:fontRef idx="minor">
            <a:schemeClr val="dk1"/>
          </a:fontRef>
        </p:style>
        <p:txBody>
          <a:bodyPr anchor="ctr">
            <a:normAutofit/>
          </a:bodyPr>
          <a:lstStyle/>
          <a:p>
            <a:pPr marL="0" indent="0" algn="ctr">
              <a:buNone/>
            </a:pPr>
            <a:r>
              <a:rPr lang="en-US" sz="3200" b="1"/>
              <a:t>DDL (Data Definition Language)</a:t>
            </a:r>
          </a:p>
        </p:txBody>
      </p:sp>
      <p:pic>
        <p:nvPicPr>
          <p:cNvPr id="37897" name="Picture 9" descr="NI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7526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Date Placeholder 6"/>
          <p:cNvSpPr>
            <a:spLocks noGrp="1"/>
          </p:cNvSpPr>
          <p:nvPr>
            <p:ph type="dt" sz="quarter" idx="10"/>
          </p:nvPr>
        </p:nvSpPr>
        <p:spPr/>
        <p:txBody>
          <a:bodyPr/>
          <a:lstStyle/>
          <a:p>
            <a:pPr>
              <a:defRPr/>
            </a:pPr>
            <a:r>
              <a:rPr lang="en-IN"/>
              <a:t>25-12-2022</a:t>
            </a:r>
            <a:endParaRPr lang="en-US"/>
          </a:p>
        </p:txBody>
      </p:sp>
      <p:sp>
        <p:nvSpPr>
          <p:cNvPr id="9" name="Footer Placeholder 8"/>
          <p:cNvSpPr>
            <a:spLocks noGrp="1"/>
          </p:cNvSpPr>
          <p:nvPr>
            <p:ph type="ftr" sz="quarter" idx="11"/>
          </p:nvPr>
        </p:nvSpPr>
        <p:spPr>
          <a:xfrm>
            <a:off x="3121025" y="6356350"/>
            <a:ext cx="6099175" cy="365125"/>
          </a:xfrm>
        </p:spPr>
        <p:txBody>
          <a:bodyPr/>
          <a:lstStyle/>
          <a:p>
            <a:pPr>
              <a:defRPr/>
            </a:pPr>
            <a:r>
              <a:rPr lang="en-US"/>
              <a:t>Barkha Bhardwaj                    ACSAI0617 Programming For Data Analytics                    UNIT - 3</a:t>
            </a:r>
          </a:p>
        </p:txBody>
      </p:sp>
      <p:sp>
        <p:nvSpPr>
          <p:cNvPr id="37900" name="Slide Number Placeholder 9"/>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CEC4D66-1D44-5F43-ADE2-2B90AF301E62}" type="slidenum">
              <a:rPr lang="en-US" altLang="en-US" sz="1200" smtClean="0">
                <a:solidFill>
                  <a:srgbClr val="898989"/>
                </a:solidFill>
              </a:rPr>
              <a:t>55</a:t>
            </a:fld>
            <a:endParaRPr lang="en-US" altLang="en-US" sz="1200">
              <a:solidFill>
                <a:srgbClr val="898989"/>
              </a:solidFill>
            </a:endParaRPr>
          </a:p>
        </p:txBody>
      </p:sp>
      <p:sp>
        <p:nvSpPr>
          <p:cNvPr id="3" name="Rectangle 1"/>
          <p:cNvSpPr>
            <a:spLocks noGrp="1" noChangeArrowheads="1"/>
          </p:cNvSpPr>
          <p:nvPr>
            <p:ph idx="1"/>
          </p:nvPr>
        </p:nvSpPr>
        <p:spPr bwMode="auto">
          <a:xfrm>
            <a:off x="838200" y="1205430"/>
            <a:ext cx="10744200" cy="321883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63480" rIns="91440" bIns="50784"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buFontTx/>
              <a:buNone/>
            </a:pPr>
            <a:endParaRPr kumimoji="0" lang="en-US" altLang="en-US" sz="2400" i="0" u="none" strike="noStrike" cap="none" normalizeH="0" baseline="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sz="2400" i="0" u="none" strike="noStrike" cap="none" normalizeH="0" baseline="0">
                <a:ln>
                  <a:noFill/>
                </a:ln>
                <a:solidFill>
                  <a:srgbClr val="003545"/>
                </a:solidFill>
                <a:effectLst/>
              </a:rPr>
              <a:t>The function to alter table must be defined before being called with regards to its ordering in the script.</a:t>
            </a:r>
          </a:p>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sz="2400" i="0" u="none" strike="noStrike" cap="none" normalizeH="0" baseline="0">
                <a:ln>
                  <a:noFill/>
                </a:ln>
                <a:solidFill>
                  <a:srgbClr val="003545"/>
                </a:solidFill>
                <a:effectLst/>
              </a:rPr>
              <a:t>The execute() method is called on the cursor, which executes a </a:t>
            </a:r>
            <a:r>
              <a:rPr kumimoji="0" lang="en-US" altLang="en-US" sz="2400" i="0" u="none" strike="noStrike" cap="none" normalizeH="0" baseline="0">
                <a:ln>
                  <a:noFill/>
                </a:ln>
                <a:solidFill>
                  <a:srgbClr val="0630AD"/>
                </a:solidFill>
                <a:effectLst/>
                <a:hlinkClick r:id="rId4"/>
              </a:rPr>
              <a:t>ALTER TABLE</a:t>
            </a:r>
            <a:r>
              <a:rPr kumimoji="0" lang="en-US" altLang="en-US" sz="2400" i="0" u="none" strike="noStrike" cap="none" normalizeH="0" baseline="0">
                <a:ln>
                  <a:noFill/>
                </a:ln>
                <a:solidFill>
                  <a:srgbClr val="003545"/>
                </a:solidFill>
                <a:effectLst/>
              </a:rPr>
              <a:t> statement to alter the table.</a:t>
            </a:r>
          </a:p>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sz="2400" i="0" u="none" strike="noStrike" cap="none" normalizeH="0" baseline="0">
                <a:ln>
                  <a:noFill/>
                </a:ln>
                <a:solidFill>
                  <a:srgbClr val="003545"/>
                </a:solidFill>
                <a:effectLst/>
              </a:rPr>
              <a:t>The query string is the only value specified to the execute() method.</a:t>
            </a:r>
          </a:p>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sz="2400" i="0" u="none" strike="noStrike" cap="none" normalizeH="0" baseline="0">
                <a:ln>
                  <a:noFill/>
                </a:ln>
                <a:solidFill>
                  <a:srgbClr val="003545"/>
                </a:solidFill>
                <a:effectLst/>
              </a:rPr>
              <a:t>When you are done with a connection, close it to free resources. Close the connection using the close() method.</a:t>
            </a: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Title 1"/>
          <p:cNvSpPr txBox="1"/>
          <p:nvPr/>
        </p:nvSpPr>
        <p:spPr>
          <a:xfrm>
            <a:off x="1787525" y="0"/>
            <a:ext cx="10404475" cy="885825"/>
          </a:xfrm>
          <a:prstGeom prst="rect">
            <a:avLst/>
          </a:prstGeom>
        </p:spPr>
        <p:style>
          <a:lnRef idx="1">
            <a:schemeClr val="accent5"/>
          </a:lnRef>
          <a:fillRef idx="2">
            <a:schemeClr val="accent5"/>
          </a:fillRef>
          <a:effectRef idx="1">
            <a:schemeClr val="accent5"/>
          </a:effectRef>
          <a:fontRef idx="minor">
            <a:schemeClr val="dk1"/>
          </a:fontRef>
        </p:style>
        <p:txBody>
          <a:bodyPr anchor="ctr">
            <a:normAutofit/>
          </a:bodyPr>
          <a:lstStyle/>
          <a:p>
            <a:pPr marL="0" indent="0" algn="ctr">
              <a:buNone/>
            </a:pPr>
            <a:r>
              <a:rPr lang="en-US" sz="3200" b="1"/>
              <a:t>DDL (Data Definition Language)</a:t>
            </a:r>
          </a:p>
        </p:txBody>
      </p:sp>
      <p:pic>
        <p:nvPicPr>
          <p:cNvPr id="37897" name="Picture 9" descr="NI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7526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Date Placeholder 6"/>
          <p:cNvSpPr>
            <a:spLocks noGrp="1"/>
          </p:cNvSpPr>
          <p:nvPr>
            <p:ph type="dt" sz="quarter" idx="10"/>
          </p:nvPr>
        </p:nvSpPr>
        <p:spPr/>
        <p:txBody>
          <a:bodyPr/>
          <a:lstStyle/>
          <a:p>
            <a:pPr>
              <a:defRPr/>
            </a:pPr>
            <a:r>
              <a:rPr lang="en-IN"/>
              <a:t>25-12-2022</a:t>
            </a:r>
            <a:endParaRPr lang="en-US"/>
          </a:p>
        </p:txBody>
      </p:sp>
      <p:sp>
        <p:nvSpPr>
          <p:cNvPr id="9" name="Footer Placeholder 8"/>
          <p:cNvSpPr>
            <a:spLocks noGrp="1"/>
          </p:cNvSpPr>
          <p:nvPr>
            <p:ph type="ftr" sz="quarter" idx="11"/>
          </p:nvPr>
        </p:nvSpPr>
        <p:spPr>
          <a:xfrm>
            <a:off x="3121025" y="6356350"/>
            <a:ext cx="6099175" cy="365125"/>
          </a:xfrm>
        </p:spPr>
        <p:txBody>
          <a:bodyPr/>
          <a:lstStyle/>
          <a:p>
            <a:pPr>
              <a:defRPr/>
            </a:pPr>
            <a:r>
              <a:rPr lang="en-US"/>
              <a:t>Barkha Bhardwaj                    ACSAI0617 Programming For Data Analytics                    UNIT - 3</a:t>
            </a:r>
          </a:p>
        </p:txBody>
      </p:sp>
      <p:sp>
        <p:nvSpPr>
          <p:cNvPr id="37900" name="Slide Number Placeholder 9"/>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CEC4D66-1D44-5F43-ADE2-2B90AF301E62}" type="slidenum">
              <a:rPr lang="en-US" altLang="en-US" sz="1200" smtClean="0">
                <a:solidFill>
                  <a:srgbClr val="898989"/>
                </a:solidFill>
              </a:rPr>
              <a:t>56</a:t>
            </a:fld>
            <a:endParaRPr lang="en-US" altLang="en-US" sz="1200">
              <a:solidFill>
                <a:srgbClr val="898989"/>
              </a:solidFill>
            </a:endParaRPr>
          </a:p>
        </p:txBody>
      </p:sp>
      <p:sp>
        <p:nvSpPr>
          <p:cNvPr id="3" name="Rectangle 1"/>
          <p:cNvSpPr>
            <a:spLocks noGrp="1" noChangeArrowheads="1"/>
          </p:cNvSpPr>
          <p:nvPr>
            <p:ph idx="1"/>
          </p:nvPr>
        </p:nvSpPr>
        <p:spPr bwMode="auto">
          <a:xfrm>
            <a:off x="838200" y="2498091"/>
            <a:ext cx="10744200" cy="63351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63480" rIns="91440" bIns="50784"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buFontTx/>
              <a:buNone/>
            </a:pPr>
            <a:endParaRPr kumimoji="0" lang="en-US" altLang="en-US" sz="240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Rectangle 1"/>
          <p:cNvSpPr>
            <a:spLocks noChangeArrowheads="1"/>
          </p:cNvSpPr>
          <p:nvPr/>
        </p:nvSpPr>
        <p:spPr bwMode="auto">
          <a:xfrm rot="10800000" flipV="1">
            <a:off x="838200" y="1088149"/>
            <a:ext cx="10972799" cy="128289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31740" rIns="91440" bIns="31740" numCol="1" anchor="ctr"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a:ln>
                  <a:noFill/>
                </a:ln>
                <a:effectLst/>
                <a:latin typeface="+mn-lt"/>
              </a:rPr>
              <a:t>Confirm the table was properly altered by using </a:t>
            </a:r>
            <a:r>
              <a:rPr kumimoji="0" lang="en-US" altLang="en-US" sz="2400" b="0" i="0" u="none" strike="noStrike" cap="none" normalizeH="0" baseline="0" err="1">
                <a:ln>
                  <a:noFill/>
                </a:ln>
                <a:effectLst/>
                <a:latin typeface="+mn-lt"/>
                <a:hlinkClick r:id="rId4"/>
              </a:rPr>
              <a:t>MariaDB</a:t>
            </a:r>
            <a:r>
              <a:rPr kumimoji="0" lang="en-US" altLang="en-US" sz="2400" b="0" i="0" u="none" strike="noStrike" cap="none" normalizeH="0" baseline="0">
                <a:ln>
                  <a:noFill/>
                </a:ln>
                <a:effectLst/>
                <a:latin typeface="+mn-lt"/>
                <a:hlinkClick r:id="rId4"/>
              </a:rPr>
              <a:t> Client</a:t>
            </a:r>
            <a:r>
              <a:rPr kumimoji="0" lang="en-US" altLang="en-US" sz="2400" b="0" i="0" u="none" strike="noStrike" cap="none" normalizeH="0" baseline="0">
                <a:ln>
                  <a:noFill/>
                </a:ln>
                <a:effectLst/>
                <a:latin typeface="+mn-lt"/>
              </a:rPr>
              <a:t> to execute a </a:t>
            </a:r>
            <a:r>
              <a:rPr kumimoji="0" lang="en-US" altLang="en-US" sz="2400" b="0" i="0" u="none" strike="noStrike" cap="none" normalizeH="0" baseline="0">
                <a:ln>
                  <a:noFill/>
                </a:ln>
                <a:effectLst/>
                <a:latin typeface="+mn-lt"/>
                <a:hlinkClick r:id="rId5"/>
              </a:rPr>
              <a:t>DESC</a:t>
            </a:r>
            <a:r>
              <a:rPr kumimoji="0" lang="en-US" altLang="en-US" sz="2400" b="0" i="0" u="none" strike="noStrike" cap="none" normalizeH="0" baseline="0">
                <a:ln>
                  <a:noFill/>
                </a:ln>
                <a:effectLst/>
                <a:latin typeface="+mn-lt"/>
              </a:rPr>
              <a:t> statement on the same table:</a:t>
            </a:r>
          </a:p>
          <a:p>
            <a:pPr marL="0" marR="0" lvl="0" indent="0" algn="l" defTabSz="914400" rtl="0" eaLnBrk="0" fontAlgn="base" latinLnBrk="0" hangingPunct="0">
              <a:lnSpc>
                <a:spcPct val="100000"/>
              </a:lnSpc>
              <a:spcBef>
                <a:spcPct val="30000"/>
              </a:spcBef>
              <a:spcAft>
                <a:spcPct val="0"/>
              </a:spcAft>
              <a:buClrTx/>
              <a:buSzTx/>
              <a:buFontTx/>
              <a:buNone/>
            </a:pPr>
            <a:r>
              <a:rPr kumimoji="0" lang="en-US" altLang="en-US" sz="2400" b="1" i="0" u="none" strike="noStrike" cap="none" normalizeH="0" baseline="0">
                <a:ln>
                  <a:noFill/>
                </a:ln>
                <a:effectLst/>
                <a:latin typeface="+mn-lt"/>
                <a:cs typeface="Times New Roman" panose="02020603050405020304" pitchFamily="18" charset="0"/>
              </a:rPr>
              <a:t>DESC</a:t>
            </a:r>
            <a:r>
              <a:rPr kumimoji="0" lang="en-US" altLang="en-US" sz="2400" b="0" i="0" u="none" strike="noStrike" cap="none" normalizeH="0" baseline="0">
                <a:ln>
                  <a:noFill/>
                </a:ln>
                <a:effectLst/>
                <a:latin typeface="+mn-lt"/>
                <a:cs typeface="Times New Roman" panose="02020603050405020304" pitchFamily="18" charset="0"/>
              </a:rPr>
              <a:t> </a:t>
            </a:r>
            <a:r>
              <a:rPr kumimoji="0" lang="en-US" altLang="en-US" sz="2400" b="0" i="0" u="none" strike="noStrike" cap="none" normalizeH="0" baseline="0">
                <a:ln>
                  <a:noFill/>
                </a:ln>
                <a:effectLst/>
                <a:latin typeface="+mn-lt"/>
              </a:rPr>
              <a:t>contacts</a:t>
            </a:r>
            <a:r>
              <a:rPr kumimoji="0" lang="en-US" altLang="en-US" sz="2400" b="1" i="0" u="none" strike="noStrike" cap="none" normalizeH="0" baseline="0">
                <a:ln>
                  <a:noFill/>
                </a:ln>
                <a:effectLst/>
                <a:latin typeface="+mn-lt"/>
                <a:cs typeface="Times New Roman" panose="02020603050405020304" pitchFamily="18" charset="0"/>
              </a:rPr>
              <a:t>;</a:t>
            </a:r>
            <a:r>
              <a:rPr kumimoji="0" lang="en-US" altLang="en-US" sz="2400" b="0" i="0" u="none" strike="noStrike" cap="none" normalizeH="0" baseline="0">
                <a:ln>
                  <a:noFill/>
                </a:ln>
                <a:effectLst/>
                <a:latin typeface="+mn-lt"/>
                <a:cs typeface="Times New Roman" panose="02020603050405020304" pitchFamily="18" charset="0"/>
              </a:rPr>
              <a:t> </a:t>
            </a:r>
            <a:endParaRPr kumimoji="0" lang="en-US" altLang="en-US" sz="2400" b="0" i="0" u="none" strike="noStrike" cap="none" normalizeH="0" baseline="0">
              <a:ln>
                <a:noFill/>
              </a:ln>
              <a:effectLst/>
              <a:latin typeface="+mn-lt"/>
            </a:endParaRPr>
          </a:p>
        </p:txBody>
      </p:sp>
      <p:graphicFrame>
        <p:nvGraphicFramePr>
          <p:cNvPr id="10" name="Table 9"/>
          <p:cNvGraphicFramePr>
            <a:graphicFrameLocks noGrp="1"/>
          </p:cNvGraphicFramePr>
          <p:nvPr/>
        </p:nvGraphicFramePr>
        <p:xfrm>
          <a:off x="990600" y="2371043"/>
          <a:ext cx="10591799" cy="3572558"/>
        </p:xfrm>
        <a:graphic>
          <a:graphicData uri="http://schemas.openxmlformats.org/drawingml/2006/table">
            <a:tbl>
              <a:tblPr firstRow="1" bandRow="1">
                <a:tableStyleId>{5940675A-B579-460E-94D1-54222C63F5DA}</a:tableStyleId>
              </a:tblPr>
              <a:tblGrid>
                <a:gridCol w="18288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1280900">
                  <a:extLst>
                    <a:ext uri="{9D8B030D-6E8A-4147-A177-3AD203B41FA5}">
                      <a16:colId xmlns:a16="http://schemas.microsoft.com/office/drawing/2014/main" val="20002"/>
                    </a:ext>
                  </a:extLst>
                </a:gridCol>
                <a:gridCol w="14623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2514599">
                  <a:extLst>
                    <a:ext uri="{9D8B030D-6E8A-4147-A177-3AD203B41FA5}">
                      <a16:colId xmlns:a16="http://schemas.microsoft.com/office/drawing/2014/main" val="20005"/>
                    </a:ext>
                  </a:extLst>
                </a:gridCol>
              </a:tblGrid>
              <a:tr h="489959">
                <a:tc>
                  <a:txBody>
                    <a:bodyPr/>
                    <a:lstStyle/>
                    <a:p>
                      <a:pPr algn="ctr"/>
                      <a:r>
                        <a:rPr lang="en-US" sz="2000" b="1" kern="1200">
                          <a:solidFill>
                            <a:schemeClr val="tx1"/>
                          </a:solidFill>
                          <a:effectLst/>
                          <a:latin typeface="+mn-lt"/>
                          <a:ea typeface="+mn-ea"/>
                          <a:cs typeface="+mn-cs"/>
                        </a:rPr>
                        <a:t>Field</a:t>
                      </a:r>
                      <a:endParaRPr lang="en-US" sz="2000" b="1"/>
                    </a:p>
                  </a:txBody>
                  <a:tcPr/>
                </a:tc>
                <a:tc>
                  <a:txBody>
                    <a:bodyPr/>
                    <a:lstStyle/>
                    <a:p>
                      <a:pPr algn="ctr"/>
                      <a:r>
                        <a:rPr lang="en-US" sz="2000" b="1" kern="1200">
                          <a:solidFill>
                            <a:schemeClr val="tx1"/>
                          </a:solidFill>
                          <a:effectLst/>
                          <a:latin typeface="+mn-lt"/>
                          <a:ea typeface="+mn-ea"/>
                          <a:cs typeface="+mn-cs"/>
                        </a:rPr>
                        <a:t>Type </a:t>
                      </a:r>
                      <a:endParaRPr lang="en-US" sz="2000" b="1"/>
                    </a:p>
                  </a:txBody>
                  <a:tcPr/>
                </a:tc>
                <a:tc>
                  <a:txBody>
                    <a:bodyPr/>
                    <a:lstStyle/>
                    <a:p>
                      <a:pPr algn="ctr"/>
                      <a:r>
                        <a:rPr lang="en-US" sz="2000" b="1" kern="1200">
                          <a:solidFill>
                            <a:schemeClr val="tx1"/>
                          </a:solidFill>
                          <a:effectLst/>
                          <a:latin typeface="+mn-lt"/>
                          <a:ea typeface="+mn-ea"/>
                          <a:cs typeface="+mn-cs"/>
                        </a:rPr>
                        <a:t>Null </a:t>
                      </a:r>
                      <a:endParaRPr lang="en-US" sz="2000" b="1"/>
                    </a:p>
                  </a:txBody>
                  <a:tcPr/>
                </a:tc>
                <a:tc>
                  <a:txBody>
                    <a:bodyPr/>
                    <a:lstStyle/>
                    <a:p>
                      <a:pPr algn="ctr"/>
                      <a:r>
                        <a:rPr lang="en-US" sz="2000" b="1" kern="1200">
                          <a:solidFill>
                            <a:schemeClr val="tx1"/>
                          </a:solidFill>
                          <a:effectLst/>
                          <a:latin typeface="+mn-lt"/>
                          <a:ea typeface="+mn-ea"/>
                          <a:cs typeface="+mn-cs"/>
                        </a:rPr>
                        <a:t>Key </a:t>
                      </a:r>
                      <a:endParaRPr lang="en-US" sz="2000" b="1"/>
                    </a:p>
                  </a:txBody>
                  <a:tcPr/>
                </a:tc>
                <a:tc>
                  <a:txBody>
                    <a:bodyPr/>
                    <a:lstStyle/>
                    <a:p>
                      <a:pPr algn="ctr"/>
                      <a:r>
                        <a:rPr lang="en-US" sz="2000" b="1" kern="1200">
                          <a:solidFill>
                            <a:schemeClr val="tx1"/>
                          </a:solidFill>
                          <a:effectLst/>
                          <a:latin typeface="+mn-lt"/>
                          <a:ea typeface="+mn-ea"/>
                          <a:cs typeface="+mn-cs"/>
                        </a:rPr>
                        <a:t>Default</a:t>
                      </a:r>
                      <a:endParaRPr lang="en-US" sz="2000" b="1"/>
                    </a:p>
                  </a:txBody>
                  <a:tcPr/>
                </a:tc>
                <a:tc>
                  <a:txBody>
                    <a:bodyPr/>
                    <a:lstStyle/>
                    <a:p>
                      <a:pPr algn="ctr"/>
                      <a:r>
                        <a:rPr lang="en-US" sz="2000" b="1" kern="1200">
                          <a:solidFill>
                            <a:schemeClr val="tx1"/>
                          </a:solidFill>
                          <a:effectLst/>
                          <a:latin typeface="+mn-lt"/>
                          <a:ea typeface="+mn-ea"/>
                          <a:cs typeface="+mn-cs"/>
                        </a:rPr>
                        <a:t>Extra </a:t>
                      </a:r>
                      <a:endParaRPr lang="en-US" sz="2000" b="1"/>
                    </a:p>
                  </a:txBody>
                  <a:tcPr/>
                </a:tc>
                <a:extLst>
                  <a:ext uri="{0D108BD9-81ED-4DB2-BD59-A6C34878D82A}">
                    <a16:rowId xmlns:a16="http://schemas.microsoft.com/office/drawing/2014/main" val="10000"/>
                  </a:ext>
                </a:extLst>
              </a:tr>
              <a:tr h="648160">
                <a:tc>
                  <a:txBody>
                    <a:bodyPr/>
                    <a:lstStyle/>
                    <a:p>
                      <a:pPr algn="ctr"/>
                      <a:r>
                        <a:rPr lang="en-US" sz="2000" kern="1200">
                          <a:solidFill>
                            <a:schemeClr val="tx1"/>
                          </a:solidFill>
                          <a:effectLst/>
                          <a:latin typeface="+mn-lt"/>
                          <a:ea typeface="+mn-ea"/>
                          <a:cs typeface="+mn-cs"/>
                        </a:rPr>
                        <a:t>id</a:t>
                      </a:r>
                      <a:endParaRPr lang="en-US" sz="2000"/>
                    </a:p>
                  </a:txBody>
                  <a:tcPr/>
                </a:tc>
                <a:tc>
                  <a:txBody>
                    <a:bodyPr/>
                    <a:lstStyle/>
                    <a:p>
                      <a:pPr algn="ctr"/>
                      <a:r>
                        <a:rPr lang="en-US" sz="2000" kern="1200" err="1">
                          <a:solidFill>
                            <a:schemeClr val="tx1"/>
                          </a:solidFill>
                          <a:effectLst/>
                          <a:latin typeface="+mn-lt"/>
                          <a:ea typeface="+mn-ea"/>
                          <a:cs typeface="+mn-cs"/>
                        </a:rPr>
                        <a:t>int</a:t>
                      </a:r>
                      <a:r>
                        <a:rPr lang="en-US" sz="2000" kern="1200">
                          <a:solidFill>
                            <a:schemeClr val="tx1"/>
                          </a:solidFill>
                          <a:effectLst/>
                          <a:latin typeface="+mn-lt"/>
                          <a:ea typeface="+mn-ea"/>
                          <a:cs typeface="+mn-cs"/>
                        </a:rPr>
                        <a:t>(11) </a:t>
                      </a:r>
                      <a:endParaRPr lang="en-US" sz="2000"/>
                    </a:p>
                  </a:txBody>
                  <a:tcPr/>
                </a:tc>
                <a:tc>
                  <a:txBody>
                    <a:bodyPr/>
                    <a:lstStyle/>
                    <a:p>
                      <a:pPr algn="ctr"/>
                      <a:r>
                        <a:rPr lang="en-US" sz="2000"/>
                        <a:t>NO</a:t>
                      </a:r>
                    </a:p>
                  </a:txBody>
                  <a:tcPr/>
                </a:tc>
                <a:tc>
                  <a:txBody>
                    <a:bodyPr/>
                    <a:lstStyle/>
                    <a:p>
                      <a:pPr algn="ctr"/>
                      <a:r>
                        <a:rPr lang="en-US" sz="2000"/>
                        <a:t>PRI</a:t>
                      </a:r>
                    </a:p>
                  </a:txBody>
                  <a:tcPr/>
                </a:tc>
                <a:tc>
                  <a:txBody>
                    <a:bodyPr/>
                    <a:lstStyle/>
                    <a:p>
                      <a:pPr algn="ctr"/>
                      <a:r>
                        <a:rPr lang="en-US" sz="2000" kern="1200">
                          <a:solidFill>
                            <a:schemeClr val="tx1"/>
                          </a:solidFill>
                          <a:effectLst/>
                          <a:latin typeface="+mn-lt"/>
                          <a:ea typeface="+mn-ea"/>
                          <a:cs typeface="+mn-cs"/>
                        </a:rPr>
                        <a:t>NULL</a:t>
                      </a:r>
                      <a:endParaRPr lang="en-US" sz="2000"/>
                    </a:p>
                  </a:txBody>
                  <a:tcPr/>
                </a:tc>
                <a:tc>
                  <a:txBody>
                    <a:bodyPr/>
                    <a:lstStyle/>
                    <a:p>
                      <a:pPr algn="ctr"/>
                      <a:r>
                        <a:rPr lang="en-US" sz="2000" kern="1200" err="1">
                          <a:solidFill>
                            <a:schemeClr val="tx1"/>
                          </a:solidFill>
                          <a:effectLst/>
                          <a:latin typeface="+mn-lt"/>
                          <a:ea typeface="+mn-ea"/>
                          <a:cs typeface="+mn-cs"/>
                        </a:rPr>
                        <a:t>auto_increment</a:t>
                      </a:r>
                      <a:endParaRPr lang="en-US" sz="2000"/>
                    </a:p>
                  </a:txBody>
                  <a:tcPr/>
                </a:tc>
                <a:extLst>
                  <a:ext uri="{0D108BD9-81ED-4DB2-BD59-A6C34878D82A}">
                    <a16:rowId xmlns:a16="http://schemas.microsoft.com/office/drawing/2014/main" val="10001"/>
                  </a:ext>
                </a:extLst>
              </a:tr>
              <a:tr h="648160">
                <a:tc>
                  <a:txBody>
                    <a:bodyPr/>
                    <a:lstStyle/>
                    <a:p>
                      <a:pPr algn="ctr"/>
                      <a:r>
                        <a:rPr lang="en-US" sz="2000" kern="1200" err="1">
                          <a:solidFill>
                            <a:schemeClr val="tx1"/>
                          </a:solidFill>
                          <a:effectLst/>
                          <a:latin typeface="+mn-lt"/>
                          <a:ea typeface="+mn-ea"/>
                          <a:cs typeface="+mn-cs"/>
                        </a:rPr>
                        <a:t>first_name</a:t>
                      </a:r>
                      <a:r>
                        <a:rPr lang="en-US" sz="2000" kern="1200">
                          <a:solidFill>
                            <a:schemeClr val="tx1"/>
                          </a:solidFill>
                          <a:effectLst/>
                          <a:latin typeface="+mn-lt"/>
                          <a:ea typeface="+mn-ea"/>
                          <a:cs typeface="+mn-cs"/>
                        </a:rPr>
                        <a:t> </a:t>
                      </a:r>
                      <a:endParaRPr lang="en-US" sz="2000"/>
                    </a:p>
                  </a:txBody>
                  <a:tcPr/>
                </a:tc>
                <a:tc>
                  <a:txBody>
                    <a:bodyPr/>
                    <a:lstStyle/>
                    <a:p>
                      <a:pPr algn="ctr"/>
                      <a:r>
                        <a:rPr lang="en-US" sz="2000" kern="1200">
                          <a:solidFill>
                            <a:schemeClr val="tx1"/>
                          </a:solidFill>
                          <a:effectLst/>
                          <a:latin typeface="+mn-lt"/>
                          <a:ea typeface="+mn-ea"/>
                          <a:cs typeface="+mn-cs"/>
                        </a:rPr>
                        <a:t>varchar(25)</a:t>
                      </a:r>
                      <a:endParaRPr lang="en-US" sz="2000"/>
                    </a:p>
                  </a:txBody>
                  <a:tcPr/>
                </a:tc>
                <a:tc>
                  <a:txBody>
                    <a:bodyPr/>
                    <a:lstStyle/>
                    <a:p>
                      <a:pPr algn="ctr"/>
                      <a:r>
                        <a:rPr lang="en-US" sz="2000" kern="1200">
                          <a:solidFill>
                            <a:schemeClr val="tx1"/>
                          </a:solidFill>
                          <a:effectLst/>
                          <a:latin typeface="+mn-lt"/>
                          <a:ea typeface="+mn-ea"/>
                          <a:cs typeface="+mn-cs"/>
                        </a:rPr>
                        <a:t>YES </a:t>
                      </a:r>
                      <a:endParaRPr lang="en-US" sz="2000"/>
                    </a:p>
                  </a:txBody>
                  <a:tcPr/>
                </a:tc>
                <a:tc>
                  <a:txBody>
                    <a:bodyPr/>
                    <a:lstStyle/>
                    <a:p>
                      <a:pPr algn="ctr"/>
                      <a:endParaRPr lang="en-US" sz="2000"/>
                    </a:p>
                  </a:txBody>
                  <a:tcPr/>
                </a:tc>
                <a:tc>
                  <a:txBody>
                    <a:bodyPr/>
                    <a:lstStyle/>
                    <a:p>
                      <a:pPr algn="ctr"/>
                      <a:r>
                        <a:rPr lang="en-US" sz="2000" kern="1200">
                          <a:solidFill>
                            <a:schemeClr val="tx1"/>
                          </a:solidFill>
                          <a:effectLst/>
                          <a:latin typeface="+mn-lt"/>
                          <a:ea typeface="+mn-ea"/>
                          <a:cs typeface="+mn-cs"/>
                        </a:rPr>
                        <a:t>NULL</a:t>
                      </a:r>
                      <a:endParaRPr lang="en-US" sz="2000"/>
                    </a:p>
                  </a:txBody>
                  <a:tcPr/>
                </a:tc>
                <a:tc>
                  <a:txBody>
                    <a:bodyPr/>
                    <a:lstStyle/>
                    <a:p>
                      <a:pPr algn="ctr"/>
                      <a:endParaRPr lang="en-US" sz="2000"/>
                    </a:p>
                  </a:txBody>
                  <a:tcPr/>
                </a:tc>
                <a:extLst>
                  <a:ext uri="{0D108BD9-81ED-4DB2-BD59-A6C34878D82A}">
                    <a16:rowId xmlns:a16="http://schemas.microsoft.com/office/drawing/2014/main" val="10002"/>
                  </a:ext>
                </a:extLst>
              </a:tr>
              <a:tr h="648160">
                <a:tc>
                  <a:txBody>
                    <a:bodyPr/>
                    <a:lstStyle/>
                    <a:p>
                      <a:pPr algn="ctr"/>
                      <a:r>
                        <a:rPr lang="en-US" sz="2000" kern="1200" err="1">
                          <a:solidFill>
                            <a:schemeClr val="tx1"/>
                          </a:solidFill>
                          <a:effectLst/>
                          <a:latin typeface="+mn-lt"/>
                          <a:ea typeface="+mn-ea"/>
                          <a:cs typeface="+mn-cs"/>
                        </a:rPr>
                        <a:t>last_name</a:t>
                      </a:r>
                      <a:r>
                        <a:rPr lang="en-US" sz="2000" kern="1200">
                          <a:solidFill>
                            <a:schemeClr val="tx1"/>
                          </a:solidFill>
                          <a:effectLst/>
                          <a:latin typeface="+mn-lt"/>
                          <a:ea typeface="+mn-ea"/>
                          <a:cs typeface="+mn-cs"/>
                        </a:rPr>
                        <a:t> </a:t>
                      </a:r>
                      <a:endParaRPr lang="en-US" sz="2000"/>
                    </a:p>
                  </a:txBody>
                  <a:tcPr/>
                </a:tc>
                <a:tc>
                  <a:txBody>
                    <a:bodyPr/>
                    <a:lstStyle/>
                    <a:p>
                      <a:pPr algn="ctr"/>
                      <a:r>
                        <a:rPr lang="en-US" sz="2000" kern="1200">
                          <a:solidFill>
                            <a:schemeClr val="tx1"/>
                          </a:solidFill>
                          <a:effectLst/>
                          <a:latin typeface="+mn-lt"/>
                          <a:ea typeface="+mn-ea"/>
                          <a:cs typeface="+mn-cs"/>
                        </a:rPr>
                        <a:t>varchar(25)</a:t>
                      </a:r>
                      <a:endParaRPr lang="en-US" sz="2000"/>
                    </a:p>
                  </a:txBody>
                  <a:tcPr/>
                </a:tc>
                <a:tc>
                  <a:txBody>
                    <a:bodyPr/>
                    <a:lstStyle/>
                    <a:p>
                      <a:pPr algn="ctr"/>
                      <a:r>
                        <a:rPr lang="en-US" sz="2000" kern="1200">
                          <a:solidFill>
                            <a:schemeClr val="tx1"/>
                          </a:solidFill>
                          <a:effectLst/>
                          <a:latin typeface="+mn-lt"/>
                          <a:ea typeface="+mn-ea"/>
                          <a:cs typeface="+mn-cs"/>
                        </a:rPr>
                        <a:t>YES </a:t>
                      </a:r>
                      <a:endParaRPr lang="en-US" sz="2000"/>
                    </a:p>
                  </a:txBody>
                  <a:tcPr/>
                </a:tc>
                <a:tc>
                  <a:txBody>
                    <a:bodyPr/>
                    <a:lstStyle/>
                    <a:p>
                      <a:pPr algn="ctr"/>
                      <a:endParaRPr lang="en-US" sz="2000"/>
                    </a:p>
                  </a:txBody>
                  <a:tcPr/>
                </a:tc>
                <a:tc>
                  <a:txBody>
                    <a:bodyPr/>
                    <a:lstStyle/>
                    <a:p>
                      <a:pPr algn="ctr"/>
                      <a:r>
                        <a:rPr lang="en-US" sz="2000" kern="1200">
                          <a:solidFill>
                            <a:schemeClr val="tx1"/>
                          </a:solidFill>
                          <a:effectLst/>
                          <a:latin typeface="+mn-lt"/>
                          <a:ea typeface="+mn-ea"/>
                          <a:cs typeface="+mn-cs"/>
                        </a:rPr>
                        <a:t>NULL</a:t>
                      </a:r>
                      <a:endParaRPr lang="en-US" sz="2000"/>
                    </a:p>
                  </a:txBody>
                  <a:tcPr/>
                </a:tc>
                <a:tc>
                  <a:txBody>
                    <a:bodyPr/>
                    <a:lstStyle/>
                    <a:p>
                      <a:pPr algn="ctr"/>
                      <a:endParaRPr lang="en-US" sz="2000"/>
                    </a:p>
                  </a:txBody>
                  <a:tcPr/>
                </a:tc>
                <a:extLst>
                  <a:ext uri="{0D108BD9-81ED-4DB2-BD59-A6C34878D82A}">
                    <a16:rowId xmlns:a16="http://schemas.microsoft.com/office/drawing/2014/main" val="10003"/>
                  </a:ext>
                </a:extLst>
              </a:tr>
              <a:tr h="489959">
                <a:tc>
                  <a:txBody>
                    <a:bodyPr/>
                    <a:lstStyle/>
                    <a:p>
                      <a:pPr algn="ctr"/>
                      <a:r>
                        <a:rPr lang="en-US" sz="2000" kern="1200">
                          <a:solidFill>
                            <a:schemeClr val="tx1"/>
                          </a:solidFill>
                          <a:effectLst/>
                          <a:latin typeface="+mn-lt"/>
                          <a:ea typeface="+mn-ea"/>
                          <a:cs typeface="+mn-cs"/>
                        </a:rPr>
                        <a:t>email </a:t>
                      </a:r>
                      <a:endParaRPr lang="en-US" sz="2000"/>
                    </a:p>
                  </a:txBody>
                  <a:tcPr/>
                </a:tc>
                <a:tc>
                  <a:txBody>
                    <a:bodyPr/>
                    <a:lstStyle/>
                    <a:p>
                      <a:pPr algn="ctr"/>
                      <a:r>
                        <a:rPr lang="en-US" sz="2000" kern="1200">
                          <a:solidFill>
                            <a:schemeClr val="tx1"/>
                          </a:solidFill>
                          <a:effectLst/>
                          <a:latin typeface="+mn-lt"/>
                          <a:ea typeface="+mn-ea"/>
                          <a:cs typeface="+mn-cs"/>
                        </a:rPr>
                        <a:t>varchar(100)</a:t>
                      </a:r>
                      <a:endParaRPr lang="en-US" sz="2000"/>
                    </a:p>
                  </a:txBody>
                  <a:tcPr/>
                </a:tc>
                <a:tc>
                  <a:txBody>
                    <a:bodyPr/>
                    <a:lstStyle/>
                    <a:p>
                      <a:pPr algn="ctr"/>
                      <a:r>
                        <a:rPr lang="en-US" sz="2000" kern="1200">
                          <a:solidFill>
                            <a:schemeClr val="tx1"/>
                          </a:solidFill>
                          <a:effectLst/>
                          <a:latin typeface="+mn-lt"/>
                          <a:ea typeface="+mn-ea"/>
                          <a:cs typeface="+mn-cs"/>
                        </a:rPr>
                        <a:t>YES </a:t>
                      </a:r>
                      <a:endParaRPr lang="en-US" sz="2000"/>
                    </a:p>
                  </a:txBody>
                  <a:tcPr/>
                </a:tc>
                <a:tc>
                  <a:txBody>
                    <a:bodyPr/>
                    <a:lstStyle/>
                    <a:p>
                      <a:pPr algn="ctr"/>
                      <a:endParaRPr lang="en-US" sz="2000"/>
                    </a:p>
                  </a:txBody>
                  <a:tcPr/>
                </a:tc>
                <a:tc>
                  <a:txBody>
                    <a:bodyPr/>
                    <a:lstStyle/>
                    <a:p>
                      <a:pPr algn="ctr"/>
                      <a:r>
                        <a:rPr lang="en-US" sz="2000" kern="1200">
                          <a:solidFill>
                            <a:schemeClr val="tx1"/>
                          </a:solidFill>
                          <a:effectLst/>
                          <a:latin typeface="+mn-lt"/>
                          <a:ea typeface="+mn-ea"/>
                          <a:cs typeface="+mn-cs"/>
                        </a:rPr>
                        <a:t>NULL</a:t>
                      </a:r>
                      <a:endParaRPr lang="en-US" sz="2000"/>
                    </a:p>
                  </a:txBody>
                  <a:tcPr/>
                </a:tc>
                <a:tc>
                  <a:txBody>
                    <a:bodyPr/>
                    <a:lstStyle/>
                    <a:p>
                      <a:pPr algn="ctr"/>
                      <a:endParaRPr lang="en-US" sz="2000"/>
                    </a:p>
                  </a:txBody>
                  <a:tcPr/>
                </a:tc>
                <a:extLst>
                  <a:ext uri="{0D108BD9-81ED-4DB2-BD59-A6C34878D82A}">
                    <a16:rowId xmlns:a16="http://schemas.microsoft.com/office/drawing/2014/main" val="10004"/>
                  </a:ext>
                </a:extLst>
              </a:tr>
              <a:tr h="648160">
                <a:tc>
                  <a:txBody>
                    <a:bodyPr/>
                    <a:lstStyle/>
                    <a:p>
                      <a:pPr algn="ctr"/>
                      <a:r>
                        <a:rPr lang="en-US" sz="2000" kern="1200" err="1">
                          <a:solidFill>
                            <a:schemeClr val="tx1"/>
                          </a:solidFill>
                          <a:effectLst/>
                          <a:latin typeface="+mn-lt"/>
                          <a:ea typeface="+mn-ea"/>
                          <a:cs typeface="+mn-cs"/>
                        </a:rPr>
                        <a:t>contact_since</a:t>
                      </a:r>
                      <a:r>
                        <a:rPr lang="en-US" sz="2000" kern="1200">
                          <a:solidFill>
                            <a:schemeClr val="tx1"/>
                          </a:solidFill>
                          <a:effectLst/>
                          <a:latin typeface="+mn-lt"/>
                          <a:ea typeface="+mn-ea"/>
                          <a:cs typeface="+mn-cs"/>
                        </a:rPr>
                        <a:t> </a:t>
                      </a:r>
                      <a:endParaRPr lang="en-US" sz="2000"/>
                    </a:p>
                  </a:txBody>
                  <a:tcPr/>
                </a:tc>
                <a:tc>
                  <a:txBody>
                    <a:bodyPr/>
                    <a:lstStyle/>
                    <a:p>
                      <a:pPr algn="ctr"/>
                      <a:r>
                        <a:rPr lang="en-US" sz="2000" kern="1200" err="1">
                          <a:solidFill>
                            <a:schemeClr val="tx1"/>
                          </a:solidFill>
                          <a:effectLst/>
                          <a:latin typeface="+mn-lt"/>
                          <a:ea typeface="+mn-ea"/>
                          <a:cs typeface="+mn-cs"/>
                        </a:rPr>
                        <a:t>int</a:t>
                      </a:r>
                      <a:r>
                        <a:rPr lang="en-US" sz="2000" kern="1200">
                          <a:solidFill>
                            <a:schemeClr val="tx1"/>
                          </a:solidFill>
                          <a:effectLst/>
                          <a:latin typeface="+mn-lt"/>
                          <a:ea typeface="+mn-ea"/>
                          <a:cs typeface="+mn-cs"/>
                        </a:rPr>
                        <a:t>(11)</a:t>
                      </a:r>
                      <a:endParaRPr lang="en-US" sz="2000"/>
                    </a:p>
                  </a:txBody>
                  <a:tcPr/>
                </a:tc>
                <a:tc>
                  <a:txBody>
                    <a:bodyPr/>
                    <a:lstStyle/>
                    <a:p>
                      <a:pPr algn="ctr"/>
                      <a:r>
                        <a:rPr lang="en-US" sz="2000" kern="1200">
                          <a:solidFill>
                            <a:schemeClr val="tx1"/>
                          </a:solidFill>
                          <a:effectLst/>
                          <a:latin typeface="+mn-lt"/>
                          <a:ea typeface="+mn-ea"/>
                          <a:cs typeface="+mn-cs"/>
                        </a:rPr>
                        <a:t>YES </a:t>
                      </a:r>
                      <a:endParaRPr lang="en-US" sz="2000"/>
                    </a:p>
                  </a:txBody>
                  <a:tcPr/>
                </a:tc>
                <a:tc>
                  <a:txBody>
                    <a:bodyPr/>
                    <a:lstStyle/>
                    <a:p>
                      <a:pPr algn="ctr"/>
                      <a:endParaRPr lang="en-US" sz="2000"/>
                    </a:p>
                  </a:txBody>
                  <a:tcPr/>
                </a:tc>
                <a:tc>
                  <a:txBody>
                    <a:bodyPr/>
                    <a:lstStyle/>
                    <a:p>
                      <a:pPr algn="ctr"/>
                      <a:r>
                        <a:rPr lang="en-US" sz="2000" kern="1200">
                          <a:solidFill>
                            <a:schemeClr val="tx1"/>
                          </a:solidFill>
                          <a:effectLst/>
                          <a:latin typeface="+mn-lt"/>
                          <a:ea typeface="+mn-ea"/>
                          <a:cs typeface="+mn-cs"/>
                        </a:rPr>
                        <a:t>NULL</a:t>
                      </a:r>
                      <a:endParaRPr lang="en-US" sz="2000"/>
                    </a:p>
                  </a:txBody>
                  <a:tcPr/>
                </a:tc>
                <a:tc>
                  <a:txBody>
                    <a:bodyPr/>
                    <a:lstStyle/>
                    <a:p>
                      <a:pPr algn="ctr"/>
                      <a:endParaRPr lang="en-US" sz="2000"/>
                    </a:p>
                  </a:txBody>
                  <a:tcPr/>
                </a:tc>
                <a:extLst>
                  <a:ext uri="{0D108BD9-81ED-4DB2-BD59-A6C34878D82A}">
                    <a16:rowId xmlns:a16="http://schemas.microsoft.com/office/drawing/2014/main" val="10005"/>
                  </a:ext>
                </a:extLst>
              </a:tr>
            </a:tbl>
          </a:graphicData>
        </a:graphic>
      </p:graphicFrame>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3" name="Rectangle 3"/>
          <p:cNvSpPr>
            <a:spLocks noGrp="1" noChangeArrowheads="1"/>
          </p:cNvSpPr>
          <p:nvPr>
            <p:ph idx="1"/>
          </p:nvPr>
        </p:nvSpPr>
        <p:spPr>
          <a:xfrm>
            <a:off x="609600" y="1219200"/>
            <a:ext cx="10896600" cy="4648200"/>
          </a:xfrm>
        </p:spPr>
        <p:txBody>
          <a:bodyPr/>
          <a:lstStyle/>
          <a:p>
            <a:pPr marL="0" indent="0">
              <a:buNone/>
            </a:pPr>
            <a:r>
              <a:rPr lang="en-US" sz="2400" b="1"/>
              <a:t>DML(Data Manipulation Language): </a:t>
            </a:r>
          </a:p>
          <a:p>
            <a:r>
              <a:rPr lang="en-US" sz="2400"/>
              <a:t>The SQL commands that deals with the manipulation of data present in the database belong to DML or Data Manipulation Language and this includes most of the SQL statements. It is the component of the SQL statement that controls access to data and to the database. Basically, DCL statements are grouped with DML statements.</a:t>
            </a:r>
          </a:p>
          <a:p>
            <a:r>
              <a:rPr lang="en-US" sz="2400"/>
              <a:t>List of DML commands: </a:t>
            </a:r>
          </a:p>
          <a:p>
            <a:r>
              <a:rPr lang="en-US" sz="2400" b="1" u="sng">
                <a:hlinkClick r:id="rId3"/>
              </a:rPr>
              <a:t>INSERT</a:t>
            </a:r>
            <a:r>
              <a:rPr lang="en-US" sz="2400"/>
              <a:t> : It is used to insert data into a table.</a:t>
            </a:r>
          </a:p>
          <a:p>
            <a:pPr algn="just"/>
            <a:r>
              <a:rPr lang="en-US" sz="2400" b="1" u="sng">
                <a:hlinkClick r:id="rId4"/>
              </a:rPr>
              <a:t>UPDATE</a:t>
            </a:r>
            <a:r>
              <a:rPr lang="en-US" sz="2400" b="1"/>
              <a:t>:</a:t>
            </a:r>
            <a:r>
              <a:rPr lang="en-US" sz="2400"/>
              <a:t> It is used to update existing data within a table.</a:t>
            </a:r>
          </a:p>
          <a:p>
            <a:pPr algn="just"/>
            <a:r>
              <a:rPr lang="en-US" sz="2400" b="1" u="sng">
                <a:hlinkClick r:id="rId5"/>
              </a:rPr>
              <a:t>DELETE</a:t>
            </a:r>
            <a:r>
              <a:rPr lang="en-US" sz="2400"/>
              <a:t> : It is used to delete records from a database table.</a:t>
            </a:r>
          </a:p>
          <a:p>
            <a:pPr algn="just"/>
            <a:r>
              <a:rPr lang="en-US" sz="2400" b="1" u="sng">
                <a:hlinkClick r:id="rId6"/>
              </a:rPr>
              <a:t>LOCK:</a:t>
            </a:r>
            <a:r>
              <a:rPr lang="en-US" sz="2400"/>
              <a:t> Table control concurrency.</a:t>
            </a:r>
          </a:p>
          <a:p>
            <a:pPr marL="0" indent="0" algn="just">
              <a:buNone/>
            </a:pPr>
            <a:endParaRPr lang="en-GB" sz="2400">
              <a:cs typeface="Times New Roman" panose="02020603050405020304" pitchFamily="18" charset="0"/>
            </a:endParaRPr>
          </a:p>
          <a:p>
            <a:endParaRPr lang="en-US" sz="2400"/>
          </a:p>
          <a:p>
            <a:pPr marL="0" indent="0" algn="just">
              <a:buNone/>
            </a:pPr>
            <a:endParaRPr lang="en-GB" sz="2400">
              <a:cs typeface="Times New Roman" panose="02020603050405020304" pitchFamily="18" charset="0"/>
            </a:endParaRPr>
          </a:p>
        </p:txBody>
      </p:sp>
      <p:sp>
        <p:nvSpPr>
          <p:cNvPr id="5" name="Title 1"/>
          <p:cNvSpPr txBox="1"/>
          <p:nvPr/>
        </p:nvSpPr>
        <p:spPr>
          <a:xfrm>
            <a:off x="1787525" y="0"/>
            <a:ext cx="10404475" cy="885825"/>
          </a:xfrm>
          <a:prstGeom prst="rect">
            <a:avLst/>
          </a:prstGeom>
        </p:spPr>
        <p:style>
          <a:lnRef idx="1">
            <a:schemeClr val="accent5"/>
          </a:lnRef>
          <a:fillRef idx="2">
            <a:schemeClr val="accent5"/>
          </a:fillRef>
          <a:effectRef idx="1">
            <a:schemeClr val="accent5"/>
          </a:effectRef>
          <a:fontRef idx="minor">
            <a:schemeClr val="dk1"/>
          </a:fontRef>
        </p:style>
        <p:txBody>
          <a:bodyPr anchor="ctr">
            <a:normAutofit/>
          </a:bodyPr>
          <a:lstStyle/>
          <a:p>
            <a:pPr algn="ctr" eaLnBrk="1" fontAlgn="auto" hangingPunct="1">
              <a:lnSpc>
                <a:spcPct val="90000"/>
              </a:lnSpc>
              <a:spcAft>
                <a:spcPts val="0"/>
              </a:spcAft>
              <a:defRPr/>
            </a:pPr>
            <a:r>
              <a:rPr lang="en-US" sz="3200" b="1"/>
              <a:t>DML(Data Manipulation Language)</a:t>
            </a:r>
            <a:endParaRPr lang="en-IN" sz="3200" b="1">
              <a:latin typeface="+mj-lt"/>
              <a:cs typeface="Times New Roman" panose="02020603050405020304" pitchFamily="18" charset="0"/>
            </a:endParaRPr>
          </a:p>
        </p:txBody>
      </p:sp>
      <p:pic>
        <p:nvPicPr>
          <p:cNvPr id="37897" name="Picture 9" descr="NIET"/>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7526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Date Placeholder 6"/>
          <p:cNvSpPr>
            <a:spLocks noGrp="1"/>
          </p:cNvSpPr>
          <p:nvPr>
            <p:ph type="dt" sz="quarter" idx="10"/>
          </p:nvPr>
        </p:nvSpPr>
        <p:spPr/>
        <p:txBody>
          <a:bodyPr/>
          <a:lstStyle/>
          <a:p>
            <a:pPr>
              <a:defRPr/>
            </a:pPr>
            <a:r>
              <a:rPr lang="en-IN"/>
              <a:t>25-12-2022</a:t>
            </a:r>
            <a:endParaRPr lang="en-US"/>
          </a:p>
        </p:txBody>
      </p:sp>
      <p:sp>
        <p:nvSpPr>
          <p:cNvPr id="9" name="Footer Placeholder 8"/>
          <p:cNvSpPr>
            <a:spLocks noGrp="1"/>
          </p:cNvSpPr>
          <p:nvPr>
            <p:ph type="ftr" sz="quarter" idx="11"/>
          </p:nvPr>
        </p:nvSpPr>
        <p:spPr>
          <a:xfrm>
            <a:off x="3121025" y="6356350"/>
            <a:ext cx="6099175" cy="365125"/>
          </a:xfrm>
        </p:spPr>
        <p:txBody>
          <a:bodyPr/>
          <a:lstStyle/>
          <a:p>
            <a:pPr>
              <a:defRPr/>
            </a:pPr>
            <a:r>
              <a:rPr lang="en-US"/>
              <a:t>Barkha Bhardwaj                    ACSAI0617 Programming For Data Analytics                    UNIT - 3</a:t>
            </a:r>
          </a:p>
        </p:txBody>
      </p:sp>
      <p:sp>
        <p:nvSpPr>
          <p:cNvPr id="37900" name="Slide Number Placeholder 9"/>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CEC4D66-1D44-5F43-ADE2-2B90AF301E62}" type="slidenum">
              <a:rPr lang="en-US" altLang="en-US" sz="1200" smtClean="0">
                <a:solidFill>
                  <a:srgbClr val="898989"/>
                </a:solidFill>
              </a:rPr>
              <a:t>57</a:t>
            </a:fld>
            <a:endParaRPr lang="en-US" altLang="en-US" sz="1200">
              <a:solidFill>
                <a:srgbClr val="898989"/>
              </a:solidFill>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3" name="Rectangle 3"/>
          <p:cNvSpPr>
            <a:spLocks noGrp="1" noChangeArrowheads="1"/>
          </p:cNvSpPr>
          <p:nvPr>
            <p:ph idx="1"/>
          </p:nvPr>
        </p:nvSpPr>
        <p:spPr>
          <a:xfrm>
            <a:off x="609600" y="1219200"/>
            <a:ext cx="10896600" cy="4648200"/>
          </a:xfrm>
        </p:spPr>
        <p:txBody>
          <a:bodyPr/>
          <a:lstStyle/>
          <a:p>
            <a:pPr marL="0" indent="0">
              <a:buNone/>
            </a:pPr>
            <a:endParaRPr lang="en-GB" sz="2400">
              <a:cs typeface="Times New Roman" panose="02020603050405020304" pitchFamily="18" charset="0"/>
            </a:endParaRPr>
          </a:p>
          <a:p>
            <a:endParaRPr lang="en-US" sz="2400"/>
          </a:p>
          <a:p>
            <a:pPr marL="0" indent="0" algn="just">
              <a:buNone/>
            </a:pPr>
            <a:endParaRPr lang="en-GB" sz="2400">
              <a:cs typeface="Times New Roman" panose="02020603050405020304" pitchFamily="18" charset="0"/>
            </a:endParaRPr>
          </a:p>
        </p:txBody>
      </p:sp>
      <p:sp>
        <p:nvSpPr>
          <p:cNvPr id="5" name="Title 1"/>
          <p:cNvSpPr txBox="1"/>
          <p:nvPr/>
        </p:nvSpPr>
        <p:spPr>
          <a:xfrm>
            <a:off x="1787525" y="0"/>
            <a:ext cx="10404475" cy="885825"/>
          </a:xfrm>
          <a:prstGeom prst="rect">
            <a:avLst/>
          </a:prstGeom>
        </p:spPr>
        <p:style>
          <a:lnRef idx="1">
            <a:schemeClr val="accent5"/>
          </a:lnRef>
          <a:fillRef idx="2">
            <a:schemeClr val="accent5"/>
          </a:fillRef>
          <a:effectRef idx="1">
            <a:schemeClr val="accent5"/>
          </a:effectRef>
          <a:fontRef idx="minor">
            <a:schemeClr val="dk1"/>
          </a:fontRef>
        </p:style>
        <p:txBody>
          <a:bodyPr anchor="ctr">
            <a:normAutofit/>
          </a:bodyPr>
          <a:lstStyle/>
          <a:p>
            <a:pPr algn="ctr" eaLnBrk="1" fontAlgn="auto" hangingPunct="1">
              <a:lnSpc>
                <a:spcPct val="90000"/>
              </a:lnSpc>
              <a:spcAft>
                <a:spcPts val="0"/>
              </a:spcAft>
              <a:defRPr/>
            </a:pPr>
            <a:r>
              <a:rPr lang="en-US" sz="3200" b="1"/>
              <a:t>DML(Data Manipulation Language)</a:t>
            </a:r>
            <a:endParaRPr lang="en-IN" sz="3200" b="1">
              <a:cs typeface="Times New Roman" panose="02020603050405020304" pitchFamily="18" charset="0"/>
            </a:endParaRPr>
          </a:p>
        </p:txBody>
      </p:sp>
      <p:pic>
        <p:nvPicPr>
          <p:cNvPr id="37897" name="Picture 9" descr="NI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7526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Date Placeholder 6"/>
          <p:cNvSpPr>
            <a:spLocks noGrp="1"/>
          </p:cNvSpPr>
          <p:nvPr>
            <p:ph type="dt" sz="quarter" idx="10"/>
          </p:nvPr>
        </p:nvSpPr>
        <p:spPr/>
        <p:txBody>
          <a:bodyPr/>
          <a:lstStyle/>
          <a:p>
            <a:pPr>
              <a:defRPr/>
            </a:pPr>
            <a:r>
              <a:rPr lang="en-IN"/>
              <a:t>25-12-2022</a:t>
            </a:r>
            <a:endParaRPr lang="en-US"/>
          </a:p>
        </p:txBody>
      </p:sp>
      <p:sp>
        <p:nvSpPr>
          <p:cNvPr id="9" name="Footer Placeholder 8"/>
          <p:cNvSpPr>
            <a:spLocks noGrp="1"/>
          </p:cNvSpPr>
          <p:nvPr>
            <p:ph type="ftr" sz="quarter" idx="11"/>
          </p:nvPr>
        </p:nvSpPr>
        <p:spPr>
          <a:xfrm>
            <a:off x="3121025" y="6356350"/>
            <a:ext cx="6099175" cy="365125"/>
          </a:xfrm>
        </p:spPr>
        <p:txBody>
          <a:bodyPr/>
          <a:lstStyle/>
          <a:p>
            <a:pPr>
              <a:defRPr/>
            </a:pPr>
            <a:r>
              <a:rPr lang="en-US"/>
              <a:t>Barkha Bhardwaj                    ACSAI0617 Programming For Data Analytics                    UNIT - 3</a:t>
            </a:r>
          </a:p>
        </p:txBody>
      </p:sp>
      <p:sp>
        <p:nvSpPr>
          <p:cNvPr id="37900" name="Slide Number Placeholder 9"/>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CEC4D66-1D44-5F43-ADE2-2B90AF301E62}" type="slidenum">
              <a:rPr lang="en-US" altLang="en-US" sz="1200" smtClean="0">
                <a:solidFill>
                  <a:srgbClr val="898989"/>
                </a:solidFill>
              </a:rPr>
              <a:t>58</a:t>
            </a:fld>
            <a:endParaRPr lang="en-US" altLang="en-US" sz="1200">
              <a:solidFill>
                <a:srgbClr val="898989"/>
              </a:solidFill>
            </a:endParaRPr>
          </a:p>
        </p:txBody>
      </p:sp>
      <p:graphicFrame>
        <p:nvGraphicFramePr>
          <p:cNvPr id="2" name="Table 1"/>
          <p:cNvGraphicFramePr>
            <a:graphicFrameLocks noGrp="1"/>
          </p:cNvGraphicFramePr>
          <p:nvPr/>
        </p:nvGraphicFramePr>
        <p:xfrm>
          <a:off x="1295399" y="3838484"/>
          <a:ext cx="8963026" cy="2028915"/>
        </p:xfrm>
        <a:graphic>
          <a:graphicData uri="http://schemas.openxmlformats.org/drawingml/2006/table">
            <a:tbl>
              <a:tblPr/>
              <a:tblGrid>
                <a:gridCol w="4481513">
                  <a:extLst>
                    <a:ext uri="{9D8B030D-6E8A-4147-A177-3AD203B41FA5}">
                      <a16:colId xmlns:a16="http://schemas.microsoft.com/office/drawing/2014/main" val="20000"/>
                    </a:ext>
                  </a:extLst>
                </a:gridCol>
                <a:gridCol w="4481513">
                  <a:extLst>
                    <a:ext uri="{9D8B030D-6E8A-4147-A177-3AD203B41FA5}">
                      <a16:colId xmlns:a16="http://schemas.microsoft.com/office/drawing/2014/main" val="20001"/>
                    </a:ext>
                  </a:extLst>
                </a:gridCol>
              </a:tblGrid>
              <a:tr h="547485">
                <a:tc>
                  <a:txBody>
                    <a:bodyPr/>
                    <a:lstStyle/>
                    <a:p>
                      <a:pPr fontAlgn="t"/>
                      <a:r>
                        <a:rPr lang="en-US" b="1">
                          <a:effectLst/>
                          <a:latin typeface="roboto"/>
                        </a:rPr>
                        <a:t>Method</a:t>
                      </a:r>
                      <a:endParaRPr lang="en-US">
                        <a:effectLst/>
                        <a:latin typeface="roboto"/>
                      </a:endParaRPr>
                    </a:p>
                  </a:txBody>
                  <a:tcPr marL="57150" marR="57150" marT="57150" marB="571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fontAlgn="t"/>
                      <a:r>
                        <a:rPr lang="en-US" b="1">
                          <a:effectLst/>
                          <a:latin typeface="roboto"/>
                        </a:rPr>
                        <a:t>Description</a:t>
                      </a:r>
                      <a:endParaRPr lang="en-US">
                        <a:effectLst/>
                        <a:latin typeface="roboto"/>
                      </a:endParaRPr>
                    </a:p>
                  </a:txBody>
                  <a:tcPr marL="57150" marR="57150" marT="57150" marB="571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47485">
                <a:tc>
                  <a:txBody>
                    <a:bodyPr/>
                    <a:lstStyle/>
                    <a:p>
                      <a:pPr fontAlgn="t"/>
                      <a:r>
                        <a:rPr lang="en-US">
                          <a:effectLst/>
                          <a:latin typeface="roboto"/>
                        </a:rPr>
                        <a:t>execute()</a:t>
                      </a:r>
                    </a:p>
                  </a:txBody>
                  <a:tcPr marL="57150" marR="57150" marT="57150" marB="571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fontAlgn="t"/>
                      <a:r>
                        <a:rPr lang="en-US">
                          <a:effectLst/>
                          <a:latin typeface="roboto"/>
                        </a:rPr>
                        <a:t>Executes a single SQL statement.</a:t>
                      </a:r>
                    </a:p>
                  </a:txBody>
                  <a:tcPr marL="57150" marR="57150" marT="57150" marB="571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933945">
                <a:tc>
                  <a:txBody>
                    <a:bodyPr/>
                    <a:lstStyle/>
                    <a:p>
                      <a:pPr fontAlgn="t"/>
                      <a:r>
                        <a:rPr lang="en-US">
                          <a:effectLst/>
                          <a:latin typeface="roboto"/>
                        </a:rPr>
                        <a:t>executemany()</a:t>
                      </a:r>
                    </a:p>
                  </a:txBody>
                  <a:tcPr marL="57150" marR="57150" marT="57150" marB="571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fontAlgn="t"/>
                      <a:r>
                        <a:rPr lang="en-US">
                          <a:effectLst/>
                          <a:latin typeface="roboto"/>
                        </a:rPr>
                        <a:t>Executes the given SQL statement for each tuple in a list.</a:t>
                      </a:r>
                    </a:p>
                  </a:txBody>
                  <a:tcPr marL="57150" marR="57150" marT="57150" marB="571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3" name="Rectangle 1"/>
          <p:cNvSpPr>
            <a:spLocks noChangeArrowheads="1"/>
          </p:cNvSpPr>
          <p:nvPr/>
        </p:nvSpPr>
        <p:spPr bwMode="auto">
          <a:xfrm rot="10800000" flipV="1">
            <a:off x="990598" y="1171189"/>
            <a:ext cx="10591801" cy="261928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79350" numCol="1" anchor="ctr"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1" i="0" u="none" strike="noStrike" cap="none" normalizeH="0" baseline="0">
                <a:ln>
                  <a:noFill/>
                </a:ln>
                <a:effectLst/>
                <a:latin typeface="+mn-lt"/>
              </a:rPr>
              <a:t>DML Operations</a:t>
            </a:r>
          </a:p>
          <a:p>
            <a:pPr lvl="1" algn="just"/>
            <a:r>
              <a:rPr kumimoji="0" lang="en-US" altLang="en-US" sz="2400" b="0" i="0" u="none" strike="noStrike" cap="none" normalizeH="0" baseline="0" err="1">
                <a:ln>
                  <a:noFill/>
                </a:ln>
                <a:effectLst/>
                <a:latin typeface="+mn-lt"/>
              </a:rPr>
              <a:t>MariaDB</a:t>
            </a:r>
            <a:r>
              <a:rPr kumimoji="0" lang="en-US" altLang="en-US" sz="2400" b="0" i="0" u="none" strike="noStrike" cap="none" normalizeH="0" baseline="0">
                <a:ln>
                  <a:noFill/>
                </a:ln>
                <a:effectLst/>
                <a:latin typeface="+mn-lt"/>
              </a:rPr>
              <a:t> Connector/Python accesses the database through a cursor, which is obtained by calling the cursor() method on the connection. This object provides an interface for performing basic operations in this section.</a:t>
            </a:r>
          </a:p>
          <a:p>
            <a:pPr lvl="1" algn="just"/>
            <a:endParaRPr kumimoji="0" lang="en-US" altLang="en-US" sz="2400" b="0" i="0" u="none" strike="noStrike" cap="none" normalizeH="0" baseline="0">
              <a:ln>
                <a:noFill/>
              </a:ln>
              <a:effectLst/>
              <a:latin typeface="+mn-lt"/>
            </a:endParaRPr>
          </a:p>
          <a:p>
            <a:pPr algn="just"/>
            <a:r>
              <a:rPr kumimoji="0" lang="en-US" altLang="en-US" sz="2400" b="0" i="0" u="none" strike="noStrike" cap="none" normalizeH="0" baseline="0">
                <a:ln>
                  <a:noFill/>
                </a:ln>
                <a:effectLst/>
                <a:latin typeface="+mn-lt"/>
              </a:rPr>
              <a:t>The cursor provides two methods for executing SQL statements:</a:t>
            </a: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3" name="Rectangle 3"/>
          <p:cNvSpPr>
            <a:spLocks noGrp="1" noChangeArrowheads="1"/>
          </p:cNvSpPr>
          <p:nvPr>
            <p:ph idx="1"/>
          </p:nvPr>
        </p:nvSpPr>
        <p:spPr>
          <a:xfrm>
            <a:off x="609600" y="1219200"/>
            <a:ext cx="10896600" cy="4648200"/>
          </a:xfrm>
        </p:spPr>
        <p:txBody>
          <a:bodyPr/>
          <a:lstStyle/>
          <a:p>
            <a:pPr algn="just"/>
            <a:r>
              <a:rPr lang="en-US" sz="2400" b="1"/>
              <a:t>Code Example: INSERT, UPDATE, DELETE</a:t>
            </a:r>
          </a:p>
          <a:p>
            <a:pPr algn="just"/>
            <a:r>
              <a:rPr lang="en-US" sz="2400">
                <a:hlinkClick r:id="rId3"/>
              </a:rPr>
              <a:t>INSERT</a:t>
            </a:r>
            <a:r>
              <a:rPr lang="en-US" sz="2400"/>
              <a:t>, </a:t>
            </a:r>
            <a:r>
              <a:rPr lang="en-US" sz="2400">
                <a:hlinkClick r:id="rId4"/>
              </a:rPr>
              <a:t>UPDATE</a:t>
            </a:r>
            <a:r>
              <a:rPr lang="en-US" sz="2400"/>
              <a:t>, and </a:t>
            </a:r>
            <a:r>
              <a:rPr lang="en-US" sz="2400">
                <a:hlinkClick r:id="rId5"/>
              </a:rPr>
              <a:t>DELETE</a:t>
            </a:r>
            <a:r>
              <a:rPr lang="en-US" sz="2400"/>
              <a:t> are DML (Data Manipulation Language) operations that modify the data in a table.</a:t>
            </a:r>
          </a:p>
          <a:p>
            <a:pPr algn="just"/>
            <a:r>
              <a:rPr lang="en-US" sz="2400"/>
              <a:t>The following example shows how to insert data into the example table created in </a:t>
            </a:r>
            <a:r>
              <a:rPr lang="en-US" sz="2400">
                <a:hlinkClick r:id="rId6"/>
              </a:rPr>
              <a:t>Setting up the Environment</a:t>
            </a:r>
            <a:r>
              <a:rPr lang="en-US" sz="2400"/>
              <a:t>:</a:t>
            </a:r>
          </a:p>
          <a:p>
            <a:pPr algn="just"/>
            <a:r>
              <a:rPr lang="en-US" sz="2400"/>
              <a:t>To update or delete data, replace the </a:t>
            </a:r>
            <a:r>
              <a:rPr lang="en-US" sz="2400">
                <a:hlinkClick r:id="rId3"/>
              </a:rPr>
              <a:t>INSERT</a:t>
            </a:r>
            <a:r>
              <a:rPr lang="en-US" sz="2400"/>
              <a:t> statement in the code example with an </a:t>
            </a:r>
            <a:r>
              <a:rPr lang="en-US" sz="2400">
                <a:hlinkClick r:id="rId4"/>
              </a:rPr>
              <a:t>UPDATE</a:t>
            </a:r>
            <a:r>
              <a:rPr lang="en-US" sz="2400"/>
              <a:t> or </a:t>
            </a:r>
            <a:r>
              <a:rPr lang="en-US" sz="2400">
                <a:hlinkClick r:id="rId5"/>
              </a:rPr>
              <a:t>DELETE</a:t>
            </a:r>
            <a:r>
              <a:rPr lang="en-US" sz="2400"/>
              <a:t> statement:</a:t>
            </a:r>
          </a:p>
          <a:p>
            <a:pPr marL="0" indent="0">
              <a:buNone/>
            </a:pPr>
            <a:endParaRPr lang="en-US" sz="2400"/>
          </a:p>
          <a:p>
            <a:pPr marL="0" indent="0" algn="just">
              <a:buNone/>
            </a:pPr>
            <a:endParaRPr lang="en-GB" sz="2400">
              <a:cs typeface="Times New Roman" panose="02020603050405020304" pitchFamily="18" charset="0"/>
            </a:endParaRPr>
          </a:p>
        </p:txBody>
      </p:sp>
      <p:sp>
        <p:nvSpPr>
          <p:cNvPr id="5" name="Title 1"/>
          <p:cNvSpPr txBox="1"/>
          <p:nvPr/>
        </p:nvSpPr>
        <p:spPr>
          <a:xfrm>
            <a:off x="1787525" y="0"/>
            <a:ext cx="10404475" cy="885825"/>
          </a:xfrm>
          <a:prstGeom prst="rect">
            <a:avLst/>
          </a:prstGeom>
        </p:spPr>
        <p:style>
          <a:lnRef idx="1">
            <a:schemeClr val="accent5"/>
          </a:lnRef>
          <a:fillRef idx="2">
            <a:schemeClr val="accent5"/>
          </a:fillRef>
          <a:effectRef idx="1">
            <a:schemeClr val="accent5"/>
          </a:effectRef>
          <a:fontRef idx="minor">
            <a:schemeClr val="dk1"/>
          </a:fontRef>
        </p:style>
        <p:txBody>
          <a:bodyPr anchor="ctr">
            <a:normAutofit/>
          </a:bodyPr>
          <a:lstStyle/>
          <a:p>
            <a:pPr algn="ctr" eaLnBrk="1" fontAlgn="auto" hangingPunct="1">
              <a:lnSpc>
                <a:spcPct val="90000"/>
              </a:lnSpc>
              <a:spcAft>
                <a:spcPts val="0"/>
              </a:spcAft>
              <a:defRPr/>
            </a:pPr>
            <a:r>
              <a:rPr lang="en-US" sz="3200" b="1"/>
              <a:t>DML(Data Manipulation Language)</a:t>
            </a:r>
            <a:endParaRPr lang="en-IN" sz="3200" b="1">
              <a:cs typeface="Times New Roman" panose="02020603050405020304" pitchFamily="18" charset="0"/>
            </a:endParaRPr>
          </a:p>
        </p:txBody>
      </p:sp>
      <p:pic>
        <p:nvPicPr>
          <p:cNvPr id="37897" name="Picture 9" descr="NIET"/>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7526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Date Placeholder 6"/>
          <p:cNvSpPr>
            <a:spLocks noGrp="1"/>
          </p:cNvSpPr>
          <p:nvPr>
            <p:ph type="dt" sz="quarter" idx="10"/>
          </p:nvPr>
        </p:nvSpPr>
        <p:spPr/>
        <p:txBody>
          <a:bodyPr/>
          <a:lstStyle/>
          <a:p>
            <a:pPr>
              <a:defRPr/>
            </a:pPr>
            <a:r>
              <a:rPr lang="en-IN"/>
              <a:t>25-12-2022</a:t>
            </a:r>
            <a:endParaRPr lang="en-US"/>
          </a:p>
        </p:txBody>
      </p:sp>
      <p:sp>
        <p:nvSpPr>
          <p:cNvPr id="9" name="Footer Placeholder 8"/>
          <p:cNvSpPr>
            <a:spLocks noGrp="1"/>
          </p:cNvSpPr>
          <p:nvPr>
            <p:ph type="ftr" sz="quarter" idx="11"/>
          </p:nvPr>
        </p:nvSpPr>
        <p:spPr>
          <a:xfrm>
            <a:off x="3121025" y="6356350"/>
            <a:ext cx="6099175" cy="365125"/>
          </a:xfrm>
        </p:spPr>
        <p:txBody>
          <a:bodyPr/>
          <a:lstStyle/>
          <a:p>
            <a:pPr>
              <a:defRPr/>
            </a:pPr>
            <a:r>
              <a:rPr lang="en-US"/>
              <a:t>Barkha Bhardwaj                    ACSAI0617 Programming For Data Analytics                    UNIT - 3</a:t>
            </a:r>
          </a:p>
        </p:txBody>
      </p:sp>
      <p:sp>
        <p:nvSpPr>
          <p:cNvPr id="37900" name="Slide Number Placeholder 9"/>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CEC4D66-1D44-5F43-ADE2-2B90AF301E62}" type="slidenum">
              <a:rPr lang="en-US" altLang="en-US" sz="1200" smtClean="0">
                <a:solidFill>
                  <a:srgbClr val="898989"/>
                </a:solidFill>
              </a:rPr>
              <a:t>59</a:t>
            </a:fld>
            <a:endParaRPr lang="en-US" altLang="en-US" sz="1200">
              <a:solidFill>
                <a:srgbClr val="898989"/>
              </a:solidFill>
            </a:endParaRP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3" name="Rectangle 3"/>
          <p:cNvSpPr>
            <a:spLocks noGrp="1" noChangeArrowheads="1"/>
          </p:cNvSpPr>
          <p:nvPr>
            <p:ph idx="1"/>
          </p:nvPr>
        </p:nvSpPr>
        <p:spPr>
          <a:xfrm>
            <a:off x="609600" y="1219200"/>
            <a:ext cx="11277600" cy="4648200"/>
          </a:xfrm>
        </p:spPr>
        <p:txBody>
          <a:bodyPr/>
          <a:lstStyle/>
          <a:p>
            <a:pPr marL="0" indent="0" algn="just">
              <a:buNone/>
            </a:pPr>
            <a:r>
              <a:rPr lang="en-US" sz="2400" b="1" i="1">
                <a:cs typeface="Times New Roman" panose="02020603050405020304" pitchFamily="18" charset="0"/>
              </a:rPr>
              <a:t># Module Import</a:t>
            </a:r>
          </a:p>
          <a:p>
            <a:pPr marL="0" indent="0" algn="just">
              <a:buNone/>
            </a:pPr>
            <a:r>
              <a:rPr lang="en-US" sz="2400" i="1">
                <a:cs typeface="Times New Roman" panose="02020603050405020304" pitchFamily="18" charset="0"/>
              </a:rPr>
              <a:t>import </a:t>
            </a:r>
            <a:r>
              <a:rPr lang="en-US" sz="2400" i="1" err="1">
                <a:cs typeface="Times New Roman" panose="02020603050405020304" pitchFamily="18" charset="0"/>
              </a:rPr>
              <a:t>mariadb</a:t>
            </a:r>
            <a:endParaRPr lang="en-US" sz="2400" i="1">
              <a:cs typeface="Times New Roman" panose="02020603050405020304" pitchFamily="18" charset="0"/>
            </a:endParaRPr>
          </a:p>
          <a:p>
            <a:pPr marL="0" indent="0" algn="just">
              <a:buNone/>
            </a:pPr>
            <a:r>
              <a:rPr lang="en-US" sz="2400" i="1">
                <a:cs typeface="Times New Roman" panose="02020603050405020304" pitchFamily="18" charset="0"/>
              </a:rPr>
              <a:t>import sys</a:t>
            </a:r>
          </a:p>
          <a:p>
            <a:pPr marL="0" indent="0" algn="just">
              <a:buNone/>
            </a:pPr>
            <a:r>
              <a:rPr lang="en-US" sz="2400" b="1" i="1">
                <a:cs typeface="Times New Roman" panose="02020603050405020304" pitchFamily="18" charset="0"/>
              </a:rPr>
              <a:t># Adds single contact</a:t>
            </a:r>
          </a:p>
          <a:p>
            <a:pPr marL="0" indent="0" algn="just">
              <a:buNone/>
            </a:pPr>
            <a:r>
              <a:rPr lang="en-US" sz="2400" i="1" err="1">
                <a:cs typeface="Times New Roman" panose="02020603050405020304" pitchFamily="18" charset="0"/>
              </a:rPr>
              <a:t>def</a:t>
            </a:r>
            <a:r>
              <a:rPr lang="en-US" sz="2400" i="1">
                <a:cs typeface="Times New Roman" panose="02020603050405020304" pitchFamily="18" charset="0"/>
              </a:rPr>
              <a:t> </a:t>
            </a:r>
            <a:r>
              <a:rPr lang="en-US" sz="2400" i="1" err="1">
                <a:cs typeface="Times New Roman" panose="02020603050405020304" pitchFamily="18" charset="0"/>
              </a:rPr>
              <a:t>add_contact</a:t>
            </a:r>
            <a:r>
              <a:rPr lang="en-US" sz="2400" i="1">
                <a:cs typeface="Times New Roman" panose="02020603050405020304" pitchFamily="18" charset="0"/>
              </a:rPr>
              <a:t>(cur, </a:t>
            </a:r>
            <a:r>
              <a:rPr lang="en-US" sz="2400" i="1" err="1">
                <a:cs typeface="Times New Roman" panose="02020603050405020304" pitchFamily="18" charset="0"/>
              </a:rPr>
              <a:t>first_name</a:t>
            </a:r>
            <a:r>
              <a:rPr lang="en-US" sz="2400" i="1">
                <a:cs typeface="Times New Roman" panose="02020603050405020304" pitchFamily="18" charset="0"/>
              </a:rPr>
              <a:t>, </a:t>
            </a:r>
            <a:r>
              <a:rPr lang="en-US" sz="2400" i="1" err="1">
                <a:cs typeface="Times New Roman" panose="02020603050405020304" pitchFamily="18" charset="0"/>
              </a:rPr>
              <a:t>last_name</a:t>
            </a:r>
            <a:r>
              <a:rPr lang="en-US" sz="2400" i="1">
                <a:cs typeface="Times New Roman" panose="02020603050405020304" pitchFamily="18" charset="0"/>
              </a:rPr>
              <a:t>, email):</a:t>
            </a:r>
          </a:p>
          <a:p>
            <a:pPr marL="0" indent="0" algn="just">
              <a:buNone/>
            </a:pPr>
            <a:r>
              <a:rPr lang="en-US" sz="2400" i="1">
                <a:cs typeface="Times New Roman" panose="02020603050405020304" pitchFamily="18" charset="0"/>
              </a:rPr>
              <a:t>    """Adds the given contact to the contacts table"""</a:t>
            </a:r>
          </a:p>
          <a:p>
            <a:pPr marL="0" indent="0" algn="just">
              <a:buNone/>
            </a:pPr>
            <a:endParaRPr lang="en-US" sz="2400" i="1">
              <a:cs typeface="Times New Roman" panose="02020603050405020304" pitchFamily="18" charset="0"/>
            </a:endParaRPr>
          </a:p>
          <a:p>
            <a:pPr marL="0" indent="0" algn="just">
              <a:buNone/>
            </a:pPr>
            <a:r>
              <a:rPr lang="en-US" sz="2400" i="1">
                <a:cs typeface="Times New Roman" panose="02020603050405020304" pitchFamily="18" charset="0"/>
              </a:rPr>
              <a:t>    </a:t>
            </a:r>
            <a:r>
              <a:rPr lang="en-US" sz="2400" i="1" err="1">
                <a:cs typeface="Times New Roman" panose="02020603050405020304" pitchFamily="18" charset="0"/>
              </a:rPr>
              <a:t>cur.execute</a:t>
            </a:r>
            <a:r>
              <a:rPr lang="en-US" sz="2400" i="1">
                <a:cs typeface="Times New Roman" panose="02020603050405020304" pitchFamily="18" charset="0"/>
              </a:rPr>
              <a:t>("INSERT INTO </a:t>
            </a:r>
            <a:r>
              <a:rPr lang="en-US" sz="2400" i="1" err="1">
                <a:cs typeface="Times New Roman" panose="02020603050405020304" pitchFamily="18" charset="0"/>
              </a:rPr>
              <a:t>test.contacts</a:t>
            </a:r>
            <a:r>
              <a:rPr lang="en-US" sz="2400" i="1">
                <a:cs typeface="Times New Roman" panose="02020603050405020304" pitchFamily="18" charset="0"/>
              </a:rPr>
              <a:t>(</a:t>
            </a:r>
            <a:r>
              <a:rPr lang="en-US" sz="2400" i="1" err="1">
                <a:cs typeface="Times New Roman" panose="02020603050405020304" pitchFamily="18" charset="0"/>
              </a:rPr>
              <a:t>first_name</a:t>
            </a:r>
            <a:r>
              <a:rPr lang="en-US" sz="2400" i="1">
                <a:cs typeface="Times New Roman" panose="02020603050405020304" pitchFamily="18" charset="0"/>
              </a:rPr>
              <a:t>, </a:t>
            </a:r>
            <a:r>
              <a:rPr lang="en-US" sz="2400" i="1" err="1">
                <a:cs typeface="Times New Roman" panose="02020603050405020304" pitchFamily="18" charset="0"/>
              </a:rPr>
              <a:t>last_name</a:t>
            </a:r>
            <a:r>
              <a:rPr lang="en-US" sz="2400" i="1">
                <a:cs typeface="Times New Roman" panose="02020603050405020304" pitchFamily="18" charset="0"/>
              </a:rPr>
              <a:t>, email) VALUES (?, ?, ?)",</a:t>
            </a:r>
          </a:p>
          <a:p>
            <a:pPr marL="0" indent="0" algn="just">
              <a:buNone/>
            </a:pPr>
            <a:r>
              <a:rPr lang="en-US" sz="2400" i="1">
                <a:cs typeface="Times New Roman" panose="02020603050405020304" pitchFamily="18" charset="0"/>
              </a:rPr>
              <a:t>          (</a:t>
            </a:r>
            <a:r>
              <a:rPr lang="en-US" sz="2400" i="1" err="1">
                <a:cs typeface="Times New Roman" panose="02020603050405020304" pitchFamily="18" charset="0"/>
              </a:rPr>
              <a:t>first_name</a:t>
            </a:r>
            <a:r>
              <a:rPr lang="en-US" sz="2400" i="1">
                <a:cs typeface="Times New Roman" panose="02020603050405020304" pitchFamily="18" charset="0"/>
              </a:rPr>
              <a:t>, </a:t>
            </a:r>
            <a:r>
              <a:rPr lang="en-US" sz="2400" i="1" err="1">
                <a:cs typeface="Times New Roman" panose="02020603050405020304" pitchFamily="18" charset="0"/>
              </a:rPr>
              <a:t>last_name</a:t>
            </a:r>
            <a:r>
              <a:rPr lang="en-US" sz="2400" i="1">
                <a:cs typeface="Times New Roman" panose="02020603050405020304" pitchFamily="18" charset="0"/>
              </a:rPr>
              <a:t>, email))</a:t>
            </a:r>
            <a:endParaRPr lang="en-GB" sz="2400" i="1">
              <a:cs typeface="Times New Roman" panose="02020603050405020304" pitchFamily="18" charset="0"/>
            </a:endParaRPr>
          </a:p>
          <a:p>
            <a:endParaRPr lang="en-US" sz="2400"/>
          </a:p>
          <a:p>
            <a:pPr marL="0" indent="0" algn="just">
              <a:buNone/>
            </a:pPr>
            <a:endParaRPr lang="en-GB" sz="2400">
              <a:cs typeface="Times New Roman" panose="02020603050405020304" pitchFamily="18" charset="0"/>
            </a:endParaRPr>
          </a:p>
        </p:txBody>
      </p:sp>
      <p:sp>
        <p:nvSpPr>
          <p:cNvPr id="5" name="Title 1"/>
          <p:cNvSpPr txBox="1"/>
          <p:nvPr/>
        </p:nvSpPr>
        <p:spPr>
          <a:xfrm>
            <a:off x="1787525" y="0"/>
            <a:ext cx="10404475" cy="885825"/>
          </a:xfrm>
          <a:prstGeom prst="rect">
            <a:avLst/>
          </a:prstGeom>
        </p:spPr>
        <p:style>
          <a:lnRef idx="1">
            <a:schemeClr val="accent5"/>
          </a:lnRef>
          <a:fillRef idx="2">
            <a:schemeClr val="accent5"/>
          </a:fillRef>
          <a:effectRef idx="1">
            <a:schemeClr val="accent5"/>
          </a:effectRef>
          <a:fontRef idx="minor">
            <a:schemeClr val="dk1"/>
          </a:fontRef>
        </p:style>
        <p:txBody>
          <a:bodyPr anchor="ctr">
            <a:normAutofit lnSpcReduction="10000"/>
          </a:bodyPr>
          <a:lstStyle/>
          <a:p>
            <a:pPr algn="ctr" eaLnBrk="1" fontAlgn="auto" hangingPunct="1">
              <a:lnSpc>
                <a:spcPct val="90000"/>
              </a:lnSpc>
              <a:spcAft>
                <a:spcPts val="0"/>
              </a:spcAft>
              <a:defRPr/>
            </a:pPr>
            <a:endParaRPr lang="en-US" sz="3200" b="1"/>
          </a:p>
          <a:p>
            <a:pPr algn="ctr" eaLnBrk="1" fontAlgn="auto" hangingPunct="1">
              <a:lnSpc>
                <a:spcPct val="90000"/>
              </a:lnSpc>
              <a:spcAft>
                <a:spcPts val="0"/>
              </a:spcAft>
              <a:defRPr/>
            </a:pPr>
            <a:r>
              <a:rPr lang="en-US" sz="3200" b="1"/>
              <a:t>DML(Data Manipulation Language)</a:t>
            </a:r>
            <a:endParaRPr lang="en-IN" sz="3200" b="1">
              <a:cs typeface="Times New Roman" panose="02020603050405020304" pitchFamily="18" charset="0"/>
            </a:endParaRPr>
          </a:p>
          <a:p>
            <a:pPr algn="ctr" eaLnBrk="1" fontAlgn="auto" hangingPunct="1">
              <a:lnSpc>
                <a:spcPct val="90000"/>
              </a:lnSpc>
              <a:spcAft>
                <a:spcPts val="0"/>
              </a:spcAft>
              <a:defRPr/>
            </a:pPr>
            <a:endParaRPr lang="en-IN" sz="3200" b="1">
              <a:latin typeface="+mj-lt"/>
              <a:cs typeface="Times New Roman" panose="02020603050405020304" pitchFamily="18" charset="0"/>
            </a:endParaRPr>
          </a:p>
        </p:txBody>
      </p:sp>
      <p:pic>
        <p:nvPicPr>
          <p:cNvPr id="37897" name="Picture 9" descr="NI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7526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Date Placeholder 6"/>
          <p:cNvSpPr>
            <a:spLocks noGrp="1"/>
          </p:cNvSpPr>
          <p:nvPr>
            <p:ph type="dt" sz="quarter" idx="10"/>
          </p:nvPr>
        </p:nvSpPr>
        <p:spPr/>
        <p:txBody>
          <a:bodyPr/>
          <a:lstStyle/>
          <a:p>
            <a:pPr>
              <a:defRPr/>
            </a:pPr>
            <a:r>
              <a:rPr lang="en-IN"/>
              <a:t>25-12-2022</a:t>
            </a:r>
            <a:endParaRPr lang="en-US"/>
          </a:p>
        </p:txBody>
      </p:sp>
      <p:sp>
        <p:nvSpPr>
          <p:cNvPr id="9" name="Footer Placeholder 8"/>
          <p:cNvSpPr>
            <a:spLocks noGrp="1"/>
          </p:cNvSpPr>
          <p:nvPr>
            <p:ph type="ftr" sz="quarter" idx="11"/>
          </p:nvPr>
        </p:nvSpPr>
        <p:spPr>
          <a:xfrm>
            <a:off x="3121025" y="6356350"/>
            <a:ext cx="6099175" cy="365125"/>
          </a:xfrm>
        </p:spPr>
        <p:txBody>
          <a:bodyPr/>
          <a:lstStyle/>
          <a:p>
            <a:pPr>
              <a:defRPr/>
            </a:pPr>
            <a:r>
              <a:rPr lang="en-US"/>
              <a:t>Barkha Bhardwaj                    ACSAI0617 Programming For Data Analytics                    UNIT - 3</a:t>
            </a:r>
          </a:p>
        </p:txBody>
      </p:sp>
      <p:sp>
        <p:nvSpPr>
          <p:cNvPr id="37900" name="Slide Number Placeholder 9"/>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CEC4D66-1D44-5F43-ADE2-2B90AF301E62}" type="slidenum">
              <a:rPr lang="en-US" altLang="en-US" sz="1200" smtClean="0">
                <a:solidFill>
                  <a:srgbClr val="898989"/>
                </a:solidFill>
              </a:rPr>
              <a:t>60</a:t>
            </a:fld>
            <a:endParaRPr lang="en-US" altLang="en-US" sz="1200">
              <a:solidFill>
                <a:srgbClr val="898989"/>
              </a:solidFill>
            </a:endParaRP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3" name="Rectangle 3"/>
          <p:cNvSpPr>
            <a:spLocks noGrp="1" noChangeArrowheads="1"/>
          </p:cNvSpPr>
          <p:nvPr>
            <p:ph idx="1"/>
          </p:nvPr>
        </p:nvSpPr>
        <p:spPr>
          <a:xfrm>
            <a:off x="609600" y="1219200"/>
            <a:ext cx="10896600" cy="4648200"/>
          </a:xfrm>
        </p:spPr>
        <p:txBody>
          <a:bodyPr/>
          <a:lstStyle/>
          <a:p>
            <a:pPr marL="0" indent="0" algn="just">
              <a:buNone/>
            </a:pPr>
            <a:r>
              <a:rPr lang="en-GB" sz="2400" b="1" i="1">
                <a:cs typeface="Times New Roman" panose="02020603050405020304" pitchFamily="18" charset="0"/>
              </a:rPr>
              <a:t># Adds Multiple contacts</a:t>
            </a:r>
          </a:p>
          <a:p>
            <a:pPr marL="0" indent="0" algn="just">
              <a:buNone/>
            </a:pPr>
            <a:r>
              <a:rPr lang="en-GB" sz="2400" i="1" err="1">
                <a:cs typeface="Times New Roman" panose="02020603050405020304" pitchFamily="18" charset="0"/>
              </a:rPr>
              <a:t>def</a:t>
            </a:r>
            <a:r>
              <a:rPr lang="en-GB" sz="2400" i="1">
                <a:cs typeface="Times New Roman" panose="02020603050405020304" pitchFamily="18" charset="0"/>
              </a:rPr>
              <a:t> </a:t>
            </a:r>
            <a:r>
              <a:rPr lang="en-GB" sz="2400" i="1" err="1">
                <a:cs typeface="Times New Roman" panose="02020603050405020304" pitchFamily="18" charset="0"/>
              </a:rPr>
              <a:t>add_multiple_contacts</a:t>
            </a:r>
            <a:r>
              <a:rPr lang="en-GB" sz="2400" i="1">
                <a:cs typeface="Times New Roman" panose="02020603050405020304" pitchFamily="18" charset="0"/>
              </a:rPr>
              <a:t>(cur, data):</a:t>
            </a:r>
          </a:p>
          <a:p>
            <a:pPr marL="0" indent="0" algn="just">
              <a:buNone/>
            </a:pPr>
            <a:r>
              <a:rPr lang="en-GB" sz="2400" i="1">
                <a:cs typeface="Times New Roman" panose="02020603050405020304" pitchFamily="18" charset="0"/>
              </a:rPr>
              <a:t>    """Adds multiple contacts to database from given data"""</a:t>
            </a:r>
          </a:p>
          <a:p>
            <a:pPr marL="0" indent="0" algn="just">
              <a:buNone/>
            </a:pPr>
            <a:r>
              <a:rPr lang="en-GB" sz="2400" i="1">
                <a:cs typeface="Times New Roman" panose="02020603050405020304" pitchFamily="18" charset="0"/>
              </a:rPr>
              <a:t>    </a:t>
            </a:r>
            <a:r>
              <a:rPr lang="en-GB" sz="2400" i="1" err="1">
                <a:cs typeface="Times New Roman" panose="02020603050405020304" pitchFamily="18" charset="0"/>
              </a:rPr>
              <a:t>cur.executemany</a:t>
            </a:r>
            <a:r>
              <a:rPr lang="en-GB" sz="2400" i="1">
                <a:cs typeface="Times New Roman" panose="02020603050405020304" pitchFamily="18" charset="0"/>
              </a:rPr>
              <a:t>("INSERT INTO </a:t>
            </a:r>
            <a:r>
              <a:rPr lang="en-GB" sz="2400" i="1" err="1">
                <a:cs typeface="Times New Roman" panose="02020603050405020304" pitchFamily="18" charset="0"/>
              </a:rPr>
              <a:t>test.contacts</a:t>
            </a:r>
            <a:r>
              <a:rPr lang="en-GB" sz="2400" i="1">
                <a:cs typeface="Times New Roman" panose="02020603050405020304" pitchFamily="18" charset="0"/>
              </a:rPr>
              <a:t>(</a:t>
            </a:r>
            <a:r>
              <a:rPr lang="en-GB" sz="2400" i="1" err="1">
                <a:cs typeface="Times New Roman" panose="02020603050405020304" pitchFamily="18" charset="0"/>
              </a:rPr>
              <a:t>first_name</a:t>
            </a:r>
            <a:r>
              <a:rPr lang="en-GB" sz="2400" i="1">
                <a:cs typeface="Times New Roman" panose="02020603050405020304" pitchFamily="18" charset="0"/>
              </a:rPr>
              <a:t>, </a:t>
            </a:r>
            <a:r>
              <a:rPr lang="en-GB" sz="2400" i="1" err="1">
                <a:cs typeface="Times New Roman" panose="02020603050405020304" pitchFamily="18" charset="0"/>
              </a:rPr>
              <a:t>last_name</a:t>
            </a:r>
            <a:r>
              <a:rPr lang="en-GB" sz="2400" i="1">
                <a:cs typeface="Times New Roman" panose="02020603050405020304" pitchFamily="18" charset="0"/>
              </a:rPr>
              <a:t>, email) VALUES (?, ?, ?)", data)</a:t>
            </a:r>
          </a:p>
          <a:p>
            <a:pPr marL="0" indent="0" algn="just">
              <a:buNone/>
            </a:pPr>
            <a:r>
              <a:rPr lang="en-GB" sz="2400" b="1" i="1">
                <a:cs typeface="Times New Roman" panose="02020603050405020304" pitchFamily="18" charset="0"/>
              </a:rPr>
              <a:t># Instantiate Connection</a:t>
            </a:r>
          </a:p>
          <a:p>
            <a:pPr marL="0" indent="0" algn="just">
              <a:buNone/>
            </a:pPr>
            <a:r>
              <a:rPr lang="en-GB" sz="2400" b="1" i="1">
                <a:cs typeface="Times New Roman" panose="02020603050405020304" pitchFamily="18" charset="0"/>
              </a:rPr>
              <a:t>try:</a:t>
            </a:r>
          </a:p>
          <a:p>
            <a:pPr marL="0" indent="0" algn="just">
              <a:buNone/>
            </a:pPr>
            <a:r>
              <a:rPr lang="en-GB" sz="2400" i="1">
                <a:cs typeface="Times New Roman" panose="02020603050405020304" pitchFamily="18" charset="0"/>
              </a:rPr>
              <a:t>   conn = </a:t>
            </a:r>
            <a:r>
              <a:rPr lang="en-GB" sz="2400" i="1" err="1">
                <a:cs typeface="Times New Roman" panose="02020603050405020304" pitchFamily="18" charset="0"/>
              </a:rPr>
              <a:t>mariadb.connect</a:t>
            </a:r>
            <a:r>
              <a:rPr lang="en-GB" sz="2400" i="1">
                <a:cs typeface="Times New Roman" panose="02020603050405020304" pitchFamily="18" charset="0"/>
              </a:rPr>
              <a:t>(</a:t>
            </a:r>
          </a:p>
          <a:p>
            <a:pPr marL="0" indent="0" algn="just">
              <a:buNone/>
            </a:pPr>
            <a:r>
              <a:rPr lang="en-GB" sz="2400" i="1">
                <a:cs typeface="Times New Roman" panose="02020603050405020304" pitchFamily="18" charset="0"/>
              </a:rPr>
              <a:t>      host="SKYSQL_SERVICE.mdb0000001.db.skysql.net",</a:t>
            </a:r>
          </a:p>
          <a:p>
            <a:pPr marL="0" indent="0" algn="just">
              <a:buNone/>
            </a:pPr>
            <a:r>
              <a:rPr lang="en-GB" sz="2400" i="1">
                <a:cs typeface="Times New Roman" panose="02020603050405020304" pitchFamily="18" charset="0"/>
              </a:rPr>
              <a:t>      port=5009,</a:t>
            </a:r>
          </a:p>
          <a:p>
            <a:pPr marL="0" indent="0" algn="just">
              <a:buNone/>
            </a:pPr>
            <a:endParaRPr lang="en-GB" sz="2400">
              <a:cs typeface="Times New Roman" panose="02020603050405020304" pitchFamily="18" charset="0"/>
            </a:endParaRPr>
          </a:p>
        </p:txBody>
      </p:sp>
      <p:sp>
        <p:nvSpPr>
          <p:cNvPr id="5" name="Title 1"/>
          <p:cNvSpPr txBox="1"/>
          <p:nvPr/>
        </p:nvSpPr>
        <p:spPr>
          <a:xfrm>
            <a:off x="1787525" y="0"/>
            <a:ext cx="10404475" cy="885825"/>
          </a:xfrm>
          <a:prstGeom prst="rect">
            <a:avLst/>
          </a:prstGeom>
        </p:spPr>
        <p:style>
          <a:lnRef idx="1">
            <a:schemeClr val="accent5"/>
          </a:lnRef>
          <a:fillRef idx="2">
            <a:schemeClr val="accent5"/>
          </a:fillRef>
          <a:effectRef idx="1">
            <a:schemeClr val="accent5"/>
          </a:effectRef>
          <a:fontRef idx="minor">
            <a:schemeClr val="dk1"/>
          </a:fontRef>
        </p:style>
        <p:txBody>
          <a:bodyPr anchor="ctr">
            <a:normAutofit lnSpcReduction="10000"/>
          </a:bodyPr>
          <a:lstStyle/>
          <a:p>
            <a:pPr algn="ctr" eaLnBrk="1" fontAlgn="auto" hangingPunct="1">
              <a:lnSpc>
                <a:spcPct val="90000"/>
              </a:lnSpc>
              <a:spcAft>
                <a:spcPts val="0"/>
              </a:spcAft>
              <a:defRPr/>
            </a:pPr>
            <a:endParaRPr lang="en-US" sz="3200" b="1"/>
          </a:p>
          <a:p>
            <a:pPr algn="ctr" eaLnBrk="1" fontAlgn="auto" hangingPunct="1">
              <a:lnSpc>
                <a:spcPct val="90000"/>
              </a:lnSpc>
              <a:spcAft>
                <a:spcPts val="0"/>
              </a:spcAft>
              <a:defRPr/>
            </a:pPr>
            <a:r>
              <a:rPr lang="en-US" sz="3200" b="1"/>
              <a:t>DML(Data Manipulation Language)</a:t>
            </a:r>
            <a:endParaRPr lang="en-IN" sz="3200" b="1">
              <a:cs typeface="Times New Roman" panose="02020603050405020304" pitchFamily="18" charset="0"/>
            </a:endParaRPr>
          </a:p>
          <a:p>
            <a:pPr algn="ctr" eaLnBrk="1" fontAlgn="auto" hangingPunct="1">
              <a:lnSpc>
                <a:spcPct val="90000"/>
              </a:lnSpc>
              <a:spcAft>
                <a:spcPts val="0"/>
              </a:spcAft>
              <a:defRPr/>
            </a:pPr>
            <a:endParaRPr lang="en-IN" sz="3200" b="1">
              <a:latin typeface="+mj-lt"/>
              <a:cs typeface="Times New Roman" panose="02020603050405020304" pitchFamily="18" charset="0"/>
            </a:endParaRPr>
          </a:p>
        </p:txBody>
      </p:sp>
      <p:pic>
        <p:nvPicPr>
          <p:cNvPr id="37897" name="Picture 9" descr="NI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7526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Date Placeholder 6"/>
          <p:cNvSpPr>
            <a:spLocks noGrp="1"/>
          </p:cNvSpPr>
          <p:nvPr>
            <p:ph type="dt" sz="quarter" idx="10"/>
          </p:nvPr>
        </p:nvSpPr>
        <p:spPr/>
        <p:txBody>
          <a:bodyPr/>
          <a:lstStyle/>
          <a:p>
            <a:pPr>
              <a:defRPr/>
            </a:pPr>
            <a:r>
              <a:rPr lang="en-IN"/>
              <a:t>25-12-2022</a:t>
            </a:r>
            <a:endParaRPr lang="en-US"/>
          </a:p>
        </p:txBody>
      </p:sp>
      <p:sp>
        <p:nvSpPr>
          <p:cNvPr id="9" name="Footer Placeholder 8"/>
          <p:cNvSpPr>
            <a:spLocks noGrp="1"/>
          </p:cNvSpPr>
          <p:nvPr>
            <p:ph type="ftr" sz="quarter" idx="11"/>
          </p:nvPr>
        </p:nvSpPr>
        <p:spPr>
          <a:xfrm>
            <a:off x="3121025" y="6356350"/>
            <a:ext cx="6099175" cy="365125"/>
          </a:xfrm>
        </p:spPr>
        <p:txBody>
          <a:bodyPr/>
          <a:lstStyle/>
          <a:p>
            <a:pPr>
              <a:defRPr/>
            </a:pPr>
            <a:r>
              <a:rPr lang="en-US"/>
              <a:t>Barkha Bhardwaj                    ACSAI0617 Programming For Data Analytics                    UNIT - 3</a:t>
            </a:r>
          </a:p>
        </p:txBody>
      </p:sp>
      <p:sp>
        <p:nvSpPr>
          <p:cNvPr id="37900" name="Slide Number Placeholder 9"/>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CEC4D66-1D44-5F43-ADE2-2B90AF301E62}" type="slidenum">
              <a:rPr lang="en-US" altLang="en-US" sz="1200" smtClean="0">
                <a:solidFill>
                  <a:srgbClr val="898989"/>
                </a:solidFill>
              </a:rPr>
              <a:t>61</a:t>
            </a:fld>
            <a:endParaRPr lang="en-US" altLang="en-US" sz="1200">
              <a:solidFill>
                <a:srgbClr val="898989"/>
              </a:solidFill>
            </a:endParaRP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IN"/>
              <a:t>25-12-2022</a:t>
            </a:r>
            <a:endParaRPr lang="en-US"/>
          </a:p>
        </p:txBody>
      </p:sp>
      <p:sp>
        <p:nvSpPr>
          <p:cNvPr id="40963"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D5F57D2-3955-7646-9A45-6F333B457C1A}" type="slidenum">
              <a:rPr lang="en-US" altLang="en-US" sz="1200" smtClean="0">
                <a:solidFill>
                  <a:srgbClr val="898989"/>
                </a:solidFill>
              </a:rPr>
              <a:t>62</a:t>
            </a:fld>
            <a:endParaRPr lang="en-US" altLang="en-US" sz="1200">
              <a:solidFill>
                <a:srgbClr val="898989"/>
              </a:solidFill>
            </a:endParaRPr>
          </a:p>
        </p:txBody>
      </p:sp>
      <p:sp>
        <p:nvSpPr>
          <p:cNvPr id="7" name="Title 1"/>
          <p:cNvSpPr txBox="1"/>
          <p:nvPr/>
        </p:nvSpPr>
        <p:spPr>
          <a:xfrm>
            <a:off x="1828800" y="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lnSpc>
                <a:spcPct val="90000"/>
              </a:lnSpc>
              <a:spcAft>
                <a:spcPts val="0"/>
              </a:spcAft>
              <a:defRPr/>
            </a:pPr>
            <a:endParaRPr lang="en-US" sz="3200" b="1"/>
          </a:p>
          <a:p>
            <a:pPr algn="ctr" eaLnBrk="1" fontAlgn="auto" hangingPunct="1">
              <a:lnSpc>
                <a:spcPct val="90000"/>
              </a:lnSpc>
              <a:spcAft>
                <a:spcPts val="0"/>
              </a:spcAft>
              <a:defRPr/>
            </a:pPr>
            <a:r>
              <a:rPr lang="en-US" sz="3200" b="1"/>
              <a:t>DML(Data Manipulation Language)</a:t>
            </a:r>
            <a:endParaRPr lang="en-IN" sz="3200" b="1">
              <a:cs typeface="Times New Roman" panose="02020603050405020304" pitchFamily="18" charset="0"/>
            </a:endParaRPr>
          </a:p>
          <a:p>
            <a:pPr algn="ctr" eaLnBrk="1" fontAlgn="auto" hangingPunct="1">
              <a:lnSpc>
                <a:spcPct val="90000"/>
              </a:lnSpc>
              <a:spcAft>
                <a:spcPts val="0"/>
              </a:spcAft>
              <a:defRPr/>
            </a:pPr>
            <a:endParaRPr lang="en-IN" sz="3200" b="1">
              <a:cs typeface="Times New Roman" panose="02020603050405020304" pitchFamily="18" charset="0"/>
            </a:endParaRPr>
          </a:p>
        </p:txBody>
      </p:sp>
      <p:sp>
        <p:nvSpPr>
          <p:cNvPr id="13" name="Footer Placeholder 4"/>
          <p:cNvSpPr>
            <a:spLocks noGrp="1"/>
          </p:cNvSpPr>
          <p:nvPr>
            <p:ph type="ftr" sz="quarter" idx="11"/>
          </p:nvPr>
        </p:nvSpPr>
        <p:spPr>
          <a:xfrm>
            <a:off x="3352800" y="6356350"/>
            <a:ext cx="6705600" cy="501650"/>
          </a:xfrm>
        </p:spPr>
        <p:txBody>
          <a:bodyPr/>
          <a:lstStyle/>
          <a:p>
            <a:pPr>
              <a:defRPr/>
            </a:pPr>
            <a:r>
              <a:rPr lang="en-US"/>
              <a:t>Barkha Bhardwaj                    ACSAI0617 Programming For Data Analytics                    UNIT - 3</a:t>
            </a:r>
          </a:p>
        </p:txBody>
      </p:sp>
      <p:pic>
        <p:nvPicPr>
          <p:cNvPr id="40966" name="Picture 14" descr="NI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7" name="Content Placeholder 2"/>
          <p:cNvSpPr>
            <a:spLocks noGrp="1"/>
          </p:cNvSpPr>
          <p:nvPr>
            <p:ph idx="1"/>
          </p:nvPr>
        </p:nvSpPr>
        <p:spPr>
          <a:xfrm>
            <a:off x="914400" y="1447799"/>
            <a:ext cx="10668000" cy="4746625"/>
          </a:xfrm>
        </p:spPr>
        <p:txBody>
          <a:bodyPr/>
          <a:lstStyle/>
          <a:p>
            <a:pPr marL="457200" lvl="1" indent="0">
              <a:buNone/>
            </a:pPr>
            <a:r>
              <a:rPr lang="en-US" altLang="en-US" sz="2400" i="1"/>
              <a:t>      </a:t>
            </a:r>
            <a:r>
              <a:rPr lang="en-US" altLang="en-US" sz="2400" i="1" err="1"/>
              <a:t>ssl_ca</a:t>
            </a:r>
            <a:r>
              <a:rPr lang="en-US" altLang="en-US" sz="2400" i="1"/>
              <a:t>="/path/to/</a:t>
            </a:r>
            <a:r>
              <a:rPr lang="en-US" altLang="en-US" sz="2400" i="1" err="1"/>
              <a:t>skysql_chain.pem</a:t>
            </a:r>
            <a:r>
              <a:rPr lang="en-US" altLang="en-US" sz="2400" i="1"/>
              <a:t>",</a:t>
            </a:r>
          </a:p>
          <a:p>
            <a:pPr marL="457200" lvl="1" indent="0">
              <a:buNone/>
            </a:pPr>
            <a:r>
              <a:rPr lang="en-US" altLang="en-US" sz="2400" i="1"/>
              <a:t>      user="DB00000001",</a:t>
            </a:r>
          </a:p>
          <a:p>
            <a:pPr marL="457200" lvl="1" indent="0">
              <a:buNone/>
            </a:pPr>
            <a:r>
              <a:rPr lang="en-US" altLang="en-US" sz="2400" i="1"/>
              <a:t>      password="USER_PASSWORD",</a:t>
            </a:r>
          </a:p>
          <a:p>
            <a:pPr marL="457200" lvl="1" indent="0">
              <a:buNone/>
            </a:pPr>
            <a:r>
              <a:rPr lang="en-US" altLang="en-US" sz="2400" i="1"/>
              <a:t>      </a:t>
            </a:r>
            <a:r>
              <a:rPr lang="en-US" altLang="en-US" sz="2400" i="1" err="1"/>
              <a:t>autocommit</a:t>
            </a:r>
            <a:r>
              <a:rPr lang="en-US" altLang="en-US" sz="2400" i="1"/>
              <a:t>=True)</a:t>
            </a:r>
          </a:p>
          <a:p>
            <a:pPr marL="457200" lvl="1" indent="0">
              <a:buNone/>
            </a:pPr>
            <a:r>
              <a:rPr lang="en-US" altLang="en-US" sz="2400" b="1" i="1"/>
              <a:t>except </a:t>
            </a:r>
            <a:r>
              <a:rPr lang="en-US" altLang="en-US" sz="2400" i="1" err="1"/>
              <a:t>mariadb.Error</a:t>
            </a:r>
            <a:r>
              <a:rPr lang="en-US" altLang="en-US" sz="2400" b="1" i="1"/>
              <a:t> as </a:t>
            </a:r>
            <a:r>
              <a:rPr lang="en-US" altLang="en-US" sz="2400" i="1"/>
              <a:t>e:</a:t>
            </a:r>
          </a:p>
          <a:p>
            <a:pPr marL="457200" lvl="1" indent="0">
              <a:buNone/>
            </a:pPr>
            <a:r>
              <a:rPr lang="en-US" altLang="en-US" sz="2400" i="1"/>
              <a:t>   print(</a:t>
            </a:r>
            <a:r>
              <a:rPr lang="en-US" altLang="en-US" sz="2400" i="1" err="1"/>
              <a:t>f"Error</a:t>
            </a:r>
            <a:r>
              <a:rPr lang="en-US" altLang="en-US" sz="2400" i="1"/>
              <a:t> connecting to the database: {e}")</a:t>
            </a:r>
          </a:p>
          <a:p>
            <a:pPr marL="457200" lvl="1" indent="0">
              <a:buNone/>
            </a:pPr>
            <a:r>
              <a:rPr lang="en-US" altLang="en-US" sz="2400" i="1"/>
              <a:t>   </a:t>
            </a:r>
            <a:r>
              <a:rPr lang="en-US" altLang="en-US" sz="2400" i="1" err="1"/>
              <a:t>sys.exit</a:t>
            </a:r>
            <a:r>
              <a:rPr lang="en-US" altLang="en-US" sz="2400" i="1"/>
              <a:t>(1)</a:t>
            </a:r>
          </a:p>
          <a:p>
            <a:pPr marL="457200" lvl="1" indent="0">
              <a:buNone/>
            </a:pPr>
            <a:endParaRPr lang="en-US" altLang="en-US" sz="2400" i="1"/>
          </a:p>
          <a:p>
            <a:pPr marL="457200" lvl="1" indent="0">
              <a:buNone/>
            </a:pPr>
            <a:r>
              <a:rPr lang="en-US" altLang="en-US" sz="2400" b="1" i="1"/>
              <a:t># Instantiate Cursor</a:t>
            </a:r>
          </a:p>
          <a:p>
            <a:pPr marL="457200" lvl="1" indent="0">
              <a:buNone/>
            </a:pPr>
            <a:r>
              <a:rPr lang="en-US" altLang="en-US" sz="2400" i="1"/>
              <a:t>cur = </a:t>
            </a:r>
            <a:r>
              <a:rPr lang="en-US" altLang="en-US" sz="2400" i="1" err="1"/>
              <a:t>conn.cursor</a:t>
            </a:r>
            <a:r>
              <a:rPr lang="en-US" altLang="en-US" sz="2400" i="1"/>
              <a:t>()</a:t>
            </a: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IN"/>
              <a:t>25-12-2022</a:t>
            </a:r>
            <a:endParaRPr lang="en-US"/>
          </a:p>
        </p:txBody>
      </p:sp>
      <p:sp>
        <p:nvSpPr>
          <p:cNvPr id="40963"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D5F57D2-3955-7646-9A45-6F333B457C1A}" type="slidenum">
              <a:rPr lang="en-US" altLang="en-US" sz="1200" smtClean="0">
                <a:solidFill>
                  <a:srgbClr val="898989"/>
                </a:solidFill>
              </a:rPr>
              <a:t>63</a:t>
            </a:fld>
            <a:endParaRPr lang="en-US" altLang="en-US" sz="1200">
              <a:solidFill>
                <a:srgbClr val="898989"/>
              </a:solidFill>
            </a:endParaRPr>
          </a:p>
        </p:txBody>
      </p:sp>
      <p:sp>
        <p:nvSpPr>
          <p:cNvPr id="7" name="Title 1"/>
          <p:cNvSpPr txBox="1"/>
          <p:nvPr/>
        </p:nvSpPr>
        <p:spPr>
          <a:xfrm>
            <a:off x="1828800" y="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lnSpc>
                <a:spcPct val="90000"/>
              </a:lnSpc>
              <a:spcAft>
                <a:spcPts val="0"/>
              </a:spcAft>
              <a:defRPr/>
            </a:pPr>
            <a:r>
              <a:rPr lang="en-US" sz="3200" b="1"/>
              <a:t>DML(Data Manipulation Language)</a:t>
            </a:r>
            <a:endParaRPr lang="en-IN" sz="3200" b="1">
              <a:cs typeface="Times New Roman" panose="02020603050405020304" pitchFamily="18" charset="0"/>
            </a:endParaRPr>
          </a:p>
        </p:txBody>
      </p:sp>
      <p:sp>
        <p:nvSpPr>
          <p:cNvPr id="13" name="Footer Placeholder 4"/>
          <p:cNvSpPr>
            <a:spLocks noGrp="1"/>
          </p:cNvSpPr>
          <p:nvPr>
            <p:ph type="ftr" sz="quarter" idx="11"/>
          </p:nvPr>
        </p:nvSpPr>
        <p:spPr>
          <a:xfrm>
            <a:off x="3352800" y="6356350"/>
            <a:ext cx="6705600" cy="501650"/>
          </a:xfrm>
        </p:spPr>
        <p:txBody>
          <a:bodyPr/>
          <a:lstStyle/>
          <a:p>
            <a:pPr>
              <a:defRPr/>
            </a:pPr>
            <a:r>
              <a:rPr lang="en-US"/>
              <a:t>Barkha Bhardwaj                    ACSAI0617 Programming For Data Analytics                    UNIT - 3</a:t>
            </a:r>
          </a:p>
        </p:txBody>
      </p:sp>
      <p:pic>
        <p:nvPicPr>
          <p:cNvPr id="40966"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7" name="Content Placeholder 2"/>
          <p:cNvSpPr>
            <a:spLocks noGrp="1"/>
          </p:cNvSpPr>
          <p:nvPr>
            <p:ph idx="1"/>
          </p:nvPr>
        </p:nvSpPr>
        <p:spPr>
          <a:xfrm>
            <a:off x="914400" y="1447799"/>
            <a:ext cx="10668000" cy="4746625"/>
          </a:xfrm>
        </p:spPr>
        <p:txBody>
          <a:bodyPr/>
          <a:lstStyle/>
          <a:p>
            <a:pPr marL="457200" lvl="1" indent="0">
              <a:buNone/>
            </a:pPr>
            <a:r>
              <a:rPr lang="en-US" altLang="en-US" sz="2400" b="1" i="1"/>
              <a:t># Initialize Data to add a single contact</a:t>
            </a:r>
          </a:p>
          <a:p>
            <a:pPr marL="457200" lvl="1" indent="0">
              <a:buNone/>
            </a:pPr>
            <a:r>
              <a:rPr lang="en-US" altLang="en-US" sz="2400" i="1" err="1"/>
              <a:t>new_contact_fname</a:t>
            </a:r>
            <a:r>
              <a:rPr lang="en-US" altLang="en-US" sz="2400" i="1"/>
              <a:t> = "J. R. R."</a:t>
            </a:r>
          </a:p>
          <a:p>
            <a:pPr marL="457200" lvl="1" indent="0">
              <a:buNone/>
            </a:pPr>
            <a:r>
              <a:rPr lang="en-US" altLang="en-US" sz="2400" i="1" err="1"/>
              <a:t>new_contact_lname</a:t>
            </a:r>
            <a:r>
              <a:rPr lang="en-US" altLang="en-US" sz="2400" i="1"/>
              <a:t> = "Tolkien"</a:t>
            </a:r>
          </a:p>
          <a:p>
            <a:pPr marL="457200" lvl="1" indent="0">
              <a:buNone/>
            </a:pPr>
            <a:r>
              <a:rPr lang="en-US" altLang="en-US" sz="2400" i="1" err="1"/>
              <a:t>new_contact_email</a:t>
            </a:r>
            <a:r>
              <a:rPr lang="en-US" altLang="en-US" sz="2400" i="1"/>
              <a:t> = "jrr.tolkien@example.edu"</a:t>
            </a:r>
          </a:p>
          <a:p>
            <a:pPr marL="457200" lvl="1" indent="0">
              <a:buNone/>
            </a:pPr>
            <a:endParaRPr lang="en-US" altLang="en-US" sz="2400" i="1"/>
          </a:p>
          <a:p>
            <a:pPr marL="457200" lvl="1" indent="0">
              <a:buNone/>
            </a:pPr>
            <a:r>
              <a:rPr lang="en-US" altLang="en-US" sz="2400" b="1" i="1"/>
              <a:t># Call function to add a single contact</a:t>
            </a:r>
          </a:p>
          <a:p>
            <a:pPr marL="457200" lvl="1" indent="0">
              <a:buNone/>
            </a:pPr>
            <a:r>
              <a:rPr lang="en-US" altLang="en-US" sz="2400" i="1" err="1"/>
              <a:t>add_contact</a:t>
            </a:r>
            <a:r>
              <a:rPr lang="en-US" altLang="en-US" sz="2400" i="1"/>
              <a:t>(cur,</a:t>
            </a:r>
          </a:p>
          <a:p>
            <a:pPr marL="457200" lvl="1" indent="0">
              <a:buNone/>
            </a:pPr>
            <a:r>
              <a:rPr lang="en-US" altLang="en-US" sz="2400" i="1"/>
              <a:t>    </a:t>
            </a:r>
            <a:r>
              <a:rPr lang="en-US" altLang="en-US" sz="2400" i="1" err="1"/>
              <a:t>new_contact_fname</a:t>
            </a:r>
            <a:r>
              <a:rPr lang="en-US" altLang="en-US" sz="2400" i="1"/>
              <a:t>,</a:t>
            </a:r>
          </a:p>
          <a:p>
            <a:pPr marL="457200" lvl="1" indent="0">
              <a:buNone/>
            </a:pPr>
            <a:r>
              <a:rPr lang="en-US" altLang="en-US" sz="2400" i="1"/>
              <a:t>    </a:t>
            </a:r>
            <a:r>
              <a:rPr lang="en-US" altLang="en-US" sz="2400" i="1" err="1"/>
              <a:t>new_contact_lname</a:t>
            </a:r>
            <a:r>
              <a:rPr lang="en-US" altLang="en-US" sz="2400" i="1"/>
              <a:t>,</a:t>
            </a:r>
          </a:p>
          <a:p>
            <a:pPr marL="457200" lvl="1" indent="0">
              <a:buNone/>
            </a:pPr>
            <a:r>
              <a:rPr lang="en-US" altLang="en-US" sz="2400" i="1"/>
              <a:t>    </a:t>
            </a:r>
            <a:r>
              <a:rPr lang="en-US" altLang="en-US" sz="2400" i="1" err="1"/>
              <a:t>new_contact_email</a:t>
            </a:r>
            <a:r>
              <a:rPr lang="en-US" altLang="en-US" sz="2400" i="1"/>
              <a:t>)</a:t>
            </a: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IN"/>
              <a:t>25-12-2022</a:t>
            </a:r>
            <a:endParaRPr lang="en-US"/>
          </a:p>
        </p:txBody>
      </p:sp>
      <p:sp>
        <p:nvSpPr>
          <p:cNvPr id="40963"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D5F57D2-3955-7646-9A45-6F333B457C1A}" type="slidenum">
              <a:rPr lang="en-US" altLang="en-US" sz="1200" smtClean="0">
                <a:solidFill>
                  <a:srgbClr val="898989"/>
                </a:solidFill>
              </a:rPr>
              <a:t>64</a:t>
            </a:fld>
            <a:endParaRPr lang="en-US" altLang="en-US" sz="1200">
              <a:solidFill>
                <a:srgbClr val="898989"/>
              </a:solidFill>
            </a:endParaRPr>
          </a:p>
        </p:txBody>
      </p:sp>
      <p:sp>
        <p:nvSpPr>
          <p:cNvPr id="7" name="Title 1"/>
          <p:cNvSpPr txBox="1"/>
          <p:nvPr/>
        </p:nvSpPr>
        <p:spPr>
          <a:xfrm>
            <a:off x="1828800" y="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lnSpc>
                <a:spcPct val="90000"/>
              </a:lnSpc>
              <a:spcAft>
                <a:spcPts val="0"/>
              </a:spcAft>
              <a:defRPr/>
            </a:pPr>
            <a:r>
              <a:rPr lang="en-US" sz="3200" b="1"/>
              <a:t>DML(Data Manipulation Language)</a:t>
            </a:r>
            <a:endParaRPr lang="en-IN" sz="3200" b="1">
              <a:cs typeface="Times New Roman" panose="02020603050405020304" pitchFamily="18" charset="0"/>
            </a:endParaRPr>
          </a:p>
        </p:txBody>
      </p:sp>
      <p:sp>
        <p:nvSpPr>
          <p:cNvPr id="13" name="Footer Placeholder 4"/>
          <p:cNvSpPr>
            <a:spLocks noGrp="1"/>
          </p:cNvSpPr>
          <p:nvPr>
            <p:ph type="ftr" sz="quarter" idx="11"/>
          </p:nvPr>
        </p:nvSpPr>
        <p:spPr>
          <a:xfrm>
            <a:off x="3352800" y="6356350"/>
            <a:ext cx="6705600" cy="501650"/>
          </a:xfrm>
        </p:spPr>
        <p:txBody>
          <a:bodyPr/>
          <a:lstStyle/>
          <a:p>
            <a:pPr>
              <a:defRPr/>
            </a:pPr>
            <a:r>
              <a:rPr lang="en-US"/>
              <a:t>Barkha Bhardwaj                    ACSAI0617 Programming For Data Analytics                    UNIT - 3</a:t>
            </a:r>
          </a:p>
        </p:txBody>
      </p:sp>
      <p:pic>
        <p:nvPicPr>
          <p:cNvPr id="40966"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7" name="Content Placeholder 2"/>
          <p:cNvSpPr>
            <a:spLocks noGrp="1"/>
          </p:cNvSpPr>
          <p:nvPr>
            <p:ph idx="1"/>
          </p:nvPr>
        </p:nvSpPr>
        <p:spPr>
          <a:xfrm>
            <a:off x="990600" y="847725"/>
            <a:ext cx="10591800" cy="5346699"/>
          </a:xfrm>
        </p:spPr>
        <p:txBody>
          <a:bodyPr/>
          <a:lstStyle/>
          <a:p>
            <a:pPr marL="457200" lvl="1" indent="0">
              <a:buNone/>
            </a:pPr>
            <a:r>
              <a:rPr lang="en-US" altLang="en-US" sz="2400" b="1" i="1"/>
              <a:t>   # Initialize Data to add multiple contacts</a:t>
            </a:r>
          </a:p>
          <a:p>
            <a:pPr marL="457200" lvl="1" indent="0">
              <a:buNone/>
            </a:pPr>
            <a:r>
              <a:rPr lang="en-US" altLang="en-US" sz="2400" i="1" err="1"/>
              <a:t>new_contacts</a:t>
            </a:r>
            <a:r>
              <a:rPr lang="en-US" altLang="en-US" sz="2400" i="1"/>
              <a:t> = [</a:t>
            </a:r>
          </a:p>
          <a:p>
            <a:pPr marL="457200" lvl="1" indent="0">
              <a:buNone/>
            </a:pPr>
            <a:r>
              <a:rPr lang="en-US" altLang="en-US" sz="2400" i="1"/>
              <a:t>    ("Howard", "Lovecraft", "hp.lovecraft@example.net"),</a:t>
            </a:r>
          </a:p>
          <a:p>
            <a:pPr marL="457200" lvl="1" indent="0">
              <a:buNone/>
            </a:pPr>
            <a:r>
              <a:rPr lang="en-US" altLang="en-US" sz="2400" i="1"/>
              <a:t>    ("Flannery", "O'Connor", "flan.oconnor@example.com"),</a:t>
            </a:r>
          </a:p>
          <a:p>
            <a:pPr marL="457200" lvl="1" indent="0">
              <a:buNone/>
            </a:pPr>
            <a:r>
              <a:rPr lang="en-US" altLang="en-US" sz="2400" i="1"/>
              <a:t>    ("Walker", "Percy", "w.percy@example.edu")</a:t>
            </a:r>
          </a:p>
          <a:p>
            <a:pPr marL="457200" lvl="1" indent="0">
              <a:buNone/>
            </a:pPr>
            <a:r>
              <a:rPr lang="en-US" altLang="en-US" sz="2400" i="1"/>
              <a:t>  ]</a:t>
            </a:r>
          </a:p>
          <a:p>
            <a:pPr marL="457200" lvl="1" indent="0">
              <a:buNone/>
            </a:pPr>
            <a:endParaRPr lang="en-US" altLang="en-US" sz="2400" i="1"/>
          </a:p>
          <a:p>
            <a:pPr marL="457200" lvl="1" indent="0">
              <a:buNone/>
            </a:pPr>
            <a:r>
              <a:rPr lang="en-US" altLang="en-US" sz="2400" b="1" i="1"/>
              <a:t># Call function to add multiple contacts</a:t>
            </a:r>
          </a:p>
          <a:p>
            <a:pPr marL="457200" lvl="1" indent="0">
              <a:buNone/>
            </a:pPr>
            <a:r>
              <a:rPr lang="en-US" altLang="en-US" sz="2400" i="1" err="1"/>
              <a:t>add_multiple_contacts</a:t>
            </a:r>
            <a:r>
              <a:rPr lang="en-US" altLang="en-US" sz="2400" i="1"/>
              <a:t>(cur, </a:t>
            </a:r>
            <a:r>
              <a:rPr lang="en-US" altLang="en-US" sz="2400" i="1" err="1"/>
              <a:t>new_contacts</a:t>
            </a:r>
            <a:r>
              <a:rPr lang="en-US" altLang="en-US" sz="2400" i="1"/>
              <a:t>)</a:t>
            </a:r>
          </a:p>
          <a:p>
            <a:pPr marL="457200" lvl="1" indent="0">
              <a:buNone/>
            </a:pPr>
            <a:endParaRPr lang="en-US" altLang="en-US" sz="2400" i="1"/>
          </a:p>
          <a:p>
            <a:pPr marL="457200" lvl="1" indent="0">
              <a:buNone/>
            </a:pPr>
            <a:r>
              <a:rPr lang="en-US" altLang="en-US" sz="2400" b="1" i="1"/>
              <a:t># Close Connection</a:t>
            </a:r>
          </a:p>
          <a:p>
            <a:pPr marL="457200" lvl="1" indent="0">
              <a:buNone/>
            </a:pPr>
            <a:r>
              <a:rPr lang="en-US" altLang="en-US" sz="2400" i="1" err="1"/>
              <a:t>conn.close</a:t>
            </a:r>
            <a:r>
              <a:rPr lang="en-US" altLang="en-US" sz="2400" i="1"/>
              <a:t>()</a:t>
            </a: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IN"/>
              <a:t>25-12-2022</a:t>
            </a:r>
            <a:endParaRPr lang="en-US"/>
          </a:p>
        </p:txBody>
      </p:sp>
      <p:sp>
        <p:nvSpPr>
          <p:cNvPr id="40963"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D5F57D2-3955-7646-9A45-6F333B457C1A}" type="slidenum">
              <a:rPr lang="en-US" altLang="en-US" sz="1200" smtClean="0">
                <a:solidFill>
                  <a:srgbClr val="898989"/>
                </a:solidFill>
              </a:rPr>
              <a:t>65</a:t>
            </a:fld>
            <a:endParaRPr lang="en-US" altLang="en-US" sz="1200">
              <a:solidFill>
                <a:srgbClr val="898989"/>
              </a:solidFill>
            </a:endParaRPr>
          </a:p>
        </p:txBody>
      </p:sp>
      <p:sp>
        <p:nvSpPr>
          <p:cNvPr id="7" name="Title 1"/>
          <p:cNvSpPr txBox="1"/>
          <p:nvPr/>
        </p:nvSpPr>
        <p:spPr>
          <a:xfrm>
            <a:off x="1828800" y="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lnSpc>
                <a:spcPct val="90000"/>
              </a:lnSpc>
              <a:spcAft>
                <a:spcPts val="0"/>
              </a:spcAft>
              <a:defRPr/>
            </a:pPr>
            <a:r>
              <a:rPr lang="en-US" sz="3200" b="1"/>
              <a:t>DML(Data Manipulation Language)</a:t>
            </a:r>
            <a:endParaRPr lang="en-IN" sz="3200" b="1">
              <a:cs typeface="Times New Roman" panose="02020603050405020304" pitchFamily="18" charset="0"/>
            </a:endParaRPr>
          </a:p>
        </p:txBody>
      </p:sp>
      <p:sp>
        <p:nvSpPr>
          <p:cNvPr id="13" name="Footer Placeholder 4"/>
          <p:cNvSpPr>
            <a:spLocks noGrp="1"/>
          </p:cNvSpPr>
          <p:nvPr>
            <p:ph type="ftr" sz="quarter" idx="11"/>
          </p:nvPr>
        </p:nvSpPr>
        <p:spPr>
          <a:xfrm>
            <a:off x="3352800" y="6356350"/>
            <a:ext cx="6705600" cy="501650"/>
          </a:xfrm>
        </p:spPr>
        <p:txBody>
          <a:bodyPr/>
          <a:lstStyle/>
          <a:p>
            <a:pPr>
              <a:defRPr/>
            </a:pPr>
            <a:r>
              <a:rPr lang="en-US"/>
              <a:t>Barkha Bhardwaj                    ACSAI0617 Programming For Data Analytics                    UNIT - 3</a:t>
            </a:r>
          </a:p>
        </p:txBody>
      </p:sp>
      <p:pic>
        <p:nvPicPr>
          <p:cNvPr id="40966"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Content Placeholder 1"/>
          <p:cNvSpPr>
            <a:spLocks noGrp="1" noChangeArrowheads="1"/>
          </p:cNvSpPr>
          <p:nvPr>
            <p:ph idx="1"/>
          </p:nvPr>
        </p:nvSpPr>
        <p:spPr bwMode="auto">
          <a:xfrm>
            <a:off x="762000" y="947641"/>
            <a:ext cx="10820400" cy="469616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63480" rIns="91440" bIns="50784"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2400" b="0" i="0" u="none" strike="noStrike" cap="none" normalizeH="0" baseline="0">
              <a:ln>
                <a:noFill/>
              </a:ln>
              <a:effectLst/>
            </a:endParaRPr>
          </a:p>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a:ln>
                  <a:noFill/>
                </a:ln>
                <a:effectLst/>
              </a:rPr>
              <a:t>The functions to add data must be defined before being called with regards to their ordering in the script.</a:t>
            </a:r>
          </a:p>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a:ln>
                  <a:noFill/>
                </a:ln>
                <a:effectLst/>
              </a:rPr>
              <a:t>The </a:t>
            </a:r>
            <a:r>
              <a:rPr kumimoji="0" lang="en-US" altLang="en-US" sz="2400" b="0" i="0" u="none" strike="noStrike" cap="none" normalizeH="0" baseline="0" err="1">
                <a:ln>
                  <a:noFill/>
                </a:ln>
                <a:effectLst/>
              </a:rPr>
              <a:t>autocommit</a:t>
            </a:r>
            <a:r>
              <a:rPr kumimoji="0" lang="en-US" altLang="en-US" sz="2400" b="0" i="0" u="none" strike="noStrike" cap="none" normalizeH="0" baseline="0">
                <a:ln>
                  <a:noFill/>
                </a:ln>
                <a:effectLst/>
              </a:rPr>
              <a:t> attribute must be set to True in the </a:t>
            </a:r>
            <a:r>
              <a:rPr kumimoji="0" lang="en-US" altLang="en-US" sz="2400" b="0" i="0" u="none" strike="noStrike" cap="none" normalizeH="0" baseline="0" err="1">
                <a:ln>
                  <a:noFill/>
                </a:ln>
                <a:effectLst/>
              </a:rPr>
              <a:t>mariadb.connect</a:t>
            </a:r>
            <a:r>
              <a:rPr kumimoji="0" lang="en-US" altLang="en-US" sz="2400" b="0" i="0" u="none" strike="noStrike" cap="none" normalizeH="0" baseline="0">
                <a:ln>
                  <a:noFill/>
                </a:ln>
                <a:effectLst/>
              </a:rPr>
              <a:t>() function call to enable auto-commit mode because by default Connector/Python does not enable auto-commit.</a:t>
            </a:r>
          </a:p>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a:ln>
                  <a:noFill/>
                </a:ln>
                <a:effectLst/>
              </a:rPr>
              <a:t>The execute() method is called on the cursor, which executes an </a:t>
            </a:r>
            <a:r>
              <a:rPr kumimoji="0" lang="en-US" altLang="en-US" sz="2400" b="0" i="0" u="none" strike="noStrike" cap="none" normalizeH="0" baseline="0">
                <a:ln>
                  <a:noFill/>
                </a:ln>
                <a:effectLst/>
                <a:hlinkClick r:id="rId3"/>
              </a:rPr>
              <a:t>INSERT</a:t>
            </a:r>
            <a:r>
              <a:rPr kumimoji="0" lang="en-US" altLang="en-US" sz="2400" b="0" i="0" u="none" strike="noStrike" cap="none" normalizeH="0" baseline="0">
                <a:ln>
                  <a:noFill/>
                </a:ln>
                <a:effectLst/>
              </a:rPr>
              <a:t> statement to add a single contact to the table.</a:t>
            </a:r>
          </a:p>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a:ln>
                  <a:noFill/>
                </a:ln>
                <a:effectLst/>
              </a:rPr>
              <a:t>The query string is the only value specified to the execute() method.</a:t>
            </a:r>
          </a:p>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a:ln>
                  <a:noFill/>
                </a:ln>
                <a:effectLst/>
              </a:rPr>
              <a:t>The </a:t>
            </a:r>
            <a:r>
              <a:rPr kumimoji="0" lang="en-US" altLang="en-US" sz="2400" b="0" i="0" u="none" strike="noStrike" cap="none" normalizeH="0" baseline="0" err="1">
                <a:ln>
                  <a:noFill/>
                </a:ln>
                <a:effectLst/>
              </a:rPr>
              <a:t>executemany</a:t>
            </a:r>
            <a:r>
              <a:rPr kumimoji="0" lang="en-US" altLang="en-US" sz="2400" b="0" i="0" u="none" strike="noStrike" cap="none" normalizeH="0" baseline="0">
                <a:ln>
                  <a:noFill/>
                </a:ln>
                <a:effectLst/>
              </a:rPr>
              <a:t>() method is called on the cursor, which executes an </a:t>
            </a:r>
            <a:r>
              <a:rPr kumimoji="0" lang="en-US" altLang="en-US" sz="2400" b="0" i="0" u="none" strike="noStrike" cap="none" normalizeH="0" baseline="0">
                <a:ln>
                  <a:noFill/>
                </a:ln>
                <a:effectLst/>
                <a:hlinkClick r:id="rId3"/>
              </a:rPr>
              <a:t>INSERT</a:t>
            </a:r>
            <a:r>
              <a:rPr kumimoji="0" lang="en-US" altLang="en-US" sz="2400" b="0" i="0" u="none" strike="noStrike" cap="none" normalizeH="0" baseline="0">
                <a:ln>
                  <a:noFill/>
                </a:ln>
                <a:effectLst/>
              </a:rPr>
              <a:t> statement to add multiple contacts to the table.</a:t>
            </a:r>
          </a:p>
          <a:p>
            <a:pPr marL="0" marR="0" lvl="0" indent="0" algn="just" defTabSz="914400" rtl="0" eaLnBrk="0" fontAlgn="base" latinLnBrk="0" hangingPunct="0">
              <a:lnSpc>
                <a:spcPct val="100000"/>
              </a:lnSpc>
              <a:spcBef>
                <a:spcPct val="0"/>
              </a:spcBef>
              <a:spcAft>
                <a:spcPct val="0"/>
              </a:spcAft>
              <a:buClrTx/>
              <a:buSzTx/>
              <a:buNone/>
            </a:pPr>
            <a:endParaRPr kumimoji="0" lang="en-US" altLang="en-US" sz="2400" b="0" i="0" u="none" strike="noStrike" cap="none" normalizeH="0" baseline="0">
              <a:ln>
                <a:noFill/>
              </a:ln>
              <a:effectLst/>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IN"/>
              <a:t>25-12-2022</a:t>
            </a:r>
            <a:endParaRPr lang="en-US"/>
          </a:p>
        </p:txBody>
      </p:sp>
      <p:sp>
        <p:nvSpPr>
          <p:cNvPr id="41987"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84C852E-0DF7-1448-B756-D0CCCA62F608}" type="slidenum">
              <a:rPr lang="en-US" altLang="en-US" sz="1200" smtClean="0">
                <a:solidFill>
                  <a:srgbClr val="898989"/>
                </a:solidFill>
              </a:rPr>
              <a:t>66</a:t>
            </a:fld>
            <a:endParaRPr lang="en-US" altLang="en-US" sz="1200">
              <a:solidFill>
                <a:srgbClr val="898989"/>
              </a:solidFill>
            </a:endParaRPr>
          </a:p>
        </p:txBody>
      </p:sp>
      <p:sp>
        <p:nvSpPr>
          <p:cNvPr id="7" name="Title 1"/>
          <p:cNvSpPr txBox="1"/>
          <p:nvPr/>
        </p:nvSpPr>
        <p:spPr>
          <a:xfrm>
            <a:off x="1828800" y="-1"/>
            <a:ext cx="10363200" cy="847725"/>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endParaRPr lang="en-IN" sz="3200" b="1"/>
          </a:p>
          <a:p>
            <a:pPr algn="ctr" eaLnBrk="1" fontAlgn="auto" hangingPunct="1">
              <a:lnSpc>
                <a:spcPct val="90000"/>
              </a:lnSpc>
              <a:spcAft>
                <a:spcPts val="0"/>
              </a:spcAft>
              <a:defRPr/>
            </a:pPr>
            <a:r>
              <a:rPr lang="en-US" sz="3200" b="1"/>
              <a:t>DML(Data Manipulation Language)</a:t>
            </a:r>
            <a:endParaRPr lang="en-IN" sz="3200" b="1">
              <a:cs typeface="Times New Roman" panose="02020603050405020304" pitchFamily="18" charset="0"/>
            </a:endParaRPr>
          </a:p>
          <a:p>
            <a:pPr algn="ctr">
              <a:defRPr/>
            </a:pPr>
            <a:endParaRPr lang="en-IN" sz="3200" b="1"/>
          </a:p>
        </p:txBody>
      </p:sp>
      <p:sp>
        <p:nvSpPr>
          <p:cNvPr id="13" name="Footer Placeholder 4"/>
          <p:cNvSpPr>
            <a:spLocks noGrp="1"/>
          </p:cNvSpPr>
          <p:nvPr>
            <p:ph type="ftr" sz="quarter" idx="11"/>
          </p:nvPr>
        </p:nvSpPr>
        <p:spPr>
          <a:xfrm>
            <a:off x="3352800" y="6356350"/>
            <a:ext cx="6705600" cy="501650"/>
          </a:xfrm>
        </p:spPr>
        <p:txBody>
          <a:bodyPr/>
          <a:lstStyle/>
          <a:p>
            <a:pPr>
              <a:defRPr/>
            </a:pPr>
            <a:r>
              <a:rPr lang="en-US"/>
              <a:t>Barkha Bhardwaj                    ACSAI0617 Programming For Data Analytics                    UNIT - 3</a:t>
            </a:r>
          </a:p>
        </p:txBody>
      </p:sp>
      <p:pic>
        <p:nvPicPr>
          <p:cNvPr id="41990" name="Picture 14" descr="NI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91" name="Content Placeholder 2"/>
          <p:cNvSpPr>
            <a:spLocks noGrp="1"/>
          </p:cNvSpPr>
          <p:nvPr>
            <p:ph idx="1"/>
          </p:nvPr>
        </p:nvSpPr>
        <p:spPr>
          <a:xfrm>
            <a:off x="922337" y="1177130"/>
            <a:ext cx="10515600" cy="4520408"/>
          </a:xfrm>
        </p:spPr>
        <p:txBody>
          <a:bodyPr/>
          <a:lstStyle/>
          <a:p>
            <a:pPr marL="0" indent="0">
              <a:buNone/>
            </a:pPr>
            <a:r>
              <a:rPr lang="en-US" altLang="en-US" sz="2400"/>
              <a:t>The query string is the only value specified to the </a:t>
            </a:r>
            <a:r>
              <a:rPr lang="en-US" altLang="en-US" sz="2400" err="1"/>
              <a:t>executemany</a:t>
            </a:r>
            <a:r>
              <a:rPr lang="en-US" altLang="en-US" sz="2400"/>
              <a:t>() method.</a:t>
            </a:r>
          </a:p>
          <a:p>
            <a:pPr marL="0" indent="0">
              <a:buNone/>
            </a:pPr>
            <a:endParaRPr lang="en-US" altLang="en-US" sz="2400"/>
          </a:p>
          <a:p>
            <a:pPr marL="0" indent="0">
              <a:buNone/>
            </a:pPr>
            <a:r>
              <a:rPr lang="en-US" altLang="en-US" sz="2400"/>
              <a:t>When you are done with a connection, close it to free resources. Close the connection using the close() method.</a:t>
            </a:r>
          </a:p>
          <a:p>
            <a:pPr marL="0" indent="0">
              <a:buNone/>
            </a:pPr>
            <a:endParaRPr lang="en-US" altLang="en-US" sz="2400"/>
          </a:p>
          <a:p>
            <a:pPr marL="0" indent="0">
              <a:buNone/>
            </a:pPr>
            <a:r>
              <a:rPr lang="en-US" altLang="en-US" sz="2400"/>
              <a:t>Confirm the data was properly inserted by using </a:t>
            </a:r>
            <a:r>
              <a:rPr lang="en-US" altLang="en-US" sz="2400" err="1"/>
              <a:t>MariaDB</a:t>
            </a:r>
            <a:r>
              <a:rPr lang="en-US" altLang="en-US" sz="2400"/>
              <a:t> Client to execute a SELECT statement:</a:t>
            </a:r>
          </a:p>
          <a:p>
            <a:pPr marL="0" indent="0">
              <a:buNone/>
            </a:pPr>
            <a:endParaRPr lang="en-US" altLang="en-US" sz="2400"/>
          </a:p>
          <a:p>
            <a:pPr marL="400050" lvl="1" indent="0">
              <a:buNone/>
            </a:pPr>
            <a:r>
              <a:rPr lang="en-US" altLang="en-US" sz="2000" b="1"/>
              <a:t>SELECT * from contacts;</a:t>
            </a: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IN"/>
              <a:t>25-12-2022</a:t>
            </a:r>
            <a:endParaRPr lang="en-US"/>
          </a:p>
        </p:txBody>
      </p:sp>
      <p:sp>
        <p:nvSpPr>
          <p:cNvPr id="41987"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84C852E-0DF7-1448-B756-D0CCCA62F608}" type="slidenum">
              <a:rPr lang="en-US" altLang="en-US" sz="1200" smtClean="0">
                <a:solidFill>
                  <a:srgbClr val="898989"/>
                </a:solidFill>
              </a:rPr>
              <a:t>67</a:t>
            </a:fld>
            <a:endParaRPr lang="en-US" altLang="en-US" sz="1200">
              <a:solidFill>
                <a:srgbClr val="898989"/>
              </a:solidFill>
            </a:endParaRPr>
          </a:p>
        </p:txBody>
      </p:sp>
      <p:sp>
        <p:nvSpPr>
          <p:cNvPr id="7" name="Title 1"/>
          <p:cNvSpPr txBox="1"/>
          <p:nvPr/>
        </p:nvSpPr>
        <p:spPr>
          <a:xfrm>
            <a:off x="1828800" y="-1"/>
            <a:ext cx="10363200" cy="847725"/>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endParaRPr lang="en-IN" sz="3200" b="1"/>
          </a:p>
          <a:p>
            <a:pPr algn="ctr" eaLnBrk="1" fontAlgn="auto" hangingPunct="1">
              <a:lnSpc>
                <a:spcPct val="90000"/>
              </a:lnSpc>
              <a:spcAft>
                <a:spcPts val="0"/>
              </a:spcAft>
              <a:defRPr/>
            </a:pPr>
            <a:r>
              <a:rPr lang="en-US" sz="3200" b="1"/>
              <a:t>DML(Data Manipulation Language)</a:t>
            </a:r>
            <a:endParaRPr lang="en-IN" sz="3200" b="1">
              <a:cs typeface="Times New Roman" panose="02020603050405020304" pitchFamily="18" charset="0"/>
            </a:endParaRPr>
          </a:p>
          <a:p>
            <a:pPr algn="ctr">
              <a:defRPr/>
            </a:pPr>
            <a:endParaRPr lang="en-IN" sz="3200" b="1"/>
          </a:p>
        </p:txBody>
      </p:sp>
      <p:sp>
        <p:nvSpPr>
          <p:cNvPr id="13" name="Footer Placeholder 4"/>
          <p:cNvSpPr>
            <a:spLocks noGrp="1"/>
          </p:cNvSpPr>
          <p:nvPr>
            <p:ph type="ftr" sz="quarter" idx="11"/>
          </p:nvPr>
        </p:nvSpPr>
        <p:spPr>
          <a:xfrm>
            <a:off x="3352800" y="6356350"/>
            <a:ext cx="6705600" cy="501650"/>
          </a:xfrm>
        </p:spPr>
        <p:txBody>
          <a:bodyPr/>
          <a:lstStyle/>
          <a:p>
            <a:pPr>
              <a:defRPr/>
            </a:pPr>
            <a:r>
              <a:rPr lang="en-US"/>
              <a:t>Barkha Bhardwaj                    ACSAI0617 Programming For Data Analytics                    UNIT - 3</a:t>
            </a:r>
          </a:p>
        </p:txBody>
      </p:sp>
      <p:pic>
        <p:nvPicPr>
          <p:cNvPr id="41990" name="Picture 14" descr="NI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 name="Content Placeholder 1"/>
          <p:cNvGraphicFramePr>
            <a:graphicFrameLocks noGrp="1"/>
          </p:cNvGraphicFramePr>
          <p:nvPr>
            <p:ph idx="1"/>
          </p:nvPr>
        </p:nvGraphicFramePr>
        <p:xfrm>
          <a:off x="1219200" y="1524000"/>
          <a:ext cx="10363200" cy="3962398"/>
        </p:xfrm>
        <a:graphic>
          <a:graphicData uri="http://schemas.openxmlformats.org/drawingml/2006/table">
            <a:tbl>
              <a:tblPr firstRow="1" bandRow="1">
                <a:tableStyleId>{5940675A-B579-460E-94D1-54222C63F5DA}</a:tableStyleId>
              </a:tblPr>
              <a:tblGrid>
                <a:gridCol w="2590800">
                  <a:extLst>
                    <a:ext uri="{9D8B030D-6E8A-4147-A177-3AD203B41FA5}">
                      <a16:colId xmlns:a16="http://schemas.microsoft.com/office/drawing/2014/main" val="20000"/>
                    </a:ext>
                  </a:extLst>
                </a:gridCol>
                <a:gridCol w="259080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gridCol w="3276600">
                  <a:extLst>
                    <a:ext uri="{9D8B030D-6E8A-4147-A177-3AD203B41FA5}">
                      <a16:colId xmlns:a16="http://schemas.microsoft.com/office/drawing/2014/main" val="20003"/>
                    </a:ext>
                  </a:extLst>
                </a:gridCol>
              </a:tblGrid>
              <a:tr h="609600">
                <a:tc>
                  <a:txBody>
                    <a:bodyPr/>
                    <a:lstStyle/>
                    <a:p>
                      <a:pPr algn="ctr"/>
                      <a:r>
                        <a:rPr lang="en-US" sz="2400" b="1"/>
                        <a:t>id</a:t>
                      </a:r>
                    </a:p>
                  </a:txBody>
                  <a:tcPr/>
                </a:tc>
                <a:tc>
                  <a:txBody>
                    <a:bodyPr/>
                    <a:lstStyle/>
                    <a:p>
                      <a:pPr algn="ctr"/>
                      <a:r>
                        <a:rPr lang="en-US" sz="2400" b="1" err="1"/>
                        <a:t>first_name</a:t>
                      </a:r>
                      <a:endParaRPr lang="en-US" sz="2400" b="1"/>
                    </a:p>
                  </a:txBody>
                  <a:tcPr/>
                </a:tc>
                <a:tc>
                  <a:txBody>
                    <a:bodyPr/>
                    <a:lstStyle/>
                    <a:p>
                      <a:pPr algn="ctr"/>
                      <a:r>
                        <a:rPr lang="en-US" sz="2400" b="1" err="1"/>
                        <a:t>last_name</a:t>
                      </a:r>
                      <a:endParaRPr lang="en-US" sz="2400" b="1"/>
                    </a:p>
                  </a:txBody>
                  <a:tcPr/>
                </a:tc>
                <a:tc>
                  <a:txBody>
                    <a:bodyPr/>
                    <a:lstStyle/>
                    <a:p>
                      <a:pPr algn="ctr"/>
                      <a:r>
                        <a:rPr lang="en-US" sz="2400" b="1"/>
                        <a:t>email</a:t>
                      </a:r>
                    </a:p>
                  </a:txBody>
                  <a:tcPr/>
                </a:tc>
                <a:extLst>
                  <a:ext uri="{0D108BD9-81ED-4DB2-BD59-A6C34878D82A}">
                    <a16:rowId xmlns:a16="http://schemas.microsoft.com/office/drawing/2014/main" val="10000"/>
                  </a:ext>
                </a:extLst>
              </a:tr>
              <a:tr h="609600">
                <a:tc>
                  <a:txBody>
                    <a:bodyPr/>
                    <a:lstStyle/>
                    <a:p>
                      <a:pPr algn="ctr"/>
                      <a:r>
                        <a:rPr lang="en-US" sz="2400"/>
                        <a:t>1</a:t>
                      </a:r>
                    </a:p>
                  </a:txBody>
                  <a:tcPr/>
                </a:tc>
                <a:tc>
                  <a:txBody>
                    <a:bodyPr/>
                    <a:lstStyle/>
                    <a:p>
                      <a:pPr algn="ctr"/>
                      <a:r>
                        <a:rPr lang="en-US" sz="2400"/>
                        <a:t>J. R. R. </a:t>
                      </a:r>
                    </a:p>
                  </a:txBody>
                  <a:tcPr/>
                </a:tc>
                <a:tc>
                  <a:txBody>
                    <a:bodyPr/>
                    <a:lstStyle/>
                    <a:p>
                      <a:pPr algn="ctr"/>
                      <a:r>
                        <a:rPr lang="en-US" sz="2400"/>
                        <a:t>Tolkien</a:t>
                      </a:r>
                    </a:p>
                  </a:txBody>
                  <a:tcPr/>
                </a:tc>
                <a:tc>
                  <a:txBody>
                    <a:bodyPr/>
                    <a:lstStyle/>
                    <a:p>
                      <a:pPr algn="ctr"/>
                      <a:r>
                        <a:rPr lang="en-US" sz="2400"/>
                        <a:t>jrr.tolkien@example.edu</a:t>
                      </a:r>
                    </a:p>
                  </a:txBody>
                  <a:tcPr/>
                </a:tc>
                <a:extLst>
                  <a:ext uri="{0D108BD9-81ED-4DB2-BD59-A6C34878D82A}">
                    <a16:rowId xmlns:a16="http://schemas.microsoft.com/office/drawing/2014/main" val="10001"/>
                  </a:ext>
                </a:extLst>
              </a:tr>
              <a:tr h="1066799">
                <a:tc>
                  <a:txBody>
                    <a:bodyPr/>
                    <a:lstStyle/>
                    <a:p>
                      <a:pPr algn="ctr"/>
                      <a:r>
                        <a:rPr lang="en-US" sz="2400"/>
                        <a:t>2</a:t>
                      </a:r>
                    </a:p>
                  </a:txBody>
                  <a:tcPr/>
                </a:tc>
                <a:tc>
                  <a:txBody>
                    <a:bodyPr/>
                    <a:lstStyle/>
                    <a:p>
                      <a:pPr algn="ctr"/>
                      <a:r>
                        <a:rPr lang="en-US" sz="2400"/>
                        <a:t>Howard </a:t>
                      </a:r>
                    </a:p>
                  </a:txBody>
                  <a:tcPr/>
                </a:tc>
                <a:tc>
                  <a:txBody>
                    <a:bodyPr/>
                    <a:lstStyle/>
                    <a:p>
                      <a:pPr algn="ctr"/>
                      <a:r>
                        <a:rPr lang="en-US" sz="2400"/>
                        <a:t> Lovecraft</a:t>
                      </a:r>
                    </a:p>
                  </a:txBody>
                  <a:tcPr/>
                </a:tc>
                <a:tc>
                  <a:txBody>
                    <a:bodyPr/>
                    <a:lstStyle/>
                    <a:p>
                      <a:pPr algn="ctr"/>
                      <a:r>
                        <a:rPr lang="en-US" sz="2400"/>
                        <a:t>hp.lovecraft@example.net</a:t>
                      </a:r>
                    </a:p>
                  </a:txBody>
                  <a:tcPr/>
                </a:tc>
                <a:extLst>
                  <a:ext uri="{0D108BD9-81ED-4DB2-BD59-A6C34878D82A}">
                    <a16:rowId xmlns:a16="http://schemas.microsoft.com/office/drawing/2014/main" val="10002"/>
                  </a:ext>
                </a:extLst>
              </a:tr>
              <a:tr h="1066799">
                <a:tc>
                  <a:txBody>
                    <a:bodyPr/>
                    <a:lstStyle/>
                    <a:p>
                      <a:pPr algn="ctr"/>
                      <a:r>
                        <a:rPr lang="en-US" sz="2400"/>
                        <a:t>3</a:t>
                      </a:r>
                    </a:p>
                  </a:txBody>
                  <a:tcPr/>
                </a:tc>
                <a:tc>
                  <a:txBody>
                    <a:bodyPr/>
                    <a:lstStyle/>
                    <a:p>
                      <a:pPr algn="ctr"/>
                      <a:r>
                        <a:rPr lang="en-US" sz="2400"/>
                        <a:t>Flannery </a:t>
                      </a:r>
                    </a:p>
                  </a:txBody>
                  <a:tcPr/>
                </a:tc>
                <a:tc>
                  <a:txBody>
                    <a:bodyPr/>
                    <a:lstStyle/>
                    <a:p>
                      <a:pPr algn="ctr"/>
                      <a:r>
                        <a:rPr lang="en-US" sz="2400"/>
                        <a:t>O'Connor</a:t>
                      </a:r>
                    </a:p>
                  </a:txBody>
                  <a:tcPr/>
                </a:tc>
                <a:tc>
                  <a:txBody>
                    <a:bodyPr/>
                    <a:lstStyle/>
                    <a:p>
                      <a:pPr algn="ctr"/>
                      <a:r>
                        <a:rPr lang="en-US" sz="2400"/>
                        <a:t>flan.oconnor@example.com </a:t>
                      </a:r>
                    </a:p>
                  </a:txBody>
                  <a:tcPr/>
                </a:tc>
                <a:extLst>
                  <a:ext uri="{0D108BD9-81ED-4DB2-BD59-A6C34878D82A}">
                    <a16:rowId xmlns:a16="http://schemas.microsoft.com/office/drawing/2014/main" val="10003"/>
                  </a:ext>
                </a:extLst>
              </a:tr>
              <a:tr h="609600">
                <a:tc>
                  <a:txBody>
                    <a:bodyPr/>
                    <a:lstStyle/>
                    <a:p>
                      <a:pPr algn="ctr"/>
                      <a:r>
                        <a:rPr lang="en-US" sz="2400"/>
                        <a:t>4</a:t>
                      </a:r>
                    </a:p>
                  </a:txBody>
                  <a:tcPr/>
                </a:tc>
                <a:tc>
                  <a:txBody>
                    <a:bodyPr/>
                    <a:lstStyle/>
                    <a:p>
                      <a:pPr algn="ctr"/>
                      <a:r>
                        <a:rPr lang="en-US" sz="2400"/>
                        <a:t>Walker </a:t>
                      </a:r>
                    </a:p>
                  </a:txBody>
                  <a:tcPr/>
                </a:tc>
                <a:tc>
                  <a:txBody>
                    <a:bodyPr/>
                    <a:lstStyle/>
                    <a:p>
                      <a:pPr algn="ctr"/>
                      <a:r>
                        <a:rPr lang="en-US" sz="2400"/>
                        <a:t>Percy </a:t>
                      </a:r>
                    </a:p>
                  </a:txBody>
                  <a:tcPr/>
                </a:tc>
                <a:tc>
                  <a:txBody>
                    <a:bodyPr/>
                    <a:lstStyle/>
                    <a:p>
                      <a:pPr algn="ctr"/>
                      <a:r>
                        <a:rPr lang="en-US" sz="2400"/>
                        <a:t> w.percy@example.edu</a:t>
                      </a:r>
                    </a:p>
                  </a:txBody>
                  <a:tcPr/>
                </a:tc>
                <a:extLst>
                  <a:ext uri="{0D108BD9-81ED-4DB2-BD59-A6C34878D82A}">
                    <a16:rowId xmlns:a16="http://schemas.microsoft.com/office/drawing/2014/main" val="10004"/>
                  </a:ext>
                </a:extLst>
              </a:tr>
            </a:tbl>
          </a:graphicData>
        </a:graphic>
      </p:graphicFrame>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IN"/>
              <a:t>25-12-2022</a:t>
            </a:r>
            <a:endParaRPr lang="en-US"/>
          </a:p>
        </p:txBody>
      </p:sp>
      <p:sp>
        <p:nvSpPr>
          <p:cNvPr id="46083"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E562599-0D4B-CA47-A184-A0E6281A494E}" type="slidenum">
              <a:rPr lang="en-US" altLang="en-US" sz="1200" smtClean="0">
                <a:solidFill>
                  <a:srgbClr val="898989"/>
                </a:solidFill>
              </a:rPr>
              <a:t>68</a:t>
            </a:fld>
            <a:endParaRPr lang="en-US" altLang="en-US" sz="1200">
              <a:solidFill>
                <a:srgbClr val="898989"/>
              </a:solidFill>
            </a:endParaRPr>
          </a:p>
        </p:txBody>
      </p:sp>
      <p:sp>
        <p:nvSpPr>
          <p:cNvPr id="7" name="Title 1"/>
          <p:cNvSpPr txBox="1"/>
          <p:nvPr/>
        </p:nvSpPr>
        <p:spPr>
          <a:xfrm>
            <a:off x="1828800" y="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lvl="0" algn="ctr"/>
            <a:r>
              <a:rPr lang="en-US" altLang="en-US" sz="3200" b="1">
                <a:solidFill>
                  <a:srgbClr val="3D3B49"/>
                </a:solidFill>
              </a:rPr>
              <a:t>Error Handling</a:t>
            </a:r>
          </a:p>
        </p:txBody>
      </p:sp>
      <p:sp>
        <p:nvSpPr>
          <p:cNvPr id="13" name="Footer Placeholder 4"/>
          <p:cNvSpPr>
            <a:spLocks noGrp="1"/>
          </p:cNvSpPr>
          <p:nvPr>
            <p:ph type="ftr" sz="quarter" idx="11"/>
          </p:nvPr>
        </p:nvSpPr>
        <p:spPr>
          <a:xfrm>
            <a:off x="3352800" y="6356350"/>
            <a:ext cx="6705600" cy="501650"/>
          </a:xfrm>
        </p:spPr>
        <p:txBody>
          <a:bodyPr/>
          <a:lstStyle/>
          <a:p>
            <a:pPr>
              <a:defRPr/>
            </a:pPr>
            <a:r>
              <a:rPr lang="en-US"/>
              <a:t>Barkha Bhardwaj                    ACSAI0617 Programming For Data Analytics                    UNIT - 3</a:t>
            </a:r>
          </a:p>
        </p:txBody>
      </p:sp>
      <p:pic>
        <p:nvPicPr>
          <p:cNvPr id="46086"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noChangeArrowheads="1"/>
          </p:cNvSpPr>
          <p:nvPr>
            <p:ph idx="1"/>
          </p:nvPr>
        </p:nvSpPr>
        <p:spPr bwMode="auto">
          <a:xfrm>
            <a:off x="1219200" y="1051893"/>
            <a:ext cx="10363200" cy="369331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sz="2400" b="1" i="0" u="none" strike="noStrike" cap="none" normalizeH="0" baseline="0">
                <a:ln>
                  <a:noFill/>
                </a:ln>
                <a:solidFill>
                  <a:srgbClr val="3D3B49"/>
                </a:solidFill>
                <a:effectLst/>
                <a:latin typeface="+mn-lt"/>
              </a:rPr>
              <a:t>Error Handling</a:t>
            </a:r>
          </a:p>
          <a:p>
            <a:pPr marL="400050" lvl="1" indent="0" algn="just">
              <a:spcBef>
                <a:spcPct val="0"/>
              </a:spcBef>
              <a:buFontTx/>
              <a:buNone/>
            </a:pPr>
            <a:r>
              <a:rPr kumimoji="0" lang="en-US" altLang="en-US" sz="2400" b="0" i="0" u="none" strike="noStrike" cap="none" normalizeH="0" baseline="0">
                <a:ln>
                  <a:noFill/>
                </a:ln>
                <a:solidFill>
                  <a:srgbClr val="333333"/>
                </a:solidFill>
                <a:effectLst/>
                <a:latin typeface="+mn-lt"/>
              </a:rPr>
              <a:t>Just like the </a:t>
            </a:r>
            <a:r>
              <a:rPr kumimoji="0" lang="en-US" altLang="en-US" sz="2400" b="0" i="0" u="none" strike="noStrike" cap="none" normalizeH="0" baseline="0" err="1">
                <a:ln>
                  <a:noFill/>
                </a:ln>
                <a:solidFill>
                  <a:srgbClr val="333333"/>
                </a:solidFill>
                <a:effectLst/>
                <a:latin typeface="+mn-lt"/>
              </a:rPr>
              <a:t>mysqli</a:t>
            </a:r>
            <a:r>
              <a:rPr kumimoji="0" lang="en-US" altLang="en-US" sz="2400" b="0" i="0" u="none" strike="noStrike" cap="none" normalizeH="0" baseline="0">
                <a:ln>
                  <a:noFill/>
                </a:ln>
                <a:solidFill>
                  <a:srgbClr val="333333"/>
                </a:solidFill>
                <a:effectLst/>
                <a:latin typeface="+mn-lt"/>
              </a:rPr>
              <a:t> extension, SQLite error handling differs depending on whether you use the procedural or object-oriented </a:t>
            </a:r>
            <a:r>
              <a:rPr kumimoji="0" lang="en-US" altLang="en-US" sz="2400" b="0" i="0" u="none" strike="noStrike" cap="none" normalizeH="0" baseline="0" err="1">
                <a:ln>
                  <a:noFill/>
                </a:ln>
                <a:solidFill>
                  <a:srgbClr val="333333"/>
                </a:solidFill>
                <a:effectLst/>
                <a:latin typeface="+mn-lt"/>
              </a:rPr>
              <a:t>interface.With</a:t>
            </a:r>
            <a:r>
              <a:rPr kumimoji="0" lang="en-US" altLang="en-US" sz="2400" b="0" i="0" u="none" strike="noStrike" cap="none" normalizeH="0" baseline="0">
                <a:ln>
                  <a:noFill/>
                </a:ln>
                <a:solidFill>
                  <a:srgbClr val="333333"/>
                </a:solidFill>
                <a:effectLst/>
                <a:latin typeface="+mn-lt"/>
              </a:rPr>
              <a:t> the procedural interface, you must check the return value of each SQLite call and then consult the message in a special SQLite error variable. </a:t>
            </a:r>
          </a:p>
          <a:p>
            <a:pPr marL="400050" lvl="1" indent="0" algn="just">
              <a:spcBef>
                <a:spcPct val="0"/>
              </a:spcBef>
              <a:buFontTx/>
              <a:buNone/>
            </a:pPr>
            <a:r>
              <a:rPr kumimoji="0" lang="en-US" altLang="en-US" sz="2400" b="0" i="0" u="none" strike="noStrike" cap="none" normalizeH="0" baseline="0">
                <a:ln>
                  <a:noFill/>
                </a:ln>
                <a:solidFill>
                  <a:srgbClr val="333333"/>
                </a:solidFill>
                <a:effectLst/>
                <a:latin typeface="+mn-lt"/>
              </a:rPr>
              <a:t>Alternatively, the SQLite object tosses an </a:t>
            </a:r>
            <a:r>
              <a:rPr kumimoji="0" lang="en-US" altLang="en-US" sz="2400" b="0" i="0" u="none" strike="noStrike" cap="none" normalizeH="0" baseline="0" err="1">
                <a:ln>
                  <a:noFill/>
                </a:ln>
                <a:solidFill>
                  <a:srgbClr val="333333"/>
                </a:solidFill>
                <a:effectLst/>
                <a:latin typeface="+mn-lt"/>
              </a:rPr>
              <a:t>SQLiteException</a:t>
            </a:r>
            <a:r>
              <a:rPr kumimoji="0" lang="en-US" altLang="en-US" sz="2400" b="0" i="0" u="none" strike="noStrike" cap="none" normalizeH="0" baseline="0">
                <a:ln>
                  <a:noFill/>
                </a:ln>
                <a:solidFill>
                  <a:srgbClr val="333333"/>
                </a:solidFill>
                <a:effectLst/>
                <a:latin typeface="+mn-lt"/>
              </a:rPr>
              <a:t> whenever it encounters dragons.</a:t>
            </a:r>
            <a:endParaRPr kumimoji="0" lang="en-US" altLang="en-US" sz="2400" b="0" i="0" u="none" strike="noStrike" cap="none" normalizeH="0" baseline="0">
              <a:ln>
                <a:noFill/>
              </a:ln>
              <a:solidFill>
                <a:schemeClr val="tx1"/>
              </a:solidFill>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sz="2400" b="1" i="0" u="none" strike="noStrike" cap="none" normalizeH="0" baseline="0">
                <a:ln>
                  <a:noFill/>
                </a:ln>
                <a:solidFill>
                  <a:srgbClr val="3D3B49"/>
                </a:solidFill>
                <a:effectLst/>
                <a:latin typeface="+mn-lt"/>
              </a:rPr>
              <a:t>Procedural error handling</a:t>
            </a:r>
          </a:p>
          <a:p>
            <a:pPr marL="0" marR="0" lvl="0" indent="0" algn="just" defTabSz="914400" rtl="0" eaLnBrk="0" fontAlgn="base" latinLnBrk="0" hangingPunct="0">
              <a:lnSpc>
                <a:spcPct val="100000"/>
              </a:lnSpc>
              <a:spcBef>
                <a:spcPct val="0"/>
              </a:spcBef>
              <a:spcAft>
                <a:spcPct val="0"/>
              </a:spcAft>
              <a:buClrTx/>
              <a:buSzTx/>
              <a:buFontTx/>
              <a:buNone/>
            </a:pPr>
            <a:endParaRPr kumimoji="0" lang="en-US" altLang="en-US" sz="2400" b="1" i="0" u="none" strike="noStrike" cap="none" normalizeH="0" baseline="0">
              <a:ln>
                <a:noFill/>
              </a:ln>
              <a:solidFill>
                <a:srgbClr val="3D3B49"/>
              </a:solidFill>
              <a:effectLst/>
              <a:latin typeface="+mn-lt"/>
            </a:endParaRPr>
          </a:p>
          <a:p>
            <a:pPr marL="400050" lvl="1" indent="0" algn="just">
              <a:spcBef>
                <a:spcPct val="0"/>
              </a:spcBef>
              <a:buFontTx/>
              <a:buNone/>
            </a:pPr>
            <a:r>
              <a:rPr kumimoji="0" lang="en-US" altLang="en-US" sz="2400" b="0" i="0" u="none" strike="noStrike" cap="none" normalizeH="0" baseline="0">
                <a:ln>
                  <a:noFill/>
                </a:ln>
                <a:solidFill>
                  <a:srgbClr val="333333"/>
                </a:solidFill>
                <a:effectLst/>
                <a:latin typeface="+mn-lt"/>
              </a:rPr>
              <a:t>Here is a good way to structure your procedural code to check for SQLite errors:</a:t>
            </a:r>
            <a:endParaRPr kumimoji="0" lang="en-US" altLang="en-US" sz="2400" b="0" i="0" u="none" strike="noStrike" cap="none" normalizeH="0" baseline="0">
              <a:ln>
                <a:noFill/>
              </a:ln>
              <a:solidFill>
                <a:schemeClr val="tx1"/>
              </a:solidFill>
              <a:effectLst/>
              <a:latin typeface="+mn-lt"/>
            </a:endParaRP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r>
              <a:rPr lang="en-IN"/>
              <a:t>25-12-2022</a:t>
            </a:r>
            <a:endParaRPr lang="en-US"/>
          </a:p>
        </p:txBody>
      </p:sp>
      <p:sp>
        <p:nvSpPr>
          <p:cNvPr id="13" name="Footer Placeholder 4"/>
          <p:cNvSpPr>
            <a:spLocks noGrp="1"/>
          </p:cNvSpPr>
          <p:nvPr>
            <p:ph type="ftr" sz="quarter" idx="11"/>
          </p:nvPr>
        </p:nvSpPr>
        <p:spPr/>
        <p:txBody>
          <a:bodyPr/>
          <a:lstStyle/>
          <a:p>
            <a:pPr>
              <a:defRPr/>
            </a:pPr>
            <a:r>
              <a:rPr lang="en-US"/>
              <a:t>Barkha Bhardwaj                    ACSAI0617 Programming For Data Analytics                    UNIT - 3</a:t>
            </a:r>
          </a:p>
        </p:txBody>
      </p:sp>
      <p:sp>
        <p:nvSpPr>
          <p:cNvPr id="40963"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D5F57D2-3955-7646-9A45-6F333B457C1A}" type="slidenum">
              <a:rPr lang="en-US" altLang="en-US" sz="1200" smtClean="0">
                <a:solidFill>
                  <a:srgbClr val="898989"/>
                </a:solidFill>
              </a:rPr>
              <a:t>69</a:t>
            </a:fld>
            <a:endParaRPr lang="en-US" altLang="en-US" sz="1200">
              <a:solidFill>
                <a:srgbClr val="898989"/>
              </a:solidFill>
            </a:endParaRPr>
          </a:p>
        </p:txBody>
      </p:sp>
      <p:sp>
        <p:nvSpPr>
          <p:cNvPr id="2" name="Content Placeholder 1"/>
          <p:cNvSpPr>
            <a:spLocks noGrp="1" noChangeArrowheads="1"/>
          </p:cNvSpPr>
          <p:nvPr>
            <p:ph idx="4294967295"/>
          </p:nvPr>
        </p:nvSpPr>
        <p:spPr bwMode="auto">
          <a:xfrm>
            <a:off x="1219200" y="1800251"/>
            <a:ext cx="8382000" cy="2825698"/>
          </a:xfrm>
          <a:prstGeom prst="rect">
            <a:avLst/>
          </a:prstGeom>
          <a:solidFill>
            <a:srgbClr val="FBFBF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23805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1" i="0" u="none" strike="noStrike" cap="none" normalizeH="0" baseline="0">
                <a:ln>
                  <a:noFill/>
                </a:ln>
                <a:solidFill>
                  <a:srgbClr val="3D3B49"/>
                </a:solidFill>
                <a:effectLst/>
              </a:rPr>
              <a:t>$</a:t>
            </a:r>
            <a:r>
              <a:rPr kumimoji="0" lang="en-US" altLang="en-US" sz="2400" b="1" i="0" u="none" strike="noStrike" cap="none" normalizeH="0" baseline="0" err="1">
                <a:ln>
                  <a:noFill/>
                </a:ln>
                <a:solidFill>
                  <a:srgbClr val="3D3B49"/>
                </a:solidFill>
                <a:effectLst/>
              </a:rPr>
              <a:t>db</a:t>
            </a:r>
            <a:r>
              <a:rPr kumimoji="0" lang="en-US" altLang="en-US" sz="2400" b="1" i="0" u="none" strike="noStrike" cap="none" normalizeH="0" baseline="0">
                <a:ln>
                  <a:noFill/>
                </a:ln>
                <a:solidFill>
                  <a:srgbClr val="3D3B49"/>
                </a:solidFill>
                <a:effectLst/>
              </a:rPr>
              <a:t> = </a:t>
            </a:r>
            <a:r>
              <a:rPr kumimoji="0" lang="en-US" altLang="en-US" sz="2400" b="1" i="0" u="none" strike="noStrike" cap="none" normalizeH="0" baseline="0" err="1">
                <a:ln>
                  <a:noFill/>
                </a:ln>
                <a:solidFill>
                  <a:srgbClr val="3D3B49"/>
                </a:solidFill>
                <a:effectLst/>
              </a:rPr>
              <a:t>sqlite_open</a:t>
            </a:r>
            <a:r>
              <a:rPr kumimoji="0" lang="en-US" altLang="en-US" sz="2400" b="1" i="0" u="none" strike="noStrike" cap="none" normalizeH="0" baseline="0">
                <a:ln>
                  <a:noFill/>
                </a:ln>
                <a:solidFill>
                  <a:srgbClr val="3D3B49"/>
                </a:solidFill>
                <a:effectLst/>
              </a:rPr>
              <a:t>($database, 0666, $</a:t>
            </a:r>
            <a:r>
              <a:rPr kumimoji="0" lang="en-US" altLang="en-US" sz="2400" b="1" i="0" u="none" strike="noStrike" cap="none" normalizeH="0" baseline="0" err="1">
                <a:ln>
                  <a:noFill/>
                </a:ln>
                <a:solidFill>
                  <a:srgbClr val="3D3B49"/>
                </a:solidFill>
                <a:effectLst/>
              </a:rPr>
              <a:t>sqlite_error</a:t>
            </a:r>
            <a:r>
              <a:rPr kumimoji="0" lang="en-US" altLang="en-US" sz="2400" b="1" i="0" u="none" strike="noStrike" cap="none" normalizeH="0" baseline="0">
                <a:ln>
                  <a:noFill/>
                </a:ln>
                <a:solidFill>
                  <a:srgbClr val="3D3B49"/>
                </a:solidFill>
                <a:effectLst/>
              </a:rPr>
              <a:t>) or die ($</a:t>
            </a:r>
            <a:r>
              <a:rPr kumimoji="0" lang="en-US" altLang="en-US" sz="2400" b="1" i="0" u="none" strike="noStrike" cap="none" normalizeH="0" baseline="0" err="1">
                <a:ln>
                  <a:noFill/>
                </a:ln>
                <a:solidFill>
                  <a:srgbClr val="3D3B49"/>
                </a:solidFill>
                <a:effectLst/>
              </a:rPr>
              <a:t>sqlite_error</a:t>
            </a:r>
            <a:r>
              <a:rPr kumimoji="0" lang="en-US" altLang="en-US" sz="2400" b="1" i="0" u="none" strike="noStrike" cap="none" normalizeH="0" baseline="0">
                <a:ln>
                  <a:noFill/>
                </a:ln>
                <a:solidFill>
                  <a:srgbClr val="3D3B49"/>
                </a:solidFill>
                <a:effectLst/>
              </a:rPr>
              <a:t>);</a:t>
            </a:r>
          </a:p>
          <a:p>
            <a:pPr marL="0" marR="0" lvl="0" indent="0" algn="l" defTabSz="914400" rtl="0" eaLnBrk="0" fontAlgn="base" latinLnBrk="0" hangingPunct="0">
              <a:lnSpc>
                <a:spcPct val="100000"/>
              </a:lnSpc>
              <a:spcBef>
                <a:spcPct val="0"/>
              </a:spcBef>
              <a:spcAft>
                <a:spcPct val="0"/>
              </a:spcAft>
              <a:buClrTx/>
              <a:buSzTx/>
              <a:buFontTx/>
              <a:buNone/>
            </a:pPr>
            <a:endParaRPr lang="en-US" altLang="en-US" sz="2400" b="1">
              <a:solidFill>
                <a:srgbClr val="3D3B49"/>
              </a:solidFill>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1" i="0" u="none" strike="noStrike" cap="none" normalizeH="0" baseline="0">
                <a:ln>
                  <a:noFill/>
                </a:ln>
                <a:solidFill>
                  <a:srgbClr val="3D3B49"/>
                </a:solidFill>
                <a:effectLst/>
              </a:rPr>
              <a:t> if ($r = </a:t>
            </a:r>
            <a:r>
              <a:rPr kumimoji="0" lang="en-US" altLang="en-US" sz="2400" b="1" i="0" u="none" strike="noStrike" cap="none" normalizeH="0" baseline="0" err="1">
                <a:ln>
                  <a:noFill/>
                </a:ln>
                <a:solidFill>
                  <a:srgbClr val="3D3B49"/>
                </a:solidFill>
                <a:effectLst/>
              </a:rPr>
              <a:t>sqlite_query</a:t>
            </a:r>
            <a:r>
              <a:rPr kumimoji="0" lang="en-US" altLang="en-US" sz="2400" b="1" i="0" u="none" strike="noStrike" cap="none" normalizeH="0" baseline="0">
                <a:ln>
                  <a:noFill/>
                </a:ln>
                <a:solidFill>
                  <a:srgbClr val="3D3B49"/>
                </a:solidFill>
                <a:effectLst/>
              </a:rPr>
              <a:t>($</a:t>
            </a:r>
            <a:r>
              <a:rPr kumimoji="0" lang="en-US" altLang="en-US" sz="2400" b="1" i="0" u="none" strike="noStrike" cap="none" normalizeH="0" baseline="0" err="1">
                <a:ln>
                  <a:noFill/>
                </a:ln>
                <a:solidFill>
                  <a:srgbClr val="3D3B49"/>
                </a:solidFill>
                <a:effectLst/>
              </a:rPr>
              <a:t>db</a:t>
            </a:r>
            <a:r>
              <a:rPr kumimoji="0" lang="en-US" altLang="en-US" sz="2400" b="1" i="0" u="none" strike="noStrike" cap="none" normalizeH="0" baseline="0">
                <a:ln>
                  <a:noFill/>
                </a:ln>
                <a:solidFill>
                  <a:srgbClr val="3D3B49"/>
                </a:solidFill>
                <a:effectLst/>
              </a:rPr>
              <a:t>, $</a:t>
            </a:r>
            <a:r>
              <a:rPr kumimoji="0" lang="en-US" altLang="en-US" sz="2400" b="1" i="0" u="none" strike="noStrike" cap="none" normalizeH="0" baseline="0" err="1">
                <a:ln>
                  <a:noFill/>
                </a:ln>
                <a:solidFill>
                  <a:srgbClr val="3D3B49"/>
                </a:solidFill>
                <a:effectLst/>
              </a:rPr>
              <a:t>sql</a:t>
            </a:r>
            <a:r>
              <a:rPr kumimoji="0" lang="en-US" altLang="en-US" sz="2400" b="1" i="0" u="none" strike="noStrike" cap="none" normalizeH="0" baseline="0">
                <a:ln>
                  <a:noFill/>
                </a:ln>
                <a:solidFill>
                  <a:srgbClr val="3D3B49"/>
                </a:solidFill>
                <a:effectLst/>
              </a:rPr>
              <a:t>)) { </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1" i="0" u="none" strike="noStrike" cap="none" normalizeH="0" baseline="0">
                <a:ln>
                  <a:noFill/>
                </a:ln>
                <a:solidFill>
                  <a:srgbClr val="3D3B49"/>
                </a:solidFill>
                <a:effectLst/>
              </a:rPr>
              <a:t>// row iteration code here</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1" i="0" u="none" strike="noStrike" cap="none" normalizeH="0" baseline="0">
                <a:ln>
                  <a:noFill/>
                </a:ln>
                <a:solidFill>
                  <a:srgbClr val="3D3B49"/>
                </a:solidFill>
                <a:effectLst/>
              </a:rPr>
              <a:t> } else {</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1" i="0" u="none" strike="noStrike" cap="none" normalizeH="0" baseline="0">
                <a:ln>
                  <a:noFill/>
                </a:ln>
                <a:solidFill>
                  <a:srgbClr val="3D3B49"/>
                </a:solidFill>
                <a:effectLst/>
              </a:rPr>
              <a:t> die (</a:t>
            </a:r>
            <a:r>
              <a:rPr kumimoji="0" lang="en-US" altLang="en-US" sz="2400" b="1" i="0" u="none" strike="noStrike" cap="none" normalizeH="0" baseline="0" err="1">
                <a:ln>
                  <a:noFill/>
                </a:ln>
                <a:solidFill>
                  <a:srgbClr val="3D3B49"/>
                </a:solidFill>
                <a:effectLst/>
              </a:rPr>
              <a:t>sqlite_error_string</a:t>
            </a:r>
            <a:r>
              <a:rPr kumimoji="0" lang="en-US" altLang="en-US" sz="2400" b="1" i="0" u="none" strike="noStrike" cap="none" normalizeH="0" baseline="0">
                <a:ln>
                  <a:noFill/>
                </a:ln>
                <a:solidFill>
                  <a:srgbClr val="3D3B49"/>
                </a:solidFill>
                <a:effectLst/>
              </a:rPr>
              <a:t>(</a:t>
            </a:r>
            <a:r>
              <a:rPr kumimoji="0" lang="en-US" altLang="en-US" sz="2400" b="1" i="0" u="none" strike="noStrike" cap="none" normalizeH="0" baseline="0" err="1">
                <a:ln>
                  <a:noFill/>
                </a:ln>
                <a:solidFill>
                  <a:srgbClr val="3D3B49"/>
                </a:solidFill>
                <a:effectLst/>
              </a:rPr>
              <a:t>sqlite_last_error</a:t>
            </a:r>
            <a:r>
              <a:rPr kumimoji="0" lang="en-US" altLang="en-US" sz="2400" b="1" i="0" u="none" strike="noStrike" cap="none" normalizeH="0" baseline="0">
                <a:ln>
                  <a:noFill/>
                </a:ln>
                <a:solidFill>
                  <a:srgbClr val="3D3B49"/>
                </a:solidFill>
                <a:effectLst/>
              </a:rPr>
              <a:t>($</a:t>
            </a:r>
            <a:r>
              <a:rPr kumimoji="0" lang="en-US" altLang="en-US" sz="2400" b="1" i="0" u="none" strike="noStrike" cap="none" normalizeH="0" baseline="0" err="1">
                <a:ln>
                  <a:noFill/>
                </a:ln>
                <a:solidFill>
                  <a:srgbClr val="3D3B49"/>
                </a:solidFill>
                <a:effectLst/>
              </a:rPr>
              <a:t>db</a:t>
            </a:r>
            <a:r>
              <a:rPr kumimoji="0" lang="en-US" altLang="en-US" sz="2400" b="1" i="0" u="none" strike="noStrike" cap="none" normalizeH="0" baseline="0">
                <a:ln>
                  <a:noFill/>
                </a:ln>
                <a:solidFill>
                  <a:srgbClr val="3D3B49"/>
                </a:solidFill>
                <a:effectLst/>
              </a:rPr>
              <a:t>)));</a:t>
            </a:r>
            <a:r>
              <a:rPr kumimoji="0" lang="en-US" altLang="en-US" sz="2400" b="1" i="0" u="none" strike="noStrike" cap="none" normalizeH="0" baseline="0">
                <a:ln>
                  <a:noFill/>
                </a:ln>
                <a:solidFill>
                  <a:schemeClr val="tx1"/>
                </a:solidFill>
                <a:effectLst/>
              </a:rPr>
              <a:t> </a:t>
            </a:r>
          </a:p>
        </p:txBody>
      </p:sp>
      <p:sp>
        <p:nvSpPr>
          <p:cNvPr id="7" name="Title 1"/>
          <p:cNvSpPr txBox="1"/>
          <p:nvPr/>
        </p:nvSpPr>
        <p:spPr>
          <a:xfrm>
            <a:off x="1828800" y="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lvl="0" algn="ctr"/>
            <a:r>
              <a:rPr lang="en-US" altLang="en-US" sz="3200" b="1">
                <a:solidFill>
                  <a:srgbClr val="3D3B49"/>
                </a:solidFill>
              </a:rPr>
              <a:t>Error Handling</a:t>
            </a:r>
          </a:p>
        </p:txBody>
      </p:sp>
      <p:pic>
        <p:nvPicPr>
          <p:cNvPr id="40966"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IN"/>
              <a:t>25-12-2022</a:t>
            </a:r>
            <a:endParaRPr lang="en-US"/>
          </a:p>
        </p:txBody>
      </p:sp>
      <p:sp>
        <p:nvSpPr>
          <p:cNvPr id="46083"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E562599-0D4B-CA47-A184-A0E6281A494E}" type="slidenum">
              <a:rPr lang="en-US" altLang="en-US" sz="1200" smtClean="0">
                <a:solidFill>
                  <a:srgbClr val="898989"/>
                </a:solidFill>
              </a:rPr>
              <a:t>70</a:t>
            </a:fld>
            <a:endParaRPr lang="en-US" altLang="en-US" sz="1200">
              <a:solidFill>
                <a:srgbClr val="898989"/>
              </a:solidFill>
            </a:endParaRPr>
          </a:p>
        </p:txBody>
      </p:sp>
      <p:sp>
        <p:nvSpPr>
          <p:cNvPr id="7" name="Title 1"/>
          <p:cNvSpPr txBox="1"/>
          <p:nvPr/>
        </p:nvSpPr>
        <p:spPr>
          <a:xfrm>
            <a:off x="1828800" y="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lvl="0" algn="ctr"/>
            <a:r>
              <a:rPr lang="en-US" altLang="en-US" sz="3200" b="1">
                <a:solidFill>
                  <a:srgbClr val="3D3B49"/>
                </a:solidFill>
              </a:rPr>
              <a:t>Error Handling</a:t>
            </a:r>
          </a:p>
        </p:txBody>
      </p:sp>
      <p:sp>
        <p:nvSpPr>
          <p:cNvPr id="13" name="Footer Placeholder 4"/>
          <p:cNvSpPr>
            <a:spLocks noGrp="1"/>
          </p:cNvSpPr>
          <p:nvPr>
            <p:ph type="ftr" sz="quarter" idx="11"/>
          </p:nvPr>
        </p:nvSpPr>
        <p:spPr>
          <a:xfrm>
            <a:off x="3352800" y="6356350"/>
            <a:ext cx="6705600" cy="501650"/>
          </a:xfrm>
        </p:spPr>
        <p:txBody>
          <a:bodyPr/>
          <a:lstStyle/>
          <a:p>
            <a:pPr>
              <a:defRPr/>
            </a:pPr>
            <a:r>
              <a:rPr lang="en-US"/>
              <a:t>Barkha Bhardwaj                    ACSAI0617 Programming For Data Analytics                    UNIT - 3</a:t>
            </a:r>
          </a:p>
        </p:txBody>
      </p:sp>
      <p:pic>
        <p:nvPicPr>
          <p:cNvPr id="46086"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noChangeArrowheads="1"/>
          </p:cNvSpPr>
          <p:nvPr>
            <p:ph idx="1"/>
          </p:nvPr>
        </p:nvSpPr>
        <p:spPr bwMode="auto">
          <a:xfrm rot="10800000" flipV="1">
            <a:off x="1143000" y="954654"/>
            <a:ext cx="10439400" cy="443198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a:spcBef>
                <a:spcPct val="0"/>
              </a:spcBef>
            </a:pPr>
            <a:r>
              <a:rPr kumimoji="0" lang="en-US" altLang="en-US" sz="2400" b="0" i="0" u="none" strike="noStrike" cap="none" normalizeH="0" baseline="0">
                <a:ln>
                  <a:noFill/>
                </a:ln>
                <a:solidFill>
                  <a:srgbClr val="333333"/>
                </a:solidFill>
                <a:effectLst/>
                <a:latin typeface="+mn-lt"/>
              </a:rPr>
              <a:t>There are three different ways to access SQLite errors. When you initially try to connect to an SQLite database, the third parameter to </a:t>
            </a:r>
            <a:r>
              <a:rPr kumimoji="0" lang="en-US" altLang="en-US" sz="2400" b="0" i="0" u="none" strike="noStrike" cap="none" normalizeH="0" baseline="0" err="1">
                <a:ln>
                  <a:noFill/>
                </a:ln>
                <a:solidFill>
                  <a:srgbClr val="333333"/>
                </a:solidFill>
                <a:effectLst/>
                <a:latin typeface="+mn-lt"/>
              </a:rPr>
              <a:t>sqlite_open</a:t>
            </a:r>
            <a:r>
              <a:rPr kumimoji="0" lang="en-US" altLang="en-US" sz="2400" b="0" i="0" u="none" strike="noStrike" cap="none" normalizeH="0" baseline="0">
                <a:ln>
                  <a:noFill/>
                </a:ln>
                <a:solidFill>
                  <a:srgbClr val="333333"/>
                </a:solidFill>
                <a:effectLst/>
                <a:latin typeface="+mn-lt"/>
              </a:rPr>
              <a:t>( ) (in this case $</a:t>
            </a:r>
            <a:r>
              <a:rPr kumimoji="0" lang="en-US" altLang="en-US" sz="2400" b="0" i="0" u="none" strike="noStrike" cap="none" normalizeH="0" baseline="0" err="1">
                <a:ln>
                  <a:noFill/>
                </a:ln>
                <a:solidFill>
                  <a:srgbClr val="333333"/>
                </a:solidFill>
                <a:effectLst/>
                <a:latin typeface="+mn-lt"/>
              </a:rPr>
              <a:t>sqlite_error</a:t>
            </a:r>
            <a:r>
              <a:rPr kumimoji="0" lang="en-US" altLang="en-US" sz="2400" b="0" i="0" u="none" strike="noStrike" cap="none" normalizeH="0" baseline="0">
                <a:ln>
                  <a:noFill/>
                </a:ln>
                <a:solidFill>
                  <a:srgbClr val="333333"/>
                </a:solidFill>
                <a:effectLst/>
                <a:latin typeface="+mn-lt"/>
              </a:rPr>
              <a:t>) is a variable passed by reference. If SQLite cannot open the database, it will return false and store the error message in $</a:t>
            </a:r>
            <a:r>
              <a:rPr kumimoji="0" lang="en-US" altLang="en-US" sz="2400" b="0" i="0" u="none" strike="noStrike" cap="none" normalizeH="0" baseline="0" err="1">
                <a:ln>
                  <a:noFill/>
                </a:ln>
                <a:solidFill>
                  <a:srgbClr val="333333"/>
                </a:solidFill>
                <a:effectLst/>
                <a:latin typeface="+mn-lt"/>
              </a:rPr>
              <a:t>sqlite_error</a:t>
            </a:r>
            <a:r>
              <a:rPr kumimoji="0" lang="en-US" altLang="en-US" sz="2400" b="0" i="0" u="none" strike="noStrike" cap="none" normalizeH="0" baseline="0">
                <a:ln>
                  <a:noFill/>
                </a:ln>
                <a:solidFill>
                  <a:srgbClr val="333333"/>
                </a:solidFill>
                <a:effectLst/>
                <a:latin typeface="+mn-lt"/>
              </a:rPr>
              <a:t>.</a:t>
            </a:r>
          </a:p>
          <a:p>
            <a:pPr marL="0" marR="0" lvl="0" indent="0" algn="just" defTabSz="914400" rtl="0" eaLnBrk="0" fontAlgn="base" latinLnBrk="0" hangingPunct="0">
              <a:lnSpc>
                <a:spcPct val="100000"/>
              </a:lnSpc>
              <a:spcBef>
                <a:spcPct val="0"/>
              </a:spcBef>
              <a:spcAft>
                <a:spcPct val="0"/>
              </a:spcAft>
              <a:buClrTx/>
              <a:buSzTx/>
              <a:buFontTx/>
              <a:buNone/>
            </a:pPr>
            <a:endParaRPr kumimoji="0" lang="en-US" altLang="en-US" sz="2400" b="0" i="0" u="none" strike="noStrike" cap="none" normalizeH="0" baseline="0">
              <a:ln>
                <a:noFill/>
              </a:ln>
              <a:solidFill>
                <a:schemeClr val="tx1"/>
              </a:solidFill>
              <a:effectLst/>
              <a:latin typeface="+mn-lt"/>
            </a:endParaRPr>
          </a:p>
          <a:p>
            <a:pPr algn="just">
              <a:spcBef>
                <a:spcPct val="0"/>
              </a:spcBef>
            </a:pPr>
            <a:r>
              <a:rPr kumimoji="0" lang="en-US" altLang="en-US" sz="2400" b="0" i="0" u="none" strike="noStrike" cap="none" normalizeH="0" baseline="0">
                <a:ln>
                  <a:noFill/>
                </a:ln>
                <a:solidFill>
                  <a:srgbClr val="333333"/>
                </a:solidFill>
                <a:effectLst/>
                <a:latin typeface="+mn-lt"/>
              </a:rPr>
              <a:t>The second parameter to </a:t>
            </a:r>
            <a:r>
              <a:rPr kumimoji="0" lang="en-US" altLang="en-US" sz="2400" b="0" i="0" u="none" strike="noStrike" cap="none" normalizeH="0" baseline="0" err="1">
                <a:ln>
                  <a:noFill/>
                </a:ln>
                <a:solidFill>
                  <a:srgbClr val="333333"/>
                </a:solidFill>
                <a:effectLst/>
                <a:latin typeface="+mn-lt"/>
              </a:rPr>
              <a:t>sqlite_open</a:t>
            </a:r>
            <a:r>
              <a:rPr kumimoji="0" lang="en-US" altLang="en-US" sz="2400" b="0" i="0" u="none" strike="noStrike" cap="none" normalizeH="0" baseline="0">
                <a:ln>
                  <a:noFill/>
                </a:ln>
                <a:solidFill>
                  <a:srgbClr val="333333"/>
                </a:solidFill>
                <a:effectLst/>
                <a:latin typeface="+mn-lt"/>
              </a:rPr>
              <a:t>( ) is the </a:t>
            </a:r>
            <a:r>
              <a:rPr kumimoji="0" lang="en-US" altLang="en-US" sz="2400" b="0" i="1" u="none" strike="noStrike" cap="none" normalizeH="0" baseline="0">
                <a:ln>
                  <a:noFill/>
                </a:ln>
                <a:solidFill>
                  <a:srgbClr val="333333"/>
                </a:solidFill>
                <a:effectLst/>
                <a:latin typeface="+mn-lt"/>
              </a:rPr>
              <a:t>mode</a:t>
            </a:r>
            <a:r>
              <a:rPr kumimoji="0" lang="en-US" altLang="en-US" sz="2400" b="0" i="0" u="none" strike="noStrike" cap="none" normalizeH="0" baseline="0">
                <a:ln>
                  <a:noFill/>
                </a:ln>
                <a:solidFill>
                  <a:srgbClr val="333333"/>
                </a:solidFill>
                <a:effectLst/>
                <a:latin typeface="+mn-lt"/>
              </a:rPr>
              <a:t>, which is an octal number that describes the file permissions SQLite uses when creating a new database. Currently, the SQLite extension always uses a mode of 0666, regardless of </a:t>
            </a:r>
            <a:r>
              <a:rPr kumimoji="0" lang="en-US" altLang="en-US" sz="2400" b="0" i="0" u="none" strike="noStrike" cap="none" normalizeH="0" baseline="0" err="1">
                <a:ln>
                  <a:noFill/>
                </a:ln>
                <a:solidFill>
                  <a:srgbClr val="333333"/>
                </a:solidFill>
                <a:effectLst/>
                <a:latin typeface="+mn-lt"/>
              </a:rPr>
              <a:t>whatâ</a:t>
            </a:r>
            <a:r>
              <a:rPr kumimoji="0" lang="en-US" altLang="en-US" sz="2400" b="0" i="0" u="none" strike="noStrike" cap="none" normalizeH="0" baseline="0">
                <a:ln>
                  <a:noFill/>
                </a:ln>
                <a:solidFill>
                  <a:srgbClr val="333333"/>
                </a:solidFill>
                <a:effectLst/>
                <a:latin typeface="+mn-lt"/>
              </a:rPr>
              <a:t>s passed in during </a:t>
            </a:r>
            <a:r>
              <a:rPr kumimoji="0" lang="en-US" altLang="en-US" sz="2400" b="0" i="0" u="none" strike="noStrike" cap="none" normalizeH="0" baseline="0" err="1">
                <a:ln>
                  <a:noFill/>
                </a:ln>
                <a:solidFill>
                  <a:srgbClr val="333333"/>
                </a:solidFill>
                <a:effectLst/>
                <a:latin typeface="+mn-lt"/>
              </a:rPr>
              <a:t>sqlite_open</a:t>
            </a:r>
            <a:r>
              <a:rPr kumimoji="0" lang="en-US" altLang="en-US" sz="2400" b="0" i="0" u="none" strike="noStrike" cap="none" normalizeH="0" baseline="0">
                <a:ln>
                  <a:noFill/>
                </a:ln>
                <a:solidFill>
                  <a:srgbClr val="333333"/>
                </a:solidFill>
                <a:effectLst/>
                <a:latin typeface="+mn-lt"/>
              </a:rPr>
              <a:t>( ). In other words, this value is ignored completely; however, it may be respected in future versions of the extension. This mode means the database is readable and writable by all users, including the web server.</a:t>
            </a:r>
            <a:endParaRPr kumimoji="0" lang="en-US" altLang="en-US" sz="2400" b="0" i="0" u="none" strike="noStrike" cap="none" normalizeH="0" baseline="0">
              <a:ln>
                <a:noFill/>
              </a:ln>
              <a:solidFill>
                <a:schemeClr val="tx1"/>
              </a:solidFill>
              <a:effectLst/>
              <a:latin typeface="+mn-lt"/>
            </a:endParaRP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IN"/>
              <a:t>25-12-2022</a:t>
            </a:r>
            <a:endParaRPr lang="en-US"/>
          </a:p>
        </p:txBody>
      </p:sp>
      <p:sp>
        <p:nvSpPr>
          <p:cNvPr id="46083"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E562599-0D4B-CA47-A184-A0E6281A494E}" type="slidenum">
              <a:rPr lang="en-US" altLang="en-US" sz="1200" smtClean="0">
                <a:solidFill>
                  <a:srgbClr val="898989"/>
                </a:solidFill>
              </a:rPr>
              <a:t>71</a:t>
            </a:fld>
            <a:endParaRPr lang="en-US" altLang="en-US" sz="1200">
              <a:solidFill>
                <a:srgbClr val="898989"/>
              </a:solidFill>
            </a:endParaRPr>
          </a:p>
        </p:txBody>
      </p:sp>
      <p:sp>
        <p:nvSpPr>
          <p:cNvPr id="7" name="Title 1"/>
          <p:cNvSpPr txBox="1"/>
          <p:nvPr/>
        </p:nvSpPr>
        <p:spPr>
          <a:xfrm>
            <a:off x="1828800" y="-1"/>
            <a:ext cx="10363200" cy="847725"/>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endParaRPr lang="en-IN" sz="3200" b="1" i="0">
              <a:solidFill>
                <a:srgbClr val="3A3A3A"/>
              </a:solidFill>
              <a:effectLst/>
              <a:latin typeface="Open Sans" panose="020B0606030504020204" pitchFamily="34" charset="0"/>
            </a:endParaRPr>
          </a:p>
          <a:p>
            <a:pPr lvl="0" algn="ctr"/>
            <a:r>
              <a:rPr lang="en-US" altLang="en-US" sz="3200" b="1">
                <a:solidFill>
                  <a:srgbClr val="3D3B49"/>
                </a:solidFill>
              </a:rPr>
              <a:t>Error Handling</a:t>
            </a:r>
          </a:p>
          <a:p>
            <a:pPr algn="ctr"/>
            <a:endParaRPr lang="en-IN" sz="3200" b="1" i="0">
              <a:solidFill>
                <a:srgbClr val="3A3A3A"/>
              </a:solidFill>
              <a:effectLst/>
              <a:latin typeface="Open Sans" panose="020B0606030504020204" pitchFamily="34" charset="0"/>
            </a:endParaRPr>
          </a:p>
        </p:txBody>
      </p:sp>
      <p:sp>
        <p:nvSpPr>
          <p:cNvPr id="13" name="Footer Placeholder 4"/>
          <p:cNvSpPr>
            <a:spLocks noGrp="1"/>
          </p:cNvSpPr>
          <p:nvPr>
            <p:ph type="ftr" sz="quarter" idx="11"/>
          </p:nvPr>
        </p:nvSpPr>
        <p:spPr>
          <a:xfrm>
            <a:off x="3352800" y="6356350"/>
            <a:ext cx="6705600" cy="501650"/>
          </a:xfrm>
        </p:spPr>
        <p:txBody>
          <a:bodyPr/>
          <a:lstStyle/>
          <a:p>
            <a:pPr>
              <a:defRPr/>
            </a:pPr>
            <a:r>
              <a:rPr lang="en-US"/>
              <a:t>Barkha Bhardwaj                    ACSAI0617 Programming For Data Analytics                    UNIT - 3</a:t>
            </a:r>
          </a:p>
        </p:txBody>
      </p:sp>
      <p:pic>
        <p:nvPicPr>
          <p:cNvPr id="46086"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Content Placeholder 1"/>
          <p:cNvSpPr>
            <a:spLocks noGrp="1" noChangeArrowheads="1"/>
          </p:cNvSpPr>
          <p:nvPr>
            <p:ph idx="1"/>
          </p:nvPr>
        </p:nvSpPr>
        <p:spPr bwMode="auto">
          <a:xfrm>
            <a:off x="609600" y="1152435"/>
            <a:ext cx="11277600" cy="517064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a:spcBef>
                <a:spcPct val="0"/>
              </a:spcBef>
            </a:pPr>
            <a:r>
              <a:rPr kumimoji="0" lang="en-US" altLang="en-US" sz="2400" b="0" i="0" u="none" strike="noStrike" cap="none" normalizeH="0" baseline="0">
                <a:ln>
                  <a:noFill/>
                </a:ln>
                <a:solidFill>
                  <a:srgbClr val="333333"/>
                </a:solidFill>
                <a:effectLst/>
                <a:latin typeface="+mn-lt"/>
              </a:rPr>
              <a:t>Once your connection is established, SQLite still returns false upon errors, but it no longer uses $</a:t>
            </a:r>
            <a:r>
              <a:rPr kumimoji="0" lang="en-US" altLang="en-US" sz="2400" b="0" i="0" u="none" strike="noStrike" cap="none" normalizeH="0" baseline="0" err="1">
                <a:ln>
                  <a:noFill/>
                </a:ln>
                <a:solidFill>
                  <a:srgbClr val="333333"/>
                </a:solidFill>
                <a:effectLst/>
                <a:latin typeface="+mn-lt"/>
              </a:rPr>
              <a:t>sqlite_error</a:t>
            </a:r>
            <a:r>
              <a:rPr kumimoji="0" lang="en-US" altLang="en-US" sz="2400" b="0" i="0" u="none" strike="noStrike" cap="none" normalizeH="0" baseline="0">
                <a:ln>
                  <a:noFill/>
                </a:ln>
                <a:solidFill>
                  <a:srgbClr val="333333"/>
                </a:solidFill>
                <a:effectLst/>
                <a:latin typeface="+mn-lt"/>
              </a:rPr>
              <a:t>. Instead, it has a pair of error-reporting functions: </a:t>
            </a:r>
            <a:r>
              <a:rPr kumimoji="0" lang="en-US" altLang="en-US" sz="2400" b="0" i="0" u="none" strike="noStrike" cap="none" normalizeH="0" baseline="0" err="1">
                <a:ln>
                  <a:noFill/>
                </a:ln>
                <a:solidFill>
                  <a:srgbClr val="333333"/>
                </a:solidFill>
                <a:effectLst/>
                <a:latin typeface="+mn-lt"/>
              </a:rPr>
              <a:t>sqlite_last_error</a:t>
            </a:r>
            <a:r>
              <a:rPr kumimoji="0" lang="en-US" altLang="en-US" sz="2400" b="0" i="0" u="none" strike="noStrike" cap="none" normalizeH="0" baseline="0">
                <a:ln>
                  <a:noFill/>
                </a:ln>
                <a:solidFill>
                  <a:srgbClr val="333333"/>
                </a:solidFill>
                <a:effectLst/>
                <a:latin typeface="+mn-lt"/>
              </a:rPr>
              <a:t>( ) and </a:t>
            </a:r>
            <a:r>
              <a:rPr kumimoji="0" lang="en-US" altLang="en-US" sz="2400" b="0" i="0" u="none" strike="noStrike" cap="none" normalizeH="0" baseline="0" err="1">
                <a:ln>
                  <a:noFill/>
                </a:ln>
                <a:solidFill>
                  <a:srgbClr val="333333"/>
                </a:solidFill>
                <a:effectLst/>
                <a:latin typeface="+mn-lt"/>
              </a:rPr>
              <a:t>sqlite_error_string</a:t>
            </a:r>
            <a:r>
              <a:rPr kumimoji="0" lang="en-US" altLang="en-US" sz="2400" b="0" i="0" u="none" strike="noStrike" cap="none" normalizeH="0" baseline="0">
                <a:ln>
                  <a:noFill/>
                </a:ln>
                <a:solidFill>
                  <a:srgbClr val="333333"/>
                </a:solidFill>
                <a:effectLst/>
                <a:latin typeface="+mn-lt"/>
              </a:rPr>
              <a:t>( ).</a:t>
            </a:r>
            <a:endParaRPr kumimoji="0" lang="en-US" altLang="en-US" sz="2400" b="0" i="0" u="none" strike="noStrike" cap="none" normalizeH="0" baseline="0">
              <a:ln>
                <a:noFill/>
              </a:ln>
              <a:solidFill>
                <a:schemeClr val="tx1"/>
              </a:solidFill>
              <a:effectLst/>
              <a:latin typeface="+mn-lt"/>
            </a:endParaRPr>
          </a:p>
          <a:p>
            <a:pPr algn="just">
              <a:spcBef>
                <a:spcPct val="0"/>
              </a:spcBef>
            </a:pPr>
            <a:r>
              <a:rPr kumimoji="0" lang="en-US" altLang="en-US" sz="2400" b="0" i="0" u="none" strike="noStrike" cap="none" normalizeH="0" baseline="0">
                <a:ln>
                  <a:noFill/>
                </a:ln>
                <a:solidFill>
                  <a:srgbClr val="333333"/>
                </a:solidFill>
                <a:effectLst/>
                <a:latin typeface="+mn-lt"/>
              </a:rPr>
              <a:t>The first function, </a:t>
            </a:r>
            <a:r>
              <a:rPr kumimoji="0" lang="en-US" altLang="en-US" sz="2400" b="0" i="0" u="none" strike="noStrike" cap="none" normalizeH="0" baseline="0" err="1">
                <a:ln>
                  <a:noFill/>
                </a:ln>
                <a:solidFill>
                  <a:srgbClr val="333333"/>
                </a:solidFill>
                <a:effectLst/>
                <a:latin typeface="+mn-lt"/>
              </a:rPr>
              <a:t>sqlite_last_error</a:t>
            </a:r>
            <a:r>
              <a:rPr kumimoji="0" lang="en-US" altLang="en-US" sz="2400" b="0" i="0" u="none" strike="noStrike" cap="none" normalizeH="0" baseline="0">
                <a:ln>
                  <a:noFill/>
                </a:ln>
                <a:solidFill>
                  <a:srgbClr val="333333"/>
                </a:solidFill>
                <a:effectLst/>
                <a:latin typeface="+mn-lt"/>
              </a:rPr>
              <a:t>( ), returns the SQLite error code for the most recent error. Since the error code is a number, </a:t>
            </a:r>
            <a:r>
              <a:rPr kumimoji="0" lang="en-US" altLang="en-US" sz="2400" b="0" i="0" u="none" strike="noStrike" cap="none" normalizeH="0" baseline="0" err="1">
                <a:ln>
                  <a:noFill/>
                </a:ln>
                <a:solidFill>
                  <a:srgbClr val="333333"/>
                </a:solidFill>
                <a:effectLst/>
                <a:latin typeface="+mn-lt"/>
              </a:rPr>
              <a:t>itâ</a:t>
            </a:r>
            <a:r>
              <a:rPr kumimoji="0" lang="en-US" altLang="en-US" sz="2400" b="0" i="0" u="none" strike="noStrike" cap="none" normalizeH="0" baseline="0">
                <a:ln>
                  <a:noFill/>
                </a:ln>
                <a:solidFill>
                  <a:srgbClr val="333333"/>
                </a:solidFill>
                <a:effectLst/>
                <a:latin typeface="+mn-lt"/>
              </a:rPr>
              <a:t>s not very helpful for humans. To convert the number to an actual error message, pass it to </a:t>
            </a:r>
            <a:r>
              <a:rPr kumimoji="0" lang="en-US" altLang="en-US" sz="2400" b="0" i="0" u="none" strike="noStrike" cap="none" normalizeH="0" baseline="0" err="1">
                <a:ln>
                  <a:noFill/>
                </a:ln>
                <a:solidFill>
                  <a:srgbClr val="333333"/>
                </a:solidFill>
                <a:effectLst/>
                <a:latin typeface="+mn-lt"/>
              </a:rPr>
              <a:t>sqlite_error_string</a:t>
            </a:r>
            <a:r>
              <a:rPr kumimoji="0" lang="en-US" altLang="en-US" sz="2400" b="0" i="0" u="none" strike="noStrike" cap="none" normalizeH="0" baseline="0">
                <a:ln>
                  <a:noFill/>
                </a:ln>
                <a:solidFill>
                  <a:srgbClr val="333333"/>
                </a:solidFill>
                <a:effectLst/>
                <a:latin typeface="+mn-lt"/>
              </a:rPr>
              <a:t>( ).</a:t>
            </a:r>
            <a:endParaRPr kumimoji="0" lang="en-US" altLang="en-US" sz="2400" b="0" i="0" u="none" strike="noStrike" cap="none" normalizeH="0" baseline="0">
              <a:ln>
                <a:noFill/>
              </a:ln>
              <a:solidFill>
                <a:schemeClr val="tx1"/>
              </a:solidFill>
              <a:effectLst/>
              <a:latin typeface="+mn-lt"/>
            </a:endParaRPr>
          </a:p>
          <a:p>
            <a:pPr algn="just">
              <a:spcBef>
                <a:spcPct val="0"/>
              </a:spcBef>
            </a:pPr>
            <a:r>
              <a:rPr kumimoji="0" lang="en-US" altLang="en-US" sz="2400" b="0" i="0" u="none" strike="noStrike" cap="none" normalizeH="0" baseline="0">
                <a:ln>
                  <a:noFill/>
                </a:ln>
                <a:solidFill>
                  <a:srgbClr val="333333"/>
                </a:solidFill>
                <a:effectLst/>
                <a:latin typeface="+mn-lt"/>
              </a:rPr>
              <a:t>In the previous example, any error triggers a die( ). More user-friendly applications require gentler error handling. Using </a:t>
            </a:r>
            <a:r>
              <a:rPr kumimoji="0" lang="en-US" altLang="en-US" sz="2400" b="0" i="0" u="none" strike="noStrike" cap="none" normalizeH="0" baseline="0" err="1">
                <a:ln>
                  <a:noFill/>
                </a:ln>
                <a:solidFill>
                  <a:srgbClr val="333333"/>
                </a:solidFill>
                <a:effectLst/>
                <a:latin typeface="+mn-lt"/>
              </a:rPr>
              <a:t>error_log</a:t>
            </a:r>
            <a:r>
              <a:rPr kumimoji="0" lang="en-US" altLang="en-US" sz="2400" b="0" i="0" u="none" strike="noStrike" cap="none" normalizeH="0" baseline="0">
                <a:ln>
                  <a:noFill/>
                </a:ln>
                <a:solidFill>
                  <a:srgbClr val="333333"/>
                </a:solidFill>
                <a:effectLst/>
                <a:latin typeface="+mn-lt"/>
              </a:rPr>
              <a:t>( ) in combination with a polite, generic message to users may be the best solution.</a:t>
            </a:r>
            <a:endParaRPr kumimoji="0" lang="en-US" altLang="en-US" sz="2400" b="0" i="0" u="none" strike="noStrike" cap="none" normalizeH="0" baseline="0">
              <a:ln>
                <a:noFill/>
              </a:ln>
              <a:solidFill>
                <a:schemeClr val="tx1"/>
              </a:solidFill>
              <a:effectLst/>
              <a:latin typeface="+mn-lt"/>
            </a:endParaRPr>
          </a:p>
          <a:p>
            <a:pPr algn="just">
              <a:spcBef>
                <a:spcPct val="0"/>
              </a:spcBef>
            </a:pPr>
            <a:r>
              <a:rPr kumimoji="0" lang="en-US" altLang="en-US" sz="2400" b="0" i="0" u="none" strike="noStrike" cap="none" normalizeH="0" baseline="0">
                <a:ln>
                  <a:noFill/>
                </a:ln>
                <a:solidFill>
                  <a:srgbClr val="333333"/>
                </a:solidFill>
                <a:effectLst/>
                <a:latin typeface="+mn-lt"/>
              </a:rPr>
              <a:t>You cannot âsave </a:t>
            </a:r>
            <a:r>
              <a:rPr kumimoji="0" lang="en-US" altLang="en-US" sz="2400" b="0" i="0" u="none" strike="noStrike" cap="none" normalizeH="0" baseline="0" err="1">
                <a:ln>
                  <a:noFill/>
                </a:ln>
                <a:solidFill>
                  <a:srgbClr val="333333"/>
                </a:solidFill>
                <a:effectLst/>
                <a:latin typeface="+mn-lt"/>
              </a:rPr>
              <a:t>upâ</a:t>
            </a:r>
            <a:r>
              <a:rPr kumimoji="0" lang="en-US" altLang="en-US" sz="2400" b="0" i="0" u="none" strike="noStrike" cap="none" normalizeH="0" baseline="0">
                <a:ln>
                  <a:noFill/>
                </a:ln>
                <a:solidFill>
                  <a:srgbClr val="333333"/>
                </a:solidFill>
                <a:effectLst/>
                <a:latin typeface="+mn-lt"/>
              </a:rPr>
              <a:t> error checking while you complete a series of queries. SQLite resets the value returned by </a:t>
            </a:r>
            <a:r>
              <a:rPr kumimoji="0" lang="en-US" altLang="en-US" sz="2400" b="0" i="0" u="none" strike="noStrike" cap="none" normalizeH="0" baseline="0" err="1">
                <a:ln>
                  <a:noFill/>
                </a:ln>
                <a:solidFill>
                  <a:srgbClr val="333333"/>
                </a:solidFill>
                <a:effectLst/>
                <a:latin typeface="+mn-lt"/>
              </a:rPr>
              <a:t>sqlite_last_error</a:t>
            </a:r>
            <a:r>
              <a:rPr kumimoji="0" lang="en-US" altLang="en-US" sz="2400" b="0" i="0" u="none" strike="noStrike" cap="none" normalizeH="0" baseline="0">
                <a:ln>
                  <a:noFill/>
                </a:ln>
                <a:solidFill>
                  <a:srgbClr val="333333"/>
                </a:solidFill>
                <a:effectLst/>
                <a:latin typeface="+mn-lt"/>
              </a:rPr>
              <a:t>( ) after every query, so old error messages will be removed before you view them. SQLite even resets the message after an error-free query, so a query with an error followed by valid query leaves you with an error message of not an error.</a:t>
            </a:r>
            <a:endParaRPr kumimoji="0" lang="en-US" altLang="en-US" sz="2400" b="0" i="0" u="none" strike="noStrike" cap="none" normalizeH="0" baseline="0">
              <a:ln>
                <a:noFill/>
              </a:ln>
              <a:solidFill>
                <a:schemeClr val="tx1"/>
              </a:solidFill>
              <a:effectLst/>
              <a:latin typeface="+mn-lt"/>
            </a:endParaRPr>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IN"/>
              <a:t>25-12-2022</a:t>
            </a:r>
            <a:endParaRPr lang="en-US"/>
          </a:p>
        </p:txBody>
      </p:sp>
      <p:sp>
        <p:nvSpPr>
          <p:cNvPr id="46083"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E562599-0D4B-CA47-A184-A0E6281A494E}" type="slidenum">
              <a:rPr lang="en-US" altLang="en-US" sz="1200" smtClean="0">
                <a:solidFill>
                  <a:srgbClr val="898989"/>
                </a:solidFill>
              </a:rPr>
              <a:t>72</a:t>
            </a:fld>
            <a:endParaRPr lang="en-US" altLang="en-US" sz="1200">
              <a:solidFill>
                <a:srgbClr val="898989"/>
              </a:solidFill>
            </a:endParaRPr>
          </a:p>
        </p:txBody>
      </p:sp>
      <p:sp>
        <p:nvSpPr>
          <p:cNvPr id="7" name="Title 1"/>
          <p:cNvSpPr txBox="1"/>
          <p:nvPr/>
        </p:nvSpPr>
        <p:spPr>
          <a:xfrm>
            <a:off x="1828800" y="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endParaRPr lang="en-US" sz="3200" b="1"/>
          </a:p>
          <a:p>
            <a:r>
              <a:rPr lang="en-US" sz="3200" b="1"/>
              <a:t>                      </a:t>
            </a:r>
          </a:p>
          <a:p>
            <a:endParaRPr lang="en-US" sz="3200" b="1"/>
          </a:p>
          <a:p>
            <a:pPr algn="ctr"/>
            <a:r>
              <a:rPr lang="en-US" sz="3200" b="1"/>
              <a:t>Querying in NoSQL</a:t>
            </a:r>
          </a:p>
          <a:p>
            <a:br>
              <a:rPr lang="en-US" sz="3200"/>
            </a:br>
            <a:br>
              <a:rPr lang="en-US" sz="3200"/>
            </a:br>
            <a:endParaRPr lang="en-IN" sz="3200" b="1" i="0">
              <a:solidFill>
                <a:srgbClr val="3A3A3A"/>
              </a:solidFill>
              <a:effectLst/>
              <a:latin typeface="+mj-lt"/>
            </a:endParaRPr>
          </a:p>
        </p:txBody>
      </p:sp>
      <p:sp>
        <p:nvSpPr>
          <p:cNvPr id="13" name="Footer Placeholder 4"/>
          <p:cNvSpPr>
            <a:spLocks noGrp="1"/>
          </p:cNvSpPr>
          <p:nvPr>
            <p:ph type="ftr" sz="quarter" idx="11"/>
          </p:nvPr>
        </p:nvSpPr>
        <p:spPr>
          <a:xfrm>
            <a:off x="3352800" y="6356350"/>
            <a:ext cx="6705600" cy="501650"/>
          </a:xfrm>
        </p:spPr>
        <p:txBody>
          <a:bodyPr/>
          <a:lstStyle/>
          <a:p>
            <a:pPr>
              <a:defRPr/>
            </a:pPr>
            <a:r>
              <a:rPr lang="en-US"/>
              <a:t>Barkha Bhardwaj                    ACSAI0617 Programming For Data Analytics                    UNIT - 3</a:t>
            </a:r>
          </a:p>
        </p:txBody>
      </p:sp>
      <p:pic>
        <p:nvPicPr>
          <p:cNvPr id="46086"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ontent Placeholder 4"/>
          <p:cNvSpPr>
            <a:spLocks noGrp="1"/>
          </p:cNvSpPr>
          <p:nvPr>
            <p:ph idx="1"/>
          </p:nvPr>
        </p:nvSpPr>
        <p:spPr>
          <a:xfrm>
            <a:off x="609600" y="1143000"/>
            <a:ext cx="10972800" cy="4648199"/>
          </a:xfrm>
        </p:spPr>
        <p:txBody>
          <a:bodyPr/>
          <a:lstStyle/>
          <a:p>
            <a:pPr marL="0" indent="0" algn="just">
              <a:buNone/>
            </a:pPr>
            <a:r>
              <a:rPr lang="en-US" sz="2400"/>
              <a:t>NoSQL is termed non-SQL. We won’t use SQL to write queries in No SQL. It is not relational but it gives us an organized way of storing data. The data is stored in the form of documents rather than tabular form. The best example for </a:t>
            </a:r>
            <a:r>
              <a:rPr lang="en-US" sz="2400" err="1"/>
              <a:t>NoSql</a:t>
            </a:r>
            <a:r>
              <a:rPr lang="en-US" sz="2400"/>
              <a:t> is Mongo DB. In SQL we will use the term key-value pairs but in Mongo DB we will use field-value pairs. Documents are stored and the group of documents is called “Collection”. The document will be in JSON format. The data is called a “Document” and the collection of documents is called a “Collection”.</a:t>
            </a:r>
            <a:endParaRPr lang="en-IN" sz="2400"/>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IN"/>
              <a:t>25-12-2022</a:t>
            </a:r>
            <a:endParaRPr lang="en-US"/>
          </a:p>
        </p:txBody>
      </p:sp>
      <p:sp>
        <p:nvSpPr>
          <p:cNvPr id="46083"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E562599-0D4B-CA47-A184-A0E6281A494E}" type="slidenum">
              <a:rPr lang="en-US" altLang="en-US" sz="1200" smtClean="0">
                <a:solidFill>
                  <a:srgbClr val="898989"/>
                </a:solidFill>
              </a:rPr>
              <a:t>73</a:t>
            </a:fld>
            <a:endParaRPr lang="en-US" altLang="en-US" sz="1200">
              <a:solidFill>
                <a:srgbClr val="898989"/>
              </a:solidFill>
            </a:endParaRPr>
          </a:p>
        </p:txBody>
      </p:sp>
      <p:sp>
        <p:nvSpPr>
          <p:cNvPr id="7" name="Title 1"/>
          <p:cNvSpPr txBox="1"/>
          <p:nvPr/>
        </p:nvSpPr>
        <p:spPr>
          <a:xfrm>
            <a:off x="1828800" y="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US" sz="3200" b="1"/>
              <a:t>Querying in NoSQL</a:t>
            </a:r>
          </a:p>
        </p:txBody>
      </p:sp>
      <p:sp>
        <p:nvSpPr>
          <p:cNvPr id="13" name="Footer Placeholder 4"/>
          <p:cNvSpPr>
            <a:spLocks noGrp="1"/>
          </p:cNvSpPr>
          <p:nvPr>
            <p:ph type="ftr" sz="quarter" idx="11"/>
          </p:nvPr>
        </p:nvSpPr>
        <p:spPr>
          <a:xfrm>
            <a:off x="3352800" y="6356350"/>
            <a:ext cx="6705600" cy="501650"/>
          </a:xfrm>
        </p:spPr>
        <p:txBody>
          <a:bodyPr/>
          <a:lstStyle/>
          <a:p>
            <a:pPr>
              <a:defRPr/>
            </a:pPr>
            <a:r>
              <a:rPr lang="en-US"/>
              <a:t>Barkha Bhardwaj                    ACSAI0617 Programming For Data Analytics                    UNIT - 3</a:t>
            </a:r>
          </a:p>
        </p:txBody>
      </p:sp>
      <p:pic>
        <p:nvPicPr>
          <p:cNvPr id="46086"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ontent Placeholder 4"/>
          <p:cNvSpPr>
            <a:spLocks noGrp="1"/>
          </p:cNvSpPr>
          <p:nvPr>
            <p:ph idx="1"/>
          </p:nvPr>
        </p:nvSpPr>
        <p:spPr>
          <a:xfrm>
            <a:off x="609600" y="1143000"/>
            <a:ext cx="10972800" cy="4983163"/>
          </a:xfrm>
        </p:spPr>
        <p:txBody>
          <a:bodyPr/>
          <a:lstStyle/>
          <a:p>
            <a:pPr marL="0" indent="0" algn="just">
              <a:buNone/>
            </a:pPr>
            <a:r>
              <a:rPr lang="en-US" sz="2400" b="1"/>
              <a:t>Steps to query in Mongo DB:</a:t>
            </a:r>
          </a:p>
          <a:p>
            <a:pPr algn="just"/>
            <a:r>
              <a:rPr lang="en-US" sz="2400"/>
              <a:t>Install the MongoDB installer.</a:t>
            </a:r>
          </a:p>
          <a:p>
            <a:pPr algn="just"/>
            <a:r>
              <a:rPr lang="en-US" sz="2400"/>
              <a:t>Specify a custom directory for mongo.</a:t>
            </a:r>
          </a:p>
          <a:p>
            <a:pPr algn="just"/>
            <a:r>
              <a:rPr lang="en-US" sz="2400"/>
              <a:t>After installation runs the Mongo DB daemon.</a:t>
            </a:r>
          </a:p>
          <a:p>
            <a:pPr algn="just"/>
            <a:r>
              <a:rPr lang="en-US" sz="2400"/>
              <a:t>Connect to Mongo shell.</a:t>
            </a:r>
          </a:p>
          <a:p>
            <a:pPr algn="just"/>
            <a:r>
              <a:rPr lang="en-US" sz="2400"/>
              <a:t>You can start to code.</a:t>
            </a:r>
          </a:p>
          <a:p>
            <a:pPr marL="0" indent="0">
              <a:buNone/>
            </a:pPr>
            <a:endParaRPr lang="en-IN"/>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stretch>
            <a:fillRect/>
          </a:stretch>
        </p:blipFill>
        <p:spPr>
          <a:xfrm>
            <a:off x="1520190" y="847725"/>
            <a:ext cx="8819515" cy="5337175"/>
          </a:xfrm>
          <a:prstGeom prst="rect">
            <a:avLst/>
          </a:prstGeom>
        </p:spPr>
      </p:pic>
      <p:sp>
        <p:nvSpPr>
          <p:cNvPr id="7" name="Title 1"/>
          <p:cNvSpPr txBox="1"/>
          <p:nvPr/>
        </p:nvSpPr>
        <p:spPr>
          <a:xfrm>
            <a:off x="1828800" y="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US" sz="3200" b="1"/>
              <a:t>Comparison between SQl and NoSQL</a:t>
            </a:r>
          </a:p>
        </p:txBody>
      </p:sp>
      <p:pic>
        <p:nvPicPr>
          <p:cNvPr id="46086" name="Picture 14" descr="NI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1995" y="116205"/>
            <a:ext cx="8229600" cy="765175"/>
          </a:xfrm>
        </p:spPr>
        <p:txBody>
          <a:bodyPr>
            <a:normAutofit fontScale="90000"/>
          </a:bodyPr>
          <a:lstStyle/>
          <a:p>
            <a:r>
              <a:rPr lang="en-US" b="1"/>
              <a:t>Introduction</a:t>
            </a:r>
            <a:r>
              <a:rPr lang="en-US"/>
              <a:t> </a:t>
            </a:r>
          </a:p>
        </p:txBody>
      </p:sp>
      <p:sp>
        <p:nvSpPr>
          <p:cNvPr id="3" name="Content Placeholder 2"/>
          <p:cNvSpPr>
            <a:spLocks noGrp="1"/>
          </p:cNvSpPr>
          <p:nvPr>
            <p:ph idx="1"/>
          </p:nvPr>
        </p:nvSpPr>
        <p:spPr>
          <a:xfrm>
            <a:off x="1752600" y="1094740"/>
            <a:ext cx="10029190" cy="4667885"/>
          </a:xfrm>
        </p:spPr>
        <p:txBody>
          <a:bodyPr>
            <a:noAutofit/>
          </a:bodyPr>
          <a:lstStyle/>
          <a:p>
            <a:r>
              <a:rPr lang="en-US" sz="2800"/>
              <a:t>MongoDB is an open-source document-oriented database </a:t>
            </a:r>
          </a:p>
          <a:p>
            <a:r>
              <a:rPr lang="en-US" sz="2800"/>
              <a:t>It is designed to store a large scale of data.</a:t>
            </a:r>
          </a:p>
          <a:p>
            <a:r>
              <a:rPr lang="en-US" sz="2800"/>
              <a:t>MongoDB also allows to work with data very efficiently.</a:t>
            </a:r>
          </a:p>
          <a:p>
            <a:r>
              <a:rPr lang="en-US" sz="2800"/>
              <a:t>It is categorized under the NoSQL (Not only SQL) database.</a:t>
            </a:r>
          </a:p>
          <a:p>
            <a:r>
              <a:rPr lang="en-US" sz="2800"/>
              <a:t>It also provides official driver support for all the popular languages like C, C++, C#, and .Net, Go, Java, Node.js, Perl, PHP, Python, Motor, Ruby, Scala, Swift, Mongoid. </a:t>
            </a:r>
          </a:p>
          <a:p>
            <a:r>
              <a:rPr lang="en-US" sz="2800"/>
              <a:t>MongoDB is going to use in Facebook, Nokia, eBay, Adobe, Google, etc. to store their large amount of data.</a:t>
            </a:r>
          </a:p>
          <a:p>
            <a:endParaRPr lang="en-US" sz="2800"/>
          </a:p>
        </p:txBody>
      </p:sp>
      <p:sp>
        <p:nvSpPr>
          <p:cNvPr id="7" name="Title 1"/>
          <p:cNvSpPr txBox="1"/>
          <p:nvPr/>
        </p:nvSpPr>
        <p:spPr>
          <a:xfrm>
            <a:off x="1828800" y="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US" sz="3200" b="1"/>
              <a:t>Introduction of MongoDB</a:t>
            </a:r>
          </a:p>
        </p:txBody>
      </p:sp>
      <p:pic>
        <p:nvPicPr>
          <p:cNvPr id="46086"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44450"/>
            <a:ext cx="8229600" cy="578485"/>
          </a:xfrm>
        </p:spPr>
        <p:txBody>
          <a:bodyPr>
            <a:normAutofit fontScale="90000"/>
          </a:bodyPr>
          <a:lstStyle/>
          <a:p>
            <a:r>
              <a:rPr lang="en-US"/>
              <a:t>Working</a:t>
            </a:r>
          </a:p>
        </p:txBody>
      </p:sp>
      <p:sp>
        <p:nvSpPr>
          <p:cNvPr id="3" name="Content Placeholder 2"/>
          <p:cNvSpPr>
            <a:spLocks noGrp="1"/>
          </p:cNvSpPr>
          <p:nvPr>
            <p:ph idx="1"/>
          </p:nvPr>
        </p:nvSpPr>
        <p:spPr>
          <a:xfrm>
            <a:off x="2063750" y="764540"/>
            <a:ext cx="8229600" cy="4525963"/>
          </a:xfrm>
        </p:spPr>
        <p:txBody>
          <a:bodyPr>
            <a:normAutofit/>
          </a:bodyPr>
          <a:lstStyle/>
          <a:p>
            <a:r>
              <a:rPr lang="en-US" sz="2000"/>
              <a:t>MongoDB environment gives you a server that you can start and then create multiple databases on it using MongoDB.</a:t>
            </a:r>
          </a:p>
          <a:p>
            <a:r>
              <a:rPr lang="en-US" sz="2000"/>
              <a:t>In MonoDB the data is stored in the collections and documents because of its NoSQL database.</a:t>
            </a:r>
          </a:p>
          <a:p>
            <a:r>
              <a:rPr lang="en-US" sz="2000"/>
              <a:t>In MongoDB database, collection, and documents are related to each other</a:t>
            </a:r>
          </a:p>
        </p:txBody>
      </p:sp>
      <p:pic>
        <p:nvPicPr>
          <p:cNvPr id="100" name="Picture 99"/>
          <p:cNvPicPr/>
          <p:nvPr/>
        </p:nvPicPr>
        <p:blipFill>
          <a:blip r:embed="rId2"/>
          <a:stretch>
            <a:fillRect/>
          </a:stretch>
        </p:blipFill>
        <p:spPr>
          <a:xfrm>
            <a:off x="2082800" y="2924810"/>
            <a:ext cx="8128000" cy="3803015"/>
          </a:xfrm>
          <a:prstGeom prst="rect">
            <a:avLst/>
          </a:prstGeom>
          <a:noFill/>
          <a:ln w="9525">
            <a:noFill/>
          </a:ln>
        </p:spPr>
      </p:pic>
      <p:sp>
        <p:nvSpPr>
          <p:cNvPr id="7" name="Title 1"/>
          <p:cNvSpPr txBox="1"/>
          <p:nvPr/>
        </p:nvSpPr>
        <p:spPr>
          <a:xfrm>
            <a:off x="1828800" y="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US" sz="3200" b="1"/>
              <a:t>Working of MongoDB</a:t>
            </a:r>
          </a:p>
        </p:txBody>
      </p:sp>
      <p:pic>
        <p:nvPicPr>
          <p:cNvPr id="46086" name="Picture 14" descr="NI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44450"/>
            <a:ext cx="8229600" cy="578485"/>
          </a:xfrm>
        </p:spPr>
        <p:txBody>
          <a:bodyPr>
            <a:normAutofit fontScale="90000"/>
          </a:bodyPr>
          <a:lstStyle/>
          <a:p>
            <a:r>
              <a:rPr lang="en-US"/>
              <a:t>Working</a:t>
            </a:r>
          </a:p>
        </p:txBody>
      </p:sp>
      <p:sp>
        <p:nvSpPr>
          <p:cNvPr id="3" name="Content Placeholder 2"/>
          <p:cNvSpPr>
            <a:spLocks noGrp="1"/>
          </p:cNvSpPr>
          <p:nvPr>
            <p:ph idx="1"/>
          </p:nvPr>
        </p:nvSpPr>
        <p:spPr>
          <a:xfrm>
            <a:off x="2063750" y="764540"/>
            <a:ext cx="8229600" cy="4525963"/>
          </a:xfrm>
        </p:spPr>
        <p:txBody>
          <a:bodyPr>
            <a:noAutofit/>
          </a:bodyPr>
          <a:lstStyle/>
          <a:p>
            <a:r>
              <a:rPr lang="en-US" sz="2000"/>
              <a:t>The MongoDB database contains collections and you can create multiple databases and multiple collections.</a:t>
            </a:r>
          </a:p>
          <a:p>
            <a:r>
              <a:rPr lang="en-US" sz="2000"/>
              <a:t>Inside of the collection we have documents and Inside documents we have data fileds.</a:t>
            </a:r>
          </a:p>
          <a:p>
            <a:r>
              <a:rPr lang="en-US" sz="2000"/>
              <a:t>In MongoDB, documents are schema-less, it means it is not compulsory that all documents are same.</a:t>
            </a:r>
          </a:p>
          <a:p>
            <a:r>
              <a:rPr lang="en-US" sz="2000"/>
              <a:t>In MongoDB, documents are created using the fields and Fields are key-value pairs in the documents, </a:t>
            </a:r>
          </a:p>
          <a:p>
            <a:r>
              <a:rPr lang="en-US" sz="2000"/>
              <a:t>The value of the fields can be of any BSON data types like double, string, boolean, etc.</a:t>
            </a:r>
          </a:p>
          <a:p>
            <a:r>
              <a:rPr lang="en-US" sz="2000"/>
              <a:t>The data stored in the MongoDB is in the format of BSON (Binary representation of JSON) documents.</a:t>
            </a:r>
          </a:p>
          <a:p>
            <a:r>
              <a:rPr lang="en-US" sz="2000"/>
              <a:t>Or in other words, in the backend, the MongoDB server converts the JSON data into a binary form that is known as BSON and this BSON is stored and queried more efficiently.</a:t>
            </a:r>
          </a:p>
          <a:p>
            <a:r>
              <a:rPr lang="en-US" sz="2000"/>
              <a:t>In MongoDB, data can be stored in nested form which allow us to create complex relation between data.</a:t>
            </a:r>
          </a:p>
        </p:txBody>
      </p:sp>
      <p:sp>
        <p:nvSpPr>
          <p:cNvPr id="7" name="Title 1"/>
          <p:cNvSpPr txBox="1"/>
          <p:nvPr/>
        </p:nvSpPr>
        <p:spPr>
          <a:xfrm>
            <a:off x="1828800" y="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US" sz="3200" b="1"/>
              <a:t>Working of MongoDB</a:t>
            </a:r>
          </a:p>
        </p:txBody>
      </p:sp>
      <p:pic>
        <p:nvPicPr>
          <p:cNvPr id="46086"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 name="Content Placeholder 100"/>
          <p:cNvPicPr>
            <a:picLocks noGrp="1"/>
          </p:cNvPicPr>
          <p:nvPr>
            <p:ph idx="1"/>
          </p:nvPr>
        </p:nvPicPr>
        <p:blipFill>
          <a:blip r:embed="rId2"/>
          <a:stretch>
            <a:fillRect/>
          </a:stretch>
        </p:blipFill>
        <p:spPr>
          <a:xfrm>
            <a:off x="1981200" y="1600200"/>
            <a:ext cx="8229600" cy="4526280"/>
          </a:xfrm>
          <a:prstGeom prst="rect">
            <a:avLst/>
          </a:prstGeom>
          <a:noFill/>
          <a:ln w="9525">
            <a:noFill/>
          </a:ln>
        </p:spPr>
      </p:pic>
      <p:sp>
        <p:nvSpPr>
          <p:cNvPr id="7" name="Title 1"/>
          <p:cNvSpPr txBox="1"/>
          <p:nvPr/>
        </p:nvSpPr>
        <p:spPr>
          <a:xfrm>
            <a:off x="1828800" y="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US" sz="3200">
                <a:sym typeface="+mn-ea"/>
              </a:rPr>
              <a:t>Collections</a:t>
            </a:r>
            <a:endParaRPr lang="en-US" sz="3200" b="1"/>
          </a:p>
        </p:txBody>
      </p:sp>
      <p:pic>
        <p:nvPicPr>
          <p:cNvPr id="46086" name="Picture 14" descr="NI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44450"/>
            <a:ext cx="8229600" cy="578485"/>
          </a:xfrm>
        </p:spPr>
        <p:txBody>
          <a:bodyPr>
            <a:normAutofit fontScale="90000"/>
          </a:bodyPr>
          <a:lstStyle/>
          <a:p>
            <a:r>
              <a:rPr lang="en-US">
                <a:sym typeface="+mn-ea"/>
              </a:rPr>
              <a:t>Collections</a:t>
            </a:r>
            <a:endParaRPr lang="en-US"/>
          </a:p>
        </p:txBody>
      </p:sp>
      <p:sp>
        <p:nvSpPr>
          <p:cNvPr id="3" name="Content Placeholder 2"/>
          <p:cNvSpPr>
            <a:spLocks noGrp="1"/>
          </p:cNvSpPr>
          <p:nvPr>
            <p:ph idx="1"/>
          </p:nvPr>
        </p:nvSpPr>
        <p:spPr>
          <a:xfrm>
            <a:off x="2063750" y="764540"/>
            <a:ext cx="8229600" cy="4525963"/>
          </a:xfrm>
        </p:spPr>
        <p:txBody>
          <a:bodyPr>
            <a:noAutofit/>
          </a:bodyPr>
          <a:lstStyle/>
          <a:p>
            <a:r>
              <a:rPr lang="en-US" sz="2800"/>
              <a:t>Collection is a group of documents.</a:t>
            </a:r>
          </a:p>
          <a:p>
            <a:r>
              <a:rPr lang="en-US" sz="2800"/>
              <a:t>Collection is equivalent to RDBMS table.</a:t>
            </a:r>
          </a:p>
          <a:p>
            <a:r>
              <a:rPr lang="en-US" sz="2800"/>
              <a:t>A collection consist inside a single database.</a:t>
            </a:r>
          </a:p>
          <a:p>
            <a:r>
              <a:rPr lang="en-US" sz="2800"/>
              <a:t>Collections do not enforce a schema.</a:t>
            </a:r>
          </a:p>
          <a:p>
            <a:r>
              <a:rPr lang="en-US" sz="2800"/>
              <a:t>A Collection can have different fields within a Documents.</a:t>
            </a:r>
          </a:p>
        </p:txBody>
      </p:sp>
      <p:sp>
        <p:nvSpPr>
          <p:cNvPr id="7" name="Title 1"/>
          <p:cNvSpPr txBox="1"/>
          <p:nvPr/>
        </p:nvSpPr>
        <p:spPr>
          <a:xfrm>
            <a:off x="1828800" y="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US" sz="3200">
                <a:sym typeface="+mn-ea"/>
              </a:rPr>
              <a:t>Collections</a:t>
            </a:r>
            <a:endParaRPr lang="en-US" sz="3200" b="1"/>
          </a:p>
        </p:txBody>
      </p:sp>
      <p:pic>
        <p:nvPicPr>
          <p:cNvPr id="46086"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44450"/>
            <a:ext cx="8229600" cy="578485"/>
          </a:xfrm>
        </p:spPr>
        <p:txBody>
          <a:bodyPr>
            <a:normAutofit fontScale="90000"/>
          </a:bodyPr>
          <a:lstStyle/>
          <a:p>
            <a:r>
              <a:rPr lang="en-US">
                <a:sym typeface="+mn-ea"/>
              </a:rPr>
              <a:t>Naming Restrictions for Collection:</a:t>
            </a:r>
            <a:endParaRPr lang="en-US"/>
          </a:p>
        </p:txBody>
      </p:sp>
      <p:sp>
        <p:nvSpPr>
          <p:cNvPr id="3" name="Content Placeholder 2"/>
          <p:cNvSpPr>
            <a:spLocks noGrp="1"/>
          </p:cNvSpPr>
          <p:nvPr>
            <p:ph idx="1"/>
          </p:nvPr>
        </p:nvSpPr>
        <p:spPr>
          <a:xfrm>
            <a:off x="2063750" y="764540"/>
            <a:ext cx="8229600" cy="4525963"/>
          </a:xfrm>
        </p:spPr>
        <p:txBody>
          <a:bodyPr>
            <a:noAutofit/>
          </a:bodyPr>
          <a:lstStyle/>
          <a:p>
            <a:r>
              <a:rPr lang="en-US" sz="2800"/>
              <a:t>Collection name must starts with an underscore or a character.</a:t>
            </a:r>
          </a:p>
          <a:p>
            <a:r>
              <a:rPr lang="en-US" sz="2800"/>
              <a:t>Collection name does not contain $, empty string, null character and does not begin with system. prefix.</a:t>
            </a:r>
          </a:p>
          <a:p>
            <a:r>
              <a:rPr lang="en-US" sz="2800"/>
              <a:t>The maximum length of the collection name is 120 bytes(including the database name, dot separator, and the collection name).</a:t>
            </a:r>
          </a:p>
        </p:txBody>
      </p:sp>
      <p:sp>
        <p:nvSpPr>
          <p:cNvPr id="7" name="Title 1"/>
          <p:cNvSpPr txBox="1"/>
          <p:nvPr/>
        </p:nvSpPr>
        <p:spPr>
          <a:xfrm>
            <a:off x="1828800" y="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US" sz="3200">
                <a:sym typeface="+mn-ea"/>
              </a:rPr>
              <a:t>Collections</a:t>
            </a:r>
            <a:endParaRPr lang="en-US" sz="3200" b="1"/>
          </a:p>
        </p:txBody>
      </p:sp>
      <p:pic>
        <p:nvPicPr>
          <p:cNvPr id="46086"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44450"/>
            <a:ext cx="8229600" cy="578485"/>
          </a:xfrm>
        </p:spPr>
        <p:txBody>
          <a:bodyPr>
            <a:normAutofit fontScale="90000"/>
          </a:bodyPr>
          <a:lstStyle/>
          <a:p>
            <a:r>
              <a:rPr lang="en-US">
                <a:sym typeface="+mn-ea"/>
              </a:rPr>
              <a:t>n</a:t>
            </a:r>
          </a:p>
        </p:txBody>
      </p:sp>
      <p:sp>
        <p:nvSpPr>
          <p:cNvPr id="3" name="Content Placeholder 2"/>
          <p:cNvSpPr>
            <a:spLocks noGrp="1"/>
          </p:cNvSpPr>
          <p:nvPr>
            <p:ph idx="1"/>
          </p:nvPr>
        </p:nvSpPr>
        <p:spPr>
          <a:xfrm>
            <a:off x="2063750" y="764540"/>
            <a:ext cx="8229600" cy="4525963"/>
          </a:xfrm>
        </p:spPr>
        <p:txBody>
          <a:bodyPr>
            <a:noAutofit/>
          </a:bodyPr>
          <a:lstStyle/>
          <a:p>
            <a:r>
              <a:rPr lang="en-US" sz="2800"/>
              <a:t>Database is a container for collections.</a:t>
            </a:r>
          </a:p>
          <a:p>
            <a:r>
              <a:rPr lang="en-US" sz="2800"/>
              <a:t>Each database gets its ow set of files.</a:t>
            </a:r>
          </a:p>
          <a:p>
            <a:r>
              <a:rPr lang="en-US" sz="2800"/>
              <a:t>A single MongoDB server can has multiple databases.</a:t>
            </a:r>
          </a:p>
        </p:txBody>
      </p:sp>
      <p:sp>
        <p:nvSpPr>
          <p:cNvPr id="7" name="Title 1"/>
          <p:cNvSpPr txBox="1"/>
          <p:nvPr/>
        </p:nvSpPr>
        <p:spPr>
          <a:xfrm>
            <a:off x="1828800" y="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US" sz="3200">
                <a:sym typeface="+mn-ea"/>
              </a:rPr>
              <a:t>Database</a:t>
            </a:r>
            <a:endParaRPr lang="en-US" sz="3200" b="1"/>
          </a:p>
        </p:txBody>
      </p:sp>
      <p:pic>
        <p:nvPicPr>
          <p:cNvPr id="46086"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44450"/>
            <a:ext cx="8229600" cy="578485"/>
          </a:xfrm>
        </p:spPr>
        <p:txBody>
          <a:bodyPr>
            <a:normAutofit fontScale="90000"/>
          </a:bodyPr>
          <a:lstStyle/>
          <a:p>
            <a:r>
              <a:rPr lang="en-US">
                <a:sym typeface="+mn-ea"/>
              </a:rPr>
              <a:t>:</a:t>
            </a:r>
            <a:endParaRPr lang="en-US"/>
          </a:p>
        </p:txBody>
      </p:sp>
      <p:sp>
        <p:nvSpPr>
          <p:cNvPr id="3" name="Content Placeholder 2"/>
          <p:cNvSpPr>
            <a:spLocks noGrp="1"/>
          </p:cNvSpPr>
          <p:nvPr>
            <p:ph idx="1"/>
          </p:nvPr>
        </p:nvSpPr>
        <p:spPr>
          <a:xfrm>
            <a:off x="2063750" y="764540"/>
            <a:ext cx="8229600" cy="4525963"/>
          </a:xfrm>
        </p:spPr>
        <p:txBody>
          <a:bodyPr>
            <a:noAutofit/>
          </a:bodyPr>
          <a:lstStyle/>
          <a:p>
            <a:r>
              <a:rPr lang="en-US" sz="2400"/>
              <a:t>The field names are of strings.</a:t>
            </a:r>
          </a:p>
          <a:p>
            <a:r>
              <a:rPr lang="en-US" sz="2400"/>
              <a:t>The _id field name is reserved to use as a primary key. And the value of this field must be unique, immutable, and can be of any type other than an array.</a:t>
            </a:r>
          </a:p>
          <a:p>
            <a:r>
              <a:rPr lang="en-US" sz="2400"/>
              <a:t>The field name cannot contain null characters.</a:t>
            </a:r>
          </a:p>
          <a:p>
            <a:r>
              <a:rPr lang="en-US" sz="2400"/>
              <a:t>The top-level field names should not start with a dollar sign ($).</a:t>
            </a:r>
          </a:p>
          <a:p>
            <a:r>
              <a:rPr lang="en-US" sz="2400" b="1"/>
              <a:t>Document Size: </a:t>
            </a:r>
          </a:p>
          <a:p>
            <a:pPr lvl="1"/>
            <a:r>
              <a:rPr lang="en-US" sz="2400"/>
              <a:t>The maximum size of the BSON document is 16MB. </a:t>
            </a:r>
          </a:p>
          <a:p>
            <a:pPr lvl="1"/>
            <a:r>
              <a:rPr lang="en-US" sz="2400"/>
              <a:t>It ensures that the single document does not use too much amount of RAM or bandwidth(during transmission). </a:t>
            </a:r>
          </a:p>
          <a:p>
            <a:pPr lvl="1"/>
            <a:r>
              <a:rPr lang="en-US" sz="2400"/>
              <a:t>If a document contains more data than the specified size, then MongoDB provides a GridFS API to store such type of documents. </a:t>
            </a:r>
          </a:p>
        </p:txBody>
      </p:sp>
      <p:sp>
        <p:nvSpPr>
          <p:cNvPr id="7" name="Title 1"/>
          <p:cNvSpPr txBox="1"/>
          <p:nvPr/>
        </p:nvSpPr>
        <p:spPr>
          <a:xfrm>
            <a:off x="1828800" y="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US" sz="3200">
                <a:sym typeface="+mn-ea"/>
              </a:rPr>
              <a:t>Naming restriction of fields</a:t>
            </a:r>
            <a:endParaRPr lang="en-US" sz="3200" b="1"/>
          </a:p>
        </p:txBody>
      </p:sp>
      <p:pic>
        <p:nvPicPr>
          <p:cNvPr id="46086"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44450"/>
            <a:ext cx="8229600" cy="578485"/>
          </a:xfrm>
        </p:spPr>
        <p:txBody>
          <a:bodyPr>
            <a:normAutofit fontScale="90000"/>
          </a:bodyPr>
          <a:lstStyle/>
          <a:p>
            <a:endParaRPr lang="en-US"/>
          </a:p>
        </p:txBody>
      </p:sp>
      <p:sp>
        <p:nvSpPr>
          <p:cNvPr id="3" name="Content Placeholder 2"/>
          <p:cNvSpPr>
            <a:spLocks noGrp="1"/>
          </p:cNvSpPr>
          <p:nvPr>
            <p:ph idx="1"/>
          </p:nvPr>
        </p:nvSpPr>
        <p:spPr>
          <a:xfrm>
            <a:off x="2063750" y="764540"/>
            <a:ext cx="8229600" cy="4525963"/>
          </a:xfrm>
        </p:spPr>
        <p:txBody>
          <a:bodyPr>
            <a:noAutofit/>
          </a:bodyPr>
          <a:lstStyle/>
          <a:p>
            <a:r>
              <a:rPr lang="en-US" sz="2800"/>
              <a:t>Mobile and Social Infrastructure</a:t>
            </a:r>
          </a:p>
          <a:p>
            <a:r>
              <a:rPr lang="en-US" sz="2800"/>
              <a:t>Data Hub</a:t>
            </a:r>
          </a:p>
          <a:p>
            <a:r>
              <a:rPr lang="en-US" sz="2800"/>
              <a:t>Previous Pag</a:t>
            </a:r>
          </a:p>
          <a:p>
            <a:r>
              <a:rPr lang="en-US" sz="2800"/>
              <a:t>Big Data</a:t>
            </a:r>
          </a:p>
          <a:p>
            <a:r>
              <a:rPr lang="en-US" sz="2800"/>
              <a:t>User Data Management</a:t>
            </a:r>
          </a:p>
          <a:p>
            <a:r>
              <a:rPr lang="en-US" sz="2800"/>
              <a:t>Content Management and Delivery</a:t>
            </a:r>
          </a:p>
        </p:txBody>
      </p:sp>
      <p:sp>
        <p:nvSpPr>
          <p:cNvPr id="7" name="Title 1"/>
          <p:cNvSpPr txBox="1"/>
          <p:nvPr/>
        </p:nvSpPr>
        <p:spPr>
          <a:xfrm>
            <a:off x="1905000" y="7620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US" sz="3200">
                <a:sym typeface="+mn-ea"/>
              </a:rPr>
              <a:t>Applications</a:t>
            </a:r>
            <a:endParaRPr lang="en-US" sz="3200" b="1"/>
          </a:p>
        </p:txBody>
      </p:sp>
      <p:pic>
        <p:nvPicPr>
          <p:cNvPr id="46086"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955"/>
            <a:ext cx="8229600" cy="721995"/>
          </a:xfrm>
        </p:spPr>
        <p:txBody>
          <a:bodyPr>
            <a:normAutofit fontScale="90000"/>
          </a:bodyPr>
          <a:lstStyle/>
          <a:p>
            <a:r>
              <a:rPr lang="en-US"/>
              <a:t>MongoDB vs. RDBMS</a:t>
            </a:r>
          </a:p>
        </p:txBody>
      </p:sp>
      <p:pic>
        <p:nvPicPr>
          <p:cNvPr id="5" name="Content Placeholder 4"/>
          <p:cNvPicPr>
            <a:picLocks noGrp="1" noChangeAspect="1"/>
          </p:cNvPicPr>
          <p:nvPr>
            <p:ph idx="1"/>
          </p:nvPr>
        </p:nvPicPr>
        <p:blipFill>
          <a:blip r:embed="rId2"/>
          <a:srcRect l="7947" t="27666" r="31197" b="18238"/>
          <a:stretch>
            <a:fillRect/>
          </a:stretch>
        </p:blipFill>
        <p:spPr>
          <a:xfrm>
            <a:off x="1487170" y="1340485"/>
            <a:ext cx="9121775" cy="4561840"/>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rcRect l="7947" t="27666" r="31197" b="18238"/>
          <a:stretch>
            <a:fillRect/>
          </a:stretch>
        </p:blipFill>
        <p:spPr>
          <a:xfrm>
            <a:off x="1487170" y="1340485"/>
            <a:ext cx="9121775" cy="4561840"/>
          </a:xfrm>
          <a:prstGeom prst="rect">
            <a:avLst/>
          </a:prstGeom>
        </p:spPr>
      </p:pic>
      <p:sp>
        <p:nvSpPr>
          <p:cNvPr id="7" name="Title 1"/>
          <p:cNvSpPr txBox="1"/>
          <p:nvPr/>
        </p:nvSpPr>
        <p:spPr>
          <a:xfrm>
            <a:off x="1828800" y="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US" sz="3200">
                <a:sym typeface="+mn-ea"/>
              </a:rPr>
              <a:t>MongoDB vs. RDBMS</a:t>
            </a:r>
            <a:endParaRPr lang="en-US" sz="3200" b="1"/>
          </a:p>
        </p:txBody>
      </p:sp>
      <p:pic>
        <p:nvPicPr>
          <p:cNvPr id="46086" name="Picture 14" descr="NI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44450"/>
            <a:ext cx="8229600" cy="700405"/>
          </a:xfrm>
        </p:spPr>
        <p:txBody>
          <a:bodyPr>
            <a:normAutofit fontScale="90000"/>
          </a:bodyPr>
          <a:lstStyle/>
          <a:p>
            <a:r>
              <a:rPr lang="en-US" b="1"/>
              <a:t>MongoDB vs. RDBMS</a:t>
            </a:r>
          </a:p>
        </p:txBody>
      </p:sp>
      <p:pic>
        <p:nvPicPr>
          <p:cNvPr id="102" name="Content Placeholder 101"/>
          <p:cNvPicPr>
            <a:picLocks noGrp="1"/>
          </p:cNvPicPr>
          <p:nvPr>
            <p:ph idx="1"/>
          </p:nvPr>
        </p:nvPicPr>
        <p:blipFill>
          <a:blip r:embed="rId2"/>
          <a:stretch>
            <a:fillRect/>
          </a:stretch>
        </p:blipFill>
        <p:spPr>
          <a:xfrm>
            <a:off x="1919605" y="764540"/>
            <a:ext cx="8624570" cy="5631180"/>
          </a:xfrm>
          <a:prstGeom prst="rect">
            <a:avLst/>
          </a:prstGeom>
          <a:noFill/>
          <a:ln w="9525">
            <a:noFill/>
          </a:ln>
        </p:spPr>
      </p:pic>
      <p:sp>
        <p:nvSpPr>
          <p:cNvPr id="7" name="Title 1"/>
          <p:cNvSpPr txBox="1"/>
          <p:nvPr/>
        </p:nvSpPr>
        <p:spPr>
          <a:xfrm>
            <a:off x="1828800" y="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US" sz="3200">
                <a:sym typeface="+mn-ea"/>
              </a:rPr>
              <a:t>MongoDB vs. RDBMS</a:t>
            </a:r>
            <a:endParaRPr lang="en-US" sz="3200" b="1"/>
          </a:p>
        </p:txBody>
      </p:sp>
      <p:pic>
        <p:nvPicPr>
          <p:cNvPr id="46086" name="Picture 14" descr="NI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44450"/>
            <a:ext cx="8229600" cy="700405"/>
          </a:xfrm>
        </p:spPr>
        <p:txBody>
          <a:bodyPr>
            <a:normAutofit fontScale="90000"/>
          </a:bodyPr>
          <a:lstStyle/>
          <a:p>
            <a:r>
              <a:rPr lang="en-US" b="1"/>
              <a:t>MongoDB vs. RDBMS</a:t>
            </a:r>
          </a:p>
        </p:txBody>
      </p:sp>
      <p:pic>
        <p:nvPicPr>
          <p:cNvPr id="4" name="Content Placeholder 3"/>
          <p:cNvPicPr>
            <a:picLocks noGrp="1" noChangeAspect="1"/>
          </p:cNvPicPr>
          <p:nvPr>
            <p:ph idx="1"/>
          </p:nvPr>
        </p:nvPicPr>
        <p:blipFill>
          <a:blip r:embed="rId2"/>
          <a:stretch>
            <a:fillRect/>
          </a:stretch>
        </p:blipFill>
        <p:spPr>
          <a:xfrm>
            <a:off x="1991995" y="1196340"/>
            <a:ext cx="8068945" cy="5379720"/>
          </a:xfrm>
          <a:prstGeom prst="rect">
            <a:avLst/>
          </a:prstGeom>
        </p:spPr>
      </p:pic>
      <p:sp>
        <p:nvSpPr>
          <p:cNvPr id="7" name="Title 1"/>
          <p:cNvSpPr txBox="1"/>
          <p:nvPr/>
        </p:nvSpPr>
        <p:spPr>
          <a:xfrm>
            <a:off x="1828800" y="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US" sz="3200">
                <a:sym typeface="+mn-ea"/>
              </a:rPr>
              <a:t>MongoDB vs. RDBMS</a:t>
            </a:r>
            <a:endParaRPr lang="en-US" sz="3200" b="1"/>
          </a:p>
        </p:txBody>
      </p:sp>
      <p:pic>
        <p:nvPicPr>
          <p:cNvPr id="46086" name="Picture 14" descr="NI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38020" y="1049020"/>
            <a:ext cx="8272780" cy="4890770"/>
          </a:xfrm>
        </p:spPr>
        <p:txBody>
          <a:bodyPr>
            <a:noAutofit/>
          </a:bodyPr>
          <a:lstStyle/>
          <a:p>
            <a:r>
              <a:rPr lang="en-US" sz="2800" b="1"/>
              <a:t>Schema-less Database:</a:t>
            </a:r>
          </a:p>
          <a:p>
            <a:pPr lvl="1"/>
            <a:r>
              <a:rPr lang="en-US" sz="2400"/>
              <a:t>A Schema-less database means one collection can hold different types of documents in it.</a:t>
            </a:r>
          </a:p>
          <a:p>
            <a:pPr lvl="0"/>
            <a:r>
              <a:rPr lang="en-US" sz="2800" b="1"/>
              <a:t>Document Oriented:</a:t>
            </a:r>
            <a:r>
              <a:rPr lang="en-US" sz="2800"/>
              <a:t> </a:t>
            </a:r>
          </a:p>
          <a:p>
            <a:pPr lvl="1"/>
            <a:r>
              <a:rPr lang="en-US" sz="2400"/>
              <a:t>All data stored in documents instead of tables/relation where data stored in key-value pair instead of rows and columns</a:t>
            </a:r>
          </a:p>
          <a:p>
            <a:pPr lvl="1"/>
            <a:r>
              <a:rPr lang="en-US" sz="2400"/>
              <a:t>Each document contains Unique object id</a:t>
            </a:r>
          </a:p>
          <a:p>
            <a:pPr lvl="0"/>
            <a:r>
              <a:rPr lang="en-US" sz="2800" b="1"/>
              <a:t>Indexing: </a:t>
            </a:r>
          </a:p>
          <a:p>
            <a:pPr lvl="1"/>
            <a:r>
              <a:rPr lang="en-US" sz="2400"/>
              <a:t>In MongoDB database, every field in the documents is indexed with primary and secondary indices this makes easier and takes less time to get or search data from the pool of the data. </a:t>
            </a:r>
          </a:p>
          <a:p>
            <a:pPr lvl="1"/>
            <a:endParaRPr lang="en-US" sz="2400"/>
          </a:p>
        </p:txBody>
      </p:sp>
      <p:sp>
        <p:nvSpPr>
          <p:cNvPr id="7" name="Title 1"/>
          <p:cNvSpPr txBox="1"/>
          <p:nvPr/>
        </p:nvSpPr>
        <p:spPr>
          <a:xfrm>
            <a:off x="1828800" y="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US" sz="3200" b="1">
                <a:sym typeface="+mn-ea"/>
              </a:rPr>
              <a:t>Features of MongoDB </a:t>
            </a:r>
            <a:endParaRPr lang="en-US" sz="3200" b="1"/>
          </a:p>
        </p:txBody>
      </p:sp>
      <p:pic>
        <p:nvPicPr>
          <p:cNvPr id="46086"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1995" y="116205"/>
            <a:ext cx="8229600" cy="567055"/>
          </a:xfrm>
        </p:spPr>
        <p:txBody>
          <a:bodyPr>
            <a:normAutofit fontScale="90000"/>
          </a:bodyPr>
          <a:lstStyle/>
          <a:p>
            <a:r>
              <a:rPr lang="en-US" b="1"/>
              <a:t>Features of MongoDB </a:t>
            </a:r>
          </a:p>
        </p:txBody>
      </p:sp>
      <p:sp>
        <p:nvSpPr>
          <p:cNvPr id="3" name="Content Placeholder 2"/>
          <p:cNvSpPr>
            <a:spLocks noGrp="1"/>
          </p:cNvSpPr>
          <p:nvPr>
            <p:ph idx="1"/>
          </p:nvPr>
        </p:nvSpPr>
        <p:spPr>
          <a:xfrm>
            <a:off x="1858645" y="683895"/>
            <a:ext cx="8352155" cy="5255895"/>
          </a:xfrm>
        </p:spPr>
        <p:txBody>
          <a:bodyPr>
            <a:noAutofit/>
          </a:bodyPr>
          <a:lstStyle/>
          <a:p>
            <a:pPr lvl="0"/>
            <a:r>
              <a:rPr lang="en-US" sz="2000" b="1"/>
              <a:t>Scalability:</a:t>
            </a:r>
            <a:r>
              <a:rPr lang="en-US" sz="2000"/>
              <a:t> </a:t>
            </a:r>
          </a:p>
          <a:p>
            <a:pPr lvl="1"/>
            <a:r>
              <a:rPr lang="en-US" sz="1800"/>
              <a:t>MongoDB provides horizontal scalability with the help of</a:t>
            </a:r>
            <a:r>
              <a:rPr lang="en-US" sz="1800" b="1"/>
              <a:t> sharding</a:t>
            </a:r>
            <a:r>
              <a:rPr lang="en-US" sz="1800"/>
              <a:t>. </a:t>
            </a:r>
          </a:p>
          <a:p>
            <a:pPr lvl="1"/>
            <a:r>
              <a:rPr lang="en-US" sz="1800"/>
              <a:t>Sharding means to distribute data on multiple servers, </a:t>
            </a:r>
          </a:p>
          <a:p>
            <a:pPr lvl="1"/>
            <a:r>
              <a:rPr lang="en-US" sz="1800"/>
              <a:t>here a large amount of data is partitioned into data chunks using the shard key, and these data chunks are evenly distributed across shards that reside across many physical servers. </a:t>
            </a:r>
          </a:p>
          <a:p>
            <a:pPr lvl="1"/>
            <a:r>
              <a:rPr lang="en-US" sz="1800"/>
              <a:t>It will also add new machines to a running database.</a:t>
            </a:r>
          </a:p>
          <a:p>
            <a:pPr lvl="0"/>
            <a:r>
              <a:rPr lang="en-US" sz="2000" b="1"/>
              <a:t>Replication: </a:t>
            </a:r>
          </a:p>
          <a:p>
            <a:pPr lvl="1"/>
            <a:r>
              <a:rPr lang="en-US" sz="1800"/>
              <a:t>MongoDB provides high availability and redundancy with the help of replication, </a:t>
            </a:r>
          </a:p>
          <a:p>
            <a:pPr lvl="1"/>
            <a:r>
              <a:rPr lang="en-US" sz="1800"/>
              <a:t>it creates multiple copies of the data and sends these copies to a different server so that if one server fails, then the data is retrieved from another server.</a:t>
            </a:r>
          </a:p>
          <a:p>
            <a:pPr lvl="0"/>
            <a:r>
              <a:rPr lang="en-US" sz="2000" b="1"/>
              <a:t>Aggregation: </a:t>
            </a:r>
          </a:p>
          <a:p>
            <a:pPr lvl="1"/>
            <a:r>
              <a:rPr lang="en-US" sz="1800"/>
              <a:t>It allows to perform operations on the grouped data and get a single result or computed result. It is similar to the SQL GROUPBY clause. </a:t>
            </a:r>
          </a:p>
          <a:p>
            <a:pPr lvl="1"/>
            <a:r>
              <a:rPr lang="en-US" sz="1800"/>
              <a:t>It provides three different aggregations i.e, aggregation pipeline, map-reduce function, and single-purpose aggregation methods</a:t>
            </a:r>
          </a:p>
          <a:p>
            <a:pPr lvl="0"/>
            <a:r>
              <a:rPr lang="en-US" sz="2000" b="1"/>
              <a:t>High Performance:</a:t>
            </a:r>
            <a:r>
              <a:rPr lang="en-US" sz="2000"/>
              <a:t> </a:t>
            </a:r>
          </a:p>
          <a:p>
            <a:pPr lvl="1"/>
            <a:r>
              <a:rPr lang="en-US" sz="1800"/>
              <a:t>The performance of MongoDB is very high and data persistence as compared to another database due to its features like scalability, indexing, replication, etc.</a:t>
            </a:r>
          </a:p>
          <a:p>
            <a:pPr lvl="1"/>
            <a:endParaRPr lang="en-US" sz="1800"/>
          </a:p>
        </p:txBody>
      </p:sp>
      <p:sp>
        <p:nvSpPr>
          <p:cNvPr id="7" name="Title 1"/>
          <p:cNvSpPr txBox="1"/>
          <p:nvPr/>
        </p:nvSpPr>
        <p:spPr>
          <a:xfrm>
            <a:off x="1828800" y="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US" sz="3200" b="1">
                <a:sym typeface="+mn-ea"/>
              </a:rPr>
              <a:t>Features of MongoDB </a:t>
            </a:r>
            <a:endParaRPr lang="en-US" sz="3200" b="1"/>
          </a:p>
        </p:txBody>
      </p:sp>
      <p:pic>
        <p:nvPicPr>
          <p:cNvPr id="46086"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1995" y="116205"/>
            <a:ext cx="8229600" cy="678180"/>
          </a:xfrm>
        </p:spPr>
        <p:txBody>
          <a:bodyPr>
            <a:normAutofit fontScale="90000"/>
          </a:bodyPr>
          <a:lstStyle/>
          <a:p>
            <a:r>
              <a:rPr lang="en-US" b="1">
                <a:sym typeface="+mn-ea"/>
              </a:rPr>
              <a:t>Advanta</a:t>
            </a:r>
            <a:endParaRPr lang="en-US" b="1"/>
          </a:p>
        </p:txBody>
      </p:sp>
      <p:sp>
        <p:nvSpPr>
          <p:cNvPr id="3" name="Content Placeholder 2"/>
          <p:cNvSpPr>
            <a:spLocks noGrp="1"/>
          </p:cNvSpPr>
          <p:nvPr>
            <p:ph idx="1"/>
          </p:nvPr>
        </p:nvSpPr>
        <p:spPr>
          <a:xfrm>
            <a:off x="1911985" y="1029335"/>
            <a:ext cx="8309610" cy="5644515"/>
          </a:xfrm>
        </p:spPr>
        <p:txBody>
          <a:bodyPr>
            <a:normAutofit lnSpcReduction="10000"/>
          </a:bodyPr>
          <a:lstStyle/>
          <a:p>
            <a:r>
              <a:rPr lang="en-US" sz="2400"/>
              <a:t>It is a </a:t>
            </a:r>
            <a:r>
              <a:rPr lang="en-US" sz="2400" b="1"/>
              <a:t>schema-less NoSQL</a:t>
            </a:r>
            <a:r>
              <a:rPr lang="en-US" sz="2400"/>
              <a:t> database. You need not to design the schema of the database when you are working with MongoDB.</a:t>
            </a:r>
          </a:p>
          <a:p>
            <a:r>
              <a:rPr lang="en-US" sz="2400"/>
              <a:t>It does </a:t>
            </a:r>
            <a:r>
              <a:rPr lang="en-US" sz="2400" b="1"/>
              <a:t>not support join</a:t>
            </a:r>
            <a:r>
              <a:rPr lang="en-US" sz="2400"/>
              <a:t> operation.</a:t>
            </a:r>
          </a:p>
          <a:p>
            <a:r>
              <a:rPr lang="en-US" sz="2400"/>
              <a:t>It provides great </a:t>
            </a:r>
            <a:r>
              <a:rPr lang="en-US" sz="2400" b="1"/>
              <a:t>flexibility</a:t>
            </a:r>
            <a:r>
              <a:rPr lang="en-US" sz="2400"/>
              <a:t> to the fields in the documents.</a:t>
            </a:r>
          </a:p>
          <a:p>
            <a:r>
              <a:rPr lang="en-US" sz="2400"/>
              <a:t>It contains </a:t>
            </a:r>
            <a:r>
              <a:rPr lang="en-US" sz="2400" b="1"/>
              <a:t>heterogeneous data</a:t>
            </a:r>
            <a:r>
              <a:rPr lang="en-US" sz="2400"/>
              <a:t>.</a:t>
            </a:r>
          </a:p>
          <a:p>
            <a:r>
              <a:rPr lang="en-US" sz="2400"/>
              <a:t>It provides </a:t>
            </a:r>
            <a:r>
              <a:rPr lang="en-US" sz="2400" b="1"/>
              <a:t>high performance, availability, scalability.</a:t>
            </a:r>
          </a:p>
          <a:p>
            <a:r>
              <a:rPr lang="en-US" sz="2400"/>
              <a:t>It supports </a:t>
            </a:r>
            <a:r>
              <a:rPr lang="en-US" sz="2400" b="1"/>
              <a:t>Geospatial</a:t>
            </a:r>
            <a:r>
              <a:rPr lang="en-US" sz="2400"/>
              <a:t> efficiently.</a:t>
            </a:r>
          </a:p>
          <a:p>
            <a:r>
              <a:rPr lang="en-US" sz="2400"/>
              <a:t>It is a </a:t>
            </a:r>
            <a:r>
              <a:rPr lang="en-US" sz="2400" b="1"/>
              <a:t>document oriented database</a:t>
            </a:r>
            <a:r>
              <a:rPr lang="en-US" sz="2400"/>
              <a:t> and the data is stored in BSON documents.</a:t>
            </a:r>
          </a:p>
          <a:p>
            <a:r>
              <a:rPr lang="en-US" sz="2400"/>
              <a:t>It also supports </a:t>
            </a:r>
            <a:r>
              <a:rPr lang="en-US" sz="2400" b="1"/>
              <a:t>multiple documen</a:t>
            </a:r>
            <a:r>
              <a:rPr lang="en-US" sz="2400"/>
              <a:t>t ACID transition(string from MongoDB 4.0).</a:t>
            </a:r>
          </a:p>
          <a:p>
            <a:r>
              <a:rPr lang="en-US" sz="2400"/>
              <a:t>It </a:t>
            </a:r>
            <a:r>
              <a:rPr lang="en-US" sz="2400" b="1"/>
              <a:t>does not</a:t>
            </a:r>
            <a:r>
              <a:rPr lang="en-US" sz="2400"/>
              <a:t> require any </a:t>
            </a:r>
            <a:r>
              <a:rPr lang="en-US" sz="2400" b="1"/>
              <a:t>SQL injection</a:t>
            </a:r>
            <a:r>
              <a:rPr lang="en-US" sz="2400"/>
              <a:t>.</a:t>
            </a:r>
          </a:p>
          <a:p>
            <a:r>
              <a:rPr lang="en-US" sz="2400"/>
              <a:t>It is easily </a:t>
            </a:r>
            <a:r>
              <a:rPr lang="en-US" sz="2400" b="1"/>
              <a:t>integrated with Big Data</a:t>
            </a:r>
            <a:r>
              <a:rPr lang="en-US" sz="2400"/>
              <a:t> Hadoop</a:t>
            </a:r>
          </a:p>
        </p:txBody>
      </p:sp>
      <p:sp>
        <p:nvSpPr>
          <p:cNvPr id="7" name="Title 1"/>
          <p:cNvSpPr txBox="1"/>
          <p:nvPr/>
        </p:nvSpPr>
        <p:spPr>
          <a:xfrm>
            <a:off x="1828800" y="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US" sz="3200" b="1">
                <a:sym typeface="+mn-ea"/>
              </a:rPr>
              <a:t>Advantages of MongoDB </a:t>
            </a:r>
            <a:endParaRPr lang="en-US" sz="3200" b="1"/>
          </a:p>
        </p:txBody>
      </p:sp>
      <p:pic>
        <p:nvPicPr>
          <p:cNvPr id="46086"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20000"/>
          </a:bodyPr>
          <a:lstStyle/>
          <a:p>
            <a:r>
              <a:rPr lang="en-US"/>
              <a:t>It uses high memory for data storage.</a:t>
            </a:r>
          </a:p>
          <a:p>
            <a:r>
              <a:rPr lang="en-US"/>
              <a:t>You are not allowed to store more than 16MB data in the documents.</a:t>
            </a:r>
          </a:p>
          <a:p>
            <a:r>
              <a:rPr lang="en-US"/>
              <a:t>The nesting of data in BSON is also limited you are not allowed to nest data more than 100 levels.</a:t>
            </a:r>
          </a:p>
        </p:txBody>
      </p:sp>
      <p:sp>
        <p:nvSpPr>
          <p:cNvPr id="7" name="Title 1"/>
          <p:cNvSpPr txBox="1"/>
          <p:nvPr/>
        </p:nvSpPr>
        <p:spPr>
          <a:xfrm>
            <a:off x="1828800" y="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US" sz="3200" b="1">
                <a:sym typeface="+mn-ea"/>
              </a:rPr>
              <a:t>Disadvantages of MongoDB</a:t>
            </a:r>
            <a:r>
              <a:rPr lang="en-US" sz="3200">
                <a:sym typeface="+mn-ea"/>
              </a:rPr>
              <a:t> </a:t>
            </a:r>
            <a:endParaRPr lang="en-US" sz="3200" b="1"/>
          </a:p>
        </p:txBody>
      </p:sp>
      <p:pic>
        <p:nvPicPr>
          <p:cNvPr id="46086"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2"/>
          <a:stretch>
            <a:fillRect/>
          </a:stretch>
        </p:blipFill>
        <p:spPr>
          <a:xfrm>
            <a:off x="1689100" y="0"/>
            <a:ext cx="8978900" cy="4489450"/>
          </a:xfrm>
          <a:prstGeom prst="rect">
            <a:avLst/>
          </a:prstGeom>
        </p:spPr>
      </p:pic>
      <p:pic>
        <p:nvPicPr>
          <p:cNvPr id="9" name="Picture 8"/>
          <p:cNvPicPr>
            <a:picLocks noChangeAspect="1"/>
          </p:cNvPicPr>
          <p:nvPr/>
        </p:nvPicPr>
        <p:blipFill>
          <a:blip r:embed="rId3"/>
          <a:stretch>
            <a:fillRect/>
          </a:stretch>
        </p:blipFill>
        <p:spPr>
          <a:xfrm>
            <a:off x="3432175" y="3860800"/>
            <a:ext cx="5993130" cy="3079750"/>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44450"/>
            <a:ext cx="8229600" cy="732790"/>
          </a:xfrm>
        </p:spPr>
        <p:txBody>
          <a:bodyPr>
            <a:normAutofit fontScale="90000"/>
          </a:bodyPr>
          <a:lstStyle/>
          <a:p>
            <a:endParaRPr lang="en-US" b="1"/>
          </a:p>
        </p:txBody>
      </p:sp>
      <p:sp>
        <p:nvSpPr>
          <p:cNvPr id="3" name="Content Placeholder 2"/>
          <p:cNvSpPr>
            <a:spLocks noGrp="1"/>
          </p:cNvSpPr>
          <p:nvPr>
            <p:ph idx="1"/>
          </p:nvPr>
        </p:nvSpPr>
        <p:spPr>
          <a:xfrm>
            <a:off x="1875790" y="820420"/>
            <a:ext cx="8398510" cy="5810885"/>
          </a:xfrm>
        </p:spPr>
        <p:txBody>
          <a:bodyPr>
            <a:normAutofit/>
          </a:bodyPr>
          <a:lstStyle/>
          <a:p>
            <a:r>
              <a:rPr lang="en-US"/>
              <a:t>1. Get List of database</a:t>
            </a:r>
          </a:p>
          <a:p>
            <a:pPr lvl="1"/>
            <a:r>
              <a:rPr lang="en-US"/>
              <a:t>Command: show dbs</a:t>
            </a:r>
          </a:p>
          <a:p>
            <a:r>
              <a:rPr lang="en-US"/>
              <a:t>2. Get current database name</a:t>
            </a:r>
          </a:p>
          <a:p>
            <a:pPr lvl="1"/>
            <a:r>
              <a:rPr lang="en-US"/>
              <a:t>Command: db</a:t>
            </a:r>
          </a:p>
          <a:p>
            <a:r>
              <a:rPr lang="en-US"/>
              <a:t>3. Switch to another database</a:t>
            </a:r>
          </a:p>
          <a:p>
            <a:pPr lvl="1"/>
            <a:r>
              <a:rPr lang="en-US"/>
              <a:t>Command: use database_name</a:t>
            </a:r>
          </a:p>
          <a:p>
            <a:pPr lvl="1"/>
            <a:r>
              <a:rPr lang="en-US"/>
              <a:t>Example: use testdb</a:t>
            </a:r>
          </a:p>
          <a:p>
            <a:r>
              <a:rPr lang="en-US"/>
              <a:t>4. Create new table</a:t>
            </a:r>
          </a:p>
          <a:p>
            <a:pPr lvl="1"/>
            <a:r>
              <a:rPr lang="en-US"/>
              <a:t>command: db.createCollection('table_name')</a:t>
            </a:r>
          </a:p>
          <a:p>
            <a:pPr lvl="1"/>
            <a:r>
              <a:rPr lang="en-US"/>
              <a:t>Example: db.createCollection(‘tbl_user’)</a:t>
            </a:r>
          </a:p>
          <a:p>
            <a:endParaRPr lang="en-US"/>
          </a:p>
          <a:p>
            <a:endParaRPr lang="en-US"/>
          </a:p>
        </p:txBody>
      </p:sp>
      <p:sp>
        <p:nvSpPr>
          <p:cNvPr id="7" name="Title 1"/>
          <p:cNvSpPr txBox="1"/>
          <p:nvPr/>
        </p:nvSpPr>
        <p:spPr>
          <a:xfrm>
            <a:off x="1828800" y="4445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US" sz="3200" b="1">
                <a:sym typeface="+mn-ea"/>
              </a:rPr>
              <a:t>MongoDB Shell Commands</a:t>
            </a:r>
            <a:endParaRPr lang="en-US" sz="3200" b="1"/>
          </a:p>
        </p:txBody>
      </p:sp>
      <p:pic>
        <p:nvPicPr>
          <p:cNvPr id="46086"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1995" y="44450"/>
            <a:ext cx="8229600" cy="805180"/>
          </a:xfrm>
        </p:spPr>
        <p:txBody>
          <a:bodyPr/>
          <a:lstStyle/>
          <a:p>
            <a:r>
              <a:rPr lang="en-US" b="1"/>
              <a:t>MongoDB Shell Commands</a:t>
            </a:r>
          </a:p>
        </p:txBody>
      </p:sp>
      <p:sp>
        <p:nvSpPr>
          <p:cNvPr id="3" name="Content Placeholder 2"/>
          <p:cNvSpPr>
            <a:spLocks noGrp="1"/>
          </p:cNvSpPr>
          <p:nvPr>
            <p:ph idx="1"/>
          </p:nvPr>
        </p:nvSpPr>
        <p:spPr>
          <a:xfrm>
            <a:off x="1980565" y="906145"/>
            <a:ext cx="8230235" cy="5045710"/>
          </a:xfrm>
        </p:spPr>
        <p:txBody>
          <a:bodyPr>
            <a:noAutofit/>
          </a:bodyPr>
          <a:lstStyle/>
          <a:p>
            <a:r>
              <a:rPr lang="en-US" sz="2400"/>
              <a:t>5. Get List of table</a:t>
            </a:r>
          </a:p>
          <a:p>
            <a:pPr lvl="1"/>
            <a:r>
              <a:rPr lang="en-US" sz="2000"/>
              <a:t>Command: show collections</a:t>
            </a:r>
          </a:p>
          <a:p>
            <a:r>
              <a:rPr lang="en-US" sz="2400"/>
              <a:t>6. Insert record in table (</a:t>
            </a:r>
          </a:p>
          <a:p>
            <a:pPr lvl="1"/>
            <a:r>
              <a:rPr lang="en-US" sz="2000"/>
              <a:t>command : db.table_name.insert( {key:"value",....} )</a:t>
            </a:r>
          </a:p>
          <a:p>
            <a:pPr lvl="1"/>
            <a:r>
              <a:rPr lang="en-US" sz="2000"/>
              <a:t>Example: db.tbl_user.insert( { name: “Sam”, status: “Active”,email:”sam01@gmail.com” } )</a:t>
            </a:r>
          </a:p>
          <a:p>
            <a:r>
              <a:rPr lang="en-US" sz="2400"/>
              <a:t>7. Insert multiple records in table (</a:t>
            </a:r>
          </a:p>
          <a:p>
            <a:pPr lvl="1"/>
            <a:r>
              <a:rPr lang="en-US" sz="2000"/>
              <a:t>command : db.table_name.insertMany( {key:"value",....},{key:"value",....},...)</a:t>
            </a:r>
          </a:p>
          <a:p>
            <a:pPr lvl="1"/>
            <a:r>
              <a:rPr lang="en-US" sz="2000"/>
              <a:t>Example: db.tbl_user.insertMany( [{ name: “Sam”, status: “Active”,email:”sam01@gmail.com” },{ name: “Anddy”, status: “Active”,email:”anddy01@gmail.com” }] )</a:t>
            </a:r>
          </a:p>
          <a:p>
            <a:r>
              <a:rPr lang="en-US" sz="2400"/>
              <a:t>8. List record of table</a:t>
            </a:r>
          </a:p>
          <a:p>
            <a:pPr lvl="1"/>
            <a:r>
              <a:rPr lang="en-US" sz="2000"/>
              <a:t>Command: db.table_name.find() Or db.table_name.find().pretty()</a:t>
            </a:r>
          </a:p>
          <a:p>
            <a:pPr lvl="1"/>
            <a:r>
              <a:rPr lang="en-US" sz="2000"/>
              <a:t>Example: db.tbl_user.find() Or db.tbl_user.find().pretty()</a:t>
            </a:r>
          </a:p>
          <a:p>
            <a:endParaRPr lang="en-US" sz="2400"/>
          </a:p>
          <a:p>
            <a:endParaRPr lang="en-US" sz="2400"/>
          </a:p>
        </p:txBody>
      </p:sp>
      <p:sp>
        <p:nvSpPr>
          <p:cNvPr id="7" name="Title 1"/>
          <p:cNvSpPr txBox="1"/>
          <p:nvPr/>
        </p:nvSpPr>
        <p:spPr>
          <a:xfrm>
            <a:off x="1828800" y="4445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US" sz="3200" b="1">
                <a:sym typeface="+mn-ea"/>
              </a:rPr>
              <a:t>MongoDB Shell Commands</a:t>
            </a:r>
            <a:endParaRPr lang="en-US" sz="3200" b="1"/>
          </a:p>
        </p:txBody>
      </p:sp>
      <p:pic>
        <p:nvPicPr>
          <p:cNvPr id="46086"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65630" y="1068070"/>
            <a:ext cx="8345170" cy="5058410"/>
          </a:xfrm>
        </p:spPr>
        <p:txBody>
          <a:bodyPr>
            <a:noAutofit/>
          </a:bodyPr>
          <a:lstStyle/>
          <a:p>
            <a:r>
              <a:rPr lang="en-US" sz="2400"/>
              <a:t>9. Update record</a:t>
            </a:r>
          </a:p>
          <a:p>
            <a:pPr lvl="1"/>
            <a:r>
              <a:rPr lang="en-US" sz="2000"/>
              <a:t>Command: db.table_name.update({key:"value"}, {$set: {key:"new_value"}})</a:t>
            </a:r>
          </a:p>
          <a:p>
            <a:pPr lvl="1"/>
            <a:r>
              <a:rPr lang="en-US" sz="2000"/>
              <a:t>Example: db.tbl_user.update({name:”Sam”}, {$set: {email:”sam.mobio@gmail.com”}})</a:t>
            </a:r>
          </a:p>
          <a:p>
            <a:r>
              <a:rPr lang="en-US" sz="2400"/>
              <a:t>10. Delete Record</a:t>
            </a:r>
          </a:p>
          <a:p>
            <a:pPr lvl="1"/>
            <a:r>
              <a:rPr lang="en-US" sz="2000"/>
              <a:t>Command: db.table_name.deleteOne({key:"value"})</a:t>
            </a:r>
          </a:p>
          <a:p>
            <a:pPr lvl="1"/>
            <a:r>
              <a:rPr lang="en-US" sz="2000"/>
              <a:t>Example: db.tbl_user.deleteOne({name:”Sam”})</a:t>
            </a:r>
          </a:p>
          <a:p>
            <a:r>
              <a:rPr lang="en-US" sz="2400"/>
              <a:t>11. Delete multiple record for given condition</a:t>
            </a:r>
          </a:p>
          <a:p>
            <a:pPr lvl="1"/>
            <a:r>
              <a:rPr lang="en-US" sz="2000"/>
              <a:t>Command: db.table_name.deleteMany({key:"value"})</a:t>
            </a:r>
          </a:p>
          <a:p>
            <a:pPr lvl="1"/>
            <a:r>
              <a:rPr lang="en-US" sz="2000"/>
              <a:t>Example: Command: db.tbl_user.deleteMany({email:”sam.mobio@gmail.com”})</a:t>
            </a:r>
          </a:p>
          <a:p>
            <a:r>
              <a:rPr lang="en-US" sz="2400"/>
              <a:t>12. Search Record in table</a:t>
            </a:r>
          </a:p>
          <a:p>
            <a:pPr lvl="1"/>
            <a:r>
              <a:rPr lang="en-US" sz="2000"/>
              <a:t>Command: db.table_name.find({key:"value"}).pretty()</a:t>
            </a:r>
          </a:p>
          <a:p>
            <a:pPr lvl="1"/>
            <a:r>
              <a:rPr lang="en-US" sz="2000"/>
              <a:t>Example: db.tbl_user.find({name:”Sam”}).pretty()</a:t>
            </a:r>
          </a:p>
        </p:txBody>
      </p:sp>
      <p:sp>
        <p:nvSpPr>
          <p:cNvPr id="7" name="Title 1"/>
          <p:cNvSpPr txBox="1"/>
          <p:nvPr/>
        </p:nvSpPr>
        <p:spPr>
          <a:xfrm>
            <a:off x="1828800" y="4445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US" sz="3200" b="1">
                <a:sym typeface="+mn-ea"/>
              </a:rPr>
              <a:t>MongoDB Shell Commands</a:t>
            </a:r>
            <a:endParaRPr lang="en-US" sz="3200" b="1"/>
          </a:p>
        </p:txBody>
      </p:sp>
      <p:pic>
        <p:nvPicPr>
          <p:cNvPr id="46086"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62455" y="0"/>
            <a:ext cx="8229600" cy="845820"/>
          </a:xfrm>
        </p:spPr>
        <p:txBody>
          <a:bodyPr>
            <a:normAutofit/>
          </a:bodyPr>
          <a:lstStyle/>
          <a:p>
            <a:r>
              <a:rPr lang="en-US" b="1">
                <a:sym typeface="+mn-ea"/>
              </a:rPr>
              <a:t>Insert Documents</a:t>
            </a:r>
          </a:p>
        </p:txBody>
      </p:sp>
      <p:sp>
        <p:nvSpPr>
          <p:cNvPr id="3" name="Content Placeholder 2"/>
          <p:cNvSpPr>
            <a:spLocks noGrp="1"/>
          </p:cNvSpPr>
          <p:nvPr>
            <p:ph idx="1"/>
          </p:nvPr>
        </p:nvSpPr>
        <p:spPr>
          <a:xfrm>
            <a:off x="1862455" y="764540"/>
            <a:ext cx="8348345" cy="5165090"/>
          </a:xfrm>
        </p:spPr>
        <p:txBody>
          <a:bodyPr>
            <a:noAutofit/>
          </a:bodyPr>
          <a:lstStyle/>
          <a:p>
            <a:r>
              <a:rPr lang="en-US" sz="2400" b="1"/>
              <a:t>db.collection.insertOne() </a:t>
            </a:r>
            <a:r>
              <a:rPr lang="en-US" sz="2400"/>
              <a:t>inserts a single document into a collection.</a:t>
            </a:r>
          </a:p>
          <a:p>
            <a:pPr marL="457200" lvl="1" indent="0">
              <a:buNone/>
            </a:pPr>
            <a:r>
              <a:rPr lang="en-US" sz="1600" b="1">
                <a:solidFill>
                  <a:srgbClr val="FF0000"/>
                </a:solidFill>
              </a:rPr>
              <a:t>db.inventory.insertOne(</a:t>
            </a:r>
          </a:p>
          <a:p>
            <a:pPr marL="457200" lvl="1" indent="0">
              <a:buNone/>
            </a:pPr>
            <a:r>
              <a:rPr lang="en-US" sz="1600" b="1">
                <a:solidFill>
                  <a:srgbClr val="FF0000"/>
                </a:solidFill>
              </a:rPr>
              <a:t>   { item: "canvas", qty: 100, tags: ["cotton"], size: { h: 28, w: 35.5, uom: "cm" } }</a:t>
            </a:r>
          </a:p>
          <a:p>
            <a:pPr marL="457200" lvl="1" indent="0">
              <a:buNone/>
            </a:pPr>
            <a:r>
              <a:rPr lang="en-US" sz="1600" b="1">
                <a:solidFill>
                  <a:srgbClr val="FF0000"/>
                </a:solidFill>
              </a:rPr>
              <a:t>)</a:t>
            </a:r>
          </a:p>
          <a:p>
            <a:pPr lvl="0"/>
            <a:r>
              <a:rPr lang="en-US" sz="2000" b="1"/>
              <a:t>To retrieve the document that you just inserted, query the collection:</a:t>
            </a:r>
          </a:p>
          <a:p>
            <a:pPr marL="457200" lvl="1" indent="0">
              <a:buNone/>
            </a:pPr>
            <a:r>
              <a:rPr lang="en-US" sz="2000" b="1">
                <a:solidFill>
                  <a:srgbClr val="FF0000"/>
                </a:solidFill>
              </a:rPr>
              <a:t>db.inventory.find( { item: "canvas" } )</a:t>
            </a:r>
            <a:endParaRPr lang="en-US" sz="2000"/>
          </a:p>
          <a:p>
            <a:pPr lvl="0"/>
            <a:r>
              <a:rPr lang="en-US" sz="2000" b="1">
                <a:solidFill>
                  <a:schemeClr val="tx1"/>
                </a:solidFill>
              </a:rPr>
              <a:t>db.collection.insertMany() </a:t>
            </a:r>
            <a:r>
              <a:rPr lang="en-US" sz="2400">
                <a:solidFill>
                  <a:schemeClr val="tx1"/>
                </a:solidFill>
              </a:rPr>
              <a:t>can insert multiple documents into a collection. Pass an array of documents to the method.</a:t>
            </a:r>
          </a:p>
          <a:p>
            <a:pPr marL="457200" lvl="1" indent="0">
              <a:buNone/>
            </a:pPr>
            <a:r>
              <a:rPr lang="en-US" sz="1600" b="1">
                <a:solidFill>
                  <a:srgbClr val="FF0000"/>
                </a:solidFill>
              </a:rPr>
              <a:t>db.inventory.insertMany([</a:t>
            </a:r>
          </a:p>
          <a:p>
            <a:pPr marL="457200" lvl="1" indent="0">
              <a:buNone/>
            </a:pPr>
            <a:r>
              <a:rPr lang="en-US" sz="1600" b="1">
                <a:solidFill>
                  <a:srgbClr val="FF0000"/>
                </a:solidFill>
              </a:rPr>
              <a:t>   { item: "journal", qty: 25, tags: ["blank", "red"], size: { h: 14, w: 21, uom: "cm" } },</a:t>
            </a:r>
          </a:p>
          <a:p>
            <a:pPr marL="457200" lvl="1" indent="0">
              <a:buNone/>
            </a:pPr>
            <a:r>
              <a:rPr lang="en-US" sz="1600" b="1">
                <a:solidFill>
                  <a:srgbClr val="FF0000"/>
                </a:solidFill>
              </a:rPr>
              <a:t>   { item: "mat", qty: 85, tags: ["gray"], size: { h: 27.9, w: 35.5, uom: "cm" } },</a:t>
            </a:r>
          </a:p>
          <a:p>
            <a:pPr marL="457200" lvl="1" indent="0">
              <a:buNone/>
            </a:pPr>
            <a:r>
              <a:rPr lang="en-US" sz="1600" b="1">
                <a:solidFill>
                  <a:srgbClr val="FF0000"/>
                </a:solidFill>
              </a:rPr>
              <a:t>   { item: "mousepad", qty: 25, tags: ["gel", "blue"], size: { h: 19, w: 22.85, uom: "cm" } }</a:t>
            </a:r>
          </a:p>
          <a:p>
            <a:pPr marL="457200" lvl="1" indent="0">
              <a:buNone/>
            </a:pPr>
            <a:r>
              <a:rPr lang="en-US" sz="1600" b="1">
                <a:solidFill>
                  <a:srgbClr val="FF0000"/>
                </a:solidFill>
              </a:rPr>
              <a:t>])</a:t>
            </a:r>
          </a:p>
          <a:p>
            <a:pPr lvl="0"/>
            <a:r>
              <a:rPr lang="en-US" sz="2400"/>
              <a:t>To retrieve the inserted documents, query the collection:</a:t>
            </a:r>
          </a:p>
          <a:p>
            <a:pPr marL="457200" lvl="1" indent="0">
              <a:buNone/>
            </a:pPr>
            <a:r>
              <a:rPr lang="en-US" sz="2100" b="1">
                <a:solidFill>
                  <a:srgbClr val="FF0000"/>
                </a:solidFill>
              </a:rPr>
              <a:t>db.inventory.find( {} )</a:t>
            </a:r>
          </a:p>
          <a:p>
            <a:pPr lvl="1">
              <a:buNone/>
            </a:pPr>
            <a:endParaRPr lang="en-US" sz="1600" b="1">
              <a:solidFill>
                <a:srgbClr val="FF0000"/>
              </a:solidFill>
            </a:endParaRPr>
          </a:p>
          <a:p>
            <a:pPr marL="457200" lvl="1" indent="0">
              <a:buNone/>
            </a:pPr>
            <a:endParaRPr lang="en-US" sz="1600" b="1">
              <a:solidFill>
                <a:srgbClr val="FF0000"/>
              </a:solidFill>
            </a:endParaRPr>
          </a:p>
        </p:txBody>
      </p:sp>
      <p:sp>
        <p:nvSpPr>
          <p:cNvPr id="7" name="Title 1"/>
          <p:cNvSpPr txBox="1"/>
          <p:nvPr/>
        </p:nvSpPr>
        <p:spPr>
          <a:xfrm>
            <a:off x="1828800" y="4445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US" sz="3200" b="1">
                <a:sym typeface="+mn-ea"/>
              </a:rPr>
              <a:t>insert documents</a:t>
            </a:r>
            <a:endParaRPr lang="en-US" sz="3200" b="1"/>
          </a:p>
        </p:txBody>
      </p:sp>
      <p:pic>
        <p:nvPicPr>
          <p:cNvPr id="46086"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1995" y="44450"/>
            <a:ext cx="8229600" cy="567055"/>
          </a:xfrm>
        </p:spPr>
        <p:txBody>
          <a:bodyPr>
            <a:normAutofit fontScale="90000"/>
          </a:bodyPr>
          <a:lstStyle/>
          <a:p>
            <a:r>
              <a:rPr lang="en-US" b="1"/>
              <a:t>Update Documents</a:t>
            </a:r>
          </a:p>
        </p:txBody>
      </p:sp>
      <p:sp>
        <p:nvSpPr>
          <p:cNvPr id="3" name="Content Placeholder 2"/>
          <p:cNvSpPr>
            <a:spLocks noGrp="1"/>
          </p:cNvSpPr>
          <p:nvPr>
            <p:ph idx="1"/>
          </p:nvPr>
        </p:nvSpPr>
        <p:spPr>
          <a:xfrm>
            <a:off x="1919605" y="908685"/>
            <a:ext cx="8288020" cy="5313680"/>
          </a:xfrm>
        </p:spPr>
        <p:txBody>
          <a:bodyPr>
            <a:normAutofit fontScale="70000"/>
          </a:bodyPr>
          <a:lstStyle/>
          <a:p>
            <a:r>
              <a:rPr lang="en-US" sz="2400" b="1"/>
              <a:t>To update a document, MongoDB provides update operators, such as $set, to modify field values.</a:t>
            </a:r>
          </a:p>
          <a:p>
            <a:pPr marL="457200" lvl="1" indent="0">
              <a:buNone/>
            </a:pPr>
            <a:r>
              <a:rPr lang="en-US" sz="2400" b="1">
                <a:solidFill>
                  <a:srgbClr val="FF0000"/>
                </a:solidFill>
              </a:rPr>
              <a:t>db.inventory.updateOne(</a:t>
            </a:r>
          </a:p>
          <a:p>
            <a:pPr marL="457200" lvl="1" indent="0">
              <a:buNone/>
            </a:pPr>
            <a:r>
              <a:rPr lang="en-US" sz="2400" b="1">
                <a:solidFill>
                  <a:srgbClr val="FF0000"/>
                </a:solidFill>
              </a:rPr>
              <a:t>   { item: "paper" },</a:t>
            </a:r>
          </a:p>
          <a:p>
            <a:pPr marL="457200" lvl="1" indent="0">
              <a:buNone/>
            </a:pPr>
            <a:r>
              <a:rPr lang="en-US" sz="2400" b="1">
                <a:solidFill>
                  <a:srgbClr val="FF0000"/>
                </a:solidFill>
              </a:rPr>
              <a:t>   {</a:t>
            </a:r>
          </a:p>
          <a:p>
            <a:pPr marL="457200" lvl="1" indent="0">
              <a:buNone/>
            </a:pPr>
            <a:r>
              <a:rPr lang="en-US" sz="2400" b="1">
                <a:solidFill>
                  <a:srgbClr val="FF0000"/>
                </a:solidFill>
              </a:rPr>
              <a:t>     $set: { "size.uom": "cm", status: "P" },</a:t>
            </a:r>
          </a:p>
          <a:p>
            <a:pPr marL="457200" lvl="1" indent="0">
              <a:buNone/>
            </a:pPr>
            <a:r>
              <a:rPr lang="en-US" sz="2400" b="1">
                <a:solidFill>
                  <a:srgbClr val="FF0000"/>
                </a:solidFill>
              </a:rPr>
              <a:t>     $currentDate: { lastModified: true }</a:t>
            </a:r>
          </a:p>
          <a:p>
            <a:pPr marL="457200" lvl="1" indent="0">
              <a:buNone/>
            </a:pPr>
            <a:r>
              <a:rPr lang="en-US" sz="2400" b="1">
                <a:solidFill>
                  <a:srgbClr val="FF0000"/>
                </a:solidFill>
              </a:rPr>
              <a:t>   }</a:t>
            </a:r>
          </a:p>
          <a:p>
            <a:pPr marL="457200" lvl="1" indent="0">
              <a:buNone/>
            </a:pPr>
            <a:r>
              <a:rPr lang="en-US" sz="2400" b="1">
                <a:solidFill>
                  <a:srgbClr val="FF0000"/>
                </a:solidFill>
              </a:rPr>
              <a:t>)</a:t>
            </a:r>
          </a:p>
          <a:p>
            <a:pPr marL="457200" lvl="1" indent="0">
              <a:buNone/>
            </a:pPr>
            <a:endParaRPr lang="en-US" sz="2400" b="1">
              <a:solidFill>
                <a:srgbClr val="FF0000"/>
              </a:solidFill>
            </a:endParaRPr>
          </a:p>
          <a:p>
            <a:pPr lvl="0"/>
            <a:r>
              <a:rPr lang="en-US" sz="2740" b="1">
                <a:solidFill>
                  <a:schemeClr val="tx1"/>
                </a:solidFill>
              </a:rPr>
              <a:t>The update operation:</a:t>
            </a:r>
          </a:p>
          <a:p>
            <a:pPr lvl="1"/>
            <a:r>
              <a:rPr lang="en-US" sz="2095">
                <a:solidFill>
                  <a:schemeClr val="tx1"/>
                </a:solidFill>
              </a:rPr>
              <a:t>uses the </a:t>
            </a:r>
            <a:r>
              <a:rPr lang="en-US" sz="2095" b="1">
                <a:solidFill>
                  <a:schemeClr val="tx1"/>
                </a:solidFill>
              </a:rPr>
              <a:t>$set</a:t>
            </a:r>
            <a:r>
              <a:rPr lang="en-US" sz="2095">
                <a:solidFill>
                  <a:schemeClr val="tx1"/>
                </a:solidFill>
              </a:rPr>
              <a:t> operator to update the value of the</a:t>
            </a:r>
            <a:r>
              <a:rPr lang="en-US" sz="2095" b="1">
                <a:solidFill>
                  <a:schemeClr val="tx1"/>
                </a:solidFill>
              </a:rPr>
              <a:t> size.uom </a:t>
            </a:r>
            <a:r>
              <a:rPr lang="en-US" sz="2095">
                <a:solidFill>
                  <a:schemeClr val="tx1"/>
                </a:solidFill>
              </a:rPr>
              <a:t>field to "</a:t>
            </a:r>
            <a:r>
              <a:rPr lang="en-US" sz="2095" b="1">
                <a:solidFill>
                  <a:schemeClr val="tx1"/>
                </a:solidFill>
              </a:rPr>
              <a:t>cm</a:t>
            </a:r>
            <a:r>
              <a:rPr lang="en-US" sz="2095">
                <a:solidFill>
                  <a:schemeClr val="tx1"/>
                </a:solidFill>
              </a:rPr>
              <a:t>" and the value of the status field to "</a:t>
            </a:r>
            <a:r>
              <a:rPr lang="en-US" sz="2095" b="1">
                <a:solidFill>
                  <a:schemeClr val="tx1"/>
                </a:solidFill>
              </a:rPr>
              <a:t>P</a:t>
            </a:r>
            <a:r>
              <a:rPr lang="en-US" sz="2095">
                <a:solidFill>
                  <a:schemeClr val="tx1"/>
                </a:solidFill>
              </a:rPr>
              <a:t>",</a:t>
            </a:r>
          </a:p>
          <a:p>
            <a:pPr lvl="1"/>
            <a:r>
              <a:rPr lang="en-US" sz="2395">
                <a:solidFill>
                  <a:schemeClr val="tx1"/>
                </a:solidFill>
              </a:rPr>
              <a:t>uses the </a:t>
            </a:r>
            <a:r>
              <a:rPr lang="en-US" sz="2395" b="1">
                <a:solidFill>
                  <a:schemeClr val="tx1"/>
                </a:solidFill>
              </a:rPr>
              <a:t>$currentDate</a:t>
            </a:r>
            <a:r>
              <a:rPr lang="en-US" sz="2395">
                <a:solidFill>
                  <a:schemeClr val="tx1"/>
                </a:solidFill>
              </a:rPr>
              <a:t> operator to update the value of the lastModified field to the </a:t>
            </a:r>
            <a:r>
              <a:rPr lang="en-US" sz="2395" b="1">
                <a:solidFill>
                  <a:schemeClr val="tx1"/>
                </a:solidFill>
              </a:rPr>
              <a:t>current date</a:t>
            </a:r>
            <a:r>
              <a:rPr lang="en-US" sz="2395">
                <a:solidFill>
                  <a:schemeClr val="tx1"/>
                </a:solidFill>
              </a:rPr>
              <a:t>. </a:t>
            </a:r>
          </a:p>
          <a:p>
            <a:pPr lvl="1"/>
            <a:r>
              <a:rPr lang="en-US" sz="2395">
                <a:solidFill>
                  <a:schemeClr val="tx1"/>
                </a:solidFill>
              </a:rPr>
              <a:t>If lastModified field does not exist, $currentDate will create the field. See $currentDate for details.</a:t>
            </a:r>
          </a:p>
        </p:txBody>
      </p:sp>
      <p:sp>
        <p:nvSpPr>
          <p:cNvPr id="7" name="Title 1"/>
          <p:cNvSpPr txBox="1"/>
          <p:nvPr/>
        </p:nvSpPr>
        <p:spPr>
          <a:xfrm>
            <a:off x="1828800" y="4445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US" sz="3200" b="1">
                <a:sym typeface="+mn-ea"/>
              </a:rPr>
              <a:t>Update Document</a:t>
            </a:r>
            <a:endParaRPr lang="en-US" sz="3200" b="1"/>
          </a:p>
        </p:txBody>
      </p:sp>
      <p:pic>
        <p:nvPicPr>
          <p:cNvPr id="46086"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16205"/>
            <a:ext cx="8229600" cy="640080"/>
          </a:xfrm>
        </p:spPr>
        <p:txBody>
          <a:bodyPr>
            <a:normAutofit fontScale="90000"/>
          </a:bodyPr>
          <a:lstStyle/>
          <a:p>
            <a:r>
              <a:rPr lang="en-US" b="1"/>
              <a:t>Delete Documents</a:t>
            </a:r>
          </a:p>
        </p:txBody>
      </p:sp>
      <p:sp>
        <p:nvSpPr>
          <p:cNvPr id="3" name="Content Placeholder 2"/>
          <p:cNvSpPr>
            <a:spLocks noGrp="1"/>
          </p:cNvSpPr>
          <p:nvPr>
            <p:ph idx="1"/>
          </p:nvPr>
        </p:nvSpPr>
        <p:spPr>
          <a:xfrm>
            <a:off x="1765300" y="996950"/>
            <a:ext cx="8519795" cy="5129530"/>
          </a:xfrm>
        </p:spPr>
        <p:txBody>
          <a:bodyPr/>
          <a:lstStyle/>
          <a:p>
            <a:r>
              <a:rPr lang="en-US" sz="2400" b="1"/>
              <a:t>db.collection.deleteMany()</a:t>
            </a:r>
            <a:r>
              <a:rPr lang="en-US" sz="2400"/>
              <a:t>: To delete all documents from a collection, pass an empty filter document {} to the db.collection.deleteMany() method</a:t>
            </a:r>
          </a:p>
          <a:p>
            <a:pPr marL="914400" lvl="2" indent="0">
              <a:buNone/>
            </a:pPr>
            <a:r>
              <a:rPr lang="en-US" sz="2800" b="1">
                <a:solidFill>
                  <a:srgbClr val="FF0000"/>
                </a:solidFill>
              </a:rPr>
              <a:t>db.inventory.deleteMany({})</a:t>
            </a:r>
          </a:p>
          <a:p>
            <a:pPr lvl="0"/>
            <a:r>
              <a:rPr lang="en-US" sz="2400">
                <a:solidFill>
                  <a:schemeClr val="tx1"/>
                </a:solidFill>
              </a:rPr>
              <a:t>removes all documents from the inventory collection where the status field equals "A":</a:t>
            </a:r>
          </a:p>
          <a:p>
            <a:pPr marL="914400" lvl="2" indent="0">
              <a:buNone/>
            </a:pPr>
            <a:r>
              <a:rPr lang="en-US" sz="2800" b="1">
                <a:solidFill>
                  <a:srgbClr val="FF0000"/>
                </a:solidFill>
              </a:rPr>
              <a:t>db.inventory.deleteMany({ status : "A" })</a:t>
            </a:r>
          </a:p>
          <a:p>
            <a:r>
              <a:rPr lang="en-US" sz="2400" b="1"/>
              <a:t>db.collection.deleteOne():</a:t>
            </a:r>
            <a:r>
              <a:rPr lang="en-US" sz="2400"/>
              <a:t> To delete at most a single document that matches a specified filter (even though multiple documents may match the condition.</a:t>
            </a:r>
          </a:p>
          <a:p>
            <a:pPr marL="914400" lvl="2" indent="0">
              <a:buNone/>
            </a:pPr>
            <a:r>
              <a:rPr lang="en-US" sz="2800" b="1">
                <a:solidFill>
                  <a:srgbClr val="FF0000"/>
                </a:solidFill>
              </a:rPr>
              <a:t>db.inventory.deleteOne( { status: "D" } )</a:t>
            </a:r>
          </a:p>
        </p:txBody>
      </p:sp>
      <p:sp>
        <p:nvSpPr>
          <p:cNvPr id="7" name="Title 1"/>
          <p:cNvSpPr txBox="1"/>
          <p:nvPr/>
        </p:nvSpPr>
        <p:spPr>
          <a:xfrm>
            <a:off x="1828800" y="4445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US" sz="3200" b="1">
                <a:sym typeface="+mn-ea"/>
              </a:rPr>
              <a:t>Delete Documents</a:t>
            </a:r>
            <a:endParaRPr lang="en-US" sz="3200" b="1"/>
          </a:p>
        </p:txBody>
      </p:sp>
      <p:pic>
        <p:nvPicPr>
          <p:cNvPr id="46086"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9605" y="116205"/>
            <a:ext cx="8229600" cy="693420"/>
          </a:xfrm>
        </p:spPr>
        <p:txBody>
          <a:bodyPr>
            <a:normAutofit fontScale="90000"/>
          </a:bodyPr>
          <a:lstStyle/>
          <a:p>
            <a:r>
              <a:rPr lang="en-US"/>
              <a:t>Comparison Query Operators</a:t>
            </a:r>
          </a:p>
        </p:txBody>
      </p:sp>
      <p:sp>
        <p:nvSpPr>
          <p:cNvPr id="3" name="Content Placeholder 2"/>
          <p:cNvSpPr>
            <a:spLocks noGrp="1"/>
          </p:cNvSpPr>
          <p:nvPr>
            <p:ph idx="1"/>
          </p:nvPr>
        </p:nvSpPr>
        <p:spPr>
          <a:xfrm>
            <a:off x="1826260" y="842010"/>
            <a:ext cx="8498205" cy="5842635"/>
          </a:xfrm>
        </p:spPr>
        <p:txBody>
          <a:bodyPr>
            <a:noAutofit/>
          </a:bodyPr>
          <a:lstStyle/>
          <a:p>
            <a:r>
              <a:rPr lang="en-US" sz="2800" b="1"/>
              <a:t>$eq</a:t>
            </a:r>
          </a:p>
          <a:p>
            <a:pPr lvl="1"/>
            <a:r>
              <a:rPr lang="en-US" sz="2400"/>
              <a:t>Matches values that are equal to a specified value.</a:t>
            </a:r>
          </a:p>
          <a:p>
            <a:pPr lvl="1"/>
            <a:r>
              <a:rPr lang="en-US" sz="2400"/>
              <a:t>db.Faculty.find({Age:{$eq :32}})</a:t>
            </a:r>
          </a:p>
          <a:p>
            <a:r>
              <a:rPr lang="en-US" sz="2800" b="1"/>
              <a:t>$gt</a:t>
            </a:r>
          </a:p>
          <a:p>
            <a:pPr lvl="1"/>
            <a:r>
              <a:rPr lang="en-US" sz="2400"/>
              <a:t>Matches values that are greater than a specified value.</a:t>
            </a:r>
          </a:p>
          <a:p>
            <a:pPr lvl="1"/>
            <a:r>
              <a:rPr lang="en-US" sz="2400"/>
              <a:t>db.Faculty.find({Age:{$gt :36}})</a:t>
            </a:r>
          </a:p>
          <a:p>
            <a:r>
              <a:rPr lang="en-US" sz="2800" b="1"/>
              <a:t>$gte</a:t>
            </a:r>
          </a:p>
          <a:p>
            <a:pPr lvl="1"/>
            <a:r>
              <a:rPr lang="en-US" sz="2400"/>
              <a:t>Matches values that are greater than or equal to a specified value.</a:t>
            </a:r>
          </a:p>
          <a:p>
            <a:pPr lvl="1"/>
            <a:r>
              <a:rPr lang="en-US" sz="2400"/>
              <a:t>db.Faculty.find({Age:{$gte :32}})</a:t>
            </a:r>
          </a:p>
          <a:p>
            <a:r>
              <a:rPr lang="en-US" sz="2800" b="1"/>
              <a:t>$in</a:t>
            </a:r>
          </a:p>
          <a:p>
            <a:pPr lvl="1"/>
            <a:r>
              <a:rPr lang="en-US" sz="2400"/>
              <a:t>Matches any of the values specified in an array.</a:t>
            </a:r>
          </a:p>
          <a:p>
            <a:pPr lvl="1"/>
            <a:r>
              <a:rPr lang="en-US" sz="2400"/>
              <a:t>db.Faculty.find({Age:{$in :[32,30]}})</a:t>
            </a:r>
          </a:p>
          <a:p>
            <a:endParaRPr lang="en-US" sz="2400"/>
          </a:p>
        </p:txBody>
      </p:sp>
      <p:sp>
        <p:nvSpPr>
          <p:cNvPr id="7" name="Title 1"/>
          <p:cNvSpPr txBox="1"/>
          <p:nvPr/>
        </p:nvSpPr>
        <p:spPr>
          <a:xfrm>
            <a:off x="1828800" y="4445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US" sz="3200" b="1">
                <a:sym typeface="+mn-ea"/>
              </a:rPr>
              <a:t>Comparison Query Operators</a:t>
            </a:r>
            <a:endParaRPr lang="en-US" sz="3200" b="1"/>
          </a:p>
        </p:txBody>
      </p:sp>
      <p:pic>
        <p:nvPicPr>
          <p:cNvPr id="46086"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9605" y="116205"/>
            <a:ext cx="8229600" cy="693420"/>
          </a:xfrm>
        </p:spPr>
        <p:txBody>
          <a:bodyPr>
            <a:normAutofit fontScale="90000"/>
          </a:bodyPr>
          <a:lstStyle/>
          <a:p>
            <a:r>
              <a:rPr lang="en-US"/>
              <a:t>Comparison Query Operators</a:t>
            </a:r>
          </a:p>
        </p:txBody>
      </p:sp>
      <p:sp>
        <p:nvSpPr>
          <p:cNvPr id="3" name="Content Placeholder 2"/>
          <p:cNvSpPr>
            <a:spLocks noGrp="1"/>
          </p:cNvSpPr>
          <p:nvPr>
            <p:ph idx="1"/>
          </p:nvPr>
        </p:nvSpPr>
        <p:spPr>
          <a:xfrm>
            <a:off x="1826260" y="842010"/>
            <a:ext cx="8498205" cy="5842635"/>
          </a:xfrm>
        </p:spPr>
        <p:txBody>
          <a:bodyPr>
            <a:noAutofit/>
          </a:bodyPr>
          <a:lstStyle/>
          <a:p>
            <a:r>
              <a:rPr lang="en-US" sz="2800" b="1"/>
              <a:t>$lt</a:t>
            </a:r>
          </a:p>
          <a:p>
            <a:pPr lvl="1"/>
            <a:r>
              <a:rPr lang="en-US" sz="2400"/>
              <a:t>Matches values that are less than a specified value.</a:t>
            </a:r>
          </a:p>
          <a:p>
            <a:pPr lvl="1"/>
            <a:r>
              <a:rPr lang="en-US" sz="2400"/>
              <a:t>db.Faculty.find({Age:{$lt :36}})</a:t>
            </a:r>
          </a:p>
          <a:p>
            <a:r>
              <a:rPr lang="en-US" sz="2800" b="1"/>
              <a:t>$lte</a:t>
            </a:r>
          </a:p>
          <a:p>
            <a:pPr lvl="1"/>
            <a:r>
              <a:rPr lang="en-US" sz="2400"/>
              <a:t>Matches values that are less than or equal to a specified value.</a:t>
            </a:r>
          </a:p>
          <a:p>
            <a:pPr lvl="1"/>
            <a:r>
              <a:rPr lang="en-US" sz="2400"/>
              <a:t>db.Faculty.find({Age:{$lte :32}})</a:t>
            </a:r>
          </a:p>
          <a:p>
            <a:r>
              <a:rPr lang="en-US" sz="2800" b="1"/>
              <a:t>$ne</a:t>
            </a:r>
          </a:p>
          <a:p>
            <a:pPr lvl="1"/>
            <a:r>
              <a:rPr lang="en-US" sz="2400"/>
              <a:t>Matches all values that are not equal to a specified value.</a:t>
            </a:r>
          </a:p>
          <a:p>
            <a:pPr lvl="1"/>
            <a:r>
              <a:rPr lang="en-US" sz="2400"/>
              <a:t>db.Faculty.find({Age:{$ne :32}})</a:t>
            </a:r>
          </a:p>
          <a:p>
            <a:r>
              <a:rPr lang="en-US" sz="2800" b="1"/>
              <a:t>$nin</a:t>
            </a:r>
          </a:p>
          <a:p>
            <a:pPr lvl="1"/>
            <a:r>
              <a:rPr lang="en-US" sz="2400"/>
              <a:t>Matches none of the values specified in an array.</a:t>
            </a:r>
          </a:p>
          <a:p>
            <a:pPr lvl="1"/>
            <a:r>
              <a:rPr lang="en-US" sz="2400"/>
              <a:t>db.Faculty.find({Age:{$nin :[32,30]}})</a:t>
            </a:r>
          </a:p>
        </p:txBody>
      </p:sp>
      <p:sp>
        <p:nvSpPr>
          <p:cNvPr id="7" name="Title 1"/>
          <p:cNvSpPr txBox="1"/>
          <p:nvPr/>
        </p:nvSpPr>
        <p:spPr>
          <a:xfrm>
            <a:off x="1828800" y="4445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US" sz="3200" b="1">
                <a:sym typeface="+mn-ea"/>
              </a:rPr>
              <a:t>Comparison Query Operators</a:t>
            </a:r>
            <a:endParaRPr lang="en-US" sz="3200" b="1"/>
          </a:p>
        </p:txBody>
      </p:sp>
      <p:pic>
        <p:nvPicPr>
          <p:cNvPr id="46086"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800"/>
              <a:t>db.Faculty.find({Age:{$nin :[32,30]}}).sort({Age : -1})</a:t>
            </a:r>
          </a:p>
          <a:p>
            <a:r>
              <a:rPr lang="en-US" sz="2800"/>
              <a:t>db.Faculty.find({Age:{$nin :[32,30]}}).sort({Age : 1})</a:t>
            </a:r>
          </a:p>
        </p:txBody>
      </p:sp>
      <p:sp>
        <p:nvSpPr>
          <p:cNvPr id="7" name="Title 1"/>
          <p:cNvSpPr txBox="1"/>
          <p:nvPr/>
        </p:nvSpPr>
        <p:spPr>
          <a:xfrm>
            <a:off x="1828800" y="4445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US" sz="3200" b="1">
                <a:sym typeface="+mn-ea"/>
              </a:rPr>
              <a:t>Comparison Query Operators</a:t>
            </a:r>
            <a:endParaRPr lang="en-US" sz="3200" b="1"/>
          </a:p>
        </p:txBody>
      </p:sp>
      <p:pic>
        <p:nvPicPr>
          <p:cNvPr id="46086"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99895" y="968375"/>
            <a:ext cx="8725535" cy="5158105"/>
          </a:xfrm>
        </p:spPr>
        <p:txBody>
          <a:bodyPr>
            <a:normAutofit fontScale="70000"/>
          </a:bodyPr>
          <a:lstStyle/>
          <a:p>
            <a:r>
              <a:rPr lang="en-US" b="1"/>
              <a:t>$and</a:t>
            </a:r>
          </a:p>
          <a:p>
            <a:pPr lvl="1"/>
            <a:r>
              <a:rPr lang="en-US"/>
              <a:t>Joins query clauses with a logical AND returns all documents that match the conditions of both clauses.</a:t>
            </a:r>
          </a:p>
          <a:p>
            <a:pPr lvl="1"/>
            <a:r>
              <a:rPr lang="en-US"/>
              <a:t>Syntax: { $and: [ { &lt;expression1&gt; }, { &lt;expression2&gt; } , ... , { &lt;expressionN&gt; } ] }</a:t>
            </a:r>
          </a:p>
          <a:p>
            <a:pPr lvl="1"/>
            <a:r>
              <a:rPr lang="en-US"/>
              <a:t>{$and:[{"FacultyName":"Dr. GMJ"},{"Age":{$lt:38}}]}</a:t>
            </a:r>
          </a:p>
          <a:p>
            <a:pPr lvl="1"/>
            <a:r>
              <a:rPr lang="en-US"/>
              <a:t>db.Faculty.find({ $and :[{FacultyID:104},{Age:{$lt:34}}]})</a:t>
            </a:r>
          </a:p>
          <a:p>
            <a:r>
              <a:rPr lang="en-US" b="1"/>
              <a:t>$not</a:t>
            </a:r>
          </a:p>
          <a:p>
            <a:pPr lvl="1"/>
            <a:r>
              <a:rPr lang="en-US"/>
              <a:t>Inverts the effect of a query expression and returns documents that do not match the query expression.</a:t>
            </a:r>
          </a:p>
          <a:p>
            <a:pPr lvl="1"/>
            <a:r>
              <a:rPr lang="en-US"/>
              <a:t>Syntax: { field: { $not: { &lt;operator-expression&gt; } } }</a:t>
            </a:r>
          </a:p>
          <a:p>
            <a:pPr lvl="1"/>
            <a:r>
              <a:rPr lang="en-US"/>
              <a:t>db.Faculty.find({Age:{$not:{$eq : 32}}})</a:t>
            </a:r>
          </a:p>
          <a:p>
            <a:pPr lvl="1"/>
            <a:r>
              <a:rPr lang="en-US"/>
              <a:t>{Age : { $not :{ $eq :{Age:30}}}}</a:t>
            </a:r>
          </a:p>
          <a:p>
            <a:endParaRPr lang="en-US"/>
          </a:p>
        </p:txBody>
      </p:sp>
      <p:sp>
        <p:nvSpPr>
          <p:cNvPr id="7" name="Title 1"/>
          <p:cNvSpPr txBox="1"/>
          <p:nvPr/>
        </p:nvSpPr>
        <p:spPr>
          <a:xfrm>
            <a:off x="1828800" y="4445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US" sz="3200">
                <a:sym typeface="+mn-ea"/>
              </a:rPr>
              <a:t>Logical Query Operators</a:t>
            </a:r>
            <a:endParaRPr lang="en-US" sz="3200" b="1"/>
          </a:p>
        </p:txBody>
      </p:sp>
      <p:pic>
        <p:nvPicPr>
          <p:cNvPr id="46086"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37055" y="968375"/>
            <a:ext cx="8373745" cy="5158105"/>
          </a:xfrm>
        </p:spPr>
        <p:txBody>
          <a:bodyPr>
            <a:normAutofit fontScale="70000"/>
          </a:bodyPr>
          <a:lstStyle/>
          <a:p>
            <a:r>
              <a:rPr lang="en-US" b="1"/>
              <a:t>$nor</a:t>
            </a:r>
          </a:p>
          <a:p>
            <a:pPr lvl="1"/>
            <a:r>
              <a:rPr lang="en-US"/>
              <a:t>Joins query clauses with a logical NOR returns all documents that fail to match both clauses.</a:t>
            </a:r>
          </a:p>
          <a:p>
            <a:pPr lvl="1"/>
            <a:r>
              <a:rPr lang="en-US"/>
              <a:t>{ $nor: [ { &lt;expression1&gt; }, { &lt;expression2&gt; }, ...  { &lt;expressionN&gt; } ] }</a:t>
            </a:r>
          </a:p>
          <a:p>
            <a:pPr lvl="1"/>
            <a:r>
              <a:rPr lang="en-US"/>
              <a:t>{$nor:[{CITY:"DELHI"},{Age:{$lt:{Age:35}}}]}</a:t>
            </a:r>
          </a:p>
          <a:p>
            <a:pPr lvl="1"/>
            <a:r>
              <a:rPr lang="en-US"/>
              <a:t>db.Faculty.find({$nor:[{Age:{$eq : {Age:32}}},{CITY:"DELHI"}]})</a:t>
            </a:r>
          </a:p>
          <a:p>
            <a:r>
              <a:rPr lang="en-US" b="1"/>
              <a:t>$or</a:t>
            </a:r>
          </a:p>
          <a:p>
            <a:pPr lvl="1"/>
            <a:r>
              <a:rPr lang="en-US"/>
              <a:t>Joins query clauses with a logical OR returns all documents that match the conditions of either clause.</a:t>
            </a:r>
          </a:p>
          <a:p>
            <a:pPr lvl="1"/>
            <a:r>
              <a:rPr lang="en-US"/>
              <a:t>{ $or: [ { &lt;expression1&gt; }, { &lt;expression2&gt; }, ... , { &lt;expressionN&gt; } ] }</a:t>
            </a:r>
          </a:p>
          <a:p>
            <a:pPr lvl="1"/>
            <a:r>
              <a:rPr lang="en-US"/>
              <a:t>{$or:[{"FacultyName":"Dr. GMJ"},{"Age":{$lt:38}}]}</a:t>
            </a:r>
          </a:p>
          <a:p>
            <a:pPr lvl="1"/>
            <a:r>
              <a:rPr lang="en-US"/>
              <a:t>db.Faculty.find({ $or :[{FacultyID:104},{Age:{$lt:34}},{CITY:"DELHI"}]})</a:t>
            </a:r>
          </a:p>
        </p:txBody>
      </p:sp>
      <p:sp>
        <p:nvSpPr>
          <p:cNvPr id="7" name="Title 1"/>
          <p:cNvSpPr txBox="1"/>
          <p:nvPr/>
        </p:nvSpPr>
        <p:spPr>
          <a:xfrm>
            <a:off x="1828800" y="4445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US" sz="3200">
                <a:sym typeface="+mn-ea"/>
              </a:rPr>
              <a:t>Logical Query Operators</a:t>
            </a:r>
            <a:endParaRPr lang="en-US" sz="3200" b="1"/>
          </a:p>
        </p:txBody>
      </p:sp>
      <p:pic>
        <p:nvPicPr>
          <p:cNvPr id="46086"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955"/>
            <a:ext cx="8229600" cy="693420"/>
          </a:xfrm>
        </p:spPr>
        <p:txBody>
          <a:bodyPr>
            <a:normAutofit fontScale="90000"/>
          </a:bodyPr>
          <a:lstStyle/>
          <a:p>
            <a:endParaRPr lang="en-US"/>
          </a:p>
        </p:txBody>
      </p:sp>
      <p:sp>
        <p:nvSpPr>
          <p:cNvPr id="6" name="Content Placeholder 5"/>
          <p:cNvSpPr>
            <a:spLocks noGrp="1"/>
          </p:cNvSpPr>
          <p:nvPr>
            <p:ph idx="1"/>
          </p:nvPr>
        </p:nvSpPr>
        <p:spPr>
          <a:xfrm>
            <a:off x="1919605" y="1151255"/>
            <a:ext cx="8291195" cy="4975225"/>
          </a:xfrm>
        </p:spPr>
        <p:txBody>
          <a:bodyPr>
            <a:normAutofit fontScale="90000"/>
          </a:bodyPr>
          <a:lstStyle/>
          <a:p>
            <a:r>
              <a:rPr lang="en-US"/>
              <a:t>An aggregation pipeline consists of one or more stages that process documents:</a:t>
            </a:r>
          </a:p>
          <a:p>
            <a:r>
              <a:rPr lang="en-US"/>
              <a:t>Each stage performs an operation on the input documents. For example, a stage can filter documents, group documents, and calculate values.</a:t>
            </a:r>
          </a:p>
          <a:p>
            <a:r>
              <a:rPr lang="en-US"/>
              <a:t>The documents that are output from a stage are passed to the next stage.</a:t>
            </a:r>
          </a:p>
          <a:p>
            <a:r>
              <a:rPr lang="en-US"/>
              <a:t>An aggregation pipeline can return results for groups of documents. For example, </a:t>
            </a:r>
            <a:r>
              <a:rPr lang="en-US" b="1"/>
              <a:t>return the total, average, maximum, and minimum values</a:t>
            </a:r>
            <a:r>
              <a:rPr lang="en-US"/>
              <a:t>.</a:t>
            </a:r>
          </a:p>
        </p:txBody>
      </p:sp>
      <p:sp>
        <p:nvSpPr>
          <p:cNvPr id="7" name="Title 1"/>
          <p:cNvSpPr txBox="1"/>
          <p:nvPr/>
        </p:nvSpPr>
        <p:spPr>
          <a:xfrm>
            <a:off x="1919605" y="7620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US" sz="3200">
                <a:sym typeface="+mn-ea"/>
              </a:rPr>
              <a:t>Aggregation Pipeline</a:t>
            </a:r>
            <a:endParaRPr lang="en-US" sz="3200" b="1"/>
          </a:p>
        </p:txBody>
      </p:sp>
      <p:pic>
        <p:nvPicPr>
          <p:cNvPr id="46086"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955"/>
            <a:ext cx="8229600" cy="693420"/>
          </a:xfrm>
        </p:spPr>
        <p:txBody>
          <a:bodyPr>
            <a:normAutofit fontScale="90000"/>
          </a:bodyPr>
          <a:lstStyle/>
          <a:p>
            <a:endParaRPr lang="en-US"/>
          </a:p>
        </p:txBody>
      </p:sp>
      <p:pic>
        <p:nvPicPr>
          <p:cNvPr id="3" name="Content Placeholder 2"/>
          <p:cNvPicPr>
            <a:picLocks noGrp="1" noChangeAspect="1"/>
          </p:cNvPicPr>
          <p:nvPr>
            <p:ph idx="1"/>
          </p:nvPr>
        </p:nvPicPr>
        <p:blipFill>
          <a:blip r:embed="rId2"/>
          <a:srcRect l="9509" t="13452" b="46222"/>
          <a:stretch>
            <a:fillRect/>
          </a:stretch>
        </p:blipFill>
        <p:spPr>
          <a:xfrm>
            <a:off x="2207895" y="1557020"/>
            <a:ext cx="7997825" cy="1113790"/>
          </a:xfrm>
          <a:prstGeom prst="rect">
            <a:avLst/>
          </a:prstGeom>
        </p:spPr>
      </p:pic>
      <p:sp>
        <p:nvSpPr>
          <p:cNvPr id="4" name="Text Box 3"/>
          <p:cNvSpPr txBox="1"/>
          <p:nvPr/>
        </p:nvSpPr>
        <p:spPr>
          <a:xfrm>
            <a:off x="2028190" y="3213100"/>
            <a:ext cx="8335645" cy="2245360"/>
          </a:xfrm>
          <a:prstGeom prst="rect">
            <a:avLst/>
          </a:prstGeom>
          <a:noFill/>
        </p:spPr>
        <p:txBody>
          <a:bodyPr wrap="square" rtlCol="0" anchor="t">
            <a:spAutoFit/>
          </a:bodyPr>
          <a:lstStyle/>
          <a:p>
            <a:r>
              <a:rPr lang="en-US" sz="2800" b="1"/>
              <a:t>$match </a:t>
            </a:r>
            <a:r>
              <a:rPr lang="en-US" sz="2800"/>
              <a:t>stage – filters those documents we need to work with, those that fit our needs</a:t>
            </a:r>
          </a:p>
          <a:p>
            <a:r>
              <a:rPr lang="en-US" sz="2800" b="1"/>
              <a:t>$group</a:t>
            </a:r>
            <a:r>
              <a:rPr lang="en-US" sz="2800"/>
              <a:t> stage – does the aggregation job</a:t>
            </a:r>
          </a:p>
          <a:p>
            <a:r>
              <a:rPr lang="en-US" sz="2800" b="1"/>
              <a:t>$sort</a:t>
            </a:r>
            <a:r>
              <a:rPr lang="en-US" sz="2800"/>
              <a:t>  stage – sorts the resulting documents the way we require (ascending or descending)</a:t>
            </a:r>
          </a:p>
        </p:txBody>
      </p:sp>
      <p:sp>
        <p:nvSpPr>
          <p:cNvPr id="7" name="Title 1"/>
          <p:cNvSpPr txBox="1"/>
          <p:nvPr/>
        </p:nvSpPr>
        <p:spPr>
          <a:xfrm>
            <a:off x="1828800" y="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US" sz="3200">
                <a:sym typeface="+mn-ea"/>
              </a:rPr>
              <a:t>MongoDB Aggregation Framework</a:t>
            </a:r>
            <a:endParaRPr lang="en-US" sz="3200" b="1"/>
          </a:p>
        </p:txBody>
      </p:sp>
      <p:pic>
        <p:nvPicPr>
          <p:cNvPr id="46086" name="Picture 14" descr="NI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2207895" y="1844675"/>
            <a:ext cx="8335645" cy="1814830"/>
          </a:xfrm>
          <a:prstGeom prst="rect">
            <a:avLst/>
          </a:prstGeom>
          <a:noFill/>
        </p:spPr>
        <p:txBody>
          <a:bodyPr wrap="square" rtlCol="0" anchor="t">
            <a:spAutoFit/>
          </a:bodyPr>
          <a:lstStyle/>
          <a:p>
            <a:r>
              <a:rPr lang="en-US" sz="2800" b="1"/>
              <a:t>collectionName</a:t>
            </a:r>
            <a:r>
              <a:rPr lang="en-US" sz="2800"/>
              <a:t> – is the name of a collection,</a:t>
            </a:r>
          </a:p>
          <a:p>
            <a:r>
              <a:rPr lang="en-US" sz="2800" b="1"/>
              <a:t>pipeline</a:t>
            </a:r>
            <a:r>
              <a:rPr lang="en-US" sz="2800"/>
              <a:t> – is an array that contains the aggregation stages,</a:t>
            </a:r>
          </a:p>
          <a:p>
            <a:r>
              <a:rPr lang="en-US" sz="2800" b="1"/>
              <a:t>options</a:t>
            </a:r>
            <a:r>
              <a:rPr lang="en-US" sz="2800"/>
              <a:t> – optional parameters for the aggregation </a:t>
            </a:r>
          </a:p>
        </p:txBody>
      </p:sp>
      <p:sp>
        <p:nvSpPr>
          <p:cNvPr id="5" name="Content Placeholder 4"/>
          <p:cNvSpPr>
            <a:spLocks noGrp="1"/>
          </p:cNvSpPr>
          <p:nvPr>
            <p:ph idx="1"/>
          </p:nvPr>
        </p:nvSpPr>
        <p:spPr>
          <a:xfrm>
            <a:off x="1991360" y="1268730"/>
            <a:ext cx="8229600" cy="4525963"/>
          </a:xfrm>
        </p:spPr>
        <p:txBody>
          <a:bodyPr/>
          <a:lstStyle/>
          <a:p>
            <a:pPr algn="ctr"/>
            <a:r>
              <a:rPr lang="en-US" sz="2800" b="1">
                <a:solidFill>
                  <a:srgbClr val="C00000"/>
                </a:solidFill>
              </a:rPr>
              <a:t>db.collectionName.aggregate(pipeline, options)</a:t>
            </a:r>
          </a:p>
        </p:txBody>
      </p:sp>
      <p:sp>
        <p:nvSpPr>
          <p:cNvPr id="7" name="Title 1"/>
          <p:cNvSpPr txBox="1"/>
          <p:nvPr/>
        </p:nvSpPr>
        <p:spPr>
          <a:xfrm>
            <a:off x="1828800" y="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US" sz="3200">
                <a:sym typeface="+mn-ea"/>
              </a:rPr>
              <a:t>MongoDB aggregate pipeline syntax</a:t>
            </a:r>
            <a:endParaRPr lang="en-US" sz="3200" b="1"/>
          </a:p>
        </p:txBody>
      </p:sp>
      <p:pic>
        <p:nvPicPr>
          <p:cNvPr id="46086"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34210" y="1255395"/>
            <a:ext cx="8276590" cy="4871085"/>
          </a:xfrm>
        </p:spPr>
        <p:txBody>
          <a:bodyPr>
            <a:normAutofit/>
          </a:bodyPr>
          <a:lstStyle/>
          <a:p>
            <a:r>
              <a:rPr lang="en-US" sz="1800"/>
              <a:t>The</a:t>
            </a:r>
            <a:r>
              <a:rPr lang="en-US" sz="1800" b="1"/>
              <a:t> $match</a:t>
            </a:r>
            <a:r>
              <a:rPr lang="en-US" sz="1800"/>
              <a:t> stage allows us to choose just those documents from a collection that we want to work with. </a:t>
            </a:r>
          </a:p>
          <a:p>
            <a:r>
              <a:rPr lang="en-US" sz="1800"/>
              <a:t>It does this by filtering out those that do not follow our requirements.</a:t>
            </a:r>
          </a:p>
          <a:p>
            <a:pPr marL="457200" lvl="1" indent="0">
              <a:buNone/>
            </a:pPr>
            <a:endParaRPr lang="en-US" sz="1800"/>
          </a:p>
          <a:p>
            <a:pPr marL="457200" lvl="1" indent="0">
              <a:buNone/>
            </a:pPr>
            <a:r>
              <a:rPr lang="en-US" sz="1800" b="1">
                <a:sym typeface="+mn-ea"/>
              </a:rPr>
              <a:t>db.Faculty.aggregate([{$match : {CITY:"NOIDA"}}, {$group : { _id : "$Deptt",totalage : {$sum : "$Age"}}}])</a:t>
            </a:r>
            <a:endParaRPr lang="en-US" sz="1800" b="1"/>
          </a:p>
          <a:p>
            <a:pPr lvl="1"/>
            <a:r>
              <a:rPr lang="en-US" sz="1800">
                <a:sym typeface="+mn-ea"/>
              </a:rPr>
              <a:t>{ "_id" : "DS", "totalage" : 70 }</a:t>
            </a:r>
            <a:endParaRPr lang="en-US" sz="1800"/>
          </a:p>
          <a:p>
            <a:pPr lvl="1"/>
            <a:r>
              <a:rPr lang="en-US" sz="1800">
                <a:sym typeface="+mn-ea"/>
              </a:rPr>
              <a:t>{ "_id" : "CSBS", "totalage" : 128 }</a:t>
            </a:r>
            <a:endParaRPr lang="en-US" sz="1800"/>
          </a:p>
          <a:p>
            <a:pPr marL="457200" lvl="1" indent="0">
              <a:buNone/>
            </a:pPr>
            <a:r>
              <a:rPr lang="en-US" sz="1800" b="1">
                <a:sym typeface="+mn-ea"/>
              </a:rPr>
              <a:t> db.Faculty.aggregate([{$match : {CITY:"DELHI"}}, {$group : { _id : "$Deptt",totalage : {$sum : "$Age"}}}])</a:t>
            </a:r>
            <a:endParaRPr lang="en-US" sz="1800" b="1"/>
          </a:p>
          <a:p>
            <a:pPr lvl="1"/>
            <a:r>
              <a:rPr lang="en-US" sz="1800">
                <a:sym typeface="+mn-ea"/>
              </a:rPr>
              <a:t>{ "_id" : "DS", "totalage" : 35 }</a:t>
            </a:r>
            <a:endParaRPr lang="en-US" sz="1800"/>
          </a:p>
          <a:p>
            <a:pPr lvl="1"/>
            <a:r>
              <a:rPr lang="en-US" sz="1800">
                <a:sym typeface="+mn-ea"/>
              </a:rPr>
              <a:t>{ "_id" : "CSBS", "totalage" : 30 }</a:t>
            </a:r>
            <a:endParaRPr lang="en-US" sz="1800"/>
          </a:p>
          <a:p>
            <a:pPr marL="457200" lvl="1" indent="0">
              <a:buNone/>
            </a:pPr>
            <a:endParaRPr lang="en-US" sz="1800"/>
          </a:p>
          <a:p>
            <a:pPr marL="457200" lvl="1" indent="0">
              <a:buNone/>
            </a:pPr>
            <a:endParaRPr lang="en-US" sz="1800"/>
          </a:p>
          <a:p>
            <a:pPr marL="0" indent="0">
              <a:buNone/>
            </a:pPr>
            <a:endParaRPr lang="en-US" sz="1800"/>
          </a:p>
        </p:txBody>
      </p:sp>
      <p:sp>
        <p:nvSpPr>
          <p:cNvPr id="7" name="Title 1"/>
          <p:cNvSpPr txBox="1"/>
          <p:nvPr/>
        </p:nvSpPr>
        <p:spPr>
          <a:xfrm>
            <a:off x="1828800" y="4445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US" sz="3200" b="1"/>
              <a:t>$match</a:t>
            </a:r>
          </a:p>
        </p:txBody>
      </p:sp>
      <p:pic>
        <p:nvPicPr>
          <p:cNvPr id="46086"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rcRect l="-1466" t="3892" r="21481" b="-3892"/>
          <a:stretch>
            <a:fillRect/>
          </a:stretch>
        </p:blipFill>
        <p:spPr>
          <a:xfrm>
            <a:off x="610713" y="1644271"/>
            <a:ext cx="9360535" cy="4390390"/>
          </a:xfrm>
          <a:prstGeom prst="rect">
            <a:avLst/>
          </a:prstGeom>
        </p:spPr>
      </p:pic>
      <p:sp>
        <p:nvSpPr>
          <p:cNvPr id="7" name="Title 1"/>
          <p:cNvSpPr txBox="1"/>
          <p:nvPr/>
        </p:nvSpPr>
        <p:spPr>
          <a:xfrm>
            <a:off x="1905000" y="76200"/>
            <a:ext cx="1006348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US" sz="3200">
                <a:sym typeface="+mn-ea"/>
              </a:rPr>
              <a:t>MongoDB $group aggregation operators</a:t>
            </a:r>
            <a:endParaRPr lang="en-US" sz="3200" b="1"/>
          </a:p>
        </p:txBody>
      </p:sp>
      <p:pic>
        <p:nvPicPr>
          <p:cNvPr id="46086" name="Picture 14" descr="NI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76200"/>
            <a:ext cx="1757045"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86585" y="1018540"/>
            <a:ext cx="8409305" cy="5563235"/>
          </a:xfrm>
        </p:spPr>
        <p:txBody>
          <a:bodyPr>
            <a:noAutofit/>
          </a:bodyPr>
          <a:lstStyle/>
          <a:p>
            <a:r>
              <a:rPr lang="en-US" sz="2000" b="1"/>
              <a:t>db.Faculty.aggregate([{$group:{_id :"$CITY", count:{$sum:1}}}])</a:t>
            </a:r>
          </a:p>
          <a:p>
            <a:pPr marL="457200" lvl="1" indent="0">
              <a:buNone/>
            </a:pPr>
            <a:r>
              <a:rPr lang="en-US" sz="2000"/>
              <a:t>{ "_id" : "DELHI", "totalage" : 2 }</a:t>
            </a:r>
          </a:p>
          <a:p>
            <a:pPr marL="457200" lvl="1" indent="0">
              <a:buNone/>
            </a:pPr>
            <a:r>
              <a:rPr lang="en-US" sz="2000"/>
              <a:t>{ "_id" : "LUCKNOW", "totalage" : 1 }</a:t>
            </a:r>
          </a:p>
          <a:p>
            <a:pPr marL="457200" lvl="1" indent="0">
              <a:buNone/>
            </a:pPr>
            <a:r>
              <a:rPr lang="en-US" sz="2000"/>
              <a:t>{ "_id" : "NOIDA", "totalage" : 6 }</a:t>
            </a:r>
          </a:p>
          <a:p>
            <a:pPr marL="457200" lvl="1" indent="0">
              <a:buNone/>
            </a:pPr>
            <a:r>
              <a:rPr lang="en-US" sz="2000"/>
              <a:t>{ "_id" : "GREATER NOIDA", "totalage" : 1 }</a:t>
            </a:r>
          </a:p>
          <a:p>
            <a:pPr lvl="0"/>
            <a:r>
              <a:rPr lang="en-US" sz="2000" b="1"/>
              <a:t>db.Faculty.aggregate([{$group:{_id :"$CITY", minage:{$min:"$Age"}}}])</a:t>
            </a:r>
          </a:p>
          <a:p>
            <a:pPr marL="457200" lvl="1" indent="0">
              <a:buNone/>
            </a:pPr>
            <a:r>
              <a:rPr lang="en-US" sz="2000"/>
              <a:t>{ "_id" : "NOIDA", "maxage" : 32 }</a:t>
            </a:r>
          </a:p>
          <a:p>
            <a:pPr marL="457200" lvl="1" indent="0">
              <a:buNone/>
            </a:pPr>
            <a:r>
              <a:rPr lang="en-US" sz="2000"/>
              <a:t>{ "_id" : "GREATER NOIDA", "maxage" : 48 }</a:t>
            </a:r>
          </a:p>
          <a:p>
            <a:pPr marL="457200" lvl="1" indent="0">
              <a:buNone/>
            </a:pPr>
            <a:r>
              <a:rPr lang="en-US" sz="2000"/>
              <a:t>{ "_id" : "DELHI", "maxage" : 30 }</a:t>
            </a:r>
          </a:p>
          <a:p>
            <a:pPr marL="457200" lvl="1" indent="0">
              <a:buNone/>
            </a:pPr>
            <a:r>
              <a:rPr lang="en-US" sz="2000"/>
              <a:t>{ "_id" : "LUCKNOW", "maxage" : 45 }</a:t>
            </a:r>
          </a:p>
          <a:p>
            <a:pPr lvl="0"/>
            <a:r>
              <a:rPr lang="en-US" sz="2000" b="1"/>
              <a:t> db.Faculty.aggregate([{$group:{_id :"$CITY", maxage:{$max:"$Age"}}}])</a:t>
            </a:r>
          </a:p>
          <a:p>
            <a:pPr marL="457200" lvl="1" indent="0">
              <a:buNone/>
            </a:pPr>
            <a:r>
              <a:rPr lang="en-US" sz="2000"/>
              <a:t>{ "_id" : "DELHI", "maxage" : 35 }</a:t>
            </a:r>
          </a:p>
          <a:p>
            <a:pPr marL="457200" lvl="1" indent="0">
              <a:buNone/>
            </a:pPr>
            <a:r>
              <a:rPr lang="en-US" sz="2000"/>
              <a:t>{ "_id" : "LUCKNOW", "maxage" : 45 }</a:t>
            </a:r>
          </a:p>
          <a:p>
            <a:pPr marL="457200" lvl="1" indent="0">
              <a:buNone/>
            </a:pPr>
            <a:r>
              <a:rPr lang="en-US" sz="2000"/>
              <a:t>{ "_id" : "GREATER NOIDA", "maxage" : 48 }</a:t>
            </a:r>
          </a:p>
          <a:p>
            <a:pPr marL="0" lvl="0" indent="0">
              <a:buNone/>
            </a:pPr>
            <a:endParaRPr lang="en-US" sz="2000"/>
          </a:p>
        </p:txBody>
      </p:sp>
      <p:sp>
        <p:nvSpPr>
          <p:cNvPr id="7" name="Title 1"/>
          <p:cNvSpPr txBox="1"/>
          <p:nvPr/>
        </p:nvSpPr>
        <p:spPr>
          <a:xfrm>
            <a:off x="1828800" y="4445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US" sz="3200">
                <a:sym typeface="+mn-ea"/>
              </a:rPr>
              <a:t>$group</a:t>
            </a:r>
            <a:endParaRPr lang="en-US" sz="3200" b="1"/>
          </a:p>
        </p:txBody>
      </p:sp>
      <p:pic>
        <p:nvPicPr>
          <p:cNvPr id="46086"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75790" y="1086485"/>
            <a:ext cx="8335010" cy="5039995"/>
          </a:xfrm>
        </p:spPr>
        <p:txBody>
          <a:bodyPr/>
          <a:lstStyle/>
          <a:p>
            <a:r>
              <a:rPr lang="en-US" sz="2000" b="1">
                <a:sym typeface="+mn-ea"/>
              </a:rPr>
              <a:t>Sorts all input documents and returns them to the pipeline in sorted order.</a:t>
            </a:r>
            <a:endParaRPr lang="en-US" sz="2000">
              <a:sym typeface="+mn-ea"/>
            </a:endParaRPr>
          </a:p>
          <a:p>
            <a:pPr lvl="1"/>
            <a:r>
              <a:rPr lang="en-US" sz="1750">
                <a:sym typeface="+mn-ea"/>
              </a:rPr>
              <a:t>Syntax:{ $sort: { &lt;field1&gt;: &lt;sort order&gt;, &lt;field2&gt;: &lt;sort order&gt; ... } }</a:t>
            </a:r>
          </a:p>
          <a:p>
            <a:pPr lvl="1"/>
            <a:r>
              <a:rPr lang="en-US" sz="1750"/>
              <a:t>db.Faculty.aggregate([{$sort:{ Age : 1}}]) (Ascending Order)</a:t>
            </a:r>
            <a:endParaRPr lang="en-US" sz="1225">
              <a:sym typeface="+mn-ea"/>
            </a:endParaRPr>
          </a:p>
          <a:p>
            <a:pPr lvl="1"/>
            <a:r>
              <a:rPr lang="en-US" sz="1750"/>
              <a:t>db.Faculty.aggregate([{$sort:{ Age : -1}}]) (Descending Order)</a:t>
            </a:r>
            <a:endParaRPr lang="en-US"/>
          </a:p>
          <a:p>
            <a:r>
              <a:rPr lang="en-US" sz="2000" b="1"/>
              <a:t>db.Faculty.aggregate([{$skip: 5}])</a:t>
            </a:r>
          </a:p>
          <a:p>
            <a:endParaRPr lang="en-US" sz="2000" b="1"/>
          </a:p>
          <a:p>
            <a:endParaRPr lang="en-US" sz="2000" b="1"/>
          </a:p>
          <a:p>
            <a:endParaRPr lang="en-US" sz="2000" b="1"/>
          </a:p>
        </p:txBody>
      </p:sp>
      <p:sp>
        <p:nvSpPr>
          <p:cNvPr id="7" name="Title 1"/>
          <p:cNvSpPr txBox="1"/>
          <p:nvPr/>
        </p:nvSpPr>
        <p:spPr>
          <a:xfrm>
            <a:off x="1828800" y="4445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US" sz="3200">
                <a:sym typeface="+mn-ea"/>
              </a:rPr>
              <a:t>$sort &amp; $skip</a:t>
            </a:r>
            <a:endParaRPr lang="en-US" sz="3200" b="1"/>
          </a:p>
        </p:txBody>
      </p:sp>
      <p:pic>
        <p:nvPicPr>
          <p:cNvPr id="46086"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3750" y="1165860"/>
            <a:ext cx="8229600" cy="4525963"/>
          </a:xfrm>
        </p:spPr>
        <p:txBody>
          <a:bodyPr/>
          <a:lstStyle/>
          <a:p>
            <a:r>
              <a:rPr lang="en-US" sz="2000"/>
              <a:t>Passes along the documents with the requested fields to the next stage in the pipeline. </a:t>
            </a:r>
          </a:p>
          <a:p>
            <a:r>
              <a:rPr lang="en-US" sz="2000"/>
              <a:t>The specified fields can be existing fields from the input documents or newly computed fields.</a:t>
            </a:r>
          </a:p>
          <a:p>
            <a:pPr lvl="1"/>
            <a:r>
              <a:rPr lang="en-US" sz="1750"/>
              <a:t>Syntax: { $project: { &lt;specification(s)&gt; } }</a:t>
            </a:r>
          </a:p>
          <a:p>
            <a:pPr lvl="1"/>
            <a:r>
              <a:rPr lang="en-US" sz="1750"/>
              <a:t>db.Faculty.aggregate( [ { $project : { CITY : 1 , Deptt : 1, Age : 1 } } ] )</a:t>
            </a:r>
          </a:p>
        </p:txBody>
      </p:sp>
      <p:sp>
        <p:nvSpPr>
          <p:cNvPr id="7" name="Title 1"/>
          <p:cNvSpPr txBox="1"/>
          <p:nvPr/>
        </p:nvSpPr>
        <p:spPr>
          <a:xfrm>
            <a:off x="1828800" y="4445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US" sz="3200">
                <a:sym typeface="+mn-ea"/>
              </a:rPr>
              <a:t>$project</a:t>
            </a:r>
            <a:endParaRPr lang="en-US" sz="3200" b="1"/>
          </a:p>
        </p:txBody>
      </p:sp>
      <p:pic>
        <p:nvPicPr>
          <p:cNvPr id="46086"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eaLnBrk="1" fontAlgn="auto" hangingPunct="1">
              <a:spcBef>
                <a:spcPts val="0"/>
              </a:spcBef>
              <a:spcAft>
                <a:spcPts val="0"/>
              </a:spcAft>
              <a:defRPr/>
            </a:pPr>
            <a:fld id="{E9C60F67-EDC4-D642-9B5F-7234894983FC}" type="slidenum">
              <a:rPr lang="en-US">
                <a:solidFill>
                  <a:prstClr val="black">
                    <a:tint val="75000"/>
                  </a:prstClr>
                </a:solidFill>
                <a:latin typeface="Calibri" panose="020F0502020204030204"/>
                <a:cs typeface="+mn-cs"/>
              </a:rPr>
              <a:t>112</a:t>
            </a:fld>
            <a:endParaRPr lang="en-US">
              <a:solidFill>
                <a:prstClr val="black">
                  <a:tint val="75000"/>
                </a:prstClr>
              </a:solidFill>
              <a:latin typeface="Calibri" panose="020F0502020204030204"/>
              <a:cs typeface="+mn-cs"/>
            </a:endParaRPr>
          </a:p>
        </p:txBody>
      </p:sp>
      <p:sp>
        <p:nvSpPr>
          <p:cNvPr id="3" name="Date Placeholder 2"/>
          <p:cNvSpPr>
            <a:spLocks noGrp="1"/>
          </p:cNvSpPr>
          <p:nvPr>
            <p:ph type="dt" sz="quarter" idx="10"/>
          </p:nvPr>
        </p:nvSpPr>
        <p:spPr/>
        <p:txBody>
          <a:bodyPr/>
          <a:lstStyle/>
          <a:p>
            <a:pPr>
              <a:defRPr/>
            </a:pPr>
            <a:r>
              <a:rPr lang="en-IN"/>
              <a:t>25-12-2022</a:t>
            </a:r>
            <a:endParaRPr lang="en-US"/>
          </a:p>
        </p:txBody>
      </p:sp>
      <p:sp>
        <p:nvSpPr>
          <p:cNvPr id="5" name="Footer Placeholder 4"/>
          <p:cNvSpPr>
            <a:spLocks noGrp="1"/>
          </p:cNvSpPr>
          <p:nvPr>
            <p:ph type="ftr" sz="quarter" idx="11"/>
          </p:nvPr>
        </p:nvSpPr>
        <p:spPr/>
        <p:txBody>
          <a:bodyPr/>
          <a:lstStyle/>
          <a:p>
            <a:pPr>
              <a:defRPr/>
            </a:pPr>
            <a:r>
              <a:rPr lang="en-US"/>
              <a:t>Barkha Bhardwaj                    ACSAI0617 Programming For Data Analytics                    UNIT - 3</a:t>
            </a:r>
          </a:p>
        </p:txBody>
      </p:sp>
      <p:sp>
        <p:nvSpPr>
          <p:cNvPr id="2" name="Title 1"/>
          <p:cNvSpPr txBox="1"/>
          <p:nvPr/>
        </p:nvSpPr>
        <p:spPr>
          <a:xfrm>
            <a:off x="1828800" y="0"/>
            <a:ext cx="10363200" cy="685800"/>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anchor="ctr"/>
          <a:lstStyle/>
          <a:p>
            <a:pPr algn="ctr"/>
            <a:r>
              <a:rPr lang="en-US" sz="3200" b="1"/>
              <a:t>Querying in NoSQL</a:t>
            </a:r>
          </a:p>
        </p:txBody>
      </p:sp>
      <p:pic>
        <p:nvPicPr>
          <p:cNvPr id="75783"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1"/>
          <p:cNvSpPr>
            <a:spLocks noChangeArrowheads="1"/>
          </p:cNvSpPr>
          <p:nvPr/>
        </p:nvSpPr>
        <p:spPr bwMode="auto">
          <a:xfrm rot="10800000" flipV="1">
            <a:off x="1828800" y="1753312"/>
            <a:ext cx="9580562" cy="301875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sz="2400" b="1" i="0" u="none" strike="noStrike" cap="none" normalizeH="0" baseline="0">
                <a:ln>
                  <a:noFill/>
                </a:ln>
                <a:solidFill>
                  <a:srgbClr val="273239"/>
                </a:solidFill>
                <a:effectLst/>
                <a:latin typeface="+mn-lt"/>
              </a:rPr>
              <a:t>Querying in NoSQL:</a:t>
            </a:r>
          </a:p>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a:ln>
                  <a:noFill/>
                </a:ln>
                <a:effectLst/>
                <a:latin typeface="+mn-lt"/>
              </a:rPr>
              <a:t>Suppose we want to get specific results on the </a:t>
            </a:r>
            <a:r>
              <a:rPr kumimoji="0" lang="en-US" altLang="en-US" sz="2400" b="1" i="0" u="none" strike="noStrike" cap="none" normalizeH="0" baseline="0">
                <a:ln>
                  <a:noFill/>
                </a:ln>
                <a:effectLst/>
                <a:latin typeface="+mn-lt"/>
              </a:rPr>
              <a:t>transport</a:t>
            </a:r>
            <a:r>
              <a:rPr kumimoji="0" lang="en-US" altLang="en-US" sz="2400" b="0" i="0" u="none" strike="noStrike" cap="none" normalizeH="0" baseline="0">
                <a:ln>
                  <a:noFill/>
                </a:ln>
                <a:effectLst/>
                <a:latin typeface="+mn-lt"/>
              </a:rPr>
              <a:t> database</a:t>
            </a:r>
          </a:p>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a:ln>
                  <a:noFill/>
                </a:ln>
                <a:effectLst/>
                <a:latin typeface="+mn-lt"/>
              </a:rPr>
              <a:t>.</a:t>
            </a:r>
          </a:p>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a:ln>
                  <a:noFill/>
                </a:ln>
                <a:effectLst/>
                <a:latin typeface="+mn-lt"/>
              </a:rPr>
              <a:t>{ </a:t>
            </a:r>
          </a:p>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a:ln>
                  <a:noFill/>
                </a:ln>
                <a:effectLst/>
                <a:latin typeface="+mn-lt"/>
              </a:rPr>
              <a:t>"</a:t>
            </a:r>
            <a:r>
              <a:rPr kumimoji="0" lang="en-US" altLang="en-US" sz="2400" b="0" i="0" u="none" strike="noStrike" cap="none" normalizeH="0" baseline="0" err="1">
                <a:ln>
                  <a:noFill/>
                </a:ln>
                <a:effectLst/>
                <a:latin typeface="+mn-lt"/>
              </a:rPr>
              <a:t>Brand":"Benz</a:t>
            </a:r>
            <a:r>
              <a:rPr kumimoji="0" lang="en-US" altLang="en-US" sz="2400" b="0" i="0" u="none" strike="noStrike" cap="none" normalizeH="0" baseline="0">
                <a:ln>
                  <a:noFill/>
                </a:ln>
                <a:effectLst/>
                <a:latin typeface="+mn-lt"/>
              </a:rPr>
              <a:t>" </a:t>
            </a:r>
          </a:p>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a:ln>
                  <a:noFill/>
                </a:ln>
                <a:effectLst/>
                <a:latin typeface="+mn-lt"/>
              </a:rPr>
              <a:t>"Max_Speed":250</a:t>
            </a:r>
          </a:p>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a:ln>
                  <a:noFill/>
                </a:ln>
                <a:effectLst/>
                <a:latin typeface="+mn-lt"/>
              </a:rPr>
              <a:t> "</a:t>
            </a:r>
            <a:r>
              <a:rPr kumimoji="0" lang="en-US" altLang="en-US" sz="2400" b="0" i="0" u="none" strike="noStrike" cap="none" normalizeH="0" baseline="0" err="1">
                <a:ln>
                  <a:noFill/>
                </a:ln>
                <a:effectLst/>
                <a:latin typeface="+mn-lt"/>
              </a:rPr>
              <a:t>Color":"Green</a:t>
            </a:r>
            <a:r>
              <a:rPr kumimoji="0" lang="en-US" altLang="en-US" sz="2400" b="0" i="0" u="none" strike="noStrike" cap="none" normalizeH="0" baseline="0">
                <a:ln>
                  <a:noFill/>
                </a:ln>
                <a:effectLst/>
                <a:latin typeface="+mn-lt"/>
              </a:rPr>
              <a:t>“</a:t>
            </a:r>
          </a:p>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a:ln>
                  <a:noFill/>
                </a:ln>
                <a:effectLst/>
                <a:latin typeface="+mn-lt"/>
              </a:rPr>
              <a:t> } </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eaLnBrk="1" fontAlgn="auto" hangingPunct="1">
              <a:spcBef>
                <a:spcPts val="0"/>
              </a:spcBef>
              <a:spcAft>
                <a:spcPts val="0"/>
              </a:spcAft>
              <a:defRPr/>
            </a:pPr>
            <a:fld id="{E9C60F67-EDC4-D642-9B5F-7234894983FC}" type="slidenum">
              <a:rPr lang="en-US">
                <a:solidFill>
                  <a:prstClr val="black">
                    <a:tint val="75000"/>
                  </a:prstClr>
                </a:solidFill>
                <a:latin typeface="Calibri" panose="020F0502020204030204"/>
                <a:cs typeface="+mn-cs"/>
              </a:rPr>
              <a:t>113</a:t>
            </a:fld>
            <a:endParaRPr lang="en-US">
              <a:solidFill>
                <a:prstClr val="black">
                  <a:tint val="75000"/>
                </a:prstClr>
              </a:solidFill>
              <a:latin typeface="Calibri" panose="020F0502020204030204"/>
              <a:cs typeface="+mn-cs"/>
            </a:endParaRPr>
          </a:p>
        </p:txBody>
      </p:sp>
      <p:sp>
        <p:nvSpPr>
          <p:cNvPr id="7" name="TextBox 6"/>
          <p:cNvSpPr txBox="1"/>
          <p:nvPr/>
        </p:nvSpPr>
        <p:spPr>
          <a:xfrm>
            <a:off x="990601" y="1219200"/>
            <a:ext cx="10363200" cy="1938992"/>
          </a:xfrm>
          <a:prstGeom prst="rect">
            <a:avLst/>
          </a:prstGeom>
          <a:noFill/>
        </p:spPr>
        <p:txBody>
          <a:bodyPr wrap="square">
            <a:spAutoFit/>
          </a:bodyPr>
          <a:lstStyle/>
          <a:p>
            <a:pPr marL="342900" indent="-342900" algn="just" eaLnBrk="1" fontAlgn="auto" hangingPunct="1">
              <a:spcBef>
                <a:spcPts val="0"/>
              </a:spcBef>
              <a:spcAft>
                <a:spcPts val="0"/>
              </a:spcAft>
              <a:buFont typeface="Arial" panose="020B0604020202020204" pitchFamily="34" charset="0"/>
              <a:buChar char="•"/>
              <a:defRPr/>
            </a:pPr>
            <a:r>
              <a:rPr lang="en-US" sz="2400">
                <a:solidFill>
                  <a:prstClr val="black"/>
                </a:solidFill>
                <a:latin typeface="+mn-lt"/>
                <a:cs typeface="+mn-cs"/>
              </a:rPr>
              <a:t>MongoDB Compass is a powerful GUI for querying, aggregating, and analyzing your MongoDB data in a visual environment.</a:t>
            </a:r>
          </a:p>
          <a:p>
            <a:pPr marL="342900" indent="-342900" algn="just" eaLnBrk="1" fontAlgn="auto" hangingPunct="1">
              <a:spcBef>
                <a:spcPts val="0"/>
              </a:spcBef>
              <a:spcAft>
                <a:spcPts val="0"/>
              </a:spcAft>
              <a:buFont typeface="Arial" panose="020B0604020202020204" pitchFamily="34" charset="0"/>
              <a:buChar char="•"/>
              <a:defRPr/>
            </a:pPr>
            <a:endParaRPr lang="en-US" sz="2400">
              <a:solidFill>
                <a:prstClr val="black"/>
              </a:solidFill>
              <a:latin typeface="+mn-lt"/>
              <a:cs typeface="+mn-cs"/>
            </a:endParaRPr>
          </a:p>
          <a:p>
            <a:pPr marL="342900" indent="-342900" algn="just" eaLnBrk="1" fontAlgn="auto" hangingPunct="1">
              <a:spcBef>
                <a:spcPts val="0"/>
              </a:spcBef>
              <a:spcAft>
                <a:spcPts val="0"/>
              </a:spcAft>
              <a:buFont typeface="Arial" panose="020B0604020202020204" pitchFamily="34" charset="0"/>
              <a:buChar char="•"/>
              <a:defRPr/>
            </a:pPr>
            <a:r>
              <a:rPr lang="en-US" sz="2400">
                <a:solidFill>
                  <a:prstClr val="black"/>
                </a:solidFill>
                <a:latin typeface="+mn-lt"/>
                <a:cs typeface="+mn-cs"/>
              </a:rPr>
              <a:t>Compass is free to use and source available, and can be run on </a:t>
            </a:r>
            <a:r>
              <a:rPr lang="en-US" sz="2400" err="1">
                <a:solidFill>
                  <a:prstClr val="black"/>
                </a:solidFill>
                <a:latin typeface="+mn-lt"/>
                <a:cs typeface="+mn-cs"/>
              </a:rPr>
              <a:t>macOS</a:t>
            </a:r>
            <a:r>
              <a:rPr lang="en-US" sz="2400">
                <a:solidFill>
                  <a:prstClr val="black"/>
                </a:solidFill>
                <a:latin typeface="+mn-lt"/>
                <a:cs typeface="+mn-cs"/>
              </a:rPr>
              <a:t>, Windows, and Linux.</a:t>
            </a:r>
          </a:p>
        </p:txBody>
      </p:sp>
      <p:sp>
        <p:nvSpPr>
          <p:cNvPr id="3" name="Date Placeholder 2"/>
          <p:cNvSpPr>
            <a:spLocks noGrp="1"/>
          </p:cNvSpPr>
          <p:nvPr>
            <p:ph type="dt" sz="quarter" idx="10"/>
          </p:nvPr>
        </p:nvSpPr>
        <p:spPr/>
        <p:txBody>
          <a:bodyPr/>
          <a:lstStyle/>
          <a:p>
            <a:pPr>
              <a:defRPr/>
            </a:pPr>
            <a:r>
              <a:rPr lang="en-IN"/>
              <a:t>25-12-2022</a:t>
            </a:r>
            <a:endParaRPr lang="en-US"/>
          </a:p>
        </p:txBody>
      </p:sp>
      <p:sp>
        <p:nvSpPr>
          <p:cNvPr id="5" name="Footer Placeholder 4"/>
          <p:cNvSpPr>
            <a:spLocks noGrp="1"/>
          </p:cNvSpPr>
          <p:nvPr>
            <p:ph type="ftr" sz="quarter" idx="11"/>
          </p:nvPr>
        </p:nvSpPr>
        <p:spPr/>
        <p:txBody>
          <a:bodyPr/>
          <a:lstStyle/>
          <a:p>
            <a:pPr>
              <a:defRPr/>
            </a:pPr>
            <a:r>
              <a:rPr lang="en-US"/>
              <a:t>Barkha Bhardwaj                    ACSAI0617 Programming For Data Analytics                    UNIT - 3</a:t>
            </a:r>
          </a:p>
        </p:txBody>
      </p:sp>
      <p:sp>
        <p:nvSpPr>
          <p:cNvPr id="2" name="Title 1"/>
          <p:cNvSpPr txBox="1"/>
          <p:nvPr/>
        </p:nvSpPr>
        <p:spPr>
          <a:xfrm>
            <a:off x="1828800" y="0"/>
            <a:ext cx="10363200" cy="685800"/>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anchor="ctr"/>
          <a:lstStyle/>
          <a:p>
            <a:pPr algn="ctr" eaLnBrk="1" fontAlgn="auto" hangingPunct="1">
              <a:spcBef>
                <a:spcPts val="0"/>
              </a:spcBef>
              <a:spcAft>
                <a:spcPts val="0"/>
              </a:spcAft>
              <a:defRPr/>
            </a:pPr>
            <a:r>
              <a:rPr lang="en-US" sz="3200" b="1">
                <a:solidFill>
                  <a:prstClr val="black"/>
                </a:solidFill>
                <a:latin typeface="+mn-lt"/>
              </a:rPr>
              <a:t>What is MongoDB Compass?</a:t>
            </a:r>
          </a:p>
        </p:txBody>
      </p:sp>
      <p:pic>
        <p:nvPicPr>
          <p:cNvPr id="75783"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eaLnBrk="1" fontAlgn="auto" hangingPunct="1">
              <a:spcBef>
                <a:spcPts val="0"/>
              </a:spcBef>
              <a:spcAft>
                <a:spcPts val="0"/>
              </a:spcAft>
              <a:defRPr/>
            </a:pPr>
            <a:fld id="{E9C60F67-EDC4-D642-9B5F-7234894983FC}" type="slidenum">
              <a:rPr lang="en-US">
                <a:solidFill>
                  <a:prstClr val="black">
                    <a:tint val="75000"/>
                  </a:prstClr>
                </a:solidFill>
                <a:latin typeface="Calibri" panose="020F0502020204030204"/>
                <a:cs typeface="+mn-cs"/>
              </a:rPr>
              <a:t>114</a:t>
            </a:fld>
            <a:endParaRPr lang="en-US">
              <a:solidFill>
                <a:prstClr val="black">
                  <a:tint val="75000"/>
                </a:prstClr>
              </a:solidFill>
              <a:latin typeface="Calibri" panose="020F0502020204030204"/>
              <a:cs typeface="+mn-cs"/>
            </a:endParaRPr>
          </a:p>
        </p:txBody>
      </p:sp>
      <p:sp>
        <p:nvSpPr>
          <p:cNvPr id="3" name="Date Placeholder 2"/>
          <p:cNvSpPr>
            <a:spLocks noGrp="1"/>
          </p:cNvSpPr>
          <p:nvPr>
            <p:ph type="dt" sz="quarter" idx="10"/>
          </p:nvPr>
        </p:nvSpPr>
        <p:spPr/>
        <p:txBody>
          <a:bodyPr/>
          <a:lstStyle/>
          <a:p>
            <a:pPr>
              <a:defRPr/>
            </a:pPr>
            <a:r>
              <a:rPr lang="en-IN"/>
              <a:t>25-12-2022</a:t>
            </a:r>
            <a:endParaRPr lang="en-US"/>
          </a:p>
        </p:txBody>
      </p:sp>
      <p:sp>
        <p:nvSpPr>
          <p:cNvPr id="5" name="Footer Placeholder 4"/>
          <p:cNvSpPr>
            <a:spLocks noGrp="1"/>
          </p:cNvSpPr>
          <p:nvPr>
            <p:ph type="ftr" sz="quarter" idx="11"/>
          </p:nvPr>
        </p:nvSpPr>
        <p:spPr/>
        <p:txBody>
          <a:bodyPr/>
          <a:lstStyle/>
          <a:p>
            <a:pPr>
              <a:defRPr/>
            </a:pPr>
            <a:r>
              <a:rPr lang="en-US"/>
              <a:t>Barkha Bhardwaj                    ACSAI0617 Programming For Data Analytics                    UNIT - 3</a:t>
            </a:r>
          </a:p>
        </p:txBody>
      </p:sp>
      <p:sp>
        <p:nvSpPr>
          <p:cNvPr id="2" name="Title 1"/>
          <p:cNvSpPr txBox="1"/>
          <p:nvPr/>
        </p:nvSpPr>
        <p:spPr>
          <a:xfrm>
            <a:off x="1828800" y="0"/>
            <a:ext cx="10363200" cy="685800"/>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anchor="ctr"/>
          <a:lstStyle/>
          <a:p>
            <a:pPr algn="l"/>
            <a:endParaRPr lang="en-US" sz="3200" b="1" i="0">
              <a:solidFill>
                <a:srgbClr val="3A3A3A"/>
              </a:solidFill>
              <a:effectLst/>
              <a:latin typeface="Open Sans" panose="020B0606030504020204" pitchFamily="34" charset="0"/>
            </a:endParaRPr>
          </a:p>
          <a:p>
            <a:pPr algn="ctr"/>
            <a:r>
              <a:rPr lang="en-US" sz="3200" b="1">
                <a:solidFill>
                  <a:srgbClr val="3A3A3A"/>
                </a:solidFill>
                <a:latin typeface="+mn-lt"/>
              </a:rPr>
              <a:t>Download and Install Compass</a:t>
            </a:r>
            <a:br>
              <a:rPr lang="en-US" sz="3200">
                <a:latin typeface="+mn-lt"/>
              </a:rPr>
            </a:br>
            <a:endParaRPr lang="en-US" sz="3200" b="1" kern="0">
              <a:solidFill>
                <a:prstClr val="black"/>
              </a:solidFill>
              <a:latin typeface="+mn-lt"/>
              <a:cs typeface="+mn-cs"/>
            </a:endParaRPr>
          </a:p>
        </p:txBody>
      </p:sp>
      <p:pic>
        <p:nvPicPr>
          <p:cNvPr id="75783" name="Picture 14" descr="NI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828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1"/>
          <p:cNvSpPr>
            <a:spLocks noChangeArrowheads="1"/>
          </p:cNvSpPr>
          <p:nvPr/>
        </p:nvSpPr>
        <p:spPr bwMode="auto">
          <a:xfrm rot="10800000" flipV="1">
            <a:off x="838200" y="718572"/>
            <a:ext cx="10889846" cy="514241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63480" numCol="1" anchor="ctr"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sz="2400" b="1" i="0" u="none" strike="noStrike" cap="none" normalizeH="0" baseline="0">
                <a:ln>
                  <a:noFill/>
                </a:ln>
                <a:solidFill>
                  <a:srgbClr val="001E2B"/>
                </a:solidFill>
                <a:effectLst/>
                <a:latin typeface="+mn-lt"/>
              </a:rPr>
              <a:t>Download Compass</a:t>
            </a:r>
          </a:p>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a:ln>
                  <a:noFill/>
                </a:ln>
                <a:solidFill>
                  <a:srgbClr val="001E2B"/>
                </a:solidFill>
                <a:effectLst/>
                <a:latin typeface="+mn-lt"/>
              </a:rPr>
              <a:t>To download Compass, you can use your preferred web browser.</a:t>
            </a:r>
            <a:endParaRPr kumimoji="0" lang="en-US" altLang="en-US" sz="2400" b="0" i="0" u="none" strike="noStrike" cap="none" normalizeH="0" baseline="0">
              <a:ln>
                <a:noFill/>
              </a:ln>
              <a:solidFill>
                <a:srgbClr val="21313C"/>
              </a:solidFill>
              <a:effectLst/>
              <a:latin typeface="+mn-lt"/>
            </a:endParaRPr>
          </a:p>
          <a:p>
            <a:pPr marL="0" marR="0" lvl="0" indent="0" algn="just" defTabSz="914400" rtl="0" eaLnBrk="0" fontAlgn="base" latinLnBrk="0" hangingPunct="0">
              <a:lnSpc>
                <a:spcPct val="100000"/>
              </a:lnSpc>
              <a:spcBef>
                <a:spcPct val="0"/>
              </a:spcBef>
              <a:spcAft>
                <a:spcPct val="0"/>
              </a:spcAft>
              <a:buClrTx/>
              <a:buSzTx/>
              <a:buFontTx/>
              <a:buAutoNum type="arabicPeriod"/>
            </a:pPr>
            <a:r>
              <a:rPr kumimoji="0" lang="en-US" altLang="en-US" sz="2400" b="0" i="0" u="none" strike="noStrike" cap="none" normalizeH="0" baseline="0">
                <a:ln>
                  <a:noFill/>
                </a:ln>
                <a:solidFill>
                  <a:srgbClr val="001E2B"/>
                </a:solidFill>
                <a:effectLst/>
                <a:latin typeface="+mn-lt"/>
              </a:rPr>
              <a:t>Open the </a:t>
            </a:r>
            <a:r>
              <a:rPr kumimoji="0" lang="en-US" altLang="en-US" sz="2400" b="0" i="0" u="none" strike="noStrike" cap="none" normalizeH="0" baseline="0">
                <a:ln>
                  <a:noFill/>
                </a:ln>
                <a:solidFill>
                  <a:srgbClr val="016BF8"/>
                </a:solidFill>
                <a:effectLst/>
                <a:latin typeface="+mn-lt"/>
                <a:hlinkClick r:id="rId4"/>
              </a:rPr>
              <a:t>downloads page.</a:t>
            </a:r>
            <a:endParaRPr kumimoji="0" lang="en-US" altLang="en-US" sz="2400" b="0" i="0" u="none" strike="noStrike" cap="none" normalizeH="0" baseline="0">
              <a:ln>
                <a:noFill/>
              </a:ln>
              <a:solidFill>
                <a:srgbClr val="21313C"/>
              </a:solidFill>
              <a:effectLst/>
              <a:latin typeface="+mn-lt"/>
            </a:endParaRPr>
          </a:p>
          <a:p>
            <a:pPr marL="0" marR="0" lvl="0" indent="0" algn="just" defTabSz="914400" rtl="0" eaLnBrk="0" fontAlgn="base" latinLnBrk="0" hangingPunct="0">
              <a:lnSpc>
                <a:spcPct val="100000"/>
              </a:lnSpc>
              <a:spcBef>
                <a:spcPct val="0"/>
              </a:spcBef>
              <a:spcAft>
                <a:spcPct val="0"/>
              </a:spcAft>
              <a:buClrTx/>
              <a:buSzTx/>
              <a:buFontTx/>
              <a:buAutoNum type="arabicPeriod" startAt="2"/>
            </a:pPr>
            <a:r>
              <a:rPr kumimoji="0" lang="en-US" altLang="en-US" sz="2400" b="0" i="0" u="none" strike="noStrike" cap="none" normalizeH="0" baseline="0">
                <a:ln>
                  <a:noFill/>
                </a:ln>
                <a:solidFill>
                  <a:srgbClr val="001E2B"/>
                </a:solidFill>
                <a:effectLst/>
                <a:latin typeface="+mn-lt"/>
              </a:rPr>
              <a:t>Select the installer you prefer. The MongoDB Compass installer is available as a </a:t>
            </a:r>
            <a:r>
              <a:rPr kumimoji="0" lang="en-US" altLang="en-US" sz="2400" b="0" i="0" u="none" strike="noStrike" cap="none" normalizeH="0" baseline="0">
                <a:ln>
                  <a:noFill/>
                </a:ln>
                <a:solidFill>
                  <a:srgbClr val="1C2D38"/>
                </a:solidFill>
                <a:effectLst/>
                <a:latin typeface="+mn-lt"/>
              </a:rPr>
              <a:t>.exe</a:t>
            </a:r>
            <a:r>
              <a:rPr kumimoji="0" lang="en-US" altLang="en-US" sz="2400" b="0" i="0" u="none" strike="noStrike" cap="none" normalizeH="0" baseline="0">
                <a:ln>
                  <a:noFill/>
                </a:ln>
                <a:solidFill>
                  <a:srgbClr val="001E2B"/>
                </a:solidFill>
                <a:effectLst/>
                <a:latin typeface="+mn-lt"/>
              </a:rPr>
              <a:t> or </a:t>
            </a:r>
            <a:r>
              <a:rPr kumimoji="0" lang="en-US" altLang="en-US" sz="2400" b="0" i="0" u="none" strike="noStrike" cap="none" normalizeH="0" baseline="0">
                <a:ln>
                  <a:noFill/>
                </a:ln>
                <a:solidFill>
                  <a:srgbClr val="1C2D38"/>
                </a:solidFill>
                <a:effectLst/>
                <a:latin typeface="+mn-lt"/>
              </a:rPr>
              <a:t>.</a:t>
            </a:r>
            <a:r>
              <a:rPr kumimoji="0" lang="en-US" altLang="en-US" sz="2400" b="0" i="0" u="none" strike="noStrike" cap="none" normalizeH="0" baseline="0" err="1">
                <a:ln>
                  <a:noFill/>
                </a:ln>
                <a:solidFill>
                  <a:srgbClr val="1C2D38"/>
                </a:solidFill>
                <a:effectLst/>
                <a:latin typeface="+mn-lt"/>
              </a:rPr>
              <a:t>msi</a:t>
            </a:r>
            <a:r>
              <a:rPr kumimoji="0" lang="en-US" altLang="en-US" sz="2400" b="0" i="0" u="none" strike="noStrike" cap="none" normalizeH="0" baseline="0">
                <a:ln>
                  <a:noFill/>
                </a:ln>
                <a:solidFill>
                  <a:srgbClr val="001E2B"/>
                </a:solidFill>
                <a:effectLst/>
                <a:latin typeface="+mn-lt"/>
              </a:rPr>
              <a:t> package or a </a:t>
            </a:r>
            <a:r>
              <a:rPr kumimoji="0" lang="en-US" altLang="en-US" sz="2400" b="0" i="0" u="none" strike="noStrike" cap="none" normalizeH="0" baseline="0">
                <a:ln>
                  <a:noFill/>
                </a:ln>
                <a:solidFill>
                  <a:srgbClr val="1C2D38"/>
                </a:solidFill>
                <a:effectLst/>
                <a:latin typeface="+mn-lt"/>
              </a:rPr>
              <a:t>.zip</a:t>
            </a:r>
            <a:r>
              <a:rPr kumimoji="0" lang="en-US" altLang="en-US" sz="2400" b="0" i="0" u="none" strike="noStrike" cap="none" normalizeH="0" baseline="0">
                <a:ln>
                  <a:noFill/>
                </a:ln>
                <a:solidFill>
                  <a:srgbClr val="001E2B"/>
                </a:solidFill>
                <a:effectLst/>
                <a:latin typeface="+mn-lt"/>
              </a:rPr>
              <a:t> archive.</a:t>
            </a:r>
            <a:endParaRPr kumimoji="0" lang="en-US" altLang="en-US" sz="2400" b="0" i="0" u="none" strike="noStrike" cap="none" normalizeH="0" baseline="0">
              <a:ln>
                <a:noFill/>
              </a:ln>
              <a:solidFill>
                <a:srgbClr val="21313C"/>
              </a:solidFill>
              <a:effectLst/>
              <a:latin typeface="+mn-lt"/>
            </a:endParaRPr>
          </a:p>
          <a:p>
            <a:pPr marL="0" marR="0" lvl="0" indent="0" algn="just" defTabSz="914400" rtl="0" eaLnBrk="0" fontAlgn="base" latinLnBrk="0" hangingPunct="0">
              <a:lnSpc>
                <a:spcPct val="100000"/>
              </a:lnSpc>
              <a:spcBef>
                <a:spcPct val="0"/>
              </a:spcBef>
              <a:spcAft>
                <a:spcPct val="0"/>
              </a:spcAft>
              <a:buClrTx/>
              <a:buSzTx/>
              <a:buFontTx/>
              <a:buAutoNum type="arabicPeriod" startAt="3"/>
            </a:pPr>
            <a:r>
              <a:rPr kumimoji="0" lang="en-US" altLang="en-US" sz="2400" b="0" i="0" u="none" strike="noStrike" cap="none" normalizeH="0" baseline="0">
                <a:ln>
                  <a:noFill/>
                </a:ln>
                <a:solidFill>
                  <a:srgbClr val="001E2B"/>
                </a:solidFill>
                <a:effectLst/>
                <a:latin typeface="+mn-lt"/>
              </a:rPr>
              <a:t>Download the latest version of MongoDB Compass for Windows.</a:t>
            </a:r>
            <a:endParaRPr kumimoji="0" lang="en-US" altLang="en-US" sz="2400" b="0" i="0" u="none" strike="noStrike" cap="none" normalizeH="0" baseline="0">
              <a:ln>
                <a:noFill/>
              </a:ln>
              <a:solidFill>
                <a:srgbClr val="21313C"/>
              </a:solidFill>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pPr>
            <a:endParaRPr kumimoji="0" lang="en-US" altLang="en-US" sz="2400" b="0" i="0" u="none" strike="noStrike" cap="none" normalizeH="0" baseline="0">
              <a:ln>
                <a:noFill/>
              </a:ln>
              <a:solidFill>
                <a:srgbClr val="001E2B"/>
              </a:solidFill>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sz="2400" b="1" i="0" u="none" strike="noStrike" cap="none" normalizeH="0" baseline="0">
                <a:ln>
                  <a:noFill/>
                </a:ln>
                <a:solidFill>
                  <a:srgbClr val="001E2B"/>
                </a:solidFill>
                <a:effectLst/>
                <a:latin typeface="+mn-lt"/>
              </a:rPr>
              <a:t>Install Compass</a:t>
            </a:r>
          </a:p>
          <a:p>
            <a:pPr marL="0" marR="0" lvl="0" indent="0" algn="just" defTabSz="914400" rtl="0" eaLnBrk="0" fontAlgn="base" latinLnBrk="0" hangingPunct="0">
              <a:lnSpc>
                <a:spcPct val="100000"/>
              </a:lnSpc>
              <a:spcBef>
                <a:spcPct val="0"/>
              </a:spcBef>
              <a:spcAft>
                <a:spcPct val="0"/>
              </a:spcAft>
              <a:buClrTx/>
              <a:buSzTx/>
              <a:buFontTx/>
              <a:buAutoNum type="arabicPeriod"/>
            </a:pPr>
            <a:r>
              <a:rPr kumimoji="0" lang="en-US" altLang="en-US" sz="2400" b="0" i="0" u="none" strike="noStrike" cap="none" normalizeH="0" baseline="0">
                <a:ln>
                  <a:noFill/>
                </a:ln>
                <a:solidFill>
                  <a:srgbClr val="001E2B"/>
                </a:solidFill>
                <a:effectLst/>
                <a:latin typeface="+mn-lt"/>
              </a:rPr>
              <a:t>Double-click the installer file.</a:t>
            </a:r>
            <a:endParaRPr kumimoji="0" lang="en-US" altLang="en-US" sz="2400" b="0" i="0" u="none" strike="noStrike" cap="none" normalizeH="0" baseline="0">
              <a:ln>
                <a:noFill/>
              </a:ln>
              <a:solidFill>
                <a:srgbClr val="21313C"/>
              </a:solidFill>
              <a:effectLst/>
              <a:latin typeface="+mn-lt"/>
            </a:endParaRPr>
          </a:p>
          <a:p>
            <a:pPr marL="0" marR="0" lvl="0" indent="0" algn="just" defTabSz="914400" rtl="0" eaLnBrk="0" fontAlgn="base" latinLnBrk="0" hangingPunct="0">
              <a:lnSpc>
                <a:spcPct val="100000"/>
              </a:lnSpc>
              <a:spcBef>
                <a:spcPct val="0"/>
              </a:spcBef>
              <a:spcAft>
                <a:spcPct val="0"/>
              </a:spcAft>
              <a:buClrTx/>
              <a:buSzTx/>
              <a:buFontTx/>
              <a:buAutoNum type="arabicPeriod" startAt="2"/>
            </a:pPr>
            <a:r>
              <a:rPr kumimoji="0" lang="en-US" altLang="en-US" sz="2400" b="0" i="0" u="none" strike="noStrike" cap="none" normalizeH="0" baseline="0">
                <a:ln>
                  <a:noFill/>
                </a:ln>
                <a:solidFill>
                  <a:srgbClr val="001E2B"/>
                </a:solidFill>
                <a:effectLst/>
                <a:latin typeface="+mn-lt"/>
              </a:rPr>
              <a:t>Follow the prompts to install Compass. You can select the destination of the Compass installation.</a:t>
            </a:r>
            <a:endParaRPr kumimoji="0" lang="en-US" altLang="en-US" sz="2400" b="0" i="0" u="none" strike="noStrike" cap="none" normalizeH="0" baseline="0">
              <a:ln>
                <a:noFill/>
              </a:ln>
              <a:solidFill>
                <a:srgbClr val="21313C"/>
              </a:solidFill>
              <a:effectLst/>
              <a:latin typeface="+mn-lt"/>
            </a:endParaRPr>
          </a:p>
          <a:p>
            <a:pPr marL="0" marR="0" lvl="0" indent="0" algn="just" defTabSz="914400" rtl="0" eaLnBrk="0" fontAlgn="base" latinLnBrk="0" hangingPunct="0">
              <a:lnSpc>
                <a:spcPct val="100000"/>
              </a:lnSpc>
              <a:spcBef>
                <a:spcPct val="0"/>
              </a:spcBef>
              <a:spcAft>
                <a:spcPct val="0"/>
              </a:spcAft>
              <a:buClrTx/>
              <a:buSzTx/>
              <a:buFontTx/>
              <a:buAutoNum type="arabicPeriod" startAt="3"/>
            </a:pPr>
            <a:r>
              <a:rPr kumimoji="0" lang="en-US" altLang="en-US" sz="2400" b="0" i="0" u="none" strike="noStrike" cap="none" normalizeH="0" baseline="0">
                <a:ln>
                  <a:noFill/>
                </a:ln>
                <a:solidFill>
                  <a:srgbClr val="001E2B"/>
                </a:solidFill>
                <a:effectLst/>
                <a:latin typeface="+mn-lt"/>
              </a:rPr>
              <a:t>Once installed, Compass launches and prompts you to configure privacy settings and specify update preferences.</a:t>
            </a:r>
            <a:endParaRPr kumimoji="0" lang="en-US" altLang="en-US" sz="2400" b="0" i="0" u="none" strike="noStrike" cap="none" normalizeH="0" baseline="0">
              <a:ln>
                <a:noFill/>
              </a:ln>
              <a:solidFill>
                <a:srgbClr val="21313C"/>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IN">
                <a:solidFill>
                  <a:prstClr val="black">
                    <a:tint val="75000"/>
                  </a:prstClr>
                </a:solidFill>
              </a:rPr>
              <a:t>25-12-2022</a:t>
            </a:r>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US">
                <a:solidFill>
                  <a:prstClr val="black">
                    <a:tint val="75000"/>
                  </a:prstClr>
                </a:solidFill>
              </a:rPr>
              <a:t>Barkha Bhardwaj                    ACSAI0617 Programming For Data Analytics                    UNIT - 3</a:t>
            </a:r>
          </a:p>
        </p:txBody>
      </p:sp>
      <p:sp>
        <p:nvSpPr>
          <p:cNvPr id="8192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5CCC3B5-2CCE-504B-82DD-BCFD614E284C}" type="slidenum">
              <a:rPr lang="en-US" altLang="en-US" sz="1200" smtClean="0">
                <a:solidFill>
                  <a:srgbClr val="898989"/>
                </a:solidFill>
              </a:rPr>
              <a:t>115</a:t>
            </a:fld>
            <a:endParaRPr lang="en-US" altLang="en-US" sz="1200">
              <a:solidFill>
                <a:srgbClr val="898989"/>
              </a:solidFill>
            </a:endParaRPr>
          </a:p>
        </p:txBody>
      </p:sp>
      <p:sp>
        <p:nvSpPr>
          <p:cNvPr id="8" name="Title 1"/>
          <p:cNvSpPr txBox="1"/>
          <p:nvPr/>
        </p:nvSpPr>
        <p:spPr>
          <a:xfrm>
            <a:off x="1828800" y="-77788"/>
            <a:ext cx="10363200" cy="685801"/>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endParaRPr lang="en-US" sz="2400" b="1">
              <a:solidFill>
                <a:prstClr val="black"/>
              </a:solidFill>
            </a:endParaRPr>
          </a:p>
          <a:p>
            <a:pPr algn="ctr">
              <a:defRPr/>
            </a:pPr>
            <a:r>
              <a:rPr lang="en-US" sz="3200" b="1">
                <a:solidFill>
                  <a:prstClr val="black"/>
                </a:solidFill>
              </a:rPr>
              <a:t>DAILY QUIZ</a:t>
            </a:r>
          </a:p>
          <a:p>
            <a:pPr algn="ctr">
              <a:defRPr/>
            </a:pPr>
            <a:endParaRPr lang="en-US">
              <a:solidFill>
                <a:prstClr val="black"/>
              </a:solidFill>
            </a:endParaRPr>
          </a:p>
        </p:txBody>
      </p:sp>
      <p:pic>
        <p:nvPicPr>
          <p:cNvPr id="81926"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7526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27" name="Content Placeholder 1"/>
          <p:cNvSpPr>
            <a:spLocks noGrp="1"/>
          </p:cNvSpPr>
          <p:nvPr>
            <p:ph idx="1"/>
          </p:nvPr>
        </p:nvSpPr>
        <p:spPr>
          <a:xfrm>
            <a:off x="609600" y="1066800"/>
            <a:ext cx="10972800" cy="4953000"/>
          </a:xfrm>
        </p:spPr>
        <p:txBody>
          <a:bodyPr/>
          <a:lstStyle/>
          <a:p>
            <a:pPr marL="0" indent="0">
              <a:buNone/>
            </a:pPr>
            <a:r>
              <a:rPr lang="en-IN" altLang="en-US" sz="2400" b="1"/>
              <a:t>1.1: Check all the right affirmations.</a:t>
            </a:r>
          </a:p>
          <a:p>
            <a:pPr marL="400050" lvl="1" indent="0">
              <a:buNone/>
            </a:pPr>
            <a:r>
              <a:rPr lang="en-IN" altLang="en-US" sz="2400"/>
              <a:t>SQLite is a Client/Server database engine.</a:t>
            </a:r>
          </a:p>
          <a:p>
            <a:pPr marL="400050" lvl="1" indent="0">
              <a:buNone/>
            </a:pPr>
            <a:r>
              <a:rPr lang="en-IN" altLang="en-US" sz="2400">
                <a:solidFill>
                  <a:srgbClr val="92D050"/>
                </a:solidFill>
              </a:rPr>
              <a:t>SQLite can be used for free.</a:t>
            </a:r>
          </a:p>
          <a:p>
            <a:pPr marL="400050" lvl="1" indent="0">
              <a:buNone/>
            </a:pPr>
            <a:r>
              <a:rPr lang="en-IN" altLang="en-US" sz="2400">
                <a:solidFill>
                  <a:srgbClr val="92D050"/>
                </a:solidFill>
              </a:rPr>
              <a:t>SQLite doesn’t requires additional installations</a:t>
            </a:r>
            <a:r>
              <a:rPr lang="en-IN" altLang="en-US" sz="2400"/>
              <a:t>.</a:t>
            </a:r>
          </a:p>
          <a:p>
            <a:pPr marL="400050" lvl="1" indent="0">
              <a:buNone/>
            </a:pPr>
            <a:r>
              <a:rPr lang="en-IN" altLang="en-US" sz="2400"/>
              <a:t>SQLite doesn’t support multiple users.</a:t>
            </a:r>
          </a:p>
          <a:p>
            <a:pPr marL="400050" lvl="1" indent="0">
              <a:buNone/>
            </a:pPr>
            <a:endParaRPr lang="en-IN" altLang="en-US" sz="2400"/>
          </a:p>
          <a:p>
            <a:pPr marL="0" indent="0">
              <a:buNone/>
            </a:pPr>
            <a:r>
              <a:rPr lang="en-IN" altLang="en-US" sz="2400" b="1"/>
              <a:t>1.2: </a:t>
            </a:r>
            <a:r>
              <a:rPr lang="en-IN" altLang="en-US" sz="2400" b="1" err="1"/>
              <a:t>Xojo</a:t>
            </a:r>
            <a:r>
              <a:rPr lang="en-IN" altLang="en-US" sz="2400" b="1"/>
              <a:t> always implements the latest available SQLite Library.</a:t>
            </a:r>
            <a:endParaRPr lang="en-IN" altLang="en-US" sz="2000"/>
          </a:p>
          <a:p>
            <a:pPr marL="400050" lvl="1" indent="0">
              <a:buNone/>
            </a:pPr>
            <a:r>
              <a:rPr lang="en-IN" altLang="en-US" sz="2000">
                <a:solidFill>
                  <a:srgbClr val="92D050"/>
                </a:solidFill>
              </a:rPr>
              <a:t>No.</a:t>
            </a:r>
          </a:p>
          <a:p>
            <a:pPr marL="400050" lvl="1" indent="0">
              <a:buNone/>
            </a:pPr>
            <a:r>
              <a:rPr lang="en-IN" altLang="en-US" sz="2000"/>
              <a:t>Yes.</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IN">
                <a:solidFill>
                  <a:prstClr val="black">
                    <a:tint val="75000"/>
                  </a:prstClr>
                </a:solidFill>
              </a:rPr>
              <a:t>25-12-2022</a:t>
            </a:r>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US">
                <a:solidFill>
                  <a:prstClr val="black">
                    <a:tint val="75000"/>
                  </a:prstClr>
                </a:solidFill>
              </a:rPr>
              <a:t>Barkha Bhardwaj                    ACSAI0617 Programming For Data Analytics                    UNIT - 3</a:t>
            </a:r>
          </a:p>
        </p:txBody>
      </p:sp>
      <p:sp>
        <p:nvSpPr>
          <p:cNvPr id="8192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5CCC3B5-2CCE-504B-82DD-BCFD614E284C}" type="slidenum">
              <a:rPr lang="en-US" altLang="en-US" sz="1200" smtClean="0">
                <a:solidFill>
                  <a:srgbClr val="898989"/>
                </a:solidFill>
              </a:rPr>
              <a:t>116</a:t>
            </a:fld>
            <a:endParaRPr lang="en-US" altLang="en-US" sz="1200">
              <a:solidFill>
                <a:srgbClr val="898989"/>
              </a:solidFill>
            </a:endParaRPr>
          </a:p>
        </p:txBody>
      </p:sp>
      <p:sp>
        <p:nvSpPr>
          <p:cNvPr id="8" name="Title 1"/>
          <p:cNvSpPr txBox="1"/>
          <p:nvPr/>
        </p:nvSpPr>
        <p:spPr>
          <a:xfrm>
            <a:off x="1828800" y="-77788"/>
            <a:ext cx="10363200" cy="685801"/>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endParaRPr lang="en-US" sz="2400" b="1">
              <a:solidFill>
                <a:prstClr val="black"/>
              </a:solidFill>
            </a:endParaRPr>
          </a:p>
          <a:p>
            <a:pPr algn="ctr">
              <a:defRPr/>
            </a:pPr>
            <a:r>
              <a:rPr lang="en-US" sz="3200" b="1">
                <a:solidFill>
                  <a:prstClr val="black"/>
                </a:solidFill>
              </a:rPr>
              <a:t>DAILY QUIZ</a:t>
            </a:r>
          </a:p>
          <a:p>
            <a:pPr algn="ctr">
              <a:defRPr/>
            </a:pPr>
            <a:endParaRPr lang="en-US">
              <a:solidFill>
                <a:prstClr val="black"/>
              </a:solidFill>
            </a:endParaRPr>
          </a:p>
        </p:txBody>
      </p:sp>
      <p:pic>
        <p:nvPicPr>
          <p:cNvPr id="81926"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7526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27" name="Content Placeholder 1"/>
          <p:cNvSpPr>
            <a:spLocks noGrp="1"/>
          </p:cNvSpPr>
          <p:nvPr>
            <p:ph idx="1"/>
          </p:nvPr>
        </p:nvSpPr>
        <p:spPr>
          <a:xfrm>
            <a:off x="609600" y="1066800"/>
            <a:ext cx="10972800" cy="4953000"/>
          </a:xfrm>
        </p:spPr>
        <p:txBody>
          <a:bodyPr/>
          <a:lstStyle/>
          <a:p>
            <a:pPr marL="0" indent="0">
              <a:buNone/>
            </a:pPr>
            <a:r>
              <a:rPr lang="en-US" altLang="en-US" sz="2400" b="1"/>
              <a:t>1.3: </a:t>
            </a:r>
            <a:r>
              <a:rPr lang="en-US" altLang="en-US" sz="2400" b="1" err="1"/>
              <a:t>Xojo</a:t>
            </a:r>
            <a:r>
              <a:rPr lang="en-US" altLang="en-US" sz="2400" b="1"/>
              <a:t> supports multiple SQLite databases use.</a:t>
            </a:r>
          </a:p>
          <a:p>
            <a:pPr marL="400050" lvl="1" indent="0">
              <a:buNone/>
            </a:pPr>
            <a:r>
              <a:rPr lang="en-US" altLang="en-US" sz="2400"/>
              <a:t>No.</a:t>
            </a:r>
          </a:p>
          <a:p>
            <a:pPr marL="400050" lvl="1" indent="0">
              <a:buNone/>
            </a:pPr>
            <a:r>
              <a:rPr lang="en-US" altLang="en-US" sz="2400"/>
              <a:t>Yes, they always have the same number of Tables in their structure.</a:t>
            </a:r>
          </a:p>
          <a:p>
            <a:pPr marL="400050" lvl="1" indent="0">
              <a:buNone/>
            </a:pPr>
            <a:r>
              <a:rPr lang="en-US" altLang="en-US" sz="2400">
                <a:solidFill>
                  <a:srgbClr val="92D050"/>
                </a:solidFill>
              </a:rPr>
              <a:t>Yes.</a:t>
            </a:r>
          </a:p>
          <a:p>
            <a:pPr marL="0" indent="0">
              <a:buNone/>
            </a:pPr>
            <a:r>
              <a:rPr lang="en-US" altLang="en-US" sz="2400" b="1"/>
              <a:t>1.4: What </a:t>
            </a:r>
            <a:r>
              <a:rPr lang="en-US" altLang="en-US" sz="2400" b="1" err="1"/>
              <a:t>Xojo</a:t>
            </a:r>
            <a:r>
              <a:rPr lang="en-US" altLang="en-US" sz="2400" b="1"/>
              <a:t> Licenses offer support for SQLite?</a:t>
            </a:r>
          </a:p>
          <a:p>
            <a:pPr marL="400050" lvl="1" indent="0">
              <a:buNone/>
            </a:pPr>
            <a:r>
              <a:rPr lang="en-US" altLang="en-US" sz="2400"/>
              <a:t>Desktop Lite, Desktop, Console and iOS.</a:t>
            </a:r>
          </a:p>
          <a:p>
            <a:pPr marL="400050" lvl="1" indent="0">
              <a:buNone/>
            </a:pPr>
            <a:r>
              <a:rPr lang="en-US" altLang="en-US" sz="2400"/>
              <a:t>All of them, except Web.</a:t>
            </a:r>
          </a:p>
          <a:p>
            <a:pPr marL="400050" lvl="1" indent="0">
              <a:buNone/>
            </a:pPr>
            <a:r>
              <a:rPr lang="en-US" altLang="en-US" sz="2400"/>
              <a:t>All of them, you pay the required royalties for each deployment platform.</a:t>
            </a:r>
          </a:p>
          <a:p>
            <a:pPr marL="400050" lvl="1" indent="0">
              <a:buNone/>
            </a:pPr>
            <a:r>
              <a:rPr lang="en-US" altLang="en-US" sz="2400">
                <a:solidFill>
                  <a:srgbClr val="92D050"/>
                </a:solidFill>
              </a:rPr>
              <a:t>All of them.</a:t>
            </a:r>
            <a:endParaRPr lang="en-IN" altLang="en-US" sz="2400">
              <a:solidFill>
                <a:srgbClr val="92D050"/>
              </a:solidFill>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IN"/>
              <a:t>25-12-2022</a:t>
            </a:r>
            <a:endParaRPr lang="en-US"/>
          </a:p>
        </p:txBody>
      </p:sp>
      <p:sp>
        <p:nvSpPr>
          <p:cNvPr id="5" name="Footer Placeholder 4"/>
          <p:cNvSpPr>
            <a:spLocks noGrp="1"/>
          </p:cNvSpPr>
          <p:nvPr>
            <p:ph type="ftr" sz="quarter" idx="11"/>
          </p:nvPr>
        </p:nvSpPr>
        <p:spPr>
          <a:xfrm>
            <a:off x="2946400" y="6356350"/>
            <a:ext cx="6807200" cy="365125"/>
          </a:xfrm>
        </p:spPr>
        <p:txBody>
          <a:bodyPr/>
          <a:lstStyle/>
          <a:p>
            <a:pPr>
              <a:defRPr/>
            </a:pPr>
            <a:r>
              <a:rPr lang="en-US"/>
              <a:t>Barkha Bhardwaj                    ACSAI0617 Programming For Data Analytics                    UNIT - 3</a:t>
            </a:r>
          </a:p>
        </p:txBody>
      </p:sp>
      <p:sp>
        <p:nvSpPr>
          <p:cNvPr id="18739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D8576CE-042A-5141-B0E1-948F098C9ECC}" type="slidenum">
              <a:rPr lang="en-US" altLang="en-US" sz="1200" smtClean="0">
                <a:solidFill>
                  <a:srgbClr val="898989"/>
                </a:solidFill>
              </a:rPr>
              <a:t>117</a:t>
            </a:fld>
            <a:endParaRPr lang="en-US" altLang="en-US" sz="1200">
              <a:solidFill>
                <a:srgbClr val="898989"/>
              </a:solidFill>
            </a:endParaRPr>
          </a:p>
        </p:txBody>
      </p:sp>
      <p:sp>
        <p:nvSpPr>
          <p:cNvPr id="8" name="Title 1"/>
          <p:cNvSpPr txBox="1"/>
          <p:nvPr/>
        </p:nvSpPr>
        <p:spPr>
          <a:xfrm>
            <a:off x="2336800" y="0"/>
            <a:ext cx="9855200" cy="8382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000" b="1"/>
              <a:t>Weekly Assignment</a:t>
            </a:r>
            <a:endParaRPr lang="en-IN" sz="3000" b="1"/>
          </a:p>
        </p:txBody>
      </p:sp>
      <p:pic>
        <p:nvPicPr>
          <p:cNvPr id="187398"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21336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p:txBody>
          <a:bodyPr/>
          <a:lstStyle/>
          <a:p>
            <a:pPr marL="457200" indent="-457200">
              <a:buFont typeface="+mj-lt"/>
              <a:buAutoNum type="arabicPeriod"/>
            </a:pPr>
            <a:r>
              <a:rPr lang="en-US" sz="2400"/>
              <a:t>Check if Table Exists in SQLite using Python</a:t>
            </a:r>
          </a:p>
          <a:p>
            <a:pPr marL="457200" indent="-457200">
              <a:buFont typeface="+mj-lt"/>
              <a:buAutoNum type="arabicPeriod"/>
            </a:pPr>
            <a:r>
              <a:rPr lang="en-US" sz="2400"/>
              <a:t>How to list tables using SQLite3 in Python ?</a:t>
            </a:r>
          </a:p>
          <a:p>
            <a:pPr marL="457200" indent="-457200">
              <a:buFont typeface="+mj-lt"/>
              <a:buAutoNum type="arabicPeriod"/>
            </a:pPr>
            <a:r>
              <a:rPr lang="en-US" sz="2400"/>
              <a:t>How to Alter a SQLite Table using Python ?</a:t>
            </a:r>
          </a:p>
          <a:p>
            <a:pPr marL="457200" indent="-457200">
              <a:buFont typeface="+mj-lt"/>
              <a:buAutoNum type="arabicPeriod"/>
            </a:pPr>
            <a:r>
              <a:rPr lang="en-US" sz="2400"/>
              <a:t>How to Delete a Specific Row from SQLite Table using Python ?</a:t>
            </a:r>
          </a:p>
          <a:p>
            <a:pPr marL="457200" indent="-457200">
              <a:buFont typeface="+mj-lt"/>
              <a:buAutoNum type="arabicPeriod"/>
            </a:pPr>
            <a:r>
              <a:rPr lang="en-US" sz="2400"/>
              <a:t>How to Update all the Values of a Specific Column of SQLite Table using Python </a:t>
            </a:r>
            <a:br>
              <a:rPr lang="en-IN" sz="2400"/>
            </a:br>
            <a:br>
              <a:rPr lang="en-IN"/>
            </a:br>
            <a:endParaRPr lang="en-US"/>
          </a:p>
        </p:txBody>
      </p:sp>
    </p:spTree>
  </p:cSld>
  <p:clrMapOvr>
    <a:masterClrMapping/>
  </p:clrMapOv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IN"/>
              <a:t>25-12-2022</a:t>
            </a:r>
            <a:endParaRPr lang="en-US"/>
          </a:p>
        </p:txBody>
      </p:sp>
      <p:sp>
        <p:nvSpPr>
          <p:cNvPr id="5" name="Footer Placeholder 4"/>
          <p:cNvSpPr>
            <a:spLocks noGrp="1"/>
          </p:cNvSpPr>
          <p:nvPr>
            <p:ph type="ftr" sz="quarter" idx="11"/>
          </p:nvPr>
        </p:nvSpPr>
        <p:spPr/>
        <p:txBody>
          <a:bodyPr/>
          <a:lstStyle/>
          <a:p>
            <a:pPr>
              <a:defRPr/>
            </a:pPr>
            <a:r>
              <a:rPr lang="en-US"/>
              <a:t>Barkha Bhardwaj                    ACSAI0617 Programming For Data Analytics                    UNIT - 3</a:t>
            </a:r>
          </a:p>
        </p:txBody>
      </p:sp>
      <p:sp>
        <p:nvSpPr>
          <p:cNvPr id="18842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19F32AF-70AF-1146-8731-E97B0A1BD763}" type="slidenum">
              <a:rPr lang="en-US" altLang="en-US" sz="1200" smtClean="0">
                <a:solidFill>
                  <a:srgbClr val="898989"/>
                </a:solidFill>
              </a:rPr>
              <a:t>118</a:t>
            </a:fld>
            <a:endParaRPr lang="en-US" altLang="en-US" sz="1200">
              <a:solidFill>
                <a:srgbClr val="898989"/>
              </a:solidFill>
            </a:endParaRPr>
          </a:p>
        </p:txBody>
      </p:sp>
      <p:sp>
        <p:nvSpPr>
          <p:cNvPr id="8" name="Title 1"/>
          <p:cNvSpPr txBox="1"/>
          <p:nvPr/>
        </p:nvSpPr>
        <p:spPr>
          <a:xfrm>
            <a:off x="1828800" y="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a:latin typeface="Times New Roman" panose="02020603050405020304" pitchFamily="18" charset="0"/>
                <a:cs typeface="Times New Roman" panose="02020603050405020304" pitchFamily="18" charset="0"/>
              </a:rPr>
              <a:t>TOPIC LINKS</a:t>
            </a:r>
          </a:p>
        </p:txBody>
      </p:sp>
      <p:pic>
        <p:nvPicPr>
          <p:cNvPr id="188422"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7526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Content Placeholder 2"/>
          <p:cNvSpPr>
            <a:spLocks noGrp="1"/>
          </p:cNvSpPr>
          <p:nvPr>
            <p:ph idx="1"/>
          </p:nvPr>
        </p:nvSpPr>
        <p:spPr>
          <a:xfrm>
            <a:off x="622300" y="1338263"/>
            <a:ext cx="10972800" cy="4527550"/>
          </a:xfrm>
        </p:spPr>
        <p:txBody>
          <a:bodyPr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buFont typeface="Arial" panose="020B0604020202020204" pitchFamily="34" charset="0"/>
              <a:buNone/>
              <a:defRPr/>
            </a:pPr>
            <a:r>
              <a:rPr lang="en-US" sz="2200"/>
              <a:t>Suggested video link</a:t>
            </a:r>
          </a:p>
          <a:p>
            <a:pPr marL="0" indent="0">
              <a:buNone/>
              <a:defRPr/>
            </a:pPr>
            <a:endParaRPr lang="en-US" sz="2200">
              <a:hlinkClick r:id="rId3"/>
            </a:endParaRPr>
          </a:p>
          <a:p>
            <a:pPr algn="just">
              <a:defRPr/>
            </a:pPr>
            <a:r>
              <a:rPr lang="en-US" sz="2200">
                <a:hlinkClick r:id="rId3"/>
              </a:rPr>
              <a:t>https://youtu.be/I4NRCN9DPTI</a:t>
            </a:r>
            <a:endParaRPr lang="en-US" sz="2200"/>
          </a:p>
          <a:p>
            <a:pPr algn="just">
              <a:defRPr/>
            </a:pPr>
            <a:r>
              <a:rPr lang="en-IN" sz="2000">
                <a:solidFill>
                  <a:srgbClr val="FFFFFF"/>
                </a:solidFill>
                <a:latin typeface="YouTube Noto"/>
                <a:hlinkClick r:id="rId4"/>
              </a:rPr>
              <a:t>https://youtu.be/IESCYrdaiVY</a:t>
            </a:r>
            <a:endParaRPr lang="en-US" sz="1800"/>
          </a:p>
          <a:p>
            <a:pPr marL="0" indent="0">
              <a:buNone/>
              <a:defRPr/>
            </a:pPr>
            <a:endParaRPr lang="en-US" sz="220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IN"/>
              <a:t>25-12-2022</a:t>
            </a:r>
            <a:endParaRPr lang="en-US"/>
          </a:p>
        </p:txBody>
      </p:sp>
      <p:sp>
        <p:nvSpPr>
          <p:cNvPr id="5" name="Footer Placeholder 4"/>
          <p:cNvSpPr>
            <a:spLocks noGrp="1"/>
          </p:cNvSpPr>
          <p:nvPr>
            <p:ph type="ftr" sz="quarter" idx="11"/>
          </p:nvPr>
        </p:nvSpPr>
        <p:spPr>
          <a:xfrm>
            <a:off x="2844800" y="6356350"/>
            <a:ext cx="7620000" cy="365125"/>
          </a:xfrm>
        </p:spPr>
        <p:txBody>
          <a:bodyPr/>
          <a:lstStyle/>
          <a:p>
            <a:pPr>
              <a:defRPr/>
            </a:pPr>
            <a:r>
              <a:rPr lang="en-US"/>
              <a:t>Barkha Bhardwaj                    ACSAI0617 Programming For Data Analytics                    UNIT - 3</a:t>
            </a:r>
          </a:p>
        </p:txBody>
      </p:sp>
      <p:sp>
        <p:nvSpPr>
          <p:cNvPr id="19046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EB093D3-8CAE-3F43-96C4-8E3FE1998C03}" type="slidenum">
              <a:rPr lang="en-US" altLang="en-US" sz="1200" smtClean="0">
                <a:solidFill>
                  <a:srgbClr val="898989"/>
                </a:solidFill>
              </a:rPr>
              <a:t>119</a:t>
            </a:fld>
            <a:endParaRPr lang="en-US" altLang="en-US" sz="1200">
              <a:solidFill>
                <a:srgbClr val="898989"/>
              </a:solidFill>
            </a:endParaRPr>
          </a:p>
        </p:txBody>
      </p:sp>
      <p:sp>
        <p:nvSpPr>
          <p:cNvPr id="8" name="Title 1"/>
          <p:cNvSpPr txBox="1"/>
          <p:nvPr/>
        </p:nvSpPr>
        <p:spPr>
          <a:xfrm>
            <a:off x="2336800" y="0"/>
            <a:ext cx="9855200" cy="7620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2800" b="1"/>
              <a:t>MCQ</a:t>
            </a:r>
            <a:endParaRPr lang="en-IN" sz="2800" b="1"/>
          </a:p>
        </p:txBody>
      </p:sp>
      <p:pic>
        <p:nvPicPr>
          <p:cNvPr id="190470" name="Picture 14" descr="NI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21336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0471" name="Content Placeholder 1"/>
          <p:cNvSpPr>
            <a:spLocks noGrp="1"/>
          </p:cNvSpPr>
          <p:nvPr>
            <p:ph idx="1"/>
          </p:nvPr>
        </p:nvSpPr>
        <p:spPr>
          <a:xfrm>
            <a:off x="2336800" y="914400"/>
            <a:ext cx="8326755" cy="4921250"/>
          </a:xfrm>
        </p:spPr>
        <p:txBody>
          <a:bodyPr/>
          <a:lstStyle/>
          <a:p>
            <a:pPr marL="457200" indent="-457200" algn="just">
              <a:buAutoNum type="arabicPeriod"/>
            </a:pPr>
            <a:r>
              <a:rPr lang="en-US" altLang="en-US" sz="2000" b="1"/>
              <a:t>What does NoSQL stand for?</a:t>
            </a:r>
          </a:p>
          <a:p>
            <a:pPr marL="0" indent="0" algn="just">
              <a:buNone/>
            </a:pPr>
            <a:r>
              <a:rPr lang="en-US" altLang="en-US" sz="2000"/>
              <a:t>A. Non-Sequential Query Language</a:t>
            </a:r>
          </a:p>
          <a:p>
            <a:pPr marL="0" indent="0" algn="just">
              <a:buNone/>
            </a:pPr>
            <a:r>
              <a:rPr lang="en-US" altLang="en-US" sz="2000"/>
              <a:t>B. Not Only SQL</a:t>
            </a:r>
          </a:p>
          <a:p>
            <a:pPr marL="0" indent="0" algn="just">
              <a:buNone/>
            </a:pPr>
            <a:r>
              <a:rPr lang="en-US" altLang="en-US" sz="2000"/>
              <a:t>C. New Object-Oriented Structure Language</a:t>
            </a:r>
          </a:p>
          <a:p>
            <a:pPr marL="0" indent="0" algn="just">
              <a:buNone/>
            </a:pPr>
            <a:r>
              <a:rPr lang="en-US" altLang="en-US" sz="2000"/>
              <a:t>D. Non-Relational Structured Query Language</a:t>
            </a:r>
          </a:p>
          <a:p>
            <a:pPr marL="457200" indent="-457200" algn="just">
              <a:buFont typeface="+mj-lt"/>
              <a:buAutoNum type="arabicPeriod" startAt="2"/>
            </a:pPr>
            <a:r>
              <a:rPr lang="en-US" altLang="en-US" sz="2000" b="1"/>
              <a:t>Which of the following is a key characteristic of NoSQL databases?</a:t>
            </a:r>
          </a:p>
          <a:p>
            <a:pPr marL="0" indent="0" algn="just">
              <a:buNone/>
            </a:pPr>
            <a:r>
              <a:rPr lang="en-US" altLang="en-US" sz="2000"/>
              <a:t>A. Strict schema definition</a:t>
            </a:r>
          </a:p>
          <a:p>
            <a:pPr marL="0" indent="0" algn="just">
              <a:buNone/>
            </a:pPr>
            <a:r>
              <a:rPr lang="en-US" altLang="en-US" sz="2000"/>
              <a:t>B. ACID compliance</a:t>
            </a:r>
          </a:p>
          <a:p>
            <a:pPr marL="0" indent="0" algn="just">
              <a:buNone/>
            </a:pPr>
            <a:r>
              <a:rPr lang="en-US" altLang="en-US" sz="2000"/>
              <a:t>C. Horizontal scalability</a:t>
            </a:r>
          </a:p>
          <a:p>
            <a:pPr marL="0" indent="0" algn="just">
              <a:buNone/>
            </a:pPr>
            <a:r>
              <a:rPr lang="en-US" altLang="en-US" sz="2000"/>
              <a:t>D. Exclusive use of SQL language</a:t>
            </a:r>
          </a:p>
          <a:p>
            <a:pPr marL="457200" indent="-457200" algn="just">
              <a:buFont typeface="+mj-lt"/>
              <a:buAutoNum type="arabicPeriod" startAt="3"/>
            </a:pPr>
            <a:r>
              <a:rPr lang="en-US" altLang="en-US" sz="2000" b="1"/>
              <a:t>In NoSQL databases, what does the term "CAP theorem" refer to?</a:t>
            </a:r>
          </a:p>
          <a:p>
            <a:pPr marL="0" indent="0" algn="just">
              <a:buNone/>
            </a:pPr>
            <a:r>
              <a:rPr lang="en-US" altLang="en-US" sz="2000"/>
              <a:t>A. Consistency, Availability, Partition tolerance</a:t>
            </a:r>
          </a:p>
          <a:p>
            <a:pPr marL="0" indent="0" algn="just">
              <a:buNone/>
            </a:pPr>
            <a:r>
              <a:rPr lang="en-US" altLang="en-US" sz="2000"/>
              <a:t>B. Concurrent, Atomic, Parallelism</a:t>
            </a:r>
          </a:p>
          <a:p>
            <a:pPr marL="0" indent="0" algn="just">
              <a:buNone/>
            </a:pPr>
            <a:r>
              <a:rPr lang="en-US" altLang="en-US" sz="2000"/>
              <a:t>C. Cluster, Aggregation, Partitioning</a:t>
            </a:r>
          </a:p>
          <a:p>
            <a:pPr marL="0" indent="0" algn="just">
              <a:buNone/>
            </a:pPr>
            <a:r>
              <a:rPr lang="en-US" altLang="en-US" sz="2000"/>
              <a:t>D. Compatibility, Accuracy, Performance</a:t>
            </a:r>
          </a:p>
          <a:p>
            <a:pPr marL="0" indent="0" algn="just">
              <a:buNone/>
            </a:pPr>
            <a:endParaRPr lang="en-US" altLang="en-US" sz="2000"/>
          </a:p>
        </p:txBody>
      </p:sp>
    </p:spTree>
  </p:cSld>
  <p:clrMapOvr>
    <a:masterClrMapping/>
  </p:clrMapOv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IN"/>
              <a:t>25-12-2022</a:t>
            </a:r>
            <a:endParaRPr lang="en-US"/>
          </a:p>
        </p:txBody>
      </p:sp>
      <p:sp>
        <p:nvSpPr>
          <p:cNvPr id="5" name="Footer Placeholder 4"/>
          <p:cNvSpPr>
            <a:spLocks noGrp="1"/>
          </p:cNvSpPr>
          <p:nvPr>
            <p:ph type="ftr" sz="quarter" idx="11"/>
          </p:nvPr>
        </p:nvSpPr>
        <p:spPr>
          <a:xfrm>
            <a:off x="2844800" y="6356350"/>
            <a:ext cx="7620000" cy="365125"/>
          </a:xfrm>
        </p:spPr>
        <p:txBody>
          <a:bodyPr/>
          <a:lstStyle/>
          <a:p>
            <a:pPr>
              <a:defRPr/>
            </a:pPr>
            <a:r>
              <a:rPr lang="en-US"/>
              <a:t>Barkha Bhardwaj                    ACSAI0617 Programming For Data Analytics                    UNIT - 3</a:t>
            </a:r>
          </a:p>
        </p:txBody>
      </p:sp>
      <p:sp>
        <p:nvSpPr>
          <p:cNvPr id="19046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EB093D3-8CAE-3F43-96C4-8E3FE1998C03}" type="slidenum">
              <a:rPr lang="en-US" altLang="en-US" sz="1200" smtClean="0">
                <a:solidFill>
                  <a:srgbClr val="898989"/>
                </a:solidFill>
              </a:rPr>
              <a:t>120</a:t>
            </a:fld>
            <a:endParaRPr lang="en-US" altLang="en-US" sz="1200">
              <a:solidFill>
                <a:srgbClr val="898989"/>
              </a:solidFill>
            </a:endParaRPr>
          </a:p>
        </p:txBody>
      </p:sp>
      <p:sp>
        <p:nvSpPr>
          <p:cNvPr id="8" name="Title 1"/>
          <p:cNvSpPr txBox="1"/>
          <p:nvPr/>
        </p:nvSpPr>
        <p:spPr>
          <a:xfrm>
            <a:off x="2336800" y="0"/>
            <a:ext cx="9855200" cy="7620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2800" b="1"/>
              <a:t>MCQ</a:t>
            </a:r>
            <a:endParaRPr lang="en-IN" sz="2800" b="1"/>
          </a:p>
        </p:txBody>
      </p:sp>
      <p:pic>
        <p:nvPicPr>
          <p:cNvPr id="190470" name="Picture 14" descr="NI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21336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0471" name="Content Placeholder 1"/>
          <p:cNvSpPr>
            <a:spLocks noGrp="1"/>
          </p:cNvSpPr>
          <p:nvPr>
            <p:ph idx="1"/>
          </p:nvPr>
        </p:nvSpPr>
        <p:spPr>
          <a:xfrm>
            <a:off x="2336800" y="914400"/>
            <a:ext cx="9377045" cy="5094605"/>
          </a:xfrm>
        </p:spPr>
        <p:txBody>
          <a:bodyPr/>
          <a:lstStyle/>
          <a:p>
            <a:pPr algn="just">
              <a:buFont typeface="+mj-lt"/>
              <a:buAutoNum type="arabicPeriod" startAt="4"/>
            </a:pPr>
            <a:r>
              <a:rPr lang="en-US" altLang="en-US" sz="1400" b="1"/>
              <a:t>Which data model is commonly associated with NoSQL databases?</a:t>
            </a:r>
          </a:p>
          <a:p>
            <a:pPr marL="0" indent="0" algn="just">
              <a:buNone/>
            </a:pPr>
            <a:r>
              <a:rPr lang="en-US" altLang="en-US" sz="1400"/>
              <a:t>A. Relational</a:t>
            </a:r>
          </a:p>
          <a:p>
            <a:pPr marL="0" indent="0" algn="just">
              <a:buNone/>
            </a:pPr>
            <a:r>
              <a:rPr lang="en-US" altLang="en-US" sz="1400"/>
              <a:t>B. Hierarchical</a:t>
            </a:r>
          </a:p>
          <a:p>
            <a:pPr marL="0" indent="0" algn="just">
              <a:buNone/>
            </a:pPr>
            <a:r>
              <a:rPr lang="en-US" altLang="en-US" sz="1400"/>
              <a:t>C. Document-oriented</a:t>
            </a:r>
          </a:p>
          <a:p>
            <a:pPr marL="0" indent="0" algn="just">
              <a:buNone/>
            </a:pPr>
            <a:r>
              <a:rPr lang="en-US" altLang="en-US" sz="1400"/>
              <a:t>D. Entity-Relationship</a:t>
            </a:r>
          </a:p>
          <a:p>
            <a:pPr algn="just">
              <a:buFont typeface="+mj-lt"/>
              <a:buAutoNum type="arabicPeriod" startAt="5"/>
            </a:pPr>
            <a:r>
              <a:rPr lang="en-US" altLang="en-US" sz="1400" b="1"/>
              <a:t>Which type of NoSQL database is best suited for handling highly interconnected data and relationships?</a:t>
            </a:r>
          </a:p>
          <a:p>
            <a:pPr marL="0" indent="0" algn="just">
              <a:buNone/>
            </a:pPr>
            <a:r>
              <a:rPr lang="en-US" altLang="en-US" sz="1400"/>
              <a:t>A. Key-Value</a:t>
            </a:r>
          </a:p>
          <a:p>
            <a:pPr marL="0" indent="0" algn="just">
              <a:buNone/>
            </a:pPr>
            <a:r>
              <a:rPr lang="en-US" altLang="en-US" sz="1400"/>
              <a:t>B. Document-oriented</a:t>
            </a:r>
          </a:p>
          <a:p>
            <a:pPr marL="0" indent="0" algn="just">
              <a:buNone/>
            </a:pPr>
            <a:r>
              <a:rPr lang="en-US" altLang="en-US" sz="1400"/>
              <a:t>C. Graph</a:t>
            </a:r>
          </a:p>
          <a:p>
            <a:pPr marL="0" indent="0" algn="just">
              <a:buNone/>
            </a:pPr>
            <a:r>
              <a:rPr lang="en-US" altLang="en-US" sz="1400"/>
              <a:t>D. Column-family</a:t>
            </a:r>
          </a:p>
          <a:p>
            <a:pPr algn="just">
              <a:buFont typeface="+mj-lt"/>
              <a:buAutoNum type="arabicPeriod" startAt="6"/>
            </a:pPr>
            <a:r>
              <a:rPr lang="en-US" altLang="en-US" sz="1400" b="1"/>
              <a:t>What is the purpose of sharding in NoSQL databases?</a:t>
            </a:r>
          </a:p>
          <a:p>
            <a:pPr marL="0" indent="0" algn="just">
              <a:buNone/>
            </a:pPr>
            <a:r>
              <a:rPr lang="en-US" altLang="en-US" sz="1400"/>
              <a:t>A. Ensuring data consistency</a:t>
            </a:r>
          </a:p>
          <a:p>
            <a:pPr marL="0" indent="0" algn="just">
              <a:buNone/>
            </a:pPr>
            <a:r>
              <a:rPr lang="en-US" altLang="en-US" sz="1400"/>
              <a:t>B. Distributing data across multiple nodes</a:t>
            </a:r>
          </a:p>
          <a:p>
            <a:pPr marL="0" indent="0" algn="just">
              <a:buNone/>
            </a:pPr>
            <a:r>
              <a:rPr lang="en-US" altLang="en-US" sz="1400"/>
              <a:t>C. Defining schema for data</a:t>
            </a:r>
          </a:p>
          <a:p>
            <a:pPr marL="0" indent="0" algn="just">
              <a:buNone/>
            </a:pPr>
            <a:r>
              <a:rPr lang="en-US" altLang="en-US" sz="1400"/>
              <a:t>D. Enforcing referential integrity</a:t>
            </a:r>
          </a:p>
          <a:p>
            <a:pPr algn="just">
              <a:buFont typeface="+mj-lt"/>
              <a:buAutoNum type="arabicPeriod" startAt="7"/>
            </a:pPr>
            <a:r>
              <a:rPr lang="en-US" altLang="en-US" sz="1400" b="1"/>
              <a:t>Which NoSQL database is often used for real-time analytics and event tracking?</a:t>
            </a:r>
          </a:p>
          <a:p>
            <a:pPr marL="0" indent="0" algn="just">
              <a:buNone/>
            </a:pPr>
            <a:r>
              <a:rPr lang="en-US" altLang="en-US" sz="1400"/>
              <a:t>A. MongoDB</a:t>
            </a:r>
          </a:p>
          <a:p>
            <a:pPr marL="0" indent="0" algn="just">
              <a:buNone/>
            </a:pPr>
            <a:r>
              <a:rPr lang="en-US" altLang="en-US" sz="1400"/>
              <a:t>B. Cassandra</a:t>
            </a:r>
          </a:p>
          <a:p>
            <a:pPr marL="0" indent="0" algn="just">
              <a:buNone/>
            </a:pPr>
            <a:r>
              <a:rPr lang="en-US" altLang="en-US" sz="1400"/>
              <a:t>C. Redis</a:t>
            </a:r>
          </a:p>
          <a:p>
            <a:pPr marL="0" indent="0" algn="just">
              <a:buNone/>
            </a:pPr>
            <a:r>
              <a:rPr lang="en-US" altLang="en-US" sz="1400"/>
              <a:t>D. Apache Kafka</a:t>
            </a:r>
          </a:p>
          <a:p>
            <a:pPr marL="0" indent="0" algn="just">
              <a:buNone/>
            </a:pPr>
            <a:endParaRPr lang="en-US" altLang="en-US" sz="1400"/>
          </a:p>
        </p:txBody>
      </p:sp>
    </p:spTree>
  </p:cSld>
  <p:clrMapOvr>
    <a:masterClrMapping/>
  </p:clrMapOv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IN"/>
              <a:t>25-12-2022</a:t>
            </a:r>
            <a:endParaRPr lang="en-US"/>
          </a:p>
        </p:txBody>
      </p:sp>
      <p:sp>
        <p:nvSpPr>
          <p:cNvPr id="5" name="Footer Placeholder 4"/>
          <p:cNvSpPr>
            <a:spLocks noGrp="1"/>
          </p:cNvSpPr>
          <p:nvPr>
            <p:ph type="ftr" sz="quarter" idx="11"/>
          </p:nvPr>
        </p:nvSpPr>
        <p:spPr>
          <a:xfrm>
            <a:off x="2844800" y="6356350"/>
            <a:ext cx="7620000" cy="365125"/>
          </a:xfrm>
        </p:spPr>
        <p:txBody>
          <a:bodyPr/>
          <a:lstStyle/>
          <a:p>
            <a:pPr>
              <a:defRPr/>
            </a:pPr>
            <a:r>
              <a:rPr lang="en-US"/>
              <a:t>Barkha Bhardwaj                    ACSAI0617 Programming For Data Analytics                    UNIT - 3</a:t>
            </a:r>
          </a:p>
        </p:txBody>
      </p:sp>
      <p:sp>
        <p:nvSpPr>
          <p:cNvPr id="19046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EB093D3-8CAE-3F43-96C4-8E3FE1998C03}" type="slidenum">
              <a:rPr lang="en-US" altLang="en-US" sz="1200" smtClean="0">
                <a:solidFill>
                  <a:srgbClr val="898989"/>
                </a:solidFill>
              </a:rPr>
              <a:t>121</a:t>
            </a:fld>
            <a:endParaRPr lang="en-US" altLang="en-US" sz="1200">
              <a:solidFill>
                <a:srgbClr val="898989"/>
              </a:solidFill>
            </a:endParaRPr>
          </a:p>
        </p:txBody>
      </p:sp>
      <p:sp>
        <p:nvSpPr>
          <p:cNvPr id="8" name="Title 1"/>
          <p:cNvSpPr txBox="1"/>
          <p:nvPr/>
        </p:nvSpPr>
        <p:spPr>
          <a:xfrm>
            <a:off x="2336800" y="0"/>
            <a:ext cx="9855200" cy="7620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2800" b="1"/>
              <a:t>MCQ</a:t>
            </a:r>
            <a:endParaRPr lang="en-IN" sz="2800" b="1"/>
          </a:p>
        </p:txBody>
      </p:sp>
      <p:pic>
        <p:nvPicPr>
          <p:cNvPr id="190470" name="Picture 14" descr="NI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21336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0471" name="Content Placeholder 1"/>
          <p:cNvSpPr>
            <a:spLocks noGrp="1"/>
          </p:cNvSpPr>
          <p:nvPr>
            <p:ph idx="1"/>
          </p:nvPr>
        </p:nvSpPr>
        <p:spPr>
          <a:xfrm>
            <a:off x="2336800" y="914400"/>
            <a:ext cx="7005955" cy="4526280"/>
          </a:xfrm>
        </p:spPr>
        <p:txBody>
          <a:bodyPr/>
          <a:lstStyle/>
          <a:p>
            <a:pPr algn="just">
              <a:buFont typeface="+mj-lt"/>
              <a:buAutoNum type="arabicPeriod" startAt="8"/>
            </a:pPr>
            <a:r>
              <a:rPr lang="en-US" altLang="en-US" sz="1400" b="1"/>
              <a:t>Which of the following is an example of a wide-column store NoSQL database?</a:t>
            </a:r>
          </a:p>
          <a:p>
            <a:pPr marL="0" indent="0" algn="just">
              <a:buNone/>
            </a:pPr>
            <a:endParaRPr lang="en-US" altLang="en-US" sz="1400" b="1"/>
          </a:p>
          <a:p>
            <a:pPr marL="0" indent="0" algn="just">
              <a:buNone/>
            </a:pPr>
            <a:r>
              <a:rPr lang="en-US" altLang="en-US" sz="1400"/>
              <a:t>A. MongoDB</a:t>
            </a:r>
          </a:p>
          <a:p>
            <a:pPr marL="0" indent="0" algn="just">
              <a:buNone/>
            </a:pPr>
            <a:r>
              <a:rPr lang="en-US" altLang="en-US" sz="1400"/>
              <a:t>B. CouchDB</a:t>
            </a:r>
          </a:p>
          <a:p>
            <a:pPr marL="0" indent="0" algn="just">
              <a:buNone/>
            </a:pPr>
            <a:r>
              <a:rPr lang="en-US" altLang="en-US" sz="1400"/>
              <a:t>C. Cassandra</a:t>
            </a:r>
          </a:p>
          <a:p>
            <a:pPr marL="0" indent="0" algn="just">
              <a:buNone/>
            </a:pPr>
            <a:r>
              <a:rPr lang="en-US" altLang="en-US" sz="1400"/>
              <a:t>D. Redis</a:t>
            </a:r>
          </a:p>
          <a:p>
            <a:pPr marL="0" indent="0" algn="just">
              <a:buNone/>
            </a:pPr>
            <a:endParaRPr lang="en-US" altLang="en-US" sz="1400" b="1"/>
          </a:p>
          <a:p>
            <a:pPr marL="0" indent="0" algn="just">
              <a:buNone/>
            </a:pPr>
            <a:r>
              <a:rPr lang="en-US" altLang="en-US" sz="1400" b="1"/>
              <a:t>Answers:</a:t>
            </a:r>
          </a:p>
          <a:p>
            <a:pPr marL="0" indent="0" algn="just">
              <a:buNone/>
            </a:pPr>
            <a:r>
              <a:rPr lang="en-US" altLang="en-US" sz="1400"/>
              <a:t>B. Not Only SQL</a:t>
            </a:r>
          </a:p>
          <a:p>
            <a:pPr marL="0" indent="0" algn="just">
              <a:buNone/>
            </a:pPr>
            <a:r>
              <a:rPr lang="en-US" altLang="en-US" sz="1400"/>
              <a:t>C. Horizontal scalability</a:t>
            </a:r>
          </a:p>
          <a:p>
            <a:pPr marL="0" indent="0" algn="just">
              <a:buNone/>
            </a:pPr>
            <a:r>
              <a:rPr lang="en-US" altLang="en-US" sz="1400"/>
              <a:t>A. Consistency, Availability, Partition tolerance</a:t>
            </a:r>
          </a:p>
          <a:p>
            <a:pPr marL="0" indent="0" algn="just">
              <a:buNone/>
            </a:pPr>
            <a:r>
              <a:rPr lang="en-US" altLang="en-US" sz="1400"/>
              <a:t>C. Document-oriented</a:t>
            </a:r>
          </a:p>
          <a:p>
            <a:pPr marL="0" indent="0" algn="just">
              <a:buNone/>
            </a:pPr>
            <a:r>
              <a:rPr lang="en-US" altLang="en-US" sz="1400"/>
              <a:t>C. Graph</a:t>
            </a:r>
          </a:p>
          <a:p>
            <a:pPr marL="0" indent="0" algn="just">
              <a:buNone/>
            </a:pPr>
            <a:r>
              <a:rPr lang="en-US" altLang="en-US" sz="1400"/>
              <a:t>B. Distributing data across multiple nodes</a:t>
            </a:r>
          </a:p>
          <a:p>
            <a:pPr marL="0" indent="0" algn="just">
              <a:buNone/>
            </a:pPr>
            <a:r>
              <a:rPr lang="en-US" altLang="en-US" sz="1400"/>
              <a:t>D. Apache Kafka</a:t>
            </a:r>
          </a:p>
          <a:p>
            <a:pPr marL="0" indent="0" algn="just">
              <a:buNone/>
            </a:pPr>
            <a:r>
              <a:rPr lang="en-US" altLang="en-US" sz="1400"/>
              <a:t>B. Strong consistency</a:t>
            </a:r>
          </a:p>
          <a:p>
            <a:pPr marL="0" indent="0" algn="just">
              <a:buNone/>
            </a:pPr>
            <a:r>
              <a:rPr lang="en-US" altLang="en-US" sz="1400"/>
              <a:t>A. Improved query performance</a:t>
            </a:r>
          </a:p>
          <a:p>
            <a:pPr marL="0" indent="0" algn="just">
              <a:buNone/>
            </a:pPr>
            <a:r>
              <a:rPr lang="en-US" altLang="en-US" sz="1400"/>
              <a:t>C. Cassandra</a:t>
            </a:r>
          </a:p>
        </p:txBody>
      </p:sp>
    </p:spTree>
  </p:cSld>
  <p:clrMapOvr>
    <a:masterClrMapping/>
  </p:clrMapOvr>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txBox="1">
            <a:spLocks noGrp="1"/>
          </p:cNvSpPr>
          <p:nvPr>
            <p:ph type="dt" sz="half" idx="10"/>
          </p:nvPr>
        </p:nvSpPr>
        <p:spPr>
          <a:noFill/>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fld id="{8765F722-518E-4ADF-B8E8-D1C62AB1E81D}" type="datetime1">
              <a:rPr kumimoji="0" lang="en-US" sz="1200" b="0" i="0" u="none" strike="noStrike" kern="1200" cap="none" spc="0" normalizeH="0" baseline="0" noProof="0" smtClean="0">
                <a:ln>
                  <a:noFill/>
                </a:ln>
                <a:solidFill>
                  <a:schemeClr val="tx1">
                    <a:tint val="75000"/>
                  </a:schemeClr>
                </a:solidFill>
                <a:effectLst/>
                <a:uLnTx/>
                <a:uFillTx/>
                <a:latin typeface="+mn-lt"/>
                <a:ea typeface="+mn-ea"/>
                <a:cs typeface="+mn-cs"/>
              </a:rPr>
              <a:t>2/28/2025</a:t>
            </a:fld>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txBox="1">
            <a:spLocks noGrp="1"/>
          </p:cNvSpPr>
          <p:nvPr>
            <p:ph type="ftr" sz="quarter" idx="11"/>
          </p:nvPr>
        </p:nvSpPr>
        <p:spPr>
          <a:xfrm>
            <a:off x="4038600" y="6356350"/>
            <a:ext cx="5556250" cy="365125"/>
          </a:xfrm>
          <a:noFill/>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Mr. Raj u  UNIT-2 ACSAI0617 Programming For Data Analytics</a:t>
            </a:r>
          </a:p>
        </p:txBody>
      </p:sp>
      <p:sp>
        <p:nvSpPr>
          <p:cNvPr id="193539" name="Slide Number Placeholder 5"/>
          <p:cNvSpPr>
            <a:spLocks noGrp="1"/>
          </p:cNvSpPr>
          <p:nvPr>
            <p:ph type="sldNum" sz="quarter" idx="12"/>
          </p:nvPr>
        </p:nvSpPr>
        <p:spPr>
          <a:noFill/>
          <a:ln>
            <a:noFill/>
          </a:ln>
        </p:spPr>
        <p:txBody>
          <a:bodyPr wrap="square" lIns="91440" tIns="45720" rIns="91440" bIns="45720"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buFontTx/>
            </a:pPr>
            <a:fld id="{9A0DB2DC-4C9A-4742-B13C-FB6460FD3503}" type="slidenum">
              <a:rPr lang="en-US" altLang="en-US" sz="1200" dirty="0">
                <a:solidFill>
                  <a:srgbClr val="898989"/>
                </a:solidFill>
                <a:latin typeface="Calibri" panose="020F0502020204030204" pitchFamily="34" charset="0"/>
              </a:rPr>
              <a:t>122</a:t>
            </a:fld>
            <a:endParaRPr lang="en-US" altLang="en-US" sz="1200">
              <a:solidFill>
                <a:srgbClr val="898989"/>
              </a:solidFill>
              <a:latin typeface="Calibri" panose="020F0502020204030204" pitchFamily="34" charset="0"/>
              <a:ea typeface="Arial" panose="020B0604020202020204" pitchFamily="34" charset="0"/>
            </a:endParaRPr>
          </a:p>
        </p:txBody>
      </p:sp>
      <p:sp>
        <p:nvSpPr>
          <p:cNvPr id="8" name="Title 1"/>
          <p:cNvSpPr txBox="1"/>
          <p:nvPr/>
        </p:nvSpPr>
        <p:spPr>
          <a:xfrm>
            <a:off x="1828800" y="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2800" b="1" i="0" u="none" strike="noStrike" kern="1200" cap="none" spc="0" normalizeH="0" baseline="0" noProof="0">
                <a:ln>
                  <a:noFill/>
                </a:ln>
                <a:solidFill>
                  <a:schemeClr val="dk1"/>
                </a:solidFill>
                <a:effectLst/>
                <a:uLnTx/>
                <a:uFillTx/>
                <a:latin typeface="Times New Roman" panose="02020603050405020304" pitchFamily="18" charset="0"/>
                <a:ea typeface="+mn-ea"/>
                <a:cs typeface="Times New Roman" panose="02020603050405020304" pitchFamily="18" charset="0"/>
              </a:rPr>
              <a:t>Old University Question Paper</a:t>
            </a:r>
            <a:endParaRPr kumimoji="0" lang="en-IN" sz="2800" b="1" i="0" u="none" strike="noStrike" kern="1200" cap="none" spc="0" normalizeH="0" baseline="0" noProof="0">
              <a:ln>
                <a:noFill/>
              </a:ln>
              <a:solidFill>
                <a:schemeClr val="dk1"/>
              </a:solidFill>
              <a:effectLst/>
              <a:uLnTx/>
              <a:uFillTx/>
              <a:latin typeface="Times New Roman" panose="02020603050405020304" pitchFamily="18" charset="0"/>
              <a:ea typeface="+mn-ea"/>
              <a:cs typeface="Times New Roman" panose="02020603050405020304" pitchFamily="18" charset="0"/>
            </a:endParaRPr>
          </a:p>
        </p:txBody>
      </p:sp>
      <p:pic>
        <p:nvPicPr>
          <p:cNvPr id="193541" name="Picture 14" descr="NIET"/>
          <p:cNvPicPr>
            <a:picLocks noChangeAspect="1"/>
          </p:cNvPicPr>
          <p:nvPr/>
        </p:nvPicPr>
        <p:blipFill>
          <a:blip r:embed="rId2"/>
          <a:stretch>
            <a:fillRect/>
          </a:stretch>
        </p:blipFill>
        <p:spPr>
          <a:xfrm>
            <a:off x="0" y="-14287"/>
            <a:ext cx="1581150" cy="847725"/>
          </a:xfrm>
          <a:prstGeom prst="rect">
            <a:avLst/>
          </a:prstGeom>
          <a:noFill/>
          <a:ln w="9525">
            <a:noFill/>
          </a:ln>
        </p:spPr>
      </p:pic>
      <p:pic>
        <p:nvPicPr>
          <p:cNvPr id="2" name="Picture 1"/>
          <p:cNvPicPr>
            <a:picLocks noChangeAspect="1"/>
          </p:cNvPicPr>
          <p:nvPr/>
        </p:nvPicPr>
        <p:blipFill>
          <a:blip r:embed="rId3"/>
          <a:stretch>
            <a:fillRect/>
          </a:stretch>
        </p:blipFill>
        <p:spPr>
          <a:xfrm>
            <a:off x="0" y="914400"/>
            <a:ext cx="3696335" cy="5250180"/>
          </a:xfrm>
          <a:prstGeom prst="rect">
            <a:avLst/>
          </a:prstGeom>
        </p:spPr>
      </p:pic>
      <p:pic>
        <p:nvPicPr>
          <p:cNvPr id="3" name="Picture 2"/>
          <p:cNvPicPr>
            <a:picLocks noChangeAspect="1"/>
          </p:cNvPicPr>
          <p:nvPr/>
        </p:nvPicPr>
        <p:blipFill>
          <a:blip r:embed="rId4"/>
          <a:stretch>
            <a:fillRect/>
          </a:stretch>
        </p:blipFill>
        <p:spPr>
          <a:xfrm>
            <a:off x="3886200" y="846455"/>
            <a:ext cx="3803650" cy="5391785"/>
          </a:xfrm>
          <a:prstGeom prst="rect">
            <a:avLst/>
          </a:prstGeom>
        </p:spPr>
      </p:pic>
      <p:pic>
        <p:nvPicPr>
          <p:cNvPr id="7" name="Picture 6"/>
          <p:cNvPicPr>
            <a:picLocks noChangeAspect="1"/>
          </p:cNvPicPr>
          <p:nvPr/>
        </p:nvPicPr>
        <p:blipFill>
          <a:blip r:embed="rId5"/>
          <a:stretch>
            <a:fillRect/>
          </a:stretch>
        </p:blipFill>
        <p:spPr>
          <a:xfrm>
            <a:off x="7859486" y="863443"/>
            <a:ext cx="3964940" cy="5303520"/>
          </a:xfrm>
          <a:prstGeom prst="rect">
            <a:avLst/>
          </a:prstGeom>
        </p:spPr>
      </p:pic>
    </p:spTree>
  </p:cSld>
  <p:clrMapOvr>
    <a:masterClrMapping/>
  </p:clrMapOvr>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txBox="1">
            <a:spLocks noGrp="1"/>
          </p:cNvSpPr>
          <p:nvPr>
            <p:ph type="dt" sz="half" idx="10"/>
          </p:nvPr>
        </p:nvSpPr>
        <p:spPr>
          <a:noFill/>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fld id="{8765F722-518E-4ADF-B8E8-D1C62AB1E81D}" type="datetime1">
              <a:rPr kumimoji="0" lang="en-US" sz="1200" b="0" i="0" u="none" strike="noStrike" kern="1200" cap="none" spc="0" normalizeH="0" baseline="0" noProof="0" smtClean="0">
                <a:ln>
                  <a:noFill/>
                </a:ln>
                <a:solidFill>
                  <a:schemeClr val="tx1">
                    <a:tint val="75000"/>
                  </a:schemeClr>
                </a:solidFill>
                <a:effectLst/>
                <a:uLnTx/>
                <a:uFillTx/>
                <a:latin typeface="+mn-lt"/>
                <a:ea typeface="+mn-ea"/>
                <a:cs typeface="+mn-cs"/>
              </a:rPr>
              <a:t>2/28/2025</a:t>
            </a:fld>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txBox="1">
            <a:spLocks noGrp="1"/>
          </p:cNvSpPr>
          <p:nvPr>
            <p:ph type="ftr" sz="quarter" idx="11"/>
          </p:nvPr>
        </p:nvSpPr>
        <p:spPr>
          <a:xfrm>
            <a:off x="4038600" y="6356350"/>
            <a:ext cx="5556250" cy="365125"/>
          </a:xfrm>
          <a:noFill/>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Mr. Raj u  UNIT-2 ACSAI0617 Programming For Data Analytics</a:t>
            </a:r>
          </a:p>
        </p:txBody>
      </p:sp>
      <p:sp>
        <p:nvSpPr>
          <p:cNvPr id="193539" name="Slide Number Placeholder 5"/>
          <p:cNvSpPr>
            <a:spLocks noGrp="1"/>
          </p:cNvSpPr>
          <p:nvPr>
            <p:ph type="sldNum" sz="quarter" idx="12"/>
          </p:nvPr>
        </p:nvSpPr>
        <p:spPr>
          <a:noFill/>
          <a:ln>
            <a:noFill/>
          </a:ln>
        </p:spPr>
        <p:txBody>
          <a:bodyPr wrap="square" lIns="91440" tIns="45720" rIns="91440" bIns="45720"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buFontTx/>
            </a:pPr>
            <a:fld id="{9A0DB2DC-4C9A-4742-B13C-FB6460FD3503}" type="slidenum">
              <a:rPr lang="en-US" altLang="en-US" sz="1200" dirty="0">
                <a:solidFill>
                  <a:srgbClr val="898989"/>
                </a:solidFill>
                <a:latin typeface="Calibri" panose="020F0502020204030204" pitchFamily="34" charset="0"/>
              </a:rPr>
              <a:t>123</a:t>
            </a:fld>
            <a:endParaRPr lang="en-US" altLang="en-US" sz="1200">
              <a:solidFill>
                <a:srgbClr val="898989"/>
              </a:solidFill>
              <a:latin typeface="Calibri" panose="020F0502020204030204" pitchFamily="34" charset="0"/>
              <a:ea typeface="Arial" panose="020B0604020202020204" pitchFamily="34" charset="0"/>
            </a:endParaRPr>
          </a:p>
        </p:txBody>
      </p:sp>
      <p:sp>
        <p:nvSpPr>
          <p:cNvPr id="8" name="Title 1"/>
          <p:cNvSpPr txBox="1"/>
          <p:nvPr/>
        </p:nvSpPr>
        <p:spPr>
          <a:xfrm>
            <a:off x="1828800" y="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2800" b="1" i="0" u="none" strike="noStrike" kern="1200" cap="none" spc="0" normalizeH="0" baseline="0" noProof="0">
                <a:ln>
                  <a:noFill/>
                </a:ln>
                <a:solidFill>
                  <a:schemeClr val="dk1"/>
                </a:solidFill>
                <a:effectLst/>
                <a:uLnTx/>
                <a:uFillTx/>
                <a:latin typeface="Times New Roman" panose="02020603050405020304" pitchFamily="18" charset="0"/>
                <a:ea typeface="+mn-ea"/>
                <a:cs typeface="Times New Roman" panose="02020603050405020304" pitchFamily="18" charset="0"/>
              </a:rPr>
              <a:t>Old University Question Paper</a:t>
            </a:r>
            <a:endParaRPr kumimoji="0" lang="en-IN" sz="2800" b="1" i="0" u="none" strike="noStrike" kern="1200" cap="none" spc="0" normalizeH="0" baseline="0" noProof="0">
              <a:ln>
                <a:noFill/>
              </a:ln>
              <a:solidFill>
                <a:schemeClr val="dk1"/>
              </a:solidFill>
              <a:effectLst/>
              <a:uLnTx/>
              <a:uFillTx/>
              <a:latin typeface="Times New Roman" panose="02020603050405020304" pitchFamily="18" charset="0"/>
              <a:ea typeface="+mn-ea"/>
              <a:cs typeface="Times New Roman" panose="02020603050405020304" pitchFamily="18" charset="0"/>
            </a:endParaRPr>
          </a:p>
        </p:txBody>
      </p:sp>
      <p:pic>
        <p:nvPicPr>
          <p:cNvPr id="193541" name="Picture 14" descr="NIET"/>
          <p:cNvPicPr>
            <a:picLocks noChangeAspect="1"/>
          </p:cNvPicPr>
          <p:nvPr/>
        </p:nvPicPr>
        <p:blipFill>
          <a:blip r:embed="rId2"/>
          <a:stretch>
            <a:fillRect/>
          </a:stretch>
        </p:blipFill>
        <p:spPr>
          <a:xfrm>
            <a:off x="0" y="-14287"/>
            <a:ext cx="1581150" cy="847725"/>
          </a:xfrm>
          <a:prstGeom prst="rect">
            <a:avLst/>
          </a:prstGeom>
          <a:noFill/>
          <a:ln w="9525">
            <a:noFill/>
          </a:ln>
        </p:spPr>
      </p:pic>
      <p:sp>
        <p:nvSpPr>
          <p:cNvPr id="193542" name="Content Placeholder 1"/>
          <p:cNvSpPr>
            <a:spLocks noGrp="1"/>
          </p:cNvSpPr>
          <p:nvPr>
            <p:ph idx="1"/>
          </p:nvPr>
        </p:nvSpPr>
        <p:spPr>
          <a:xfrm>
            <a:off x="5742305" y="990600"/>
            <a:ext cx="5992495" cy="436880"/>
          </a:xfrm>
        </p:spPr>
        <p:txBody>
          <a:bodyPr vert="horz" wrap="square" lIns="91440" tIns="45720" rIns="91440" bIns="45720" anchor="t" anchorCtr="0"/>
          <a:lstStyle/>
          <a:p>
            <a:r>
              <a:rPr lang="en-US" altLang="en-IN" sz="2000" b="1"/>
              <a:t>Link to download Paper: </a:t>
            </a:r>
            <a:r>
              <a:rPr lang="en-IN" altLang="en-US" sz="2000"/>
              <a:t>https://www.niet.co.in/pdf/previous-years/2022-23/6th-Semester-2022-2023/ACSAI0617.pdf</a:t>
            </a:r>
          </a:p>
          <a:p>
            <a:endParaRPr lang="en-IN" altLang="en-US" sz="2000"/>
          </a:p>
        </p:txBody>
      </p:sp>
      <p:pic>
        <p:nvPicPr>
          <p:cNvPr id="6" name="Picture 5"/>
          <p:cNvPicPr>
            <a:picLocks noChangeAspect="1"/>
          </p:cNvPicPr>
          <p:nvPr/>
        </p:nvPicPr>
        <p:blipFill>
          <a:blip r:embed="rId3"/>
          <a:stretch>
            <a:fillRect/>
          </a:stretch>
        </p:blipFill>
        <p:spPr>
          <a:xfrm>
            <a:off x="228600" y="855345"/>
            <a:ext cx="3993515" cy="5534025"/>
          </a:xfrm>
          <a:prstGeom prst="rect">
            <a:avLst/>
          </a:prstGeom>
        </p:spPr>
      </p:pic>
    </p:spTree>
  </p:cSld>
  <p:clrMapOvr>
    <a:masterClrMapping/>
  </p:clrMapOvr>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IN"/>
              <a:t>25-12-2022</a:t>
            </a:r>
            <a:endParaRPr lang="en-US"/>
          </a:p>
        </p:txBody>
      </p:sp>
      <p:sp>
        <p:nvSpPr>
          <p:cNvPr id="5" name="Footer Placeholder 4"/>
          <p:cNvSpPr>
            <a:spLocks noGrp="1"/>
          </p:cNvSpPr>
          <p:nvPr>
            <p:ph type="ftr" sz="quarter" idx="11"/>
          </p:nvPr>
        </p:nvSpPr>
        <p:spPr/>
        <p:txBody>
          <a:bodyPr/>
          <a:lstStyle/>
          <a:p>
            <a:pPr>
              <a:defRPr/>
            </a:pPr>
            <a:r>
              <a:rPr lang="en-US"/>
              <a:t>Barkha Bhardwaj                    ACSAI0617 Programming For Data Analytics                    UNIT - 3</a:t>
            </a:r>
          </a:p>
        </p:txBody>
      </p:sp>
      <p:sp>
        <p:nvSpPr>
          <p:cNvPr id="194565"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5FB407C-575A-EC42-AE73-00318C1BC05D}" type="slidenum">
              <a:rPr lang="en-US" altLang="en-US" sz="1200" smtClean="0">
                <a:solidFill>
                  <a:srgbClr val="898989"/>
                </a:solidFill>
              </a:rPr>
              <a:t>124</a:t>
            </a:fld>
            <a:endParaRPr lang="en-US" altLang="en-US" sz="1200">
              <a:solidFill>
                <a:srgbClr val="898989"/>
              </a:solidFill>
            </a:endParaRPr>
          </a:p>
        </p:txBody>
      </p:sp>
      <p:sp>
        <p:nvSpPr>
          <p:cNvPr id="8" name="Title 1"/>
          <p:cNvSpPr txBox="1"/>
          <p:nvPr/>
        </p:nvSpPr>
        <p:spPr>
          <a:xfrm>
            <a:off x="1828800" y="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b="1">
                <a:latin typeface="Times New Roman" panose="02020603050405020304" pitchFamily="18" charset="0"/>
                <a:cs typeface="Times New Roman" panose="02020603050405020304" pitchFamily="18" charset="0"/>
              </a:rPr>
              <a:t>Expected Questions</a:t>
            </a:r>
          </a:p>
        </p:txBody>
      </p:sp>
      <p:pic>
        <p:nvPicPr>
          <p:cNvPr id="194567"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7526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 name="Table 1"/>
          <p:cNvGraphicFramePr/>
          <p:nvPr/>
        </p:nvGraphicFramePr>
        <p:xfrm>
          <a:off x="1369060" y="847725"/>
          <a:ext cx="10213340" cy="4769485"/>
        </p:xfrm>
        <a:graphic>
          <a:graphicData uri="http://schemas.openxmlformats.org/drawingml/2006/table">
            <a:tbl>
              <a:tblPr/>
              <a:tblGrid>
                <a:gridCol w="10213340">
                  <a:extLst>
                    <a:ext uri="{9D8B030D-6E8A-4147-A177-3AD203B41FA5}">
                      <a16:colId xmlns:a16="http://schemas.microsoft.com/office/drawing/2014/main" val="20000"/>
                    </a:ext>
                  </a:extLst>
                </a:gridCol>
              </a:tblGrid>
              <a:tr h="393700">
                <a:tc>
                  <a:txBody>
                    <a:bodyPr/>
                    <a:lstStyle/>
                    <a:p>
                      <a:pPr marL="285750" indent="-285750">
                        <a:lnSpc>
                          <a:spcPct val="100000"/>
                        </a:lnSpc>
                        <a:buFont typeface="Arial" panose="020B0604020202020204" pitchFamily="34" charset="0"/>
                        <a:buChar char="•"/>
                      </a:pPr>
                      <a:r>
                        <a:rPr lang="en-US" sz="1600" b="0">
                          <a:solidFill>
                            <a:srgbClr val="000000"/>
                          </a:solidFill>
                          <a:latin typeface="Arial" panose="020B0604020202020204" charset="-122"/>
                        </a:rPr>
                        <a:t>Explain Comparison Logical Operator with example.</a:t>
                      </a:r>
                    </a:p>
                  </a:txBody>
                  <a:tcPr marL="12700" marR="12700" marT="12700" anchor="b">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0"/>
                  </a:ext>
                </a:extLst>
              </a:tr>
              <a:tr h="392430">
                <a:tc>
                  <a:txBody>
                    <a:bodyPr/>
                    <a:lstStyle/>
                    <a:p>
                      <a:pPr marL="285750" indent="-285750">
                        <a:lnSpc>
                          <a:spcPct val="100000"/>
                        </a:lnSpc>
                        <a:buFont typeface="Arial" panose="020B0604020202020204" pitchFamily="34" charset="0"/>
                        <a:buChar char="•"/>
                      </a:pPr>
                      <a:r>
                        <a:rPr lang="en-US" sz="1600" b="0">
                          <a:solidFill>
                            <a:srgbClr val="000000"/>
                          </a:solidFill>
                          <a:latin typeface="Arial" panose="020B0604020202020204" charset="-122"/>
                        </a:rPr>
                        <a:t>Explain Comparison Query Operator with example.</a:t>
                      </a:r>
                    </a:p>
                  </a:txBody>
                  <a:tcPr marL="12700" marR="12700" marT="12700" anchor="b">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1"/>
                  </a:ext>
                </a:extLst>
              </a:tr>
              <a:tr h="393700">
                <a:tc>
                  <a:txBody>
                    <a:bodyPr/>
                    <a:lstStyle/>
                    <a:p>
                      <a:pPr marL="285750" indent="-285750">
                        <a:lnSpc>
                          <a:spcPct val="100000"/>
                        </a:lnSpc>
                        <a:buFont typeface="Arial" panose="020B0604020202020204" pitchFamily="34" charset="0"/>
                        <a:buChar char="•"/>
                      </a:pPr>
                      <a:r>
                        <a:rPr lang="en-US" sz="1600" b="0">
                          <a:solidFill>
                            <a:srgbClr val="000000"/>
                          </a:solidFill>
                          <a:latin typeface="Arial" panose="020B0604020202020204" charset="-122"/>
                        </a:rPr>
                        <a:t>Explain MongoDB Shell commands with syntax and example.</a:t>
                      </a:r>
                    </a:p>
                  </a:txBody>
                  <a:tcPr marL="12700" marR="12700" marT="12700" anchor="b">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2"/>
                  </a:ext>
                </a:extLst>
              </a:tr>
              <a:tr h="393065">
                <a:tc>
                  <a:txBody>
                    <a:bodyPr/>
                    <a:lstStyle/>
                    <a:p>
                      <a:pPr marL="285750" indent="-285750">
                        <a:lnSpc>
                          <a:spcPct val="100000"/>
                        </a:lnSpc>
                        <a:buFont typeface="Arial" panose="020B0604020202020204" pitchFamily="34" charset="0"/>
                        <a:buChar char="•"/>
                      </a:pPr>
                      <a:r>
                        <a:rPr lang="en-US" sz="1600" b="0">
                          <a:solidFill>
                            <a:srgbClr val="000000"/>
                          </a:solidFill>
                          <a:latin typeface="Arial" panose="020B0604020202020204" charset="-122"/>
                        </a:rPr>
                        <a:t>How does MongoDB ensure the availability of Data? Explain with example.</a:t>
                      </a:r>
                    </a:p>
                  </a:txBody>
                  <a:tcPr marL="12700" marR="12700" marT="12700" anchor="b">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3"/>
                  </a:ext>
                </a:extLst>
              </a:tr>
              <a:tr h="408305">
                <a:tc>
                  <a:txBody>
                    <a:bodyPr/>
                    <a:lstStyle/>
                    <a:p>
                      <a:pPr marL="285750" indent="-285750">
                        <a:lnSpc>
                          <a:spcPct val="100000"/>
                        </a:lnSpc>
                        <a:buFont typeface="Arial" panose="020B0604020202020204" pitchFamily="34" charset="0"/>
                        <a:buChar char="•"/>
                      </a:pPr>
                      <a:r>
                        <a:rPr lang="en-US" sz="1600" b="0">
                          <a:solidFill>
                            <a:srgbClr val="000000"/>
                          </a:solidFill>
                          <a:latin typeface="Arial" panose="020B0604020202020204" charset="-122"/>
                        </a:rPr>
                        <a:t>Compare the features of MongoDB with RDBMS</a:t>
                      </a:r>
                    </a:p>
                  </a:txBody>
                  <a:tcPr marL="12700" marR="12700" marT="12700" anchor="b">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4"/>
                  </a:ext>
                </a:extLst>
              </a:tr>
              <a:tr h="393065">
                <a:tc>
                  <a:txBody>
                    <a:bodyPr/>
                    <a:lstStyle/>
                    <a:p>
                      <a:pPr marL="285750" indent="-285750">
                        <a:lnSpc>
                          <a:spcPct val="100000"/>
                        </a:lnSpc>
                        <a:buFont typeface="Arial" panose="020B0604020202020204" pitchFamily="34" charset="0"/>
                        <a:buChar char="•"/>
                      </a:pPr>
                      <a:r>
                        <a:rPr lang="en-US" sz="1600" b="0">
                          <a:solidFill>
                            <a:srgbClr val="000000"/>
                          </a:solidFill>
                          <a:latin typeface="Arial" panose="020B0604020202020204" charset="-122"/>
                        </a:rPr>
                        <a:t>Explain the features of MongoDB.</a:t>
                      </a:r>
                    </a:p>
                  </a:txBody>
                  <a:tcPr marL="12700" marR="12700" marT="12700" anchor="b">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5"/>
                  </a:ext>
                </a:extLst>
              </a:tr>
              <a:tr h="393065">
                <a:tc>
                  <a:txBody>
                    <a:bodyPr/>
                    <a:lstStyle/>
                    <a:p>
                      <a:pPr marL="285750" indent="-285750">
                        <a:lnSpc>
                          <a:spcPct val="100000"/>
                        </a:lnSpc>
                        <a:buFont typeface="Arial" panose="020B0604020202020204" pitchFamily="34" charset="0"/>
                        <a:buChar char="•"/>
                      </a:pPr>
                      <a:r>
                        <a:rPr lang="en-US" sz="1600" b="0">
                          <a:solidFill>
                            <a:srgbClr val="000000"/>
                          </a:solidFill>
                          <a:latin typeface="Arial" panose="020B0604020202020204" charset="-122"/>
                        </a:rPr>
                        <a:t>Explain difference between group by and order by with example in respect of SQLite.</a:t>
                      </a:r>
                    </a:p>
                  </a:txBody>
                  <a:tcPr marL="12700" marR="12700" marT="12700" anchor="b">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6"/>
                  </a:ext>
                </a:extLst>
              </a:tr>
              <a:tr h="393700">
                <a:tc>
                  <a:txBody>
                    <a:bodyPr/>
                    <a:lstStyle/>
                    <a:p>
                      <a:pPr marL="285750" indent="-285750">
                        <a:lnSpc>
                          <a:spcPct val="100000"/>
                        </a:lnSpc>
                        <a:buFont typeface="Arial" panose="020B0604020202020204" pitchFamily="34" charset="0"/>
                        <a:buChar char="•"/>
                      </a:pPr>
                      <a:r>
                        <a:rPr lang="en-US" sz="1600" b="0">
                          <a:solidFill>
                            <a:srgbClr val="000000"/>
                          </a:solidFill>
                          <a:latin typeface="Arial" panose="020B0604020202020204" charset="-122"/>
                        </a:rPr>
                        <a:t>Explain cursor object? How does is help in SQLite database connection ? </a:t>
                      </a:r>
                    </a:p>
                  </a:txBody>
                  <a:tcPr marL="12700" marR="12700" marT="12700" anchor="b">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7"/>
                  </a:ext>
                </a:extLst>
              </a:tr>
              <a:tr h="427355">
                <a:tc>
                  <a:txBody>
                    <a:bodyPr/>
                    <a:lstStyle/>
                    <a:p>
                      <a:pPr marL="285750" indent="-285750">
                        <a:lnSpc>
                          <a:spcPct val="100000"/>
                        </a:lnSpc>
                        <a:buFont typeface="Arial" panose="020B0604020202020204" pitchFamily="34" charset="0"/>
                        <a:buChar char="•"/>
                      </a:pPr>
                      <a:r>
                        <a:rPr lang="en-US" sz="1600" b="0">
                          <a:solidFill>
                            <a:srgbClr val="000000"/>
                          </a:solidFill>
                          <a:latin typeface="Arial" panose="020B0604020202020204" charset="-122"/>
                        </a:rPr>
                        <a:t>Explain how can you delete or add columns from an existing table in SQLite?</a:t>
                      </a:r>
                    </a:p>
                  </a:txBody>
                  <a:tcPr marL="12700" marR="12700" marT="12700" anchor="b">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8"/>
                  </a:ext>
                </a:extLst>
              </a:tr>
              <a:tr h="393700">
                <a:tc>
                  <a:txBody>
                    <a:bodyPr/>
                    <a:lstStyle/>
                    <a:p>
                      <a:pPr marL="285750" indent="-285750" algn="l">
                        <a:buClrTx/>
                        <a:buSzTx/>
                        <a:buFont typeface="Arial" panose="020B0604020202020204" pitchFamily="34" charset="0"/>
                        <a:buChar char="•"/>
                      </a:pPr>
                      <a:r>
                        <a:rPr lang="en-US" sz="1600" b="0">
                          <a:solidFill>
                            <a:srgbClr val="000000"/>
                          </a:solidFill>
                          <a:latin typeface="Arial" panose="020B0604020202020204" charset="-122"/>
                        </a:rPr>
                        <a:t>What are NoSQL databases? What are the different types of NoSQL databases?</a:t>
                      </a:r>
                    </a:p>
                  </a:txBody>
                  <a:tcPr marL="12700" marR="12700" marT="12700" anchor="b">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9"/>
                  </a:ext>
                </a:extLst>
              </a:tr>
              <a:tr h="393700">
                <a:tc>
                  <a:txBody>
                    <a:bodyPr/>
                    <a:lstStyle/>
                    <a:p>
                      <a:pPr marL="285750" indent="-285750" algn="l">
                        <a:buClrTx/>
                        <a:buSzTx/>
                        <a:buFont typeface="Arial" panose="020B0604020202020204" pitchFamily="34" charset="0"/>
                        <a:buChar char="•"/>
                      </a:pPr>
                      <a:r>
                        <a:rPr lang="en-US" sz="1600" b="0">
                          <a:solidFill>
                            <a:srgbClr val="000000"/>
                          </a:solidFill>
                          <a:latin typeface="Arial" panose="020B0604020202020204" charset="-122"/>
                        </a:rPr>
                        <a:t>Does MongoDB support ACID Transaction? Define ACID Transaction?</a:t>
                      </a:r>
                    </a:p>
                  </a:txBody>
                  <a:tcPr marL="12700" marR="12700" marT="12700" anchor="b">
                    <a:lnL>
                      <a:noFill/>
                    </a:lnL>
                    <a:lnR>
                      <a:noFill/>
                    </a:lnR>
                    <a:lnT>
                      <a:noFill/>
                    </a:lnT>
                    <a:lnB>
                      <a:noFill/>
                    </a:lnB>
                    <a:lnTlToBr>
                      <a:noFill/>
                    </a:lnTlToBr>
                    <a:lnBlToTr>
                      <a:noFill/>
                    </a:lnBlToTr>
                  </a:tcPr>
                </a:tc>
                <a:extLst>
                  <a:ext uri="{0D108BD9-81ED-4DB2-BD59-A6C34878D82A}">
                    <a16:rowId xmlns:a16="http://schemas.microsoft.com/office/drawing/2014/main" val="10010"/>
                  </a:ext>
                </a:extLst>
              </a:tr>
              <a:tr h="393700">
                <a:tc>
                  <a:txBody>
                    <a:bodyPr/>
                    <a:lstStyle/>
                    <a:p>
                      <a:pPr marL="285750" indent="-285750" algn="l">
                        <a:buClrTx/>
                        <a:buSzTx/>
                        <a:buFont typeface="Arial" panose="020B0604020202020204" pitchFamily="34" charset="0"/>
                        <a:buChar char="•"/>
                      </a:pPr>
                      <a:r>
                        <a:rPr lang="en-US" sz="1600" b="0">
                          <a:solidFill>
                            <a:srgbClr val="000000"/>
                          </a:solidFill>
                          <a:latin typeface="Arial" panose="020B0604020202020204" charset="-122"/>
                        </a:rPr>
                        <a:t>What are the aggregate functions of MongoDB?</a:t>
                      </a:r>
                    </a:p>
                  </a:txBody>
                  <a:tcPr marL="12700" marR="12700" marT="12700" anchor="b">
                    <a:lnL>
                      <a:noFill/>
                    </a:lnL>
                    <a:lnR>
                      <a:noFill/>
                    </a:lnR>
                    <a:lnT>
                      <a:noFill/>
                    </a:lnT>
                    <a:lnB>
                      <a:noFill/>
                    </a:lnB>
                    <a:lnTlToBr>
                      <a:noFill/>
                    </a:lnTlToBr>
                    <a:lnBlToTr>
                      <a:noFill/>
                    </a:lnBlToTr>
                  </a:tcPr>
                </a:tc>
                <a:extLst>
                  <a:ext uri="{0D108BD9-81ED-4DB2-BD59-A6C34878D82A}">
                    <a16:rowId xmlns:a16="http://schemas.microsoft.com/office/drawing/2014/main" val="10011"/>
                  </a:ext>
                </a:extLst>
              </a:tr>
            </a:tbl>
          </a:graphicData>
        </a:graphic>
      </p:graphicFrame>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990600"/>
            <a:ext cx="10972800" cy="5135563"/>
          </a:xfrm>
        </p:spPr>
        <p:txBody>
          <a:bodyPr>
            <a:normAutofit/>
          </a:bodyPr>
          <a:lstStyle/>
          <a:p>
            <a:pPr>
              <a:buFont typeface="Arial" panose="020B0604020202020204" pitchFamily="34" charset="0"/>
              <a:buAutoNum type="arabicPeriod"/>
              <a:defRPr/>
            </a:pPr>
            <a:endParaRPr lang="en-US" sz="1000"/>
          </a:p>
          <a:p>
            <a:pPr marL="0" indent="0">
              <a:buFont typeface="Arial" panose="020B0604020202020204" pitchFamily="34" charset="0"/>
              <a:buNone/>
              <a:defRPr/>
            </a:pPr>
            <a:endParaRPr lang="en-IN" sz="1400" b="1">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quarter" idx="10"/>
          </p:nvPr>
        </p:nvSpPr>
        <p:spPr/>
        <p:txBody>
          <a:bodyPr/>
          <a:lstStyle/>
          <a:p>
            <a:pPr>
              <a:defRPr/>
            </a:pPr>
            <a:r>
              <a:rPr lang="en-IN"/>
              <a:t>25-12-2022</a:t>
            </a:r>
            <a:endParaRPr lang="en-US"/>
          </a:p>
        </p:txBody>
      </p:sp>
      <p:sp>
        <p:nvSpPr>
          <p:cNvPr id="5" name="Footer Placeholder 4"/>
          <p:cNvSpPr>
            <a:spLocks noGrp="1"/>
          </p:cNvSpPr>
          <p:nvPr>
            <p:ph type="ftr" sz="quarter" idx="11"/>
          </p:nvPr>
        </p:nvSpPr>
        <p:spPr/>
        <p:txBody>
          <a:bodyPr/>
          <a:lstStyle/>
          <a:p>
            <a:pPr>
              <a:defRPr/>
            </a:pPr>
            <a:r>
              <a:rPr lang="en-US"/>
              <a:t>Barkha Bhardwaj                    ACSAI0617 Programming For Data Analytics                    UNIT - 3</a:t>
            </a:r>
          </a:p>
        </p:txBody>
      </p:sp>
      <p:sp>
        <p:nvSpPr>
          <p:cNvPr id="19558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BA1F8BD-66F0-DB45-AB2A-FD10734CCAC1}" type="slidenum">
              <a:rPr lang="en-US" altLang="en-US" sz="1200" smtClean="0">
                <a:solidFill>
                  <a:srgbClr val="898989"/>
                </a:solidFill>
              </a:rPr>
              <a:t>125</a:t>
            </a:fld>
            <a:endParaRPr lang="en-US" altLang="en-US" sz="1200">
              <a:solidFill>
                <a:srgbClr val="898989"/>
              </a:solidFill>
            </a:endParaRPr>
          </a:p>
        </p:txBody>
      </p:sp>
      <p:sp>
        <p:nvSpPr>
          <p:cNvPr id="8" name="Title 1"/>
          <p:cNvSpPr txBox="1"/>
          <p:nvPr/>
        </p:nvSpPr>
        <p:spPr>
          <a:xfrm>
            <a:off x="1828800" y="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b="1">
                <a:latin typeface="Times New Roman" panose="02020603050405020304" pitchFamily="18" charset="0"/>
                <a:cs typeface="Times New Roman" panose="02020603050405020304" pitchFamily="18" charset="0"/>
              </a:rPr>
              <a:t>Recap of Unit</a:t>
            </a:r>
          </a:p>
        </p:txBody>
      </p:sp>
      <p:sp>
        <p:nvSpPr>
          <p:cNvPr id="175111" name="TextBox 8"/>
          <p:cNvSpPr txBox="1">
            <a:spLocks noChangeArrowheads="1"/>
          </p:cNvSpPr>
          <p:nvPr/>
        </p:nvSpPr>
        <p:spPr bwMode="auto">
          <a:xfrm>
            <a:off x="609600" y="1133475"/>
            <a:ext cx="10972800" cy="2197525"/>
          </a:xfrm>
          <a:prstGeom prst="rect">
            <a:avLst/>
          </a:prstGeom>
          <a:noFill/>
          <a:ln>
            <a:noFill/>
          </a:ln>
        </p:spPr>
        <p:txBody>
          <a:bodyPr>
            <a:spAutoFit/>
          </a:bodyPr>
          <a:lstStyle>
            <a:lvl1pPr marL="285750" indent="-2857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r>
              <a:rPr lang="en-US" sz="2400"/>
              <a:t>Reading and writing operations are very fast for SQLite database. It is faster than File system.</a:t>
            </a:r>
          </a:p>
          <a:p>
            <a:r>
              <a:rPr lang="en-US" sz="2400"/>
              <a:t>It only loads the data which is needed, rather than reading the entire file and hold it in memory.</a:t>
            </a:r>
          </a:p>
          <a:p>
            <a:pPr algn="just">
              <a:lnSpc>
                <a:spcPct val="150000"/>
              </a:lnSpc>
              <a:spcBef>
                <a:spcPct val="0"/>
              </a:spcBef>
              <a:defRPr/>
            </a:pPr>
            <a:endParaRPr lang="en-US" sz="2400">
              <a:solidFill>
                <a:srgbClr val="1A1A1A"/>
              </a:solidFill>
              <a:latin typeface="+mn-lt"/>
            </a:endParaRPr>
          </a:p>
        </p:txBody>
      </p:sp>
      <p:pic>
        <p:nvPicPr>
          <p:cNvPr id="195592"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7526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286000" y="6356350"/>
            <a:ext cx="7772400" cy="501650"/>
          </a:xfrm>
        </p:spPr>
        <p:txBody>
          <a:bodyPr/>
          <a:lstStyle/>
          <a:p>
            <a:pPr>
              <a:defRPr/>
            </a:pPr>
            <a:r>
              <a:rPr lang="en-US">
                <a:solidFill>
                  <a:schemeClr val="tx1"/>
                </a:solidFill>
              </a:rPr>
              <a:t>Barkha Bhardwaj                    ACSAI0617 Programming For Data Analytics                    UNIT - 3</a:t>
            </a:r>
          </a:p>
        </p:txBody>
      </p:sp>
      <p:graphicFrame>
        <p:nvGraphicFramePr>
          <p:cNvPr id="8" name="Content Placeholder 7"/>
          <p:cNvGraphicFramePr>
            <a:graphicFrameLocks noGrp="1"/>
          </p:cNvGraphicFramePr>
          <p:nvPr>
            <p:ph idx="1"/>
          </p:nvPr>
        </p:nvGraphicFramePr>
        <p:xfrm>
          <a:off x="406400" y="1030288"/>
          <a:ext cx="11582400" cy="4802186"/>
        </p:xfrm>
        <a:graphic>
          <a:graphicData uri="http://schemas.openxmlformats.org/drawingml/2006/table">
            <a:tbl>
              <a:tblPr firstRow="1" firstCol="1" bandRow="1">
                <a:tableStyleId>{BDBED569-4797-4DF1-A0F4-6AAB3CD982D8}</a:tableStyleId>
              </a:tblPr>
              <a:tblGrid>
                <a:gridCol w="11582400">
                  <a:extLst>
                    <a:ext uri="{9D8B030D-6E8A-4147-A177-3AD203B41FA5}">
                      <a16:colId xmlns:a16="http://schemas.microsoft.com/office/drawing/2014/main" val="20000"/>
                    </a:ext>
                  </a:extLst>
                </a:gridCol>
              </a:tblGrid>
              <a:tr h="496532">
                <a:tc>
                  <a:txBody>
                    <a:bodyPr/>
                    <a:lstStyle/>
                    <a:p>
                      <a:pPr marL="0" marR="0" algn="just">
                        <a:lnSpc>
                          <a:spcPct val="115000"/>
                        </a:lnSpc>
                        <a:spcBef>
                          <a:spcPts val="0"/>
                        </a:spcBef>
                        <a:spcAft>
                          <a:spcPts val="0"/>
                        </a:spcAft>
                        <a:tabLst>
                          <a:tab pos="1533525" algn="l"/>
                        </a:tabLst>
                      </a:pPr>
                      <a:r>
                        <a:rPr lang="en-US" sz="1600">
                          <a:effectLst/>
                        </a:rPr>
                        <a:t>Text Books:</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T="0" marB="0"/>
                </a:tc>
                <a:extLst>
                  <a:ext uri="{0D108BD9-81ED-4DB2-BD59-A6C34878D82A}">
                    <a16:rowId xmlns:a16="http://schemas.microsoft.com/office/drawing/2014/main" val="10000"/>
                  </a:ext>
                </a:extLst>
              </a:tr>
              <a:tr h="701975">
                <a:tc>
                  <a:txBody>
                    <a:bodyPr/>
                    <a:lstStyle/>
                    <a:p>
                      <a:r>
                        <a:rPr lang="en-US" sz="1600">
                          <a:effectLst/>
                        </a:rPr>
                        <a:t>(1) </a:t>
                      </a:r>
                      <a:r>
                        <a:rPr lang="en-US" sz="1800" b="0" i="0" u="none" strike="noStrike" kern="1200" baseline="0">
                          <a:solidFill>
                            <a:schemeClr val="tx1"/>
                          </a:solidFill>
                          <a:latin typeface="+mn-lt"/>
                          <a:ea typeface="+mn-ea"/>
                          <a:cs typeface="+mn-cs"/>
                        </a:rPr>
                        <a:t>Glenn J. Myatt, Making sense of Data: A practical Guide to Exploratory Data Analysis and Data Mining, John</a:t>
                      </a:r>
                    </a:p>
                    <a:p>
                      <a:r>
                        <a:rPr lang="en-IN" sz="1800" b="0" i="0" u="none" strike="noStrike" kern="1200" baseline="0">
                          <a:solidFill>
                            <a:schemeClr val="tx1"/>
                          </a:solidFill>
                          <a:latin typeface="+mn-lt"/>
                          <a:ea typeface="+mn-ea"/>
                          <a:cs typeface="+mn-cs"/>
                        </a:rPr>
                        <a:t>Wiley Publishers, 2007.</a:t>
                      </a:r>
                      <a:endParaRPr lang="en-IN" sz="1600">
                        <a:effectLst/>
                        <a:latin typeface="Calibri" panose="020F0502020204030204" pitchFamily="34" charset="0"/>
                        <a:ea typeface="Calibri" panose="020F0502020204030204" pitchFamily="34" charset="0"/>
                        <a:cs typeface="Mangal" panose="02040503050203030202" pitchFamily="18" charset="0"/>
                      </a:endParaRPr>
                    </a:p>
                  </a:txBody>
                  <a:tcPr marT="0" marB="0"/>
                </a:tc>
                <a:extLst>
                  <a:ext uri="{0D108BD9-81ED-4DB2-BD59-A6C34878D82A}">
                    <a16:rowId xmlns:a16="http://schemas.microsoft.com/office/drawing/2014/main" val="10001"/>
                  </a:ext>
                </a:extLst>
              </a:tr>
              <a:tr h="549446">
                <a:tc>
                  <a:txBody>
                    <a:bodyPr/>
                    <a:lstStyle/>
                    <a:p>
                      <a:pPr marL="0" lvl="0" indent="0" algn="just">
                        <a:lnSpc>
                          <a:spcPct val="115000"/>
                        </a:lnSpc>
                        <a:spcAft>
                          <a:spcPts val="1000"/>
                        </a:spcAft>
                        <a:buFont typeface="+mj-lt"/>
                        <a:buNone/>
                      </a:pPr>
                      <a:r>
                        <a:rPr lang="en-US" sz="1600">
                          <a:effectLst/>
                        </a:rPr>
                        <a:t>(2) </a:t>
                      </a:r>
                      <a:r>
                        <a:rPr lang="en-US" sz="1800" b="0" i="0" u="none" strike="noStrike" kern="1200" baseline="0">
                          <a:solidFill>
                            <a:schemeClr val="tx1"/>
                          </a:solidFill>
                          <a:latin typeface="+mn-lt"/>
                          <a:ea typeface="+mn-ea"/>
                          <a:cs typeface="+mn-cs"/>
                        </a:rPr>
                        <a:t>Learning TensorFlow by Tom Hope, </a:t>
                      </a:r>
                      <a:r>
                        <a:rPr lang="en-US" sz="1800" b="0" i="0" u="none" strike="noStrike" kern="1200" baseline="0" err="1">
                          <a:solidFill>
                            <a:schemeClr val="tx1"/>
                          </a:solidFill>
                          <a:latin typeface="+mn-lt"/>
                          <a:ea typeface="+mn-ea"/>
                          <a:cs typeface="+mn-cs"/>
                        </a:rPr>
                        <a:t>Yehezkel</a:t>
                      </a:r>
                      <a:r>
                        <a:rPr lang="en-US" sz="1800" b="0" i="0" u="none" strike="noStrike" kern="1200" baseline="0">
                          <a:solidFill>
                            <a:schemeClr val="tx1"/>
                          </a:solidFill>
                          <a:latin typeface="+mn-lt"/>
                          <a:ea typeface="+mn-ea"/>
                          <a:cs typeface="+mn-cs"/>
                        </a:rPr>
                        <a:t> S. </a:t>
                      </a:r>
                      <a:r>
                        <a:rPr lang="en-US" sz="1800" b="0" i="0" u="none" strike="noStrike" kern="1200" baseline="0" err="1">
                          <a:solidFill>
                            <a:schemeClr val="tx1"/>
                          </a:solidFill>
                          <a:latin typeface="+mn-lt"/>
                          <a:ea typeface="+mn-ea"/>
                          <a:cs typeface="+mn-cs"/>
                        </a:rPr>
                        <a:t>Resheff</a:t>
                      </a:r>
                      <a:r>
                        <a:rPr lang="en-US" sz="1800" b="0" i="0" u="none" strike="noStrike" kern="1200" baseline="0">
                          <a:solidFill>
                            <a:schemeClr val="tx1"/>
                          </a:solidFill>
                          <a:latin typeface="+mn-lt"/>
                          <a:ea typeface="+mn-ea"/>
                          <a:cs typeface="+mn-cs"/>
                        </a:rPr>
                        <a:t>, </a:t>
                      </a:r>
                      <a:r>
                        <a:rPr lang="en-US" sz="1800" b="0" i="0" u="none" strike="noStrike" kern="1200" baseline="0" err="1">
                          <a:solidFill>
                            <a:schemeClr val="tx1"/>
                          </a:solidFill>
                          <a:latin typeface="+mn-lt"/>
                          <a:ea typeface="+mn-ea"/>
                          <a:cs typeface="+mn-cs"/>
                        </a:rPr>
                        <a:t>Itay</a:t>
                      </a:r>
                      <a:r>
                        <a:rPr lang="en-US" sz="1800" b="0" i="0" u="none" strike="noStrike" kern="1200" baseline="0">
                          <a:solidFill>
                            <a:schemeClr val="tx1"/>
                          </a:solidFill>
                          <a:latin typeface="+mn-lt"/>
                          <a:ea typeface="+mn-ea"/>
                          <a:cs typeface="+mn-cs"/>
                        </a:rPr>
                        <a:t> Lieder O'Reilly Media, Inc.</a:t>
                      </a:r>
                      <a:endParaRPr lang="en-IN" sz="1600">
                        <a:effectLst/>
                        <a:latin typeface="Calibri" panose="020F0502020204030204" pitchFamily="34" charset="0"/>
                        <a:ea typeface="Calibri" panose="020F0502020204030204" pitchFamily="34" charset="0"/>
                        <a:cs typeface="Mangal" panose="02040503050203030202" pitchFamily="18" charset="0"/>
                      </a:endParaRPr>
                    </a:p>
                  </a:txBody>
                  <a:tcPr marT="0" marB="0"/>
                </a:tc>
                <a:extLst>
                  <a:ext uri="{0D108BD9-81ED-4DB2-BD59-A6C34878D82A}">
                    <a16:rowId xmlns:a16="http://schemas.microsoft.com/office/drawing/2014/main" val="10002"/>
                  </a:ext>
                </a:extLst>
              </a:tr>
              <a:tr h="724226">
                <a:tc>
                  <a:txBody>
                    <a:bodyPr/>
                    <a:lstStyle/>
                    <a:p>
                      <a:r>
                        <a:rPr lang="en-US" sz="1600">
                          <a:effectLst/>
                        </a:rPr>
                        <a:t>(3) </a:t>
                      </a:r>
                      <a:r>
                        <a:rPr lang="en-US" sz="1800" b="0" i="0" u="none" strike="noStrike" kern="1200" baseline="0">
                          <a:solidFill>
                            <a:schemeClr val="tx1"/>
                          </a:solidFill>
                          <a:latin typeface="+mn-lt"/>
                          <a:ea typeface="+mn-ea"/>
                          <a:cs typeface="+mn-cs"/>
                        </a:rPr>
                        <a:t>Advanced Deep Learning with TensorFlow 2 and </a:t>
                      </a:r>
                      <a:r>
                        <a:rPr lang="en-US" sz="1800" b="0" i="0" u="none" strike="noStrike" kern="1200" baseline="0" err="1">
                          <a:solidFill>
                            <a:schemeClr val="tx1"/>
                          </a:solidFill>
                          <a:latin typeface="+mn-lt"/>
                          <a:ea typeface="+mn-ea"/>
                          <a:cs typeface="+mn-cs"/>
                        </a:rPr>
                        <a:t>Keras</a:t>
                      </a:r>
                      <a:r>
                        <a:rPr lang="en-US" sz="1800" b="0" i="0" u="none" strike="noStrike" kern="1200" baseline="0">
                          <a:solidFill>
                            <a:schemeClr val="tx1"/>
                          </a:solidFill>
                          <a:latin typeface="+mn-lt"/>
                          <a:ea typeface="+mn-ea"/>
                          <a:cs typeface="+mn-cs"/>
                        </a:rPr>
                        <a:t>: Apply DL, GANs, VAEs, deep RL, unsupervised</a:t>
                      </a:r>
                    </a:p>
                    <a:p>
                      <a:r>
                        <a:rPr lang="en-US" sz="1800" b="0" i="0" u="none" strike="noStrike" kern="1200" baseline="0">
                          <a:solidFill>
                            <a:schemeClr val="tx1"/>
                          </a:solidFill>
                          <a:latin typeface="+mn-lt"/>
                          <a:ea typeface="+mn-ea"/>
                          <a:cs typeface="+mn-cs"/>
                        </a:rPr>
                        <a:t>learning, object detection and segmentation, and more, 2nd Edition.</a:t>
                      </a:r>
                      <a:endParaRPr lang="en-IN" sz="1600">
                        <a:effectLst/>
                        <a:latin typeface="Calibri" panose="020F0502020204030204" pitchFamily="34" charset="0"/>
                        <a:ea typeface="Calibri" panose="020F0502020204030204" pitchFamily="34" charset="0"/>
                        <a:cs typeface="Mangal" panose="02040503050203030202" pitchFamily="18" charset="0"/>
                      </a:endParaRPr>
                    </a:p>
                  </a:txBody>
                  <a:tcPr marT="0" marB="0"/>
                </a:tc>
                <a:extLst>
                  <a:ext uri="{0D108BD9-81ED-4DB2-BD59-A6C34878D82A}">
                    <a16:rowId xmlns:a16="http://schemas.microsoft.com/office/drawing/2014/main" val="10003"/>
                  </a:ext>
                </a:extLst>
              </a:tr>
              <a:tr h="383738">
                <a:tc>
                  <a:txBody>
                    <a:bodyPr/>
                    <a:lstStyle/>
                    <a:p>
                      <a:pPr marL="0" marR="0" lvl="0" indent="0" algn="just" defTabSz="914400" rtl="0" eaLnBrk="1" fontAlgn="auto" latinLnBrk="0" hangingPunct="1">
                        <a:lnSpc>
                          <a:spcPct val="115000"/>
                        </a:lnSpc>
                        <a:spcBef>
                          <a:spcPts val="0"/>
                        </a:spcBef>
                        <a:spcAft>
                          <a:spcPts val="1000"/>
                        </a:spcAft>
                        <a:buClrTx/>
                        <a:buSzTx/>
                        <a:buFontTx/>
                        <a:buNone/>
                        <a:defRPr/>
                      </a:pPr>
                      <a:r>
                        <a:rPr lang="en-US" sz="1600" b="1">
                          <a:effectLst/>
                        </a:rPr>
                        <a:t>Reference Books: </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T="0" marB="0"/>
                </a:tc>
                <a:extLst>
                  <a:ext uri="{0D108BD9-81ED-4DB2-BD59-A6C34878D82A}">
                    <a16:rowId xmlns:a16="http://schemas.microsoft.com/office/drawing/2014/main" val="10004"/>
                  </a:ext>
                </a:extLst>
              </a:tr>
              <a:tr h="622147">
                <a:tc>
                  <a:txBody>
                    <a:bodyPr/>
                    <a:lstStyle/>
                    <a:p>
                      <a:pPr marL="0" lvl="0" indent="0" algn="just">
                        <a:lnSpc>
                          <a:spcPct val="115000"/>
                        </a:lnSpc>
                        <a:spcAft>
                          <a:spcPts val="1000"/>
                        </a:spcAft>
                        <a:buFont typeface="+mj-lt"/>
                        <a:buNone/>
                      </a:pPr>
                      <a:r>
                        <a:rPr lang="en-US" sz="1600" b="0">
                          <a:effectLst/>
                        </a:rPr>
                        <a:t>(4) </a:t>
                      </a:r>
                      <a:r>
                        <a:rPr lang="en-US" sz="1800" b="0" kern="1200">
                          <a:solidFill>
                            <a:schemeClr val="tx1"/>
                          </a:solidFill>
                          <a:effectLst/>
                          <a:latin typeface="+mn-lt"/>
                          <a:ea typeface="+mn-ea"/>
                          <a:cs typeface="+mn-cs"/>
                        </a:rPr>
                        <a:t>Boris </a:t>
                      </a:r>
                      <a:r>
                        <a:rPr lang="en-US" sz="1800" b="0" kern="1200" err="1">
                          <a:solidFill>
                            <a:schemeClr val="tx1"/>
                          </a:solidFill>
                          <a:effectLst/>
                          <a:latin typeface="+mn-lt"/>
                          <a:ea typeface="+mn-ea"/>
                          <a:cs typeface="+mn-cs"/>
                        </a:rPr>
                        <a:t>lublinsky</a:t>
                      </a:r>
                      <a:r>
                        <a:rPr lang="en-US" sz="1800" b="0" kern="1200">
                          <a:solidFill>
                            <a:schemeClr val="tx1"/>
                          </a:solidFill>
                          <a:effectLst/>
                          <a:latin typeface="+mn-lt"/>
                          <a:ea typeface="+mn-ea"/>
                          <a:cs typeface="+mn-cs"/>
                        </a:rPr>
                        <a:t>, Kevin t. Smith, Alexey </a:t>
                      </a:r>
                      <a:r>
                        <a:rPr lang="en-US" sz="1800" b="0" kern="1200" err="1">
                          <a:solidFill>
                            <a:schemeClr val="tx1"/>
                          </a:solidFill>
                          <a:effectLst/>
                          <a:latin typeface="+mn-lt"/>
                          <a:ea typeface="+mn-ea"/>
                          <a:cs typeface="+mn-cs"/>
                        </a:rPr>
                        <a:t>Yakubovich</a:t>
                      </a:r>
                      <a:r>
                        <a:rPr lang="en-US" sz="1800" b="0" kern="1200">
                          <a:solidFill>
                            <a:schemeClr val="tx1"/>
                          </a:solidFill>
                          <a:effectLst/>
                          <a:latin typeface="+mn-lt"/>
                          <a:ea typeface="+mn-ea"/>
                          <a:cs typeface="+mn-cs"/>
                        </a:rPr>
                        <a:t>, “Professional Hadoop Solutions”, 1 </a:t>
                      </a:r>
                      <a:r>
                        <a:rPr lang="en-US" sz="1800" b="0" kern="1200" err="1">
                          <a:solidFill>
                            <a:schemeClr val="tx1"/>
                          </a:solidFill>
                          <a:effectLst/>
                          <a:latin typeface="+mn-lt"/>
                          <a:ea typeface="+mn-ea"/>
                          <a:cs typeface="+mn-cs"/>
                        </a:rPr>
                        <a:t>st</a:t>
                      </a:r>
                      <a:r>
                        <a:rPr lang="en-US" sz="1800" b="0" kern="1200">
                          <a:solidFill>
                            <a:schemeClr val="tx1"/>
                          </a:solidFill>
                          <a:effectLst/>
                          <a:latin typeface="+mn-lt"/>
                          <a:ea typeface="+mn-ea"/>
                          <a:cs typeface="+mn-cs"/>
                        </a:rPr>
                        <a:t> Edition, </a:t>
                      </a:r>
                      <a:r>
                        <a:rPr lang="en-US" sz="1800" b="0" kern="1200" err="1">
                          <a:solidFill>
                            <a:schemeClr val="tx1"/>
                          </a:solidFill>
                          <a:effectLst/>
                          <a:latin typeface="+mn-lt"/>
                          <a:ea typeface="+mn-ea"/>
                          <a:cs typeface="+mn-cs"/>
                        </a:rPr>
                        <a:t>Wrox</a:t>
                      </a:r>
                      <a:r>
                        <a:rPr lang="en-US" sz="1800" b="0" kern="1200">
                          <a:solidFill>
                            <a:schemeClr val="tx1"/>
                          </a:solidFill>
                          <a:effectLst/>
                          <a:latin typeface="+mn-lt"/>
                          <a:ea typeface="+mn-ea"/>
                          <a:cs typeface="+mn-cs"/>
                        </a:rPr>
                        <a:t>, 2013.</a:t>
                      </a:r>
                      <a:endParaRPr lang="en-IN" sz="1600" b="0">
                        <a:effectLst/>
                        <a:latin typeface="Calibri" panose="020F0502020204030204" pitchFamily="34" charset="0"/>
                        <a:ea typeface="Calibri" panose="020F0502020204030204" pitchFamily="34" charset="0"/>
                        <a:cs typeface="Mangal" panose="02040503050203030202" pitchFamily="18" charset="0"/>
                      </a:endParaRPr>
                    </a:p>
                  </a:txBody>
                  <a:tcPr marT="0" marB="0"/>
                </a:tc>
                <a:extLst>
                  <a:ext uri="{0D108BD9-81ED-4DB2-BD59-A6C34878D82A}">
                    <a16:rowId xmlns:a16="http://schemas.microsoft.com/office/drawing/2014/main" val="10005"/>
                  </a:ext>
                </a:extLst>
              </a:tr>
              <a:tr h="622147">
                <a:tc>
                  <a:txBody>
                    <a:bodyPr/>
                    <a:lstStyle/>
                    <a:p>
                      <a:pPr marL="0" lvl="0" indent="0" algn="just">
                        <a:lnSpc>
                          <a:spcPct val="115000"/>
                        </a:lnSpc>
                        <a:spcAft>
                          <a:spcPts val="1000"/>
                        </a:spcAft>
                        <a:buFont typeface="+mj-lt"/>
                        <a:buNone/>
                      </a:pPr>
                      <a:r>
                        <a:rPr lang="en-US" sz="1600" b="0">
                          <a:effectLst/>
                        </a:rPr>
                        <a:t>(5) </a:t>
                      </a:r>
                      <a:r>
                        <a:rPr lang="en-US" sz="1800" b="0" kern="1200">
                          <a:solidFill>
                            <a:schemeClr val="tx1"/>
                          </a:solidFill>
                          <a:effectLst/>
                          <a:latin typeface="+mn-lt"/>
                          <a:ea typeface="+mn-ea"/>
                          <a:cs typeface="+mn-cs"/>
                        </a:rPr>
                        <a:t>Chris Eaton, Dirk </a:t>
                      </a:r>
                      <a:r>
                        <a:rPr lang="en-US" sz="1800" b="0" kern="1200" err="1">
                          <a:solidFill>
                            <a:schemeClr val="tx1"/>
                          </a:solidFill>
                          <a:effectLst/>
                          <a:latin typeface="+mn-lt"/>
                          <a:ea typeface="+mn-ea"/>
                          <a:cs typeface="+mn-cs"/>
                        </a:rPr>
                        <a:t>Deroos</a:t>
                      </a:r>
                      <a:r>
                        <a:rPr lang="en-US" sz="1800" b="0" kern="1200">
                          <a:solidFill>
                            <a:schemeClr val="tx1"/>
                          </a:solidFill>
                          <a:effectLst/>
                          <a:latin typeface="+mn-lt"/>
                          <a:ea typeface="+mn-ea"/>
                          <a:cs typeface="+mn-cs"/>
                        </a:rPr>
                        <a:t> et. al., “Understanding Big data”, Indian Edition, McGraw Hill, 2015.</a:t>
                      </a:r>
                      <a:endParaRPr lang="en-IN" sz="1600" b="0">
                        <a:effectLst/>
                        <a:latin typeface="Calibri" panose="020F0502020204030204" pitchFamily="34" charset="0"/>
                        <a:ea typeface="Calibri" panose="020F0502020204030204" pitchFamily="34" charset="0"/>
                        <a:cs typeface="Mangal" panose="02040503050203030202" pitchFamily="18" charset="0"/>
                      </a:endParaRPr>
                    </a:p>
                  </a:txBody>
                  <a:tcPr marT="0" marB="0"/>
                </a:tc>
                <a:extLst>
                  <a:ext uri="{0D108BD9-81ED-4DB2-BD59-A6C34878D82A}">
                    <a16:rowId xmlns:a16="http://schemas.microsoft.com/office/drawing/2014/main" val="10006"/>
                  </a:ext>
                </a:extLst>
              </a:tr>
              <a:tr h="701975">
                <a:tc>
                  <a:txBody>
                    <a:bodyPr/>
                    <a:lstStyle/>
                    <a:p>
                      <a:pPr marL="0" lvl="0" indent="0" algn="just">
                        <a:lnSpc>
                          <a:spcPct val="115000"/>
                        </a:lnSpc>
                        <a:spcAft>
                          <a:spcPts val="1000"/>
                        </a:spcAft>
                        <a:buFont typeface="+mj-lt"/>
                        <a:buNone/>
                        <a:tabLst>
                          <a:tab pos="248920" algn="l"/>
                        </a:tabLst>
                      </a:pPr>
                      <a:r>
                        <a:rPr lang="en-US" sz="1600" b="0">
                          <a:effectLst/>
                        </a:rPr>
                        <a:t>(6) </a:t>
                      </a:r>
                      <a:r>
                        <a:rPr lang="en-US" sz="1800" b="0" kern="1200">
                          <a:solidFill>
                            <a:schemeClr val="tx1"/>
                          </a:solidFill>
                          <a:effectLst/>
                          <a:latin typeface="+mn-lt"/>
                          <a:ea typeface="+mn-ea"/>
                          <a:cs typeface="+mn-cs"/>
                        </a:rPr>
                        <a:t>Tom White, “HADOOP: The definitive Guide”, 3 </a:t>
                      </a:r>
                      <a:r>
                        <a:rPr lang="en-US" sz="1800" b="0" kern="1200" err="1">
                          <a:solidFill>
                            <a:schemeClr val="tx1"/>
                          </a:solidFill>
                          <a:effectLst/>
                          <a:latin typeface="+mn-lt"/>
                          <a:ea typeface="+mn-ea"/>
                          <a:cs typeface="+mn-cs"/>
                        </a:rPr>
                        <a:t>rd</a:t>
                      </a:r>
                      <a:r>
                        <a:rPr lang="en-US" sz="1800" b="0" kern="1200">
                          <a:solidFill>
                            <a:schemeClr val="tx1"/>
                          </a:solidFill>
                          <a:effectLst/>
                          <a:latin typeface="+mn-lt"/>
                          <a:ea typeface="+mn-ea"/>
                          <a:cs typeface="+mn-cs"/>
                        </a:rPr>
                        <a:t> Edition, O Reilly, 2012</a:t>
                      </a:r>
                      <a:endParaRPr lang="en-IN" sz="1600" b="0">
                        <a:effectLst/>
                        <a:latin typeface="Calibri" panose="020F0502020204030204" pitchFamily="34" charset="0"/>
                        <a:ea typeface="Calibri" panose="020F0502020204030204" pitchFamily="34" charset="0"/>
                        <a:cs typeface="Mangal" panose="02040503050203030202" pitchFamily="18" charset="0"/>
                      </a:endParaRPr>
                    </a:p>
                  </a:txBody>
                  <a:tcPr marT="0" marB="0"/>
                </a:tc>
                <a:extLst>
                  <a:ext uri="{0D108BD9-81ED-4DB2-BD59-A6C34878D82A}">
                    <a16:rowId xmlns:a16="http://schemas.microsoft.com/office/drawing/2014/main" val="10007"/>
                  </a:ext>
                </a:extLst>
              </a:tr>
            </a:tbl>
          </a:graphicData>
        </a:graphic>
      </p:graphicFrame>
      <p:sp>
        <p:nvSpPr>
          <p:cNvPr id="10" name="Title 1"/>
          <p:cNvSpPr txBox="1"/>
          <p:nvPr/>
        </p:nvSpPr>
        <p:spPr>
          <a:xfrm>
            <a:off x="1790700" y="-22225"/>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4000" b="1">
                <a:solidFill>
                  <a:schemeClr val="tx1"/>
                </a:solidFill>
                <a:latin typeface="Times New Roman" panose="02020603050405020304" pitchFamily="18" charset="0"/>
                <a:cs typeface="Times New Roman" panose="02020603050405020304" pitchFamily="18" charset="0"/>
              </a:rPr>
              <a:t>References</a:t>
            </a:r>
          </a:p>
        </p:txBody>
      </p:sp>
      <p:pic>
        <p:nvPicPr>
          <p:cNvPr id="196632"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288"/>
            <a:ext cx="1581150" cy="847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Date Placeholder 5"/>
          <p:cNvSpPr>
            <a:spLocks noGrp="1"/>
          </p:cNvSpPr>
          <p:nvPr>
            <p:ph type="dt" sz="quarter" idx="10"/>
          </p:nvPr>
        </p:nvSpPr>
        <p:spPr/>
        <p:txBody>
          <a:bodyPr/>
          <a:lstStyle/>
          <a:p>
            <a:pPr>
              <a:defRPr/>
            </a:pPr>
            <a:r>
              <a:rPr lang="en-IN"/>
              <a:t>25-12-2022</a:t>
            </a:r>
            <a:endParaRPr lang="en-US"/>
          </a:p>
        </p:txBody>
      </p:sp>
      <p:sp>
        <p:nvSpPr>
          <p:cNvPr id="196634" name="Slide Number Placeholder 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DAC6B02-9018-384B-B6D9-E73FD5B250F5}" type="slidenum">
              <a:rPr lang="en-US" altLang="en-US" sz="1200" smtClean="0">
                <a:solidFill>
                  <a:srgbClr val="898989"/>
                </a:solidFill>
              </a:rPr>
              <a:t>126</a:t>
            </a:fld>
            <a:endParaRPr lang="en-US" altLang="en-US" sz="1200">
              <a:solidFill>
                <a:srgbClr val="898989"/>
              </a:solidFill>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IN"/>
              <a:t>25-12-2022</a:t>
            </a:r>
            <a:endParaRPr lang="en-US"/>
          </a:p>
        </p:txBody>
      </p:sp>
      <p:sp>
        <p:nvSpPr>
          <p:cNvPr id="2" name="Rectangle 1"/>
          <p:cNvSpPr/>
          <p:nvPr/>
        </p:nvSpPr>
        <p:spPr>
          <a:xfrm>
            <a:off x="1338263" y="1828800"/>
            <a:ext cx="9024937" cy="2854051"/>
          </a:xfrm>
          <a:prstGeom prst="rect">
            <a:avLst/>
          </a:prstGeom>
        </p:spPr>
        <p:txBody>
          <a:bodyPr wrap="square">
            <a:spAutoFit/>
          </a:bodyPr>
          <a:lstStyle/>
          <a:p>
            <a:pPr marL="342900" lvl="1" indent="-342900">
              <a:lnSpc>
                <a:spcPct val="170000"/>
              </a:lnSpc>
              <a:defRPr/>
            </a:pPr>
            <a:r>
              <a:rPr lang="en-IN" sz="7200" b="1">
                <a:solidFill>
                  <a:schemeClr val="tx2"/>
                </a:solidFill>
                <a:latin typeface="Calibri" panose="020F0502020204030204" pitchFamily="34" charset="0"/>
              </a:rPr>
              <a:t>                Thank You</a:t>
            </a:r>
            <a:endParaRPr lang="en-IN" sz="7200" b="1">
              <a:ln w="76200"/>
              <a:solidFill>
                <a:schemeClr val="tx2"/>
              </a:solidFill>
              <a:effectLst>
                <a:outerShdw blurRad="38100" dist="25400" dir="5400000" algn="ctr" rotWithShape="0">
                  <a:srgbClr val="6E747A">
                    <a:alpha val="43000"/>
                  </a:srgbClr>
                </a:outerShdw>
              </a:effectLst>
            </a:endParaRPr>
          </a:p>
          <a:p>
            <a:pPr marL="342900" indent="-342900">
              <a:lnSpc>
                <a:spcPct val="170000"/>
              </a:lnSpc>
              <a:buFont typeface="Arial" panose="020B0604020202020204" pitchFamily="34" charset="0"/>
              <a:buChar char="•"/>
              <a:defRPr/>
            </a:pPr>
            <a:endParaRPr lang="en-US">
              <a:latin typeface="Times New Roman" panose="02020603050405020304" pitchFamily="18" charset="0"/>
              <a:cs typeface="Times New Roman" panose="02020603050405020304" pitchFamily="18" charset="0"/>
            </a:endParaRPr>
          </a:p>
          <a:p>
            <a:pPr marL="342900" indent="-342900">
              <a:lnSpc>
                <a:spcPct val="170000"/>
              </a:lnSpc>
              <a:buFont typeface="Arial" panose="020B0604020202020204" pitchFamily="34" charset="0"/>
              <a:buChar char="•"/>
              <a:defRPr/>
            </a:pPr>
            <a:endParaRPr lang="en-US">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a:xfrm>
            <a:off x="3454400" y="6356350"/>
            <a:ext cx="6399213" cy="365125"/>
          </a:xfrm>
        </p:spPr>
        <p:txBody>
          <a:bodyPr/>
          <a:lstStyle/>
          <a:p>
            <a:pPr>
              <a:defRPr/>
            </a:pPr>
            <a:r>
              <a:rPr lang="en-US"/>
              <a:t>Barkha Bhardwaj                    ACSAI0617 Programming For Data Analytics                    UNIT - 3</a:t>
            </a:r>
          </a:p>
        </p:txBody>
      </p:sp>
      <p:sp>
        <p:nvSpPr>
          <p:cNvPr id="197637"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0462296-5876-054A-B9D7-EAF39AE20CD7}" type="slidenum">
              <a:rPr lang="en-US" altLang="en-US" sz="1200" smtClean="0">
                <a:solidFill>
                  <a:srgbClr val="898989"/>
                </a:solidFill>
              </a:rPr>
              <a:t>127</a:t>
            </a:fld>
            <a:endParaRPr lang="en-US" altLang="en-US" sz="1200">
              <a:solidFill>
                <a:srgbClr val="898989"/>
              </a:solidFill>
            </a:endParaRPr>
          </a:p>
        </p:txBody>
      </p:sp>
      <p:pic>
        <p:nvPicPr>
          <p:cNvPr id="197638"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288"/>
            <a:ext cx="1581150" cy="847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1"/>
          <p:cNvSpPr txBox="1"/>
          <p:nvPr/>
        </p:nvSpPr>
        <p:spPr>
          <a:xfrm>
            <a:off x="1787525" y="0"/>
            <a:ext cx="10404475" cy="885825"/>
          </a:xfrm>
          <a:prstGeom prst="rect">
            <a:avLst/>
          </a:prstGeom>
        </p:spPr>
        <p:style>
          <a:lnRef idx="1">
            <a:schemeClr val="accent5"/>
          </a:lnRef>
          <a:fillRef idx="2">
            <a:schemeClr val="accent5"/>
          </a:fillRef>
          <a:effectRef idx="1">
            <a:schemeClr val="accent5"/>
          </a:effectRef>
          <a:fontRef idx="minor">
            <a:schemeClr val="dk1"/>
          </a:fontRef>
        </p:style>
        <p:txBody>
          <a:bodyPr anchor="ctr">
            <a:normAutofit/>
          </a:bodyPr>
          <a:lstStyle/>
          <a:p>
            <a:pPr eaLnBrk="1" fontAlgn="auto" hangingPunct="1">
              <a:lnSpc>
                <a:spcPct val="90000"/>
              </a:lnSpc>
              <a:spcAft>
                <a:spcPts val="0"/>
              </a:spcAft>
              <a:defRPr/>
            </a:pPr>
            <a:r>
              <a:rPr lang="en-US" sz="2800">
                <a:latin typeface="Times New Roman" panose="02020603050405020304" pitchFamily="18" charset="0"/>
                <a:cs typeface="Times New Roman" panose="02020603050405020304" pitchFamily="18" charset="0"/>
              </a:rPr>
              <a:t> </a:t>
            </a:r>
            <a:endParaRPr lang="en-IN" sz="280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8AA017DED2FF74E808DB8671E015C26" ma:contentTypeVersion="6" ma:contentTypeDescription="Create a new document." ma:contentTypeScope="" ma:versionID="9601824881483dacf878e65e71052883">
  <xsd:schema xmlns:xsd="http://www.w3.org/2001/XMLSchema" xmlns:xs="http://www.w3.org/2001/XMLSchema" xmlns:p="http://schemas.microsoft.com/office/2006/metadata/properties" xmlns:ns2="3ad79370-5149-40b3-8d57-bd5d3f117cc7" xmlns:ns3="93ca740a-f6c6-424a-9486-1d021bfa92d6" targetNamespace="http://schemas.microsoft.com/office/2006/metadata/properties" ma:root="true" ma:fieldsID="2be9614c85ba7f919376d2d9f599f49b" ns2:_="" ns3:_="">
    <xsd:import namespace="3ad79370-5149-40b3-8d57-bd5d3f117cc7"/>
    <xsd:import namespace="93ca740a-f6c6-424a-9486-1d021bfa92d6"/>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ad79370-5149-40b3-8d57-bd5d3f117cc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3ca740a-f6c6-424a-9486-1d021bfa92d6"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83E499E-D534-4AC6-BB92-3C79E4A7062E}">
  <ds:schemaRefs>
    <ds:schemaRef ds:uri="3ad79370-5149-40b3-8d57-bd5d3f117cc7"/>
    <ds:schemaRef ds:uri="93ca740a-f6c6-424a-9486-1d021bfa92d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951AAB7-C459-41BA-9024-596BBB2AA748}">
  <ds:schemaRefs/>
</ds:datastoreItem>
</file>

<file path=customXml/itemProps3.xml><?xml version="1.0" encoding="utf-8"?>
<ds:datastoreItem xmlns:ds="http://schemas.openxmlformats.org/officeDocument/2006/customXml" ds:itemID="{E64A4BF0-BD5A-42DB-AF63-25E536819133}">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127</Slides>
  <Notes>28</Notes>
  <HiddenSlides>0</HiddenSlides>
  <ScaleCrop>false</ScaleCrop>
  <HeadingPairs>
    <vt:vector size="4" baseType="variant">
      <vt:variant>
        <vt:lpstr>Theme</vt:lpstr>
      </vt:variant>
      <vt:variant>
        <vt:i4>2</vt:i4>
      </vt:variant>
      <vt:variant>
        <vt:lpstr>Slide Titles</vt:lpstr>
      </vt:variant>
      <vt:variant>
        <vt:i4>127</vt:i4>
      </vt:variant>
    </vt:vector>
  </HeadingPairs>
  <TitlesOfParts>
    <vt:vector size="129" baseType="lpstr">
      <vt:lpstr>Office Theme</vt:lpstr>
      <vt:lpstr>1_Office Theme</vt:lpstr>
      <vt:lpstr>  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Evaluation Scheme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End Semester Question Paper Templates (Offline Pattern/Online Pattern)</vt:lpstr>
      <vt:lpstr>End Semester Question Paper Templates (Offline Pattern/Online Pattern)</vt:lpstr>
      <vt:lpstr>End Semester Question Paper Templates (Offline Pattern/Online Pattern)</vt:lpstr>
      <vt:lpstr>End Semester Question Paper Templates (Offline Pattern/Online Pattern)</vt:lpstr>
      <vt:lpstr>End Semester Question Paper Templates (Offline Pattern/Online Pattern)</vt:lpstr>
      <vt:lpstr>End Semester Question Paper Templates (Offline Pattern/Online Pattern)</vt:lpstr>
      <vt:lpstr>End Semester Question Paper Templates (Offline Pattern/Online Pattern)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Install SQLite</vt:lpstr>
      <vt:lpstr>Install SQLite</vt:lpstr>
      <vt:lpstr>Install SQLite</vt:lpstr>
      <vt:lpstr>Install SQLite</vt:lpstr>
      <vt:lpstr>Install SQLite</vt:lpstr>
      <vt:lpstr>Install SQLite</vt:lpstr>
      <vt:lpstr>Install SQLite</vt:lpstr>
      <vt:lpstr>Install SQLite</vt:lpstr>
      <vt:lpstr>Install SQLite</vt:lpstr>
      <vt:lpstr>Install SQLite</vt:lpstr>
      <vt:lpstr>Install SQLite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Introduction </vt:lpstr>
      <vt:lpstr>Working</vt:lpstr>
      <vt:lpstr>Working</vt:lpstr>
      <vt:lpstr>PowerPoint Presentation</vt:lpstr>
      <vt:lpstr>Collections</vt:lpstr>
      <vt:lpstr>Naming Restrictions for Collection:</vt:lpstr>
      <vt:lpstr>n</vt:lpstr>
      <vt:lpstr>:</vt:lpstr>
      <vt:lpstr>PowerPoint Presentation</vt:lpstr>
      <vt:lpstr>MongoDB vs. RDBMS</vt:lpstr>
      <vt:lpstr>PowerPoint Presentation</vt:lpstr>
      <vt:lpstr>MongoDB vs. RDBMS</vt:lpstr>
      <vt:lpstr>MongoDB vs. RDBMS</vt:lpstr>
      <vt:lpstr>PowerPoint Presentation</vt:lpstr>
      <vt:lpstr>Features of MongoDB </vt:lpstr>
      <vt:lpstr>Advanta</vt:lpstr>
      <vt:lpstr>PowerPoint Presentation</vt:lpstr>
      <vt:lpstr>PowerPoint Presentation</vt:lpstr>
      <vt:lpstr>PowerPoint Presentation</vt:lpstr>
      <vt:lpstr>MongoDB Shell Commands</vt:lpstr>
      <vt:lpstr>PowerPoint Presentation</vt:lpstr>
      <vt:lpstr>Insert Documents</vt:lpstr>
      <vt:lpstr>Update Documents</vt:lpstr>
      <vt:lpstr>Delete Documents</vt:lpstr>
      <vt:lpstr>Comparison Query Operators</vt:lpstr>
      <vt:lpstr>Comparison Query Operators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Manks</dc:creator>
  <cp:revision>2</cp:revision>
  <dcterms:created xsi:type="dcterms:W3CDTF">2006-08-16T00:00:00Z</dcterms:created>
  <dcterms:modified xsi:type="dcterms:W3CDTF">2025-02-28T17:31:20Z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E56624D97D3544B1AF3F2E34FE3629BE_13</vt:lpwstr>
  </property>
  <property fmtid="{D5CDD505-2E9C-101B-9397-08002B2CF9AE}" pid="3" name="KSOProductBuildVer">
    <vt:lpwstr>1033-12.2.0.13431</vt:lpwstr>
  </property>
  <property fmtid="{D5CDD505-2E9C-101B-9397-08002B2CF9AE}" pid="4" name="ContentTypeId">
    <vt:lpwstr>0x010100A6B8B2B7E42DC74798FEB5AE7FE50974</vt:lpwstr>
  </property>
</Properties>
</file>